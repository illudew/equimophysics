
<file path=[Content_Types].xml><?xml version="1.0" encoding="utf-8"?>
<Types xmlns="http://schemas.openxmlformats.org/package/2006/content-types">
  <Default Extension="bin" ContentType="application/vnd.openxmlformats-officedocument.oleObject"/>
  <Default Extension="png" ContentType="image/png"/>
  <Default Extension="wmf" ContentType="image/x-wmf"/>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3"/>
  </p:notesMasterIdLst>
  <p:sldIdLst>
    <p:sldId id="256" r:id="rId2"/>
    <p:sldId id="257" r:id="rId3"/>
    <p:sldId id="263" r:id="rId4"/>
    <p:sldId id="265" r:id="rId5"/>
    <p:sldId id="266" r:id="rId6"/>
    <p:sldId id="264" r:id="rId7"/>
    <p:sldId id="259" r:id="rId8"/>
    <p:sldId id="267" r:id="rId9"/>
    <p:sldId id="260" r:id="rId10"/>
    <p:sldId id="261" r:id="rId11"/>
    <p:sldId id="262" r:id="rId12"/>
    <p:sldId id="268" r:id="rId13"/>
    <p:sldId id="275" r:id="rId14"/>
    <p:sldId id="274" r:id="rId15"/>
    <p:sldId id="269" r:id="rId16"/>
    <p:sldId id="270" r:id="rId17"/>
    <p:sldId id="271" r:id="rId18"/>
    <p:sldId id="272" r:id="rId19"/>
    <p:sldId id="273" r:id="rId20"/>
    <p:sldId id="276" r:id="rId21"/>
    <p:sldId id="279" r:id="rId22"/>
    <p:sldId id="277" r:id="rId23"/>
    <p:sldId id="278" r:id="rId24"/>
    <p:sldId id="280" r:id="rId25"/>
    <p:sldId id="282" r:id="rId26"/>
    <p:sldId id="283" r:id="rId27"/>
    <p:sldId id="284" r:id="rId28"/>
    <p:sldId id="285" r:id="rId29"/>
    <p:sldId id="286" r:id="rId30"/>
    <p:sldId id="287" r:id="rId31"/>
    <p:sldId id="288" r:id="rId32"/>
    <p:sldId id="290" r:id="rId33"/>
    <p:sldId id="291" r:id="rId34"/>
    <p:sldId id="293" r:id="rId35"/>
    <p:sldId id="294" r:id="rId36"/>
    <p:sldId id="295" r:id="rId37"/>
    <p:sldId id="296" r:id="rId38"/>
    <p:sldId id="298" r:id="rId39"/>
    <p:sldId id="299" r:id="rId40"/>
    <p:sldId id="258" r:id="rId41"/>
    <p:sldId id="300" r:id="rId42"/>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5014" autoAdjust="0"/>
  </p:normalViewPr>
  <p:slideViewPr>
    <p:cSldViewPr snapToGrid="0">
      <p:cViewPr varScale="1">
        <p:scale>
          <a:sx n="56" d="100"/>
          <a:sy n="56" d="100"/>
        </p:scale>
        <p:origin x="1574" y="2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drawings/_rels/vmlDrawing1.vml.rels><?xml version="1.0" encoding="UTF-8" standalone="yes"?>
<Relationships xmlns="http://schemas.openxmlformats.org/package/2006/relationships"><Relationship Id="rId8" Type="http://schemas.openxmlformats.org/officeDocument/2006/relationships/image" Target="../media/image8.wmf"/><Relationship Id="rId3" Type="http://schemas.openxmlformats.org/officeDocument/2006/relationships/image" Target="../media/image3.wmf"/><Relationship Id="rId7" Type="http://schemas.openxmlformats.org/officeDocument/2006/relationships/image" Target="../media/image7.wmf"/><Relationship Id="rId2" Type="http://schemas.openxmlformats.org/officeDocument/2006/relationships/image" Target="../media/image2.wmf"/><Relationship Id="rId1" Type="http://schemas.openxmlformats.org/officeDocument/2006/relationships/image" Target="../media/image1.wmf"/><Relationship Id="rId6" Type="http://schemas.openxmlformats.org/officeDocument/2006/relationships/image" Target="../media/image6.wmf"/><Relationship Id="rId5" Type="http://schemas.openxmlformats.org/officeDocument/2006/relationships/image" Target="../media/image5.wmf"/><Relationship Id="rId10" Type="http://schemas.openxmlformats.org/officeDocument/2006/relationships/image" Target="../media/image10.wmf"/><Relationship Id="rId4" Type="http://schemas.openxmlformats.org/officeDocument/2006/relationships/image" Target="../media/image4.wmf"/><Relationship Id="rId9" Type="http://schemas.openxmlformats.org/officeDocument/2006/relationships/image" Target="../media/image9.wmf"/></Relationships>
</file>

<file path=ppt/drawings/_rels/vmlDrawing2.vml.rels><?xml version="1.0" encoding="UTF-8" standalone="yes"?>
<Relationships xmlns="http://schemas.openxmlformats.org/package/2006/relationships"><Relationship Id="rId8" Type="http://schemas.openxmlformats.org/officeDocument/2006/relationships/image" Target="../media/image8.wmf"/><Relationship Id="rId3" Type="http://schemas.openxmlformats.org/officeDocument/2006/relationships/image" Target="../media/image3.wmf"/><Relationship Id="rId7" Type="http://schemas.openxmlformats.org/officeDocument/2006/relationships/image" Target="../media/image7.wmf"/><Relationship Id="rId2" Type="http://schemas.openxmlformats.org/officeDocument/2006/relationships/image" Target="../media/image2.wmf"/><Relationship Id="rId1" Type="http://schemas.openxmlformats.org/officeDocument/2006/relationships/image" Target="../media/image1.wmf"/><Relationship Id="rId6" Type="http://schemas.openxmlformats.org/officeDocument/2006/relationships/image" Target="../media/image6.wmf"/><Relationship Id="rId5" Type="http://schemas.openxmlformats.org/officeDocument/2006/relationships/image" Target="../media/image5.wmf"/><Relationship Id="rId10" Type="http://schemas.openxmlformats.org/officeDocument/2006/relationships/image" Target="../media/image10.wmf"/><Relationship Id="rId4" Type="http://schemas.openxmlformats.org/officeDocument/2006/relationships/image" Target="../media/image4.wmf"/><Relationship Id="rId9" Type="http://schemas.openxmlformats.org/officeDocument/2006/relationships/image" Target="../media/image9.wmf"/></Relationships>
</file>

<file path=ppt/drawings/_rels/vmlDrawing3.vml.rels><?xml version="1.0" encoding="UTF-8" standalone="yes"?>
<Relationships xmlns="http://schemas.openxmlformats.org/package/2006/relationships"><Relationship Id="rId8" Type="http://schemas.openxmlformats.org/officeDocument/2006/relationships/image" Target="../media/image8.wmf"/><Relationship Id="rId3" Type="http://schemas.openxmlformats.org/officeDocument/2006/relationships/image" Target="../media/image3.wmf"/><Relationship Id="rId7" Type="http://schemas.openxmlformats.org/officeDocument/2006/relationships/image" Target="../media/image7.wmf"/><Relationship Id="rId2" Type="http://schemas.openxmlformats.org/officeDocument/2006/relationships/image" Target="../media/image2.wmf"/><Relationship Id="rId1" Type="http://schemas.openxmlformats.org/officeDocument/2006/relationships/image" Target="../media/image1.wmf"/><Relationship Id="rId6" Type="http://schemas.openxmlformats.org/officeDocument/2006/relationships/image" Target="../media/image6.wmf"/><Relationship Id="rId5" Type="http://schemas.openxmlformats.org/officeDocument/2006/relationships/image" Target="../media/image5.wmf"/><Relationship Id="rId10" Type="http://schemas.openxmlformats.org/officeDocument/2006/relationships/image" Target="../media/image10.wmf"/><Relationship Id="rId4" Type="http://schemas.openxmlformats.org/officeDocument/2006/relationships/image" Target="../media/image4.wmf"/><Relationship Id="rId9" Type="http://schemas.openxmlformats.org/officeDocument/2006/relationships/image" Target="../media/image9.wmf"/></Relationships>
</file>

<file path=ppt/drawings/_rels/vmlDrawing4.vml.rels><?xml version="1.0" encoding="UTF-8" standalone="yes"?>
<Relationships xmlns="http://schemas.openxmlformats.org/package/2006/relationships"><Relationship Id="rId8" Type="http://schemas.openxmlformats.org/officeDocument/2006/relationships/image" Target="../media/image8.wmf"/><Relationship Id="rId3" Type="http://schemas.openxmlformats.org/officeDocument/2006/relationships/image" Target="../media/image3.wmf"/><Relationship Id="rId7" Type="http://schemas.openxmlformats.org/officeDocument/2006/relationships/image" Target="../media/image7.wmf"/><Relationship Id="rId2" Type="http://schemas.openxmlformats.org/officeDocument/2006/relationships/image" Target="../media/image2.wmf"/><Relationship Id="rId1" Type="http://schemas.openxmlformats.org/officeDocument/2006/relationships/image" Target="../media/image1.wmf"/><Relationship Id="rId6" Type="http://schemas.openxmlformats.org/officeDocument/2006/relationships/image" Target="../media/image6.wmf"/><Relationship Id="rId5" Type="http://schemas.openxmlformats.org/officeDocument/2006/relationships/image" Target="../media/image5.wmf"/><Relationship Id="rId10" Type="http://schemas.openxmlformats.org/officeDocument/2006/relationships/image" Target="../media/image10.wmf"/><Relationship Id="rId4" Type="http://schemas.openxmlformats.org/officeDocument/2006/relationships/image" Target="../media/image4.wmf"/><Relationship Id="rId9" Type="http://schemas.openxmlformats.org/officeDocument/2006/relationships/image" Target="../media/image9.wmf"/></Relationships>
</file>

<file path=ppt/drawings/_rels/vmlDrawing5.vml.rels><?xml version="1.0" encoding="UTF-8" standalone="yes"?>
<Relationships xmlns="http://schemas.openxmlformats.org/package/2006/relationships"><Relationship Id="rId8" Type="http://schemas.openxmlformats.org/officeDocument/2006/relationships/image" Target="../media/image29.wmf"/><Relationship Id="rId13" Type="http://schemas.openxmlformats.org/officeDocument/2006/relationships/image" Target="../media/image34.wmf"/><Relationship Id="rId18" Type="http://schemas.openxmlformats.org/officeDocument/2006/relationships/image" Target="../media/image39.wmf"/><Relationship Id="rId3" Type="http://schemas.openxmlformats.org/officeDocument/2006/relationships/image" Target="../media/image3.wmf"/><Relationship Id="rId21" Type="http://schemas.openxmlformats.org/officeDocument/2006/relationships/image" Target="../media/image9.wmf"/><Relationship Id="rId7" Type="http://schemas.openxmlformats.org/officeDocument/2006/relationships/image" Target="../media/image28.wmf"/><Relationship Id="rId12" Type="http://schemas.openxmlformats.org/officeDocument/2006/relationships/image" Target="../media/image33.wmf"/><Relationship Id="rId17" Type="http://schemas.openxmlformats.org/officeDocument/2006/relationships/image" Target="../media/image38.wmf"/><Relationship Id="rId2" Type="http://schemas.openxmlformats.org/officeDocument/2006/relationships/image" Target="../media/image2.wmf"/><Relationship Id="rId16" Type="http://schemas.openxmlformats.org/officeDocument/2006/relationships/image" Target="../media/image37.wmf"/><Relationship Id="rId20" Type="http://schemas.openxmlformats.org/officeDocument/2006/relationships/image" Target="../media/image8.wmf"/><Relationship Id="rId1" Type="http://schemas.openxmlformats.org/officeDocument/2006/relationships/image" Target="../media/image1.wmf"/><Relationship Id="rId6" Type="http://schemas.openxmlformats.org/officeDocument/2006/relationships/image" Target="../media/image6.wmf"/><Relationship Id="rId11" Type="http://schemas.openxmlformats.org/officeDocument/2006/relationships/image" Target="../media/image32.wmf"/><Relationship Id="rId5" Type="http://schemas.openxmlformats.org/officeDocument/2006/relationships/image" Target="../media/image5.wmf"/><Relationship Id="rId15" Type="http://schemas.openxmlformats.org/officeDocument/2006/relationships/image" Target="../media/image36.wmf"/><Relationship Id="rId10" Type="http://schemas.openxmlformats.org/officeDocument/2006/relationships/image" Target="../media/image31.wmf"/><Relationship Id="rId19" Type="http://schemas.openxmlformats.org/officeDocument/2006/relationships/image" Target="../media/image7.wmf"/><Relationship Id="rId4" Type="http://schemas.openxmlformats.org/officeDocument/2006/relationships/image" Target="../media/image4.wmf"/><Relationship Id="rId9" Type="http://schemas.openxmlformats.org/officeDocument/2006/relationships/image" Target="../media/image30.wmf"/><Relationship Id="rId14" Type="http://schemas.openxmlformats.org/officeDocument/2006/relationships/image" Target="../media/image35.wmf"/><Relationship Id="rId22" Type="http://schemas.openxmlformats.org/officeDocument/2006/relationships/image" Target="../media/image10.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48.w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57.wmf"/><Relationship Id="rId1" Type="http://schemas.openxmlformats.org/officeDocument/2006/relationships/image" Target="../media/image56.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60.wmf"/><Relationship Id="rId2" Type="http://schemas.openxmlformats.org/officeDocument/2006/relationships/image" Target="../media/image59.wmf"/><Relationship Id="rId1" Type="http://schemas.openxmlformats.org/officeDocument/2006/relationships/image" Target="../media/image58.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63.wmf"/><Relationship Id="rId2" Type="http://schemas.openxmlformats.org/officeDocument/2006/relationships/image" Target="../media/image62.wmf"/><Relationship Id="rId1" Type="http://schemas.openxmlformats.org/officeDocument/2006/relationships/image" Target="../media/image61.wmf"/><Relationship Id="rId5" Type="http://schemas.openxmlformats.org/officeDocument/2006/relationships/image" Target="../media/image65.wmf"/><Relationship Id="rId4" Type="http://schemas.openxmlformats.org/officeDocument/2006/relationships/image" Target="../media/image64.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68.wmf"/><Relationship Id="rId2" Type="http://schemas.openxmlformats.org/officeDocument/2006/relationships/image" Target="../media/image67.wmf"/><Relationship Id="rId1" Type="http://schemas.openxmlformats.org/officeDocument/2006/relationships/image" Target="../media/image66.wmf"/><Relationship Id="rId5" Type="http://schemas.openxmlformats.org/officeDocument/2006/relationships/image" Target="../media/image70.wmf"/><Relationship Id="rId4" Type="http://schemas.openxmlformats.org/officeDocument/2006/relationships/image" Target="../media/image69.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71.w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74.wmf"/><Relationship Id="rId2" Type="http://schemas.openxmlformats.org/officeDocument/2006/relationships/image" Target="../media/image73.wmf"/><Relationship Id="rId1" Type="http://schemas.openxmlformats.org/officeDocument/2006/relationships/image" Target="../media/image72.wmf"/><Relationship Id="rId6" Type="http://schemas.openxmlformats.org/officeDocument/2006/relationships/image" Target="../media/image77.wmf"/><Relationship Id="rId5" Type="http://schemas.openxmlformats.org/officeDocument/2006/relationships/image" Target="../media/image76.wmf"/><Relationship Id="rId4" Type="http://schemas.openxmlformats.org/officeDocument/2006/relationships/image" Target="../media/image75.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76.wmf"/></Relationships>
</file>

<file path=ppt/drawings/_rels/vmlDrawing14.vml.rels><?xml version="1.0" encoding="UTF-8" standalone="yes"?>
<Relationships xmlns="http://schemas.openxmlformats.org/package/2006/relationships"><Relationship Id="rId3" Type="http://schemas.openxmlformats.org/officeDocument/2006/relationships/image" Target="../media/image82.wmf"/><Relationship Id="rId2" Type="http://schemas.openxmlformats.org/officeDocument/2006/relationships/image" Target="../media/image81.wmf"/><Relationship Id="rId1" Type="http://schemas.openxmlformats.org/officeDocument/2006/relationships/image" Target="../media/image80.wmf"/><Relationship Id="rId5" Type="http://schemas.openxmlformats.org/officeDocument/2006/relationships/image" Target="../media/image77.wmf"/><Relationship Id="rId4" Type="http://schemas.openxmlformats.org/officeDocument/2006/relationships/image" Target="../media/image83.wmf"/></Relationships>
</file>

<file path=ppt/drawings/_rels/vmlDrawing15.vml.rels><?xml version="1.0" encoding="UTF-8" standalone="yes"?>
<Relationships xmlns="http://schemas.openxmlformats.org/package/2006/relationships"><Relationship Id="rId3" Type="http://schemas.openxmlformats.org/officeDocument/2006/relationships/image" Target="../media/image86.wmf"/><Relationship Id="rId2" Type="http://schemas.openxmlformats.org/officeDocument/2006/relationships/image" Target="../media/image85.wmf"/><Relationship Id="rId1" Type="http://schemas.openxmlformats.org/officeDocument/2006/relationships/image" Target="../media/image84.wmf"/><Relationship Id="rId6" Type="http://schemas.openxmlformats.org/officeDocument/2006/relationships/image" Target="../media/image89.wmf"/><Relationship Id="rId5" Type="http://schemas.openxmlformats.org/officeDocument/2006/relationships/image" Target="../media/image88.wmf"/><Relationship Id="rId4" Type="http://schemas.openxmlformats.org/officeDocument/2006/relationships/image" Target="../media/image87.wmf"/></Relationships>
</file>

<file path=ppt/drawings/_rels/vmlDrawing16.vml.rels><?xml version="1.0" encoding="UTF-8" standalone="yes"?>
<Relationships xmlns="http://schemas.openxmlformats.org/package/2006/relationships"><Relationship Id="rId2" Type="http://schemas.openxmlformats.org/officeDocument/2006/relationships/image" Target="../media/image91.wmf"/><Relationship Id="rId1" Type="http://schemas.openxmlformats.org/officeDocument/2006/relationships/image" Target="../media/image90.wmf"/></Relationships>
</file>

<file path=ppt/drawings/_rels/vmlDrawing17.vml.rels><?xml version="1.0" encoding="UTF-8" standalone="yes"?>
<Relationships xmlns="http://schemas.openxmlformats.org/package/2006/relationships"><Relationship Id="rId8" Type="http://schemas.openxmlformats.org/officeDocument/2006/relationships/image" Target="../media/image99.wmf"/><Relationship Id="rId13" Type="http://schemas.openxmlformats.org/officeDocument/2006/relationships/image" Target="../media/image104.wmf"/><Relationship Id="rId3" Type="http://schemas.openxmlformats.org/officeDocument/2006/relationships/image" Target="../media/image94.wmf"/><Relationship Id="rId7" Type="http://schemas.openxmlformats.org/officeDocument/2006/relationships/image" Target="../media/image98.wmf"/><Relationship Id="rId12" Type="http://schemas.openxmlformats.org/officeDocument/2006/relationships/image" Target="../media/image103.wmf"/><Relationship Id="rId2" Type="http://schemas.openxmlformats.org/officeDocument/2006/relationships/image" Target="../media/image93.wmf"/><Relationship Id="rId1" Type="http://schemas.openxmlformats.org/officeDocument/2006/relationships/image" Target="../media/image92.wmf"/><Relationship Id="rId6" Type="http://schemas.openxmlformats.org/officeDocument/2006/relationships/image" Target="../media/image97.wmf"/><Relationship Id="rId11" Type="http://schemas.openxmlformats.org/officeDocument/2006/relationships/image" Target="../media/image102.wmf"/><Relationship Id="rId5" Type="http://schemas.openxmlformats.org/officeDocument/2006/relationships/image" Target="../media/image96.wmf"/><Relationship Id="rId10" Type="http://schemas.openxmlformats.org/officeDocument/2006/relationships/image" Target="../media/image101.wmf"/><Relationship Id="rId4" Type="http://schemas.openxmlformats.org/officeDocument/2006/relationships/image" Target="../media/image95.wmf"/><Relationship Id="rId9" Type="http://schemas.openxmlformats.org/officeDocument/2006/relationships/image" Target="../media/image100.wmf"/><Relationship Id="rId14" Type="http://schemas.openxmlformats.org/officeDocument/2006/relationships/image" Target="../media/image105.wmf"/></Relationships>
</file>

<file path=ppt/drawings/_rels/vmlDrawing18.vml.rels><?xml version="1.0" encoding="UTF-8" standalone="yes"?>
<Relationships xmlns="http://schemas.openxmlformats.org/package/2006/relationships"><Relationship Id="rId3" Type="http://schemas.openxmlformats.org/officeDocument/2006/relationships/image" Target="../media/image108.wmf"/><Relationship Id="rId2" Type="http://schemas.openxmlformats.org/officeDocument/2006/relationships/image" Target="../media/image107.wmf"/><Relationship Id="rId1" Type="http://schemas.openxmlformats.org/officeDocument/2006/relationships/image" Target="../media/image106.wmf"/><Relationship Id="rId5" Type="http://schemas.openxmlformats.org/officeDocument/2006/relationships/image" Target="../media/image110.wmf"/><Relationship Id="rId4" Type="http://schemas.openxmlformats.org/officeDocument/2006/relationships/image" Target="../media/image109.wmf"/></Relationships>
</file>

<file path=ppt/drawings/_rels/vmlDrawing19.vml.rels><?xml version="1.0" encoding="UTF-8" standalone="yes"?>
<Relationships xmlns="http://schemas.openxmlformats.org/package/2006/relationships"><Relationship Id="rId8" Type="http://schemas.openxmlformats.org/officeDocument/2006/relationships/image" Target="../media/image123.wmf"/><Relationship Id="rId3" Type="http://schemas.openxmlformats.org/officeDocument/2006/relationships/image" Target="../media/image118.wmf"/><Relationship Id="rId7" Type="http://schemas.openxmlformats.org/officeDocument/2006/relationships/image" Target="../media/image122.wmf"/><Relationship Id="rId2" Type="http://schemas.openxmlformats.org/officeDocument/2006/relationships/image" Target="../media/image117.wmf"/><Relationship Id="rId1" Type="http://schemas.openxmlformats.org/officeDocument/2006/relationships/image" Target="../media/image116.wmf"/><Relationship Id="rId6" Type="http://schemas.openxmlformats.org/officeDocument/2006/relationships/image" Target="../media/image121.wmf"/><Relationship Id="rId5" Type="http://schemas.openxmlformats.org/officeDocument/2006/relationships/image" Target="../media/image120.wmf"/><Relationship Id="rId4" Type="http://schemas.openxmlformats.org/officeDocument/2006/relationships/image" Target="../media/image119.wmf"/></Relationships>
</file>

<file path=ppt/drawings/_rels/vmlDrawing20.vml.rels><?xml version="1.0" encoding="UTF-8" standalone="yes"?>
<Relationships xmlns="http://schemas.openxmlformats.org/package/2006/relationships"><Relationship Id="rId8" Type="http://schemas.openxmlformats.org/officeDocument/2006/relationships/image" Target="../media/image131.wmf"/><Relationship Id="rId13" Type="http://schemas.openxmlformats.org/officeDocument/2006/relationships/image" Target="../media/image136.wmf"/><Relationship Id="rId18" Type="http://schemas.openxmlformats.org/officeDocument/2006/relationships/image" Target="../media/image141.wmf"/><Relationship Id="rId3" Type="http://schemas.openxmlformats.org/officeDocument/2006/relationships/image" Target="../media/image126.wmf"/><Relationship Id="rId7" Type="http://schemas.openxmlformats.org/officeDocument/2006/relationships/image" Target="../media/image130.wmf"/><Relationship Id="rId12" Type="http://schemas.openxmlformats.org/officeDocument/2006/relationships/image" Target="../media/image135.wmf"/><Relationship Id="rId17" Type="http://schemas.openxmlformats.org/officeDocument/2006/relationships/image" Target="../media/image140.wmf"/><Relationship Id="rId2" Type="http://schemas.openxmlformats.org/officeDocument/2006/relationships/image" Target="../media/image125.wmf"/><Relationship Id="rId16" Type="http://schemas.openxmlformats.org/officeDocument/2006/relationships/image" Target="../media/image139.wmf"/><Relationship Id="rId1" Type="http://schemas.openxmlformats.org/officeDocument/2006/relationships/image" Target="../media/image124.wmf"/><Relationship Id="rId6" Type="http://schemas.openxmlformats.org/officeDocument/2006/relationships/image" Target="../media/image129.wmf"/><Relationship Id="rId11" Type="http://schemas.openxmlformats.org/officeDocument/2006/relationships/image" Target="../media/image134.wmf"/><Relationship Id="rId5" Type="http://schemas.openxmlformats.org/officeDocument/2006/relationships/image" Target="../media/image128.wmf"/><Relationship Id="rId15" Type="http://schemas.openxmlformats.org/officeDocument/2006/relationships/image" Target="../media/image138.wmf"/><Relationship Id="rId10" Type="http://schemas.openxmlformats.org/officeDocument/2006/relationships/image" Target="../media/image133.wmf"/><Relationship Id="rId19" Type="http://schemas.openxmlformats.org/officeDocument/2006/relationships/image" Target="../media/image142.wmf"/><Relationship Id="rId4" Type="http://schemas.openxmlformats.org/officeDocument/2006/relationships/image" Target="../media/image127.wmf"/><Relationship Id="rId9" Type="http://schemas.openxmlformats.org/officeDocument/2006/relationships/image" Target="../media/image132.wmf"/><Relationship Id="rId14" Type="http://schemas.openxmlformats.org/officeDocument/2006/relationships/image" Target="../media/image137.wmf"/></Relationships>
</file>

<file path=ppt/drawings/_rels/vmlDrawing21.vml.rels><?xml version="1.0" encoding="UTF-8" standalone="yes"?>
<Relationships xmlns="http://schemas.openxmlformats.org/package/2006/relationships"><Relationship Id="rId3" Type="http://schemas.openxmlformats.org/officeDocument/2006/relationships/image" Target="../media/image146.wmf"/><Relationship Id="rId2" Type="http://schemas.openxmlformats.org/officeDocument/2006/relationships/image" Target="../media/image145.wmf"/><Relationship Id="rId1" Type="http://schemas.openxmlformats.org/officeDocument/2006/relationships/image" Target="../media/image144.wmf"/><Relationship Id="rId4" Type="http://schemas.openxmlformats.org/officeDocument/2006/relationships/image" Target="../media/image147.w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152.wmf"/></Relationships>
</file>

<file path=ppt/drawings/_rels/vmlDrawing23.vml.rels><?xml version="1.0" encoding="UTF-8" standalone="yes"?>
<Relationships xmlns="http://schemas.openxmlformats.org/package/2006/relationships"><Relationship Id="rId3" Type="http://schemas.openxmlformats.org/officeDocument/2006/relationships/image" Target="../media/image157.wmf"/><Relationship Id="rId2" Type="http://schemas.openxmlformats.org/officeDocument/2006/relationships/image" Target="../media/image156.wmf"/><Relationship Id="rId1" Type="http://schemas.openxmlformats.org/officeDocument/2006/relationships/image" Target="../media/image155.wmf"/><Relationship Id="rId5" Type="http://schemas.openxmlformats.org/officeDocument/2006/relationships/image" Target="../media/image159.wmf"/><Relationship Id="rId4" Type="http://schemas.openxmlformats.org/officeDocument/2006/relationships/image" Target="../media/image158.wmf"/></Relationships>
</file>

<file path=ppt/drawings/_rels/vmlDrawing24.vml.rels><?xml version="1.0" encoding="UTF-8" standalone="yes"?>
<Relationships xmlns="http://schemas.openxmlformats.org/package/2006/relationships"><Relationship Id="rId3" Type="http://schemas.openxmlformats.org/officeDocument/2006/relationships/image" Target="../media/image168.wmf"/><Relationship Id="rId2" Type="http://schemas.openxmlformats.org/officeDocument/2006/relationships/image" Target="../media/image167.wmf"/><Relationship Id="rId1" Type="http://schemas.openxmlformats.org/officeDocument/2006/relationships/image" Target="../media/image166.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FCBC298-7F5D-4FF3-8B39-72A7FF983106}" type="datetimeFigureOut">
              <a:rPr lang="zh-CN" altLang="en-US" smtClean="0"/>
              <a:t>2022/11/2</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787D781-B69F-437C-B200-324EC7557839}" type="slidenum">
              <a:rPr lang="zh-CN" altLang="en-US" smtClean="0"/>
              <a:t>‹#›</a:t>
            </a:fld>
            <a:endParaRPr lang="zh-CN" altLang="en-US"/>
          </a:p>
        </p:txBody>
      </p:sp>
    </p:spTree>
    <p:extLst>
      <p:ext uri="{BB962C8B-B14F-4D97-AF65-F5344CB8AC3E}">
        <p14:creationId xmlns:p14="http://schemas.microsoft.com/office/powerpoint/2010/main" val="7403662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所以，这里有三个反射率：振幅反射率，光强反射率和能量反射率。只有能量是守恒的。</a:t>
            </a:r>
          </a:p>
        </p:txBody>
      </p:sp>
      <p:sp>
        <p:nvSpPr>
          <p:cNvPr id="4" name="灯片编号占位符 3"/>
          <p:cNvSpPr>
            <a:spLocks noGrp="1"/>
          </p:cNvSpPr>
          <p:nvPr>
            <p:ph type="sldNum" sz="quarter" idx="5"/>
          </p:nvPr>
        </p:nvSpPr>
        <p:spPr/>
        <p:txBody>
          <a:bodyPr/>
          <a:lstStyle/>
          <a:p>
            <a:fld id="{0787D781-B69F-437C-B200-324EC7557839}" type="slidenum">
              <a:rPr lang="zh-CN" altLang="en-US" smtClean="0"/>
              <a:t>19</a:t>
            </a:fld>
            <a:endParaRPr lang="zh-CN" altLang="en-US"/>
          </a:p>
        </p:txBody>
      </p:sp>
    </p:spTree>
    <p:extLst>
      <p:ext uri="{BB962C8B-B14F-4D97-AF65-F5344CB8AC3E}">
        <p14:creationId xmlns:p14="http://schemas.microsoft.com/office/powerpoint/2010/main" val="4823433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当入射角大于布儒斯特角时，入射角和折射角之和大于</a:t>
            </a:r>
            <a:r>
              <a:rPr lang="en-US" altLang="zh-CN" dirty="0"/>
              <a:t>90</a:t>
            </a:r>
            <a:r>
              <a:rPr lang="zh-CN" altLang="en-US" dirty="0"/>
              <a:t>度。而且，全反射角大于布儒斯特角。</a:t>
            </a:r>
          </a:p>
        </p:txBody>
      </p:sp>
      <p:sp>
        <p:nvSpPr>
          <p:cNvPr id="4" name="灯片编号占位符 3"/>
          <p:cNvSpPr>
            <a:spLocks noGrp="1"/>
          </p:cNvSpPr>
          <p:nvPr>
            <p:ph type="sldNum" sz="quarter" idx="5"/>
          </p:nvPr>
        </p:nvSpPr>
        <p:spPr/>
        <p:txBody>
          <a:bodyPr/>
          <a:lstStyle/>
          <a:p>
            <a:fld id="{0787D781-B69F-437C-B200-324EC7557839}" type="slidenum">
              <a:rPr lang="zh-CN" altLang="en-US" smtClean="0"/>
              <a:t>30</a:t>
            </a:fld>
            <a:endParaRPr lang="zh-CN" altLang="en-US"/>
          </a:p>
        </p:txBody>
      </p:sp>
    </p:spTree>
    <p:extLst>
      <p:ext uri="{BB962C8B-B14F-4D97-AF65-F5344CB8AC3E}">
        <p14:creationId xmlns:p14="http://schemas.microsoft.com/office/powerpoint/2010/main" val="16278213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布儒斯特角大概是</a:t>
            </a:r>
            <a:r>
              <a:rPr lang="en-US" altLang="zh-CN" dirty="0"/>
              <a:t>57</a:t>
            </a:r>
            <a:r>
              <a:rPr lang="zh-CN" altLang="en-US" dirty="0"/>
              <a:t>度。</a:t>
            </a:r>
          </a:p>
        </p:txBody>
      </p:sp>
      <p:sp>
        <p:nvSpPr>
          <p:cNvPr id="4" name="灯片编号占位符 3"/>
          <p:cNvSpPr>
            <a:spLocks noGrp="1"/>
          </p:cNvSpPr>
          <p:nvPr>
            <p:ph type="sldNum" sz="quarter" idx="5"/>
          </p:nvPr>
        </p:nvSpPr>
        <p:spPr/>
        <p:txBody>
          <a:bodyPr/>
          <a:lstStyle/>
          <a:p>
            <a:fld id="{0787D781-B69F-437C-B200-324EC7557839}" type="slidenum">
              <a:rPr lang="zh-CN" altLang="en-US" smtClean="0"/>
              <a:t>37</a:t>
            </a:fld>
            <a:endParaRPr lang="zh-CN" altLang="en-US"/>
          </a:p>
        </p:txBody>
      </p:sp>
    </p:spTree>
    <p:extLst>
      <p:ext uri="{BB962C8B-B14F-4D97-AF65-F5344CB8AC3E}">
        <p14:creationId xmlns:p14="http://schemas.microsoft.com/office/powerpoint/2010/main" val="15972659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4ADDE5F-BA3C-4096-B556-050D1413A88E}"/>
              </a:ext>
            </a:extLst>
          </p:cNvPr>
          <p:cNvSpPr>
            <a:spLocks noGrp="1"/>
          </p:cNvSpPr>
          <p:nvPr>
            <p:ph type="ctrTitle"/>
          </p:nvPr>
        </p:nvSpPr>
        <p:spPr>
          <a:xfrm>
            <a:off x="1143000" y="1122363"/>
            <a:ext cx="6858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BC0767AD-2C88-4DD9-9832-E753E7709E0D}"/>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A2DDD226-2D10-459A-BAE1-B26847C81157}"/>
              </a:ext>
            </a:extLst>
          </p:cNvPr>
          <p:cNvSpPr>
            <a:spLocks noGrp="1"/>
          </p:cNvSpPr>
          <p:nvPr>
            <p:ph type="dt" sz="half" idx="10"/>
          </p:nvPr>
        </p:nvSpPr>
        <p:spPr/>
        <p:txBody>
          <a:bodyPr/>
          <a:lstStyle/>
          <a:p>
            <a:fld id="{A095AF1C-15FD-4C07-B358-50BC9C03D390}" type="datetimeFigureOut">
              <a:rPr lang="zh-CN" altLang="en-US" smtClean="0"/>
              <a:t>2022/11/2</a:t>
            </a:fld>
            <a:endParaRPr lang="zh-CN" altLang="en-US"/>
          </a:p>
        </p:txBody>
      </p:sp>
      <p:sp>
        <p:nvSpPr>
          <p:cNvPr id="5" name="页脚占位符 4">
            <a:extLst>
              <a:ext uri="{FF2B5EF4-FFF2-40B4-BE49-F238E27FC236}">
                <a16:creationId xmlns:a16="http://schemas.microsoft.com/office/drawing/2014/main" id="{ED49CFB6-25D1-4101-AC8F-DD47EF605B0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3E73080-44DF-4AE9-B819-7FFFEA8B7D8C}"/>
              </a:ext>
            </a:extLst>
          </p:cNvPr>
          <p:cNvSpPr>
            <a:spLocks noGrp="1"/>
          </p:cNvSpPr>
          <p:nvPr>
            <p:ph type="sldNum" sz="quarter" idx="12"/>
          </p:nvPr>
        </p:nvSpPr>
        <p:spPr/>
        <p:txBody>
          <a:bodyPr/>
          <a:lstStyle/>
          <a:p>
            <a:fld id="{5A8FAA03-0193-43AB-95A4-53D1453023D4}" type="slidenum">
              <a:rPr lang="zh-CN" altLang="en-US" smtClean="0"/>
              <a:t>‹#›</a:t>
            </a:fld>
            <a:endParaRPr lang="zh-CN" altLang="en-US"/>
          </a:p>
        </p:txBody>
      </p:sp>
    </p:spTree>
    <p:extLst>
      <p:ext uri="{BB962C8B-B14F-4D97-AF65-F5344CB8AC3E}">
        <p14:creationId xmlns:p14="http://schemas.microsoft.com/office/powerpoint/2010/main" val="11786252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4A7C1FD-3A96-47AE-99CF-0BCDDD8A1407}"/>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BB8303A8-AC69-4085-A694-D7A3DD4E6ED7}"/>
              </a:ext>
            </a:extLst>
          </p:cNvPr>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4FC817C2-3521-4A89-9837-796790091558}"/>
              </a:ext>
            </a:extLst>
          </p:cNvPr>
          <p:cNvSpPr>
            <a:spLocks noGrp="1"/>
          </p:cNvSpPr>
          <p:nvPr>
            <p:ph type="dt" sz="half" idx="10"/>
          </p:nvPr>
        </p:nvSpPr>
        <p:spPr/>
        <p:txBody>
          <a:bodyPr/>
          <a:lstStyle/>
          <a:p>
            <a:fld id="{A095AF1C-15FD-4C07-B358-50BC9C03D390}" type="datetimeFigureOut">
              <a:rPr lang="zh-CN" altLang="en-US" smtClean="0"/>
              <a:t>2022/11/2</a:t>
            </a:fld>
            <a:endParaRPr lang="zh-CN" altLang="en-US"/>
          </a:p>
        </p:txBody>
      </p:sp>
      <p:sp>
        <p:nvSpPr>
          <p:cNvPr id="5" name="页脚占位符 4">
            <a:extLst>
              <a:ext uri="{FF2B5EF4-FFF2-40B4-BE49-F238E27FC236}">
                <a16:creationId xmlns:a16="http://schemas.microsoft.com/office/drawing/2014/main" id="{9FBC8AEB-58C2-4DEA-9C16-0C04606AFC0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B0855B1-4860-47B6-A8A0-10910C7CDE21}"/>
              </a:ext>
            </a:extLst>
          </p:cNvPr>
          <p:cNvSpPr>
            <a:spLocks noGrp="1"/>
          </p:cNvSpPr>
          <p:nvPr>
            <p:ph type="sldNum" sz="quarter" idx="12"/>
          </p:nvPr>
        </p:nvSpPr>
        <p:spPr/>
        <p:txBody>
          <a:bodyPr/>
          <a:lstStyle/>
          <a:p>
            <a:fld id="{5A8FAA03-0193-43AB-95A4-53D1453023D4}" type="slidenum">
              <a:rPr lang="zh-CN" altLang="en-US" smtClean="0"/>
              <a:t>‹#›</a:t>
            </a:fld>
            <a:endParaRPr lang="zh-CN" altLang="en-US"/>
          </a:p>
        </p:txBody>
      </p:sp>
    </p:spTree>
    <p:extLst>
      <p:ext uri="{BB962C8B-B14F-4D97-AF65-F5344CB8AC3E}">
        <p14:creationId xmlns:p14="http://schemas.microsoft.com/office/powerpoint/2010/main" val="29205466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6E8CD1D-9613-477A-A83E-DFA9521C1889}"/>
              </a:ext>
            </a:extLst>
          </p:cNvPr>
          <p:cNvSpPr>
            <a:spLocks noGrp="1"/>
          </p:cNvSpPr>
          <p:nvPr>
            <p:ph type="title"/>
          </p:nvPr>
        </p:nvSpPr>
        <p:spPr>
          <a:xfrm>
            <a:off x="623888" y="1709739"/>
            <a:ext cx="78867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6CA2FF3E-86A2-490D-9B18-B8C68B6D1A83}"/>
              </a:ext>
            </a:extLst>
          </p:cNvPr>
          <p:cNvSpPr>
            <a:spLocks noGrp="1"/>
          </p:cNvSpPr>
          <p:nvPr>
            <p:ph type="body" idx="1"/>
          </p:nvPr>
        </p:nvSpPr>
        <p:spPr>
          <a:xfrm>
            <a:off x="623888" y="4589464"/>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a:extLst>
              <a:ext uri="{FF2B5EF4-FFF2-40B4-BE49-F238E27FC236}">
                <a16:creationId xmlns:a16="http://schemas.microsoft.com/office/drawing/2014/main" id="{5B4B4BC7-4D54-4627-B7D9-83A66483BF18}"/>
              </a:ext>
            </a:extLst>
          </p:cNvPr>
          <p:cNvSpPr>
            <a:spLocks noGrp="1"/>
          </p:cNvSpPr>
          <p:nvPr>
            <p:ph type="dt" sz="half" idx="10"/>
          </p:nvPr>
        </p:nvSpPr>
        <p:spPr/>
        <p:txBody>
          <a:bodyPr/>
          <a:lstStyle/>
          <a:p>
            <a:fld id="{A095AF1C-15FD-4C07-B358-50BC9C03D390}" type="datetimeFigureOut">
              <a:rPr lang="zh-CN" altLang="en-US" smtClean="0"/>
              <a:t>2022/11/2</a:t>
            </a:fld>
            <a:endParaRPr lang="zh-CN" altLang="en-US"/>
          </a:p>
        </p:txBody>
      </p:sp>
      <p:sp>
        <p:nvSpPr>
          <p:cNvPr id="5" name="页脚占位符 4">
            <a:extLst>
              <a:ext uri="{FF2B5EF4-FFF2-40B4-BE49-F238E27FC236}">
                <a16:creationId xmlns:a16="http://schemas.microsoft.com/office/drawing/2014/main" id="{AEB33671-8DB5-416A-A2FD-2D8E96A1D3D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C65F8C2-3A8A-4251-A498-214563368DED}"/>
              </a:ext>
            </a:extLst>
          </p:cNvPr>
          <p:cNvSpPr>
            <a:spLocks noGrp="1"/>
          </p:cNvSpPr>
          <p:nvPr>
            <p:ph type="sldNum" sz="quarter" idx="12"/>
          </p:nvPr>
        </p:nvSpPr>
        <p:spPr/>
        <p:txBody>
          <a:bodyPr/>
          <a:lstStyle/>
          <a:p>
            <a:fld id="{5A8FAA03-0193-43AB-95A4-53D1453023D4}" type="slidenum">
              <a:rPr lang="zh-CN" altLang="en-US" smtClean="0"/>
              <a:t>‹#›</a:t>
            </a:fld>
            <a:endParaRPr lang="zh-CN" altLang="en-US"/>
          </a:p>
        </p:txBody>
      </p:sp>
    </p:spTree>
    <p:extLst>
      <p:ext uri="{BB962C8B-B14F-4D97-AF65-F5344CB8AC3E}">
        <p14:creationId xmlns:p14="http://schemas.microsoft.com/office/powerpoint/2010/main" val="19456294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36651DB-702B-4BD2-9B0E-F73017FF9DD4}"/>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1C978E16-BD09-4F4D-9C0A-21A5B001F04F}"/>
              </a:ext>
            </a:extLst>
          </p:cNvPr>
          <p:cNvSpPr>
            <a:spLocks noGrp="1"/>
          </p:cNvSpPr>
          <p:nvPr>
            <p:ph sz="half" idx="1"/>
          </p:nvPr>
        </p:nvSpPr>
        <p:spPr>
          <a:xfrm>
            <a:off x="628650" y="1825625"/>
            <a:ext cx="38862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a:extLst>
              <a:ext uri="{FF2B5EF4-FFF2-40B4-BE49-F238E27FC236}">
                <a16:creationId xmlns:a16="http://schemas.microsoft.com/office/drawing/2014/main" id="{60EF9164-5E5D-467A-A82C-E370818CB945}"/>
              </a:ext>
            </a:extLst>
          </p:cNvPr>
          <p:cNvSpPr>
            <a:spLocks noGrp="1"/>
          </p:cNvSpPr>
          <p:nvPr>
            <p:ph sz="half" idx="2"/>
          </p:nvPr>
        </p:nvSpPr>
        <p:spPr>
          <a:xfrm>
            <a:off x="4629150" y="1825625"/>
            <a:ext cx="38862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a:extLst>
              <a:ext uri="{FF2B5EF4-FFF2-40B4-BE49-F238E27FC236}">
                <a16:creationId xmlns:a16="http://schemas.microsoft.com/office/drawing/2014/main" id="{0AEBFE1B-76AE-4A15-8AED-77D3B46352E1}"/>
              </a:ext>
            </a:extLst>
          </p:cNvPr>
          <p:cNvSpPr>
            <a:spLocks noGrp="1"/>
          </p:cNvSpPr>
          <p:nvPr>
            <p:ph type="dt" sz="half" idx="10"/>
          </p:nvPr>
        </p:nvSpPr>
        <p:spPr/>
        <p:txBody>
          <a:bodyPr/>
          <a:lstStyle/>
          <a:p>
            <a:fld id="{A095AF1C-15FD-4C07-B358-50BC9C03D390}" type="datetimeFigureOut">
              <a:rPr lang="zh-CN" altLang="en-US" smtClean="0"/>
              <a:t>2022/11/2</a:t>
            </a:fld>
            <a:endParaRPr lang="zh-CN" altLang="en-US"/>
          </a:p>
        </p:txBody>
      </p:sp>
      <p:sp>
        <p:nvSpPr>
          <p:cNvPr id="6" name="页脚占位符 5">
            <a:extLst>
              <a:ext uri="{FF2B5EF4-FFF2-40B4-BE49-F238E27FC236}">
                <a16:creationId xmlns:a16="http://schemas.microsoft.com/office/drawing/2014/main" id="{CE5345F5-2878-4FE4-BB0D-8BF132636436}"/>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B52A76D4-120F-4B2F-9BA9-618C4202055B}"/>
              </a:ext>
            </a:extLst>
          </p:cNvPr>
          <p:cNvSpPr>
            <a:spLocks noGrp="1"/>
          </p:cNvSpPr>
          <p:nvPr>
            <p:ph type="sldNum" sz="quarter" idx="12"/>
          </p:nvPr>
        </p:nvSpPr>
        <p:spPr/>
        <p:txBody>
          <a:bodyPr/>
          <a:lstStyle/>
          <a:p>
            <a:fld id="{5A8FAA03-0193-43AB-95A4-53D1453023D4}" type="slidenum">
              <a:rPr lang="zh-CN" altLang="en-US" smtClean="0"/>
              <a:t>‹#›</a:t>
            </a:fld>
            <a:endParaRPr lang="zh-CN" altLang="en-US"/>
          </a:p>
        </p:txBody>
      </p:sp>
    </p:spTree>
    <p:extLst>
      <p:ext uri="{BB962C8B-B14F-4D97-AF65-F5344CB8AC3E}">
        <p14:creationId xmlns:p14="http://schemas.microsoft.com/office/powerpoint/2010/main" val="33139284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5215F10-9D05-435D-BB9B-0318481385B5}"/>
              </a:ext>
            </a:extLst>
          </p:cNvPr>
          <p:cNvSpPr>
            <a:spLocks noGrp="1"/>
          </p:cNvSpPr>
          <p:nvPr>
            <p:ph type="title"/>
          </p:nvPr>
        </p:nvSpPr>
        <p:spPr>
          <a:xfrm>
            <a:off x="629841" y="365126"/>
            <a:ext cx="78867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1515C48E-BD26-4AC8-952E-6EF86B4B3D8C}"/>
              </a:ext>
            </a:extLst>
          </p:cNvPr>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a:extLst>
              <a:ext uri="{FF2B5EF4-FFF2-40B4-BE49-F238E27FC236}">
                <a16:creationId xmlns:a16="http://schemas.microsoft.com/office/drawing/2014/main" id="{6CBB6BC6-308D-4B76-8CC9-ECBF6E235F58}"/>
              </a:ext>
            </a:extLst>
          </p:cNvPr>
          <p:cNvSpPr>
            <a:spLocks noGrp="1"/>
          </p:cNvSpPr>
          <p:nvPr>
            <p:ph sz="half" idx="2"/>
          </p:nvPr>
        </p:nvSpPr>
        <p:spPr>
          <a:xfrm>
            <a:off x="629842" y="2505075"/>
            <a:ext cx="3868340"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a:extLst>
              <a:ext uri="{FF2B5EF4-FFF2-40B4-BE49-F238E27FC236}">
                <a16:creationId xmlns:a16="http://schemas.microsoft.com/office/drawing/2014/main" id="{F92C68A0-7C76-48C2-8A1A-BFAEB6E12E86}"/>
              </a:ext>
            </a:extLst>
          </p:cNvPr>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a:extLst>
              <a:ext uri="{FF2B5EF4-FFF2-40B4-BE49-F238E27FC236}">
                <a16:creationId xmlns:a16="http://schemas.microsoft.com/office/drawing/2014/main" id="{96C3B494-9B13-4D2F-A084-1873729F547B}"/>
              </a:ext>
            </a:extLst>
          </p:cNvPr>
          <p:cNvSpPr>
            <a:spLocks noGrp="1"/>
          </p:cNvSpPr>
          <p:nvPr>
            <p:ph sz="quarter" idx="4"/>
          </p:nvPr>
        </p:nvSpPr>
        <p:spPr>
          <a:xfrm>
            <a:off x="4629150" y="2505075"/>
            <a:ext cx="3887391"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a:extLst>
              <a:ext uri="{FF2B5EF4-FFF2-40B4-BE49-F238E27FC236}">
                <a16:creationId xmlns:a16="http://schemas.microsoft.com/office/drawing/2014/main" id="{30F0B3DB-3EC6-4A56-B8B0-25ADB2761201}"/>
              </a:ext>
            </a:extLst>
          </p:cNvPr>
          <p:cNvSpPr>
            <a:spLocks noGrp="1"/>
          </p:cNvSpPr>
          <p:nvPr>
            <p:ph type="dt" sz="half" idx="10"/>
          </p:nvPr>
        </p:nvSpPr>
        <p:spPr/>
        <p:txBody>
          <a:bodyPr/>
          <a:lstStyle/>
          <a:p>
            <a:fld id="{A095AF1C-15FD-4C07-B358-50BC9C03D390}" type="datetimeFigureOut">
              <a:rPr lang="zh-CN" altLang="en-US" smtClean="0"/>
              <a:t>2022/11/2</a:t>
            </a:fld>
            <a:endParaRPr lang="zh-CN" altLang="en-US"/>
          </a:p>
        </p:txBody>
      </p:sp>
      <p:sp>
        <p:nvSpPr>
          <p:cNvPr id="8" name="页脚占位符 7">
            <a:extLst>
              <a:ext uri="{FF2B5EF4-FFF2-40B4-BE49-F238E27FC236}">
                <a16:creationId xmlns:a16="http://schemas.microsoft.com/office/drawing/2014/main" id="{E473B684-023E-41D9-92B7-9B595267712E}"/>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40DFFB6F-95EB-4CED-A3C9-F73A4228E797}"/>
              </a:ext>
            </a:extLst>
          </p:cNvPr>
          <p:cNvSpPr>
            <a:spLocks noGrp="1"/>
          </p:cNvSpPr>
          <p:nvPr>
            <p:ph type="sldNum" sz="quarter" idx="12"/>
          </p:nvPr>
        </p:nvSpPr>
        <p:spPr/>
        <p:txBody>
          <a:bodyPr/>
          <a:lstStyle/>
          <a:p>
            <a:fld id="{5A8FAA03-0193-43AB-95A4-53D1453023D4}" type="slidenum">
              <a:rPr lang="zh-CN" altLang="en-US" smtClean="0"/>
              <a:t>‹#›</a:t>
            </a:fld>
            <a:endParaRPr lang="zh-CN" altLang="en-US"/>
          </a:p>
        </p:txBody>
      </p:sp>
    </p:spTree>
    <p:extLst>
      <p:ext uri="{BB962C8B-B14F-4D97-AF65-F5344CB8AC3E}">
        <p14:creationId xmlns:p14="http://schemas.microsoft.com/office/powerpoint/2010/main" val="18924798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5AECA25-F92F-4C5E-89FD-9AE7EDA49C3E}"/>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3C9E464B-19EA-4FC7-ACF5-38E518DD4832}"/>
              </a:ext>
            </a:extLst>
          </p:cNvPr>
          <p:cNvSpPr>
            <a:spLocks noGrp="1"/>
          </p:cNvSpPr>
          <p:nvPr>
            <p:ph type="dt" sz="half" idx="10"/>
          </p:nvPr>
        </p:nvSpPr>
        <p:spPr/>
        <p:txBody>
          <a:bodyPr/>
          <a:lstStyle/>
          <a:p>
            <a:fld id="{A095AF1C-15FD-4C07-B358-50BC9C03D390}" type="datetimeFigureOut">
              <a:rPr lang="zh-CN" altLang="en-US" smtClean="0"/>
              <a:t>2022/11/2</a:t>
            </a:fld>
            <a:endParaRPr lang="zh-CN" altLang="en-US"/>
          </a:p>
        </p:txBody>
      </p:sp>
      <p:sp>
        <p:nvSpPr>
          <p:cNvPr id="4" name="页脚占位符 3">
            <a:extLst>
              <a:ext uri="{FF2B5EF4-FFF2-40B4-BE49-F238E27FC236}">
                <a16:creationId xmlns:a16="http://schemas.microsoft.com/office/drawing/2014/main" id="{AAC9B24D-A4AA-4CF4-902D-4D0A90409215}"/>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CA084376-8090-4CA9-B65C-CFFE5A6CA779}"/>
              </a:ext>
            </a:extLst>
          </p:cNvPr>
          <p:cNvSpPr>
            <a:spLocks noGrp="1"/>
          </p:cNvSpPr>
          <p:nvPr>
            <p:ph type="sldNum" sz="quarter" idx="12"/>
          </p:nvPr>
        </p:nvSpPr>
        <p:spPr/>
        <p:txBody>
          <a:bodyPr/>
          <a:lstStyle/>
          <a:p>
            <a:fld id="{5A8FAA03-0193-43AB-95A4-53D1453023D4}" type="slidenum">
              <a:rPr lang="zh-CN" altLang="en-US" smtClean="0"/>
              <a:t>‹#›</a:t>
            </a:fld>
            <a:endParaRPr lang="zh-CN" altLang="en-US"/>
          </a:p>
        </p:txBody>
      </p:sp>
    </p:spTree>
    <p:extLst>
      <p:ext uri="{BB962C8B-B14F-4D97-AF65-F5344CB8AC3E}">
        <p14:creationId xmlns:p14="http://schemas.microsoft.com/office/powerpoint/2010/main" val="19299229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39D47D4F-207B-4537-9957-204982CAF309}"/>
              </a:ext>
            </a:extLst>
          </p:cNvPr>
          <p:cNvSpPr>
            <a:spLocks noGrp="1"/>
          </p:cNvSpPr>
          <p:nvPr>
            <p:ph type="dt" sz="half" idx="10"/>
          </p:nvPr>
        </p:nvSpPr>
        <p:spPr/>
        <p:txBody>
          <a:bodyPr/>
          <a:lstStyle/>
          <a:p>
            <a:fld id="{A095AF1C-15FD-4C07-B358-50BC9C03D390}" type="datetimeFigureOut">
              <a:rPr lang="zh-CN" altLang="en-US" smtClean="0"/>
              <a:t>2022/11/2</a:t>
            </a:fld>
            <a:endParaRPr lang="zh-CN" altLang="en-US"/>
          </a:p>
        </p:txBody>
      </p:sp>
      <p:sp>
        <p:nvSpPr>
          <p:cNvPr id="3" name="页脚占位符 2">
            <a:extLst>
              <a:ext uri="{FF2B5EF4-FFF2-40B4-BE49-F238E27FC236}">
                <a16:creationId xmlns:a16="http://schemas.microsoft.com/office/drawing/2014/main" id="{06507835-0211-41FC-B59F-DEEE66B6D038}"/>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4F6B0164-324D-4E73-84C8-C58D71976F1D}"/>
              </a:ext>
            </a:extLst>
          </p:cNvPr>
          <p:cNvSpPr>
            <a:spLocks noGrp="1"/>
          </p:cNvSpPr>
          <p:nvPr>
            <p:ph type="sldNum" sz="quarter" idx="12"/>
          </p:nvPr>
        </p:nvSpPr>
        <p:spPr/>
        <p:txBody>
          <a:bodyPr/>
          <a:lstStyle/>
          <a:p>
            <a:fld id="{5A8FAA03-0193-43AB-95A4-53D1453023D4}" type="slidenum">
              <a:rPr lang="zh-CN" altLang="en-US" smtClean="0"/>
              <a:t>‹#›</a:t>
            </a:fld>
            <a:endParaRPr lang="zh-CN" altLang="en-US"/>
          </a:p>
        </p:txBody>
      </p:sp>
    </p:spTree>
    <p:extLst>
      <p:ext uri="{BB962C8B-B14F-4D97-AF65-F5344CB8AC3E}">
        <p14:creationId xmlns:p14="http://schemas.microsoft.com/office/powerpoint/2010/main" val="33072794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F5A3C96-8499-4119-A73E-4D844FF635BE}"/>
              </a:ext>
            </a:extLst>
          </p:cNvPr>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63A7D6F7-3955-4BA1-9688-3F9D0547AD18}"/>
              </a:ext>
            </a:extLst>
          </p:cNvPr>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a:extLst>
              <a:ext uri="{FF2B5EF4-FFF2-40B4-BE49-F238E27FC236}">
                <a16:creationId xmlns:a16="http://schemas.microsoft.com/office/drawing/2014/main" id="{9BCAD735-118F-4E24-988D-557D2CFC3029}"/>
              </a:ext>
            </a:extLst>
          </p:cNvPr>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65E0BB75-3568-49C8-9C8F-CD786AABAF5D}"/>
              </a:ext>
            </a:extLst>
          </p:cNvPr>
          <p:cNvSpPr>
            <a:spLocks noGrp="1"/>
          </p:cNvSpPr>
          <p:nvPr>
            <p:ph type="dt" sz="half" idx="10"/>
          </p:nvPr>
        </p:nvSpPr>
        <p:spPr/>
        <p:txBody>
          <a:bodyPr/>
          <a:lstStyle/>
          <a:p>
            <a:fld id="{A095AF1C-15FD-4C07-B358-50BC9C03D390}" type="datetimeFigureOut">
              <a:rPr lang="zh-CN" altLang="en-US" smtClean="0"/>
              <a:t>2022/11/2</a:t>
            </a:fld>
            <a:endParaRPr lang="zh-CN" altLang="en-US"/>
          </a:p>
        </p:txBody>
      </p:sp>
      <p:sp>
        <p:nvSpPr>
          <p:cNvPr id="6" name="页脚占位符 5">
            <a:extLst>
              <a:ext uri="{FF2B5EF4-FFF2-40B4-BE49-F238E27FC236}">
                <a16:creationId xmlns:a16="http://schemas.microsoft.com/office/drawing/2014/main" id="{00DE2B82-C14A-4978-A77F-6C4FCFC48E03}"/>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F2896E26-C8B4-41F2-A5D9-9CAF052A3FF5}"/>
              </a:ext>
            </a:extLst>
          </p:cNvPr>
          <p:cNvSpPr>
            <a:spLocks noGrp="1"/>
          </p:cNvSpPr>
          <p:nvPr>
            <p:ph type="sldNum" sz="quarter" idx="12"/>
          </p:nvPr>
        </p:nvSpPr>
        <p:spPr/>
        <p:txBody>
          <a:bodyPr/>
          <a:lstStyle/>
          <a:p>
            <a:fld id="{5A8FAA03-0193-43AB-95A4-53D1453023D4}" type="slidenum">
              <a:rPr lang="zh-CN" altLang="en-US" smtClean="0"/>
              <a:t>‹#›</a:t>
            </a:fld>
            <a:endParaRPr lang="zh-CN" altLang="en-US"/>
          </a:p>
        </p:txBody>
      </p:sp>
    </p:spTree>
    <p:extLst>
      <p:ext uri="{BB962C8B-B14F-4D97-AF65-F5344CB8AC3E}">
        <p14:creationId xmlns:p14="http://schemas.microsoft.com/office/powerpoint/2010/main" val="9299173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96CB9D9-939C-4BB3-A36C-289DA2A51734}"/>
              </a:ext>
            </a:extLst>
          </p:cNvPr>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CBE2F55E-F205-40C2-AAB1-42BB5F361ACF}"/>
              </a:ext>
            </a:extLst>
          </p:cNvPr>
          <p:cNvSpPr>
            <a:spLocks noGrp="1"/>
          </p:cNvSpPr>
          <p:nvPr>
            <p:ph type="pic" idx="1"/>
          </p:nvPr>
        </p:nvSpPr>
        <p:spPr>
          <a:xfrm>
            <a:off x="3887391" y="987426"/>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89ABE81C-75FC-4EC1-9C53-EBABF5684782}"/>
              </a:ext>
            </a:extLst>
          </p:cNvPr>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77B3C05A-B871-43AD-AA51-EA584351D348}"/>
              </a:ext>
            </a:extLst>
          </p:cNvPr>
          <p:cNvSpPr>
            <a:spLocks noGrp="1"/>
          </p:cNvSpPr>
          <p:nvPr>
            <p:ph type="dt" sz="half" idx="10"/>
          </p:nvPr>
        </p:nvSpPr>
        <p:spPr/>
        <p:txBody>
          <a:bodyPr/>
          <a:lstStyle/>
          <a:p>
            <a:fld id="{A095AF1C-15FD-4C07-B358-50BC9C03D390}" type="datetimeFigureOut">
              <a:rPr lang="zh-CN" altLang="en-US" smtClean="0"/>
              <a:t>2022/11/2</a:t>
            </a:fld>
            <a:endParaRPr lang="zh-CN" altLang="en-US"/>
          </a:p>
        </p:txBody>
      </p:sp>
      <p:sp>
        <p:nvSpPr>
          <p:cNvPr id="6" name="页脚占位符 5">
            <a:extLst>
              <a:ext uri="{FF2B5EF4-FFF2-40B4-BE49-F238E27FC236}">
                <a16:creationId xmlns:a16="http://schemas.microsoft.com/office/drawing/2014/main" id="{56143749-3734-472F-956B-D636260B1209}"/>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3DE3466F-5143-4F3B-8D58-99AD75641207}"/>
              </a:ext>
            </a:extLst>
          </p:cNvPr>
          <p:cNvSpPr>
            <a:spLocks noGrp="1"/>
          </p:cNvSpPr>
          <p:nvPr>
            <p:ph type="sldNum" sz="quarter" idx="12"/>
          </p:nvPr>
        </p:nvSpPr>
        <p:spPr/>
        <p:txBody>
          <a:bodyPr/>
          <a:lstStyle/>
          <a:p>
            <a:fld id="{5A8FAA03-0193-43AB-95A4-53D1453023D4}" type="slidenum">
              <a:rPr lang="zh-CN" altLang="en-US" smtClean="0"/>
              <a:t>‹#›</a:t>
            </a:fld>
            <a:endParaRPr lang="zh-CN" altLang="en-US"/>
          </a:p>
        </p:txBody>
      </p:sp>
    </p:spTree>
    <p:extLst>
      <p:ext uri="{BB962C8B-B14F-4D97-AF65-F5344CB8AC3E}">
        <p14:creationId xmlns:p14="http://schemas.microsoft.com/office/powerpoint/2010/main" val="1830621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3E679CB-3620-415B-9BC6-08CEAC429477}"/>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4AEA98AE-B44D-4402-ABE1-3897433FF1C7}"/>
              </a:ext>
            </a:extLst>
          </p:cNvPr>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A2B09777-B9C6-48C3-A729-AE96E579E3EE}"/>
              </a:ext>
            </a:extLst>
          </p:cNvPr>
          <p:cNvSpPr>
            <a:spLocks noGrp="1"/>
          </p:cNvSpPr>
          <p:nvPr>
            <p:ph type="dt" sz="half" idx="10"/>
          </p:nvPr>
        </p:nvSpPr>
        <p:spPr/>
        <p:txBody>
          <a:bodyPr/>
          <a:lstStyle/>
          <a:p>
            <a:fld id="{A095AF1C-15FD-4C07-B358-50BC9C03D390}" type="datetimeFigureOut">
              <a:rPr lang="zh-CN" altLang="en-US" smtClean="0"/>
              <a:t>2022/11/2</a:t>
            </a:fld>
            <a:endParaRPr lang="zh-CN" altLang="en-US"/>
          </a:p>
        </p:txBody>
      </p:sp>
      <p:sp>
        <p:nvSpPr>
          <p:cNvPr id="5" name="页脚占位符 4">
            <a:extLst>
              <a:ext uri="{FF2B5EF4-FFF2-40B4-BE49-F238E27FC236}">
                <a16:creationId xmlns:a16="http://schemas.microsoft.com/office/drawing/2014/main" id="{A60BBA6B-6180-40CE-B983-F21EA42ACCBD}"/>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EE62C668-1A7E-49A5-B9A5-EC5F82DC9D51}"/>
              </a:ext>
            </a:extLst>
          </p:cNvPr>
          <p:cNvSpPr>
            <a:spLocks noGrp="1"/>
          </p:cNvSpPr>
          <p:nvPr>
            <p:ph type="sldNum" sz="quarter" idx="12"/>
          </p:nvPr>
        </p:nvSpPr>
        <p:spPr/>
        <p:txBody>
          <a:bodyPr/>
          <a:lstStyle/>
          <a:p>
            <a:fld id="{5A8FAA03-0193-43AB-95A4-53D1453023D4}" type="slidenum">
              <a:rPr lang="zh-CN" altLang="en-US" smtClean="0"/>
              <a:t>‹#›</a:t>
            </a:fld>
            <a:endParaRPr lang="zh-CN" altLang="en-US"/>
          </a:p>
        </p:txBody>
      </p:sp>
    </p:spTree>
    <p:extLst>
      <p:ext uri="{BB962C8B-B14F-4D97-AF65-F5344CB8AC3E}">
        <p14:creationId xmlns:p14="http://schemas.microsoft.com/office/powerpoint/2010/main" val="8640970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3DEECB48-B900-4080-8063-3666001A2A49}"/>
              </a:ext>
            </a:extLst>
          </p:cNvPr>
          <p:cNvSpPr>
            <a:spLocks noGrp="1"/>
          </p:cNvSpPr>
          <p:nvPr>
            <p:ph type="title" orient="vert"/>
          </p:nvPr>
        </p:nvSpPr>
        <p:spPr>
          <a:xfrm>
            <a:off x="6543675" y="365125"/>
            <a:ext cx="1971675"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1F5C3BB9-BD4C-43EF-AEBF-C241D9456EFB}"/>
              </a:ext>
            </a:extLst>
          </p:cNvPr>
          <p:cNvSpPr>
            <a:spLocks noGrp="1"/>
          </p:cNvSpPr>
          <p:nvPr>
            <p:ph type="body" orient="vert" idx="1"/>
          </p:nvPr>
        </p:nvSpPr>
        <p:spPr>
          <a:xfrm>
            <a:off x="628650" y="365125"/>
            <a:ext cx="5800725"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6C768247-A8E4-4114-AF4B-B4D10F46B678}"/>
              </a:ext>
            </a:extLst>
          </p:cNvPr>
          <p:cNvSpPr>
            <a:spLocks noGrp="1"/>
          </p:cNvSpPr>
          <p:nvPr>
            <p:ph type="dt" sz="half" idx="10"/>
          </p:nvPr>
        </p:nvSpPr>
        <p:spPr/>
        <p:txBody>
          <a:bodyPr/>
          <a:lstStyle/>
          <a:p>
            <a:fld id="{A095AF1C-15FD-4C07-B358-50BC9C03D390}" type="datetimeFigureOut">
              <a:rPr lang="zh-CN" altLang="en-US" smtClean="0"/>
              <a:t>2022/11/2</a:t>
            </a:fld>
            <a:endParaRPr lang="zh-CN" altLang="en-US"/>
          </a:p>
        </p:txBody>
      </p:sp>
      <p:sp>
        <p:nvSpPr>
          <p:cNvPr id="5" name="页脚占位符 4">
            <a:extLst>
              <a:ext uri="{FF2B5EF4-FFF2-40B4-BE49-F238E27FC236}">
                <a16:creationId xmlns:a16="http://schemas.microsoft.com/office/drawing/2014/main" id="{D43881A9-76B2-4409-A13D-86ABDB003C0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7B4256B4-84D1-4626-8ED9-4B7161470CE6}"/>
              </a:ext>
            </a:extLst>
          </p:cNvPr>
          <p:cNvSpPr>
            <a:spLocks noGrp="1"/>
          </p:cNvSpPr>
          <p:nvPr>
            <p:ph type="sldNum" sz="quarter" idx="12"/>
          </p:nvPr>
        </p:nvSpPr>
        <p:spPr/>
        <p:txBody>
          <a:bodyPr/>
          <a:lstStyle/>
          <a:p>
            <a:fld id="{5A8FAA03-0193-43AB-95A4-53D1453023D4}" type="slidenum">
              <a:rPr lang="zh-CN" altLang="en-US" smtClean="0"/>
              <a:t>‹#›</a:t>
            </a:fld>
            <a:endParaRPr lang="zh-CN" altLang="en-US"/>
          </a:p>
        </p:txBody>
      </p:sp>
    </p:spTree>
    <p:extLst>
      <p:ext uri="{BB962C8B-B14F-4D97-AF65-F5344CB8AC3E}">
        <p14:creationId xmlns:p14="http://schemas.microsoft.com/office/powerpoint/2010/main" val="12948942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14108F3B-235B-4D16-BA96-23E8F9910AA7}"/>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E2801840-18B5-4968-8F4C-61DD805EB167}"/>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1B8959E6-8A0A-47FB-A895-F916A428ED0B}"/>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095AF1C-15FD-4C07-B358-50BC9C03D390}" type="datetimeFigureOut">
              <a:rPr lang="zh-CN" altLang="en-US" smtClean="0"/>
              <a:t>2022/11/2</a:t>
            </a:fld>
            <a:endParaRPr lang="zh-CN" altLang="en-US"/>
          </a:p>
        </p:txBody>
      </p:sp>
      <p:sp>
        <p:nvSpPr>
          <p:cNvPr id="5" name="页脚占位符 4">
            <a:extLst>
              <a:ext uri="{FF2B5EF4-FFF2-40B4-BE49-F238E27FC236}">
                <a16:creationId xmlns:a16="http://schemas.microsoft.com/office/drawing/2014/main" id="{674169F6-1D8E-48C9-B7CF-35360A24201C}"/>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EA830D09-BCA4-4E53-A684-6D171B9C1D98}"/>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A8FAA03-0193-43AB-95A4-53D1453023D4}" type="slidenum">
              <a:rPr lang="zh-CN" altLang="en-US" smtClean="0"/>
              <a:t>‹#›</a:t>
            </a:fld>
            <a:endParaRPr lang="zh-CN" altLang="en-US"/>
          </a:p>
        </p:txBody>
      </p:sp>
    </p:spTree>
    <p:extLst>
      <p:ext uri="{BB962C8B-B14F-4D97-AF65-F5344CB8AC3E}">
        <p14:creationId xmlns:p14="http://schemas.microsoft.com/office/powerpoint/2010/main" val="142046994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3.wmf"/><Relationship Id="rId13" Type="http://schemas.openxmlformats.org/officeDocument/2006/relationships/oleObject" Target="../embeddings/oleObject6.bin"/><Relationship Id="rId18" Type="http://schemas.openxmlformats.org/officeDocument/2006/relationships/image" Target="../media/image8.wmf"/><Relationship Id="rId26" Type="http://schemas.openxmlformats.org/officeDocument/2006/relationships/image" Target="../media/image13.emf"/><Relationship Id="rId3" Type="http://schemas.openxmlformats.org/officeDocument/2006/relationships/oleObject" Target="../embeddings/oleObject1.bin"/><Relationship Id="rId21" Type="http://schemas.openxmlformats.org/officeDocument/2006/relationships/oleObject" Target="../embeddings/oleObject10.bin"/><Relationship Id="rId7" Type="http://schemas.openxmlformats.org/officeDocument/2006/relationships/oleObject" Target="../embeddings/oleObject3.bin"/><Relationship Id="rId12" Type="http://schemas.openxmlformats.org/officeDocument/2006/relationships/image" Target="../media/image5.wmf"/><Relationship Id="rId17" Type="http://schemas.openxmlformats.org/officeDocument/2006/relationships/oleObject" Target="../embeddings/oleObject8.bin"/><Relationship Id="rId25" Type="http://schemas.openxmlformats.org/officeDocument/2006/relationships/image" Target="../media/image12.emf"/><Relationship Id="rId2" Type="http://schemas.openxmlformats.org/officeDocument/2006/relationships/slideLayout" Target="../slideLayouts/slideLayout7.xml"/><Relationship Id="rId16" Type="http://schemas.openxmlformats.org/officeDocument/2006/relationships/image" Target="../media/image7.wmf"/><Relationship Id="rId20" Type="http://schemas.openxmlformats.org/officeDocument/2006/relationships/image" Target="../media/image9.wmf"/><Relationship Id="rId1" Type="http://schemas.openxmlformats.org/officeDocument/2006/relationships/vmlDrawing" Target="../drawings/vmlDrawing1.vml"/><Relationship Id="rId6" Type="http://schemas.openxmlformats.org/officeDocument/2006/relationships/image" Target="../media/image2.wmf"/><Relationship Id="rId11" Type="http://schemas.openxmlformats.org/officeDocument/2006/relationships/oleObject" Target="../embeddings/oleObject5.bin"/><Relationship Id="rId24" Type="http://schemas.openxmlformats.org/officeDocument/2006/relationships/image" Target="../media/image11.emf"/><Relationship Id="rId5" Type="http://schemas.openxmlformats.org/officeDocument/2006/relationships/oleObject" Target="../embeddings/oleObject2.bin"/><Relationship Id="rId15" Type="http://schemas.openxmlformats.org/officeDocument/2006/relationships/oleObject" Target="../embeddings/oleObject7.bin"/><Relationship Id="rId23" Type="http://schemas.openxmlformats.org/officeDocument/2006/relationships/image" Target="../media/image10.wmf"/><Relationship Id="rId10" Type="http://schemas.openxmlformats.org/officeDocument/2006/relationships/image" Target="../media/image4.wmf"/><Relationship Id="rId19" Type="http://schemas.openxmlformats.org/officeDocument/2006/relationships/oleObject" Target="../embeddings/oleObject9.bin"/><Relationship Id="rId4" Type="http://schemas.openxmlformats.org/officeDocument/2006/relationships/image" Target="../media/image1.wmf"/><Relationship Id="rId9" Type="http://schemas.openxmlformats.org/officeDocument/2006/relationships/oleObject" Target="../embeddings/oleObject4.bin"/><Relationship Id="rId14" Type="http://schemas.openxmlformats.org/officeDocument/2006/relationships/image" Target="../media/image6.wmf"/><Relationship Id="rId22" Type="http://schemas.openxmlformats.org/officeDocument/2006/relationships/oleObject" Target="../embeddings/oleObject11.bin"/></Relationships>
</file>

<file path=ppt/slides/_rels/slide3.xml.rels><?xml version="1.0" encoding="UTF-8" standalone="yes"?>
<Relationships xmlns="http://schemas.openxmlformats.org/package/2006/relationships"><Relationship Id="rId8" Type="http://schemas.openxmlformats.org/officeDocument/2006/relationships/image" Target="../media/image3.wmf"/><Relationship Id="rId13" Type="http://schemas.openxmlformats.org/officeDocument/2006/relationships/oleObject" Target="../embeddings/oleObject6.bin"/><Relationship Id="rId18" Type="http://schemas.openxmlformats.org/officeDocument/2006/relationships/image" Target="../media/image8.wmf"/><Relationship Id="rId3" Type="http://schemas.openxmlformats.org/officeDocument/2006/relationships/oleObject" Target="../embeddings/oleObject1.bin"/><Relationship Id="rId21" Type="http://schemas.openxmlformats.org/officeDocument/2006/relationships/oleObject" Target="../embeddings/oleObject10.bin"/><Relationship Id="rId7" Type="http://schemas.openxmlformats.org/officeDocument/2006/relationships/oleObject" Target="../embeddings/oleObject3.bin"/><Relationship Id="rId12" Type="http://schemas.openxmlformats.org/officeDocument/2006/relationships/image" Target="../media/image5.wmf"/><Relationship Id="rId17" Type="http://schemas.openxmlformats.org/officeDocument/2006/relationships/oleObject" Target="../embeddings/oleObject8.bin"/><Relationship Id="rId25" Type="http://schemas.openxmlformats.org/officeDocument/2006/relationships/image" Target="../media/image15.emf"/><Relationship Id="rId2" Type="http://schemas.openxmlformats.org/officeDocument/2006/relationships/slideLayout" Target="../slideLayouts/slideLayout7.xml"/><Relationship Id="rId16" Type="http://schemas.openxmlformats.org/officeDocument/2006/relationships/image" Target="../media/image7.wmf"/><Relationship Id="rId20" Type="http://schemas.openxmlformats.org/officeDocument/2006/relationships/image" Target="../media/image9.wmf"/><Relationship Id="rId1" Type="http://schemas.openxmlformats.org/officeDocument/2006/relationships/vmlDrawing" Target="../drawings/vmlDrawing2.vml"/><Relationship Id="rId6" Type="http://schemas.openxmlformats.org/officeDocument/2006/relationships/image" Target="../media/image2.wmf"/><Relationship Id="rId11" Type="http://schemas.openxmlformats.org/officeDocument/2006/relationships/oleObject" Target="../embeddings/oleObject5.bin"/><Relationship Id="rId24" Type="http://schemas.openxmlformats.org/officeDocument/2006/relationships/image" Target="../media/image14.emf"/><Relationship Id="rId5" Type="http://schemas.openxmlformats.org/officeDocument/2006/relationships/oleObject" Target="../embeddings/oleObject2.bin"/><Relationship Id="rId15" Type="http://schemas.openxmlformats.org/officeDocument/2006/relationships/oleObject" Target="../embeddings/oleObject7.bin"/><Relationship Id="rId23" Type="http://schemas.openxmlformats.org/officeDocument/2006/relationships/image" Target="../media/image10.wmf"/><Relationship Id="rId10" Type="http://schemas.openxmlformats.org/officeDocument/2006/relationships/image" Target="../media/image4.wmf"/><Relationship Id="rId19" Type="http://schemas.openxmlformats.org/officeDocument/2006/relationships/oleObject" Target="../embeddings/oleObject9.bin"/><Relationship Id="rId4" Type="http://schemas.openxmlformats.org/officeDocument/2006/relationships/image" Target="../media/image1.wmf"/><Relationship Id="rId9" Type="http://schemas.openxmlformats.org/officeDocument/2006/relationships/oleObject" Target="../embeddings/oleObject4.bin"/><Relationship Id="rId14" Type="http://schemas.openxmlformats.org/officeDocument/2006/relationships/image" Target="../media/image6.wmf"/><Relationship Id="rId22" Type="http://schemas.openxmlformats.org/officeDocument/2006/relationships/oleObject" Target="../embeddings/oleObject11.bin"/></Relationships>
</file>

<file path=ppt/slides/_rels/slide4.xml.rels><?xml version="1.0" encoding="UTF-8" standalone="yes"?>
<Relationships xmlns="http://schemas.openxmlformats.org/package/2006/relationships"><Relationship Id="rId8" Type="http://schemas.openxmlformats.org/officeDocument/2006/relationships/image" Target="../media/image3.wmf"/><Relationship Id="rId13" Type="http://schemas.openxmlformats.org/officeDocument/2006/relationships/oleObject" Target="../embeddings/oleObject6.bin"/><Relationship Id="rId18" Type="http://schemas.openxmlformats.org/officeDocument/2006/relationships/image" Target="../media/image8.wmf"/><Relationship Id="rId26" Type="http://schemas.openxmlformats.org/officeDocument/2006/relationships/image" Target="../media/image17.emf"/><Relationship Id="rId3" Type="http://schemas.openxmlformats.org/officeDocument/2006/relationships/oleObject" Target="../embeddings/oleObject1.bin"/><Relationship Id="rId21" Type="http://schemas.openxmlformats.org/officeDocument/2006/relationships/oleObject" Target="../embeddings/oleObject10.bin"/><Relationship Id="rId7" Type="http://schemas.openxmlformats.org/officeDocument/2006/relationships/oleObject" Target="../embeddings/oleObject3.bin"/><Relationship Id="rId12" Type="http://schemas.openxmlformats.org/officeDocument/2006/relationships/image" Target="../media/image5.wmf"/><Relationship Id="rId17" Type="http://schemas.openxmlformats.org/officeDocument/2006/relationships/oleObject" Target="../embeddings/oleObject8.bin"/><Relationship Id="rId25" Type="http://schemas.openxmlformats.org/officeDocument/2006/relationships/image" Target="../media/image16.emf"/><Relationship Id="rId2" Type="http://schemas.openxmlformats.org/officeDocument/2006/relationships/slideLayout" Target="../slideLayouts/slideLayout7.xml"/><Relationship Id="rId16" Type="http://schemas.openxmlformats.org/officeDocument/2006/relationships/image" Target="../media/image7.wmf"/><Relationship Id="rId20" Type="http://schemas.openxmlformats.org/officeDocument/2006/relationships/image" Target="../media/image9.wmf"/><Relationship Id="rId29" Type="http://schemas.openxmlformats.org/officeDocument/2006/relationships/image" Target="../media/image19.emf"/><Relationship Id="rId1" Type="http://schemas.openxmlformats.org/officeDocument/2006/relationships/vmlDrawing" Target="../drawings/vmlDrawing3.vml"/><Relationship Id="rId6" Type="http://schemas.openxmlformats.org/officeDocument/2006/relationships/image" Target="../media/image2.wmf"/><Relationship Id="rId11" Type="http://schemas.openxmlformats.org/officeDocument/2006/relationships/oleObject" Target="../embeddings/oleObject5.bin"/><Relationship Id="rId24" Type="http://schemas.openxmlformats.org/officeDocument/2006/relationships/image" Target="../media/image16.png"/><Relationship Id="rId5" Type="http://schemas.openxmlformats.org/officeDocument/2006/relationships/oleObject" Target="../embeddings/oleObject2.bin"/><Relationship Id="rId15" Type="http://schemas.openxmlformats.org/officeDocument/2006/relationships/oleObject" Target="../embeddings/oleObject7.bin"/><Relationship Id="rId23" Type="http://schemas.openxmlformats.org/officeDocument/2006/relationships/image" Target="../media/image10.wmf"/><Relationship Id="rId28" Type="http://schemas.openxmlformats.org/officeDocument/2006/relationships/image" Target="../media/image20.png"/><Relationship Id="rId10" Type="http://schemas.openxmlformats.org/officeDocument/2006/relationships/image" Target="../media/image4.wmf"/><Relationship Id="rId19" Type="http://schemas.openxmlformats.org/officeDocument/2006/relationships/oleObject" Target="../embeddings/oleObject9.bin"/><Relationship Id="rId4" Type="http://schemas.openxmlformats.org/officeDocument/2006/relationships/image" Target="../media/image1.wmf"/><Relationship Id="rId9" Type="http://schemas.openxmlformats.org/officeDocument/2006/relationships/oleObject" Target="../embeddings/oleObject4.bin"/><Relationship Id="rId14" Type="http://schemas.openxmlformats.org/officeDocument/2006/relationships/image" Target="../media/image6.wmf"/><Relationship Id="rId22" Type="http://schemas.openxmlformats.org/officeDocument/2006/relationships/oleObject" Target="../embeddings/oleObject11.bin"/><Relationship Id="rId27" Type="http://schemas.openxmlformats.org/officeDocument/2006/relationships/image" Target="../media/image18.emf"/><Relationship Id="rId30" Type="http://schemas.openxmlformats.org/officeDocument/2006/relationships/image" Target="../media/image22.png"/></Relationships>
</file>

<file path=ppt/slides/_rels/slide5.xml.rels><?xml version="1.0" encoding="UTF-8" standalone="yes"?>
<Relationships xmlns="http://schemas.openxmlformats.org/package/2006/relationships"><Relationship Id="rId8" Type="http://schemas.openxmlformats.org/officeDocument/2006/relationships/image" Target="../media/image3.wmf"/><Relationship Id="rId13" Type="http://schemas.openxmlformats.org/officeDocument/2006/relationships/oleObject" Target="../embeddings/oleObject6.bin"/><Relationship Id="rId18" Type="http://schemas.openxmlformats.org/officeDocument/2006/relationships/image" Target="../media/image8.wmf"/><Relationship Id="rId26" Type="http://schemas.openxmlformats.org/officeDocument/2006/relationships/image" Target="../media/image22.emf"/><Relationship Id="rId3" Type="http://schemas.openxmlformats.org/officeDocument/2006/relationships/oleObject" Target="../embeddings/oleObject1.bin"/><Relationship Id="rId21" Type="http://schemas.openxmlformats.org/officeDocument/2006/relationships/oleObject" Target="../embeddings/oleObject10.bin"/><Relationship Id="rId7" Type="http://schemas.openxmlformats.org/officeDocument/2006/relationships/oleObject" Target="../embeddings/oleObject3.bin"/><Relationship Id="rId12" Type="http://schemas.openxmlformats.org/officeDocument/2006/relationships/image" Target="../media/image5.wmf"/><Relationship Id="rId17" Type="http://schemas.openxmlformats.org/officeDocument/2006/relationships/oleObject" Target="../embeddings/oleObject8.bin"/><Relationship Id="rId25" Type="http://schemas.openxmlformats.org/officeDocument/2006/relationships/image" Target="../media/image21.emf"/><Relationship Id="rId2" Type="http://schemas.openxmlformats.org/officeDocument/2006/relationships/slideLayout" Target="../slideLayouts/slideLayout7.xml"/><Relationship Id="rId16" Type="http://schemas.openxmlformats.org/officeDocument/2006/relationships/image" Target="../media/image7.wmf"/><Relationship Id="rId20" Type="http://schemas.openxmlformats.org/officeDocument/2006/relationships/image" Target="../media/image9.wmf"/><Relationship Id="rId29" Type="http://schemas.openxmlformats.org/officeDocument/2006/relationships/image" Target="../media/image25.emf"/><Relationship Id="rId1" Type="http://schemas.openxmlformats.org/officeDocument/2006/relationships/vmlDrawing" Target="../drawings/vmlDrawing4.vml"/><Relationship Id="rId6" Type="http://schemas.openxmlformats.org/officeDocument/2006/relationships/image" Target="../media/image2.wmf"/><Relationship Id="rId11" Type="http://schemas.openxmlformats.org/officeDocument/2006/relationships/oleObject" Target="../embeddings/oleObject5.bin"/><Relationship Id="rId24" Type="http://schemas.openxmlformats.org/officeDocument/2006/relationships/image" Target="../media/image20.emf"/><Relationship Id="rId5" Type="http://schemas.openxmlformats.org/officeDocument/2006/relationships/oleObject" Target="../embeddings/oleObject2.bin"/><Relationship Id="rId15" Type="http://schemas.openxmlformats.org/officeDocument/2006/relationships/oleObject" Target="../embeddings/oleObject7.bin"/><Relationship Id="rId23" Type="http://schemas.openxmlformats.org/officeDocument/2006/relationships/image" Target="../media/image10.wmf"/><Relationship Id="rId28" Type="http://schemas.openxmlformats.org/officeDocument/2006/relationships/image" Target="../media/image24.emf"/><Relationship Id="rId10" Type="http://schemas.openxmlformats.org/officeDocument/2006/relationships/image" Target="../media/image4.wmf"/><Relationship Id="rId19" Type="http://schemas.openxmlformats.org/officeDocument/2006/relationships/oleObject" Target="../embeddings/oleObject9.bin"/><Relationship Id="rId31" Type="http://schemas.openxmlformats.org/officeDocument/2006/relationships/image" Target="../media/image27.emf"/><Relationship Id="rId4" Type="http://schemas.openxmlformats.org/officeDocument/2006/relationships/image" Target="../media/image1.wmf"/><Relationship Id="rId9" Type="http://schemas.openxmlformats.org/officeDocument/2006/relationships/oleObject" Target="../embeddings/oleObject4.bin"/><Relationship Id="rId14" Type="http://schemas.openxmlformats.org/officeDocument/2006/relationships/image" Target="../media/image6.wmf"/><Relationship Id="rId22" Type="http://schemas.openxmlformats.org/officeDocument/2006/relationships/oleObject" Target="../embeddings/oleObject11.bin"/><Relationship Id="rId27" Type="http://schemas.openxmlformats.org/officeDocument/2006/relationships/image" Target="../media/image23.emf"/><Relationship Id="rId30" Type="http://schemas.openxmlformats.org/officeDocument/2006/relationships/image" Target="../media/image26.emf"/></Relationships>
</file>

<file path=ppt/slides/_rels/slide6.xml.rels><?xml version="1.0" encoding="UTF-8" standalone="yes"?>
<Relationships xmlns="http://schemas.openxmlformats.org/package/2006/relationships"><Relationship Id="rId13" Type="http://schemas.openxmlformats.org/officeDocument/2006/relationships/oleObject" Target="../embeddings/oleObject6.bin"/><Relationship Id="rId18" Type="http://schemas.openxmlformats.org/officeDocument/2006/relationships/image" Target="../media/image29.wmf"/><Relationship Id="rId26" Type="http://schemas.openxmlformats.org/officeDocument/2006/relationships/image" Target="../media/image33.wmf"/><Relationship Id="rId39" Type="http://schemas.openxmlformats.org/officeDocument/2006/relationships/oleObject" Target="../embeddings/oleObject7.bin"/><Relationship Id="rId21" Type="http://schemas.openxmlformats.org/officeDocument/2006/relationships/oleObject" Target="../embeddings/oleObject15.bin"/><Relationship Id="rId34" Type="http://schemas.openxmlformats.org/officeDocument/2006/relationships/image" Target="../media/image37.wmf"/><Relationship Id="rId42" Type="http://schemas.openxmlformats.org/officeDocument/2006/relationships/image" Target="../media/image8.wmf"/><Relationship Id="rId47" Type="http://schemas.openxmlformats.org/officeDocument/2006/relationships/image" Target="../media/image10.wmf"/><Relationship Id="rId50" Type="http://schemas.openxmlformats.org/officeDocument/2006/relationships/image" Target="../media/image45.png"/><Relationship Id="rId7" Type="http://schemas.openxmlformats.org/officeDocument/2006/relationships/oleObject" Target="../embeddings/oleObject3.bin"/><Relationship Id="rId2" Type="http://schemas.openxmlformats.org/officeDocument/2006/relationships/slideLayout" Target="../slideLayouts/slideLayout7.xml"/><Relationship Id="rId16" Type="http://schemas.openxmlformats.org/officeDocument/2006/relationships/image" Target="../media/image28.wmf"/><Relationship Id="rId29" Type="http://schemas.openxmlformats.org/officeDocument/2006/relationships/oleObject" Target="../embeddings/oleObject19.bin"/><Relationship Id="rId11" Type="http://schemas.openxmlformats.org/officeDocument/2006/relationships/oleObject" Target="../embeddings/oleObject5.bin"/><Relationship Id="rId24" Type="http://schemas.openxmlformats.org/officeDocument/2006/relationships/image" Target="../media/image32.wmf"/><Relationship Id="rId32" Type="http://schemas.openxmlformats.org/officeDocument/2006/relationships/image" Target="../media/image36.wmf"/><Relationship Id="rId37" Type="http://schemas.openxmlformats.org/officeDocument/2006/relationships/oleObject" Target="../embeddings/oleObject23.bin"/><Relationship Id="rId40" Type="http://schemas.openxmlformats.org/officeDocument/2006/relationships/image" Target="../media/image7.wmf"/><Relationship Id="rId45" Type="http://schemas.openxmlformats.org/officeDocument/2006/relationships/oleObject" Target="../embeddings/oleObject10.bin"/><Relationship Id="rId5" Type="http://schemas.openxmlformats.org/officeDocument/2006/relationships/oleObject" Target="../embeddings/oleObject2.bin"/><Relationship Id="rId15" Type="http://schemas.openxmlformats.org/officeDocument/2006/relationships/oleObject" Target="../embeddings/oleObject12.bin"/><Relationship Id="rId23" Type="http://schemas.openxmlformats.org/officeDocument/2006/relationships/oleObject" Target="../embeddings/oleObject16.bin"/><Relationship Id="rId28" Type="http://schemas.openxmlformats.org/officeDocument/2006/relationships/image" Target="../media/image34.wmf"/><Relationship Id="rId36" Type="http://schemas.openxmlformats.org/officeDocument/2006/relationships/image" Target="../media/image38.wmf"/><Relationship Id="rId49" Type="http://schemas.openxmlformats.org/officeDocument/2006/relationships/image" Target="../media/image44.png"/><Relationship Id="rId10" Type="http://schemas.openxmlformats.org/officeDocument/2006/relationships/image" Target="../media/image4.wmf"/><Relationship Id="rId19" Type="http://schemas.openxmlformats.org/officeDocument/2006/relationships/oleObject" Target="../embeddings/oleObject14.bin"/><Relationship Id="rId31" Type="http://schemas.openxmlformats.org/officeDocument/2006/relationships/oleObject" Target="../embeddings/oleObject20.bin"/><Relationship Id="rId44" Type="http://schemas.openxmlformats.org/officeDocument/2006/relationships/image" Target="../media/image9.wmf"/><Relationship Id="rId4" Type="http://schemas.openxmlformats.org/officeDocument/2006/relationships/image" Target="../media/image1.wmf"/><Relationship Id="rId9" Type="http://schemas.openxmlformats.org/officeDocument/2006/relationships/oleObject" Target="../embeddings/oleObject4.bin"/><Relationship Id="rId14" Type="http://schemas.openxmlformats.org/officeDocument/2006/relationships/image" Target="../media/image6.wmf"/><Relationship Id="rId22" Type="http://schemas.openxmlformats.org/officeDocument/2006/relationships/image" Target="../media/image31.wmf"/><Relationship Id="rId27" Type="http://schemas.openxmlformats.org/officeDocument/2006/relationships/oleObject" Target="../embeddings/oleObject18.bin"/><Relationship Id="rId30" Type="http://schemas.openxmlformats.org/officeDocument/2006/relationships/image" Target="../media/image35.wmf"/><Relationship Id="rId35" Type="http://schemas.openxmlformats.org/officeDocument/2006/relationships/oleObject" Target="../embeddings/oleObject22.bin"/><Relationship Id="rId43" Type="http://schemas.openxmlformats.org/officeDocument/2006/relationships/oleObject" Target="../embeddings/oleObject9.bin"/><Relationship Id="rId48" Type="http://schemas.openxmlformats.org/officeDocument/2006/relationships/image" Target="../media/image43.png"/><Relationship Id="rId8" Type="http://schemas.openxmlformats.org/officeDocument/2006/relationships/image" Target="../media/image3.wmf"/><Relationship Id="rId3" Type="http://schemas.openxmlformats.org/officeDocument/2006/relationships/oleObject" Target="../embeddings/oleObject1.bin"/><Relationship Id="rId12" Type="http://schemas.openxmlformats.org/officeDocument/2006/relationships/image" Target="../media/image5.wmf"/><Relationship Id="rId17" Type="http://schemas.openxmlformats.org/officeDocument/2006/relationships/oleObject" Target="../embeddings/oleObject13.bin"/><Relationship Id="rId25" Type="http://schemas.openxmlformats.org/officeDocument/2006/relationships/oleObject" Target="../embeddings/oleObject17.bin"/><Relationship Id="rId33" Type="http://schemas.openxmlformats.org/officeDocument/2006/relationships/oleObject" Target="../embeddings/oleObject21.bin"/><Relationship Id="rId38" Type="http://schemas.openxmlformats.org/officeDocument/2006/relationships/image" Target="../media/image39.wmf"/><Relationship Id="rId46" Type="http://schemas.openxmlformats.org/officeDocument/2006/relationships/oleObject" Target="../embeddings/oleObject11.bin"/><Relationship Id="rId20" Type="http://schemas.openxmlformats.org/officeDocument/2006/relationships/image" Target="../media/image30.wmf"/><Relationship Id="rId41" Type="http://schemas.openxmlformats.org/officeDocument/2006/relationships/oleObject" Target="../embeddings/oleObject8.bin"/><Relationship Id="rId1" Type="http://schemas.openxmlformats.org/officeDocument/2006/relationships/vmlDrawing" Target="../drawings/vmlDrawing5.vml"/><Relationship Id="rId6" Type="http://schemas.openxmlformats.org/officeDocument/2006/relationships/image" Target="../media/image2.wmf"/></Relationships>
</file>

<file path=ppt/slides/_rels/slide7.xml.rels><?xml version="1.0" encoding="UTF-8" standalone="yes"?>
<Relationships xmlns="http://schemas.openxmlformats.org/package/2006/relationships"><Relationship Id="rId3" Type="http://schemas.openxmlformats.org/officeDocument/2006/relationships/image" Target="../media/image40.emf"/><Relationship Id="rId2" Type="http://schemas.openxmlformats.org/officeDocument/2006/relationships/image" Target="../media/image14.emf"/><Relationship Id="rId1" Type="http://schemas.openxmlformats.org/officeDocument/2006/relationships/slideLayout" Target="../slideLayouts/slideLayout7.xml"/><Relationship Id="rId4" Type="http://schemas.openxmlformats.org/officeDocument/2006/relationships/image" Target="../media/image41.emf"/></Relationships>
</file>

<file path=ppt/slides/_rels/slide8.xml.rels><?xml version="1.0" encoding="UTF-8" standalone="yes"?>
<Relationships xmlns="http://schemas.openxmlformats.org/package/2006/relationships"><Relationship Id="rId3" Type="http://schemas.openxmlformats.org/officeDocument/2006/relationships/image" Target="../media/image43.emf"/><Relationship Id="rId7" Type="http://schemas.openxmlformats.org/officeDocument/2006/relationships/image" Target="../media/image47.emf"/><Relationship Id="rId2" Type="http://schemas.openxmlformats.org/officeDocument/2006/relationships/image" Target="../media/image42.emf"/><Relationship Id="rId1" Type="http://schemas.openxmlformats.org/officeDocument/2006/relationships/slideLayout" Target="../slideLayouts/slideLayout7.xml"/><Relationship Id="rId6" Type="http://schemas.openxmlformats.org/officeDocument/2006/relationships/image" Target="../media/image46.emf"/><Relationship Id="rId5" Type="http://schemas.openxmlformats.org/officeDocument/2006/relationships/image" Target="../media/image45.emf"/><Relationship Id="rId4" Type="http://schemas.openxmlformats.org/officeDocument/2006/relationships/image" Target="../media/image44.emf"/></Relationships>
</file>

<file path=ppt/slides/_rels/slide9.xml.rels><?xml version="1.0" encoding="UTF-8" standalone="yes"?>
<Relationships xmlns="http://schemas.openxmlformats.org/package/2006/relationships"><Relationship Id="rId8" Type="http://schemas.openxmlformats.org/officeDocument/2006/relationships/oleObject" Target="../embeddings/oleObject24.bin"/><Relationship Id="rId3" Type="http://schemas.openxmlformats.org/officeDocument/2006/relationships/image" Target="../media/image49.emf"/><Relationship Id="rId7" Type="http://schemas.openxmlformats.org/officeDocument/2006/relationships/image" Target="../media/image53.emf"/><Relationship Id="rId2" Type="http://schemas.openxmlformats.org/officeDocument/2006/relationships/slideLayout" Target="../slideLayouts/slideLayout7.xml"/><Relationship Id="rId1" Type="http://schemas.openxmlformats.org/officeDocument/2006/relationships/vmlDrawing" Target="../drawings/vmlDrawing6.vml"/><Relationship Id="rId6" Type="http://schemas.openxmlformats.org/officeDocument/2006/relationships/image" Target="../media/image52.emf"/><Relationship Id="rId5" Type="http://schemas.openxmlformats.org/officeDocument/2006/relationships/image" Target="../media/image51.emf"/><Relationship Id="rId10" Type="http://schemas.openxmlformats.org/officeDocument/2006/relationships/image" Target="../media/image54.emf"/><Relationship Id="rId4" Type="http://schemas.openxmlformats.org/officeDocument/2006/relationships/image" Target="../media/image50.emf"/><Relationship Id="rId9" Type="http://schemas.openxmlformats.org/officeDocument/2006/relationships/image" Target="../media/image48.wmf"/></Relationships>
</file>

<file path=ppt/slides/_rels/slide10.xml.rels><?xml version="1.0" encoding="UTF-8" standalone="yes"?>
<Relationships xmlns="http://schemas.openxmlformats.org/package/2006/relationships"><Relationship Id="rId2" Type="http://schemas.openxmlformats.org/officeDocument/2006/relationships/image" Target="../media/image55.emf"/><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7.xml"/><Relationship Id="rId5" Type="http://schemas.openxmlformats.org/officeDocument/2006/relationships/image" Target="../media/image65.png"/><Relationship Id="rId4" Type="http://schemas.openxmlformats.org/officeDocument/2006/relationships/image" Target="../media/image64.png"/></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25.bin"/><Relationship Id="rId2" Type="http://schemas.openxmlformats.org/officeDocument/2006/relationships/slideLayout" Target="../slideLayouts/slideLayout7.xml"/><Relationship Id="rId1" Type="http://schemas.openxmlformats.org/officeDocument/2006/relationships/vmlDrawing" Target="../drawings/vmlDrawing7.vml"/><Relationship Id="rId6" Type="http://schemas.openxmlformats.org/officeDocument/2006/relationships/image" Target="../media/image57.wmf"/><Relationship Id="rId5" Type="http://schemas.openxmlformats.org/officeDocument/2006/relationships/oleObject" Target="../embeddings/oleObject26.bin"/><Relationship Id="rId4" Type="http://schemas.openxmlformats.org/officeDocument/2006/relationships/image" Target="../media/image56.wmf"/></Relationships>
</file>

<file path=ppt/slides/_rels/slide13.xml.rels><?xml version="1.0" encoding="UTF-8" standalone="yes"?>
<Relationships xmlns="http://schemas.openxmlformats.org/package/2006/relationships"><Relationship Id="rId8" Type="http://schemas.openxmlformats.org/officeDocument/2006/relationships/image" Target="../media/image60.wmf"/><Relationship Id="rId3" Type="http://schemas.openxmlformats.org/officeDocument/2006/relationships/oleObject" Target="../embeddings/oleObject27.bin"/><Relationship Id="rId7" Type="http://schemas.openxmlformats.org/officeDocument/2006/relationships/oleObject" Target="../embeddings/oleObject29.bin"/><Relationship Id="rId2" Type="http://schemas.openxmlformats.org/officeDocument/2006/relationships/slideLayout" Target="../slideLayouts/slideLayout7.xml"/><Relationship Id="rId1" Type="http://schemas.openxmlformats.org/officeDocument/2006/relationships/vmlDrawing" Target="../drawings/vmlDrawing8.vml"/><Relationship Id="rId6" Type="http://schemas.openxmlformats.org/officeDocument/2006/relationships/image" Target="../media/image59.wmf"/><Relationship Id="rId5" Type="http://schemas.openxmlformats.org/officeDocument/2006/relationships/oleObject" Target="../embeddings/oleObject28.bin"/><Relationship Id="rId4" Type="http://schemas.openxmlformats.org/officeDocument/2006/relationships/image" Target="../media/image58.wmf"/></Relationships>
</file>

<file path=ppt/slides/_rels/slide14.xml.rels><?xml version="1.0" encoding="UTF-8" standalone="yes"?>
<Relationships xmlns="http://schemas.openxmlformats.org/package/2006/relationships"><Relationship Id="rId8" Type="http://schemas.openxmlformats.org/officeDocument/2006/relationships/image" Target="../media/image63.wmf"/><Relationship Id="rId3" Type="http://schemas.openxmlformats.org/officeDocument/2006/relationships/oleObject" Target="../embeddings/oleObject30.bin"/><Relationship Id="rId7" Type="http://schemas.openxmlformats.org/officeDocument/2006/relationships/oleObject" Target="../embeddings/oleObject32.bin"/><Relationship Id="rId12" Type="http://schemas.openxmlformats.org/officeDocument/2006/relationships/image" Target="../media/image65.wmf"/><Relationship Id="rId2" Type="http://schemas.openxmlformats.org/officeDocument/2006/relationships/slideLayout" Target="../slideLayouts/slideLayout7.xml"/><Relationship Id="rId1" Type="http://schemas.openxmlformats.org/officeDocument/2006/relationships/vmlDrawing" Target="../drawings/vmlDrawing9.vml"/><Relationship Id="rId6" Type="http://schemas.openxmlformats.org/officeDocument/2006/relationships/image" Target="../media/image62.wmf"/><Relationship Id="rId11" Type="http://schemas.openxmlformats.org/officeDocument/2006/relationships/oleObject" Target="../embeddings/oleObject34.bin"/><Relationship Id="rId5" Type="http://schemas.openxmlformats.org/officeDocument/2006/relationships/oleObject" Target="../embeddings/oleObject31.bin"/><Relationship Id="rId10" Type="http://schemas.openxmlformats.org/officeDocument/2006/relationships/image" Target="../media/image64.wmf"/><Relationship Id="rId4" Type="http://schemas.openxmlformats.org/officeDocument/2006/relationships/image" Target="../media/image61.wmf"/><Relationship Id="rId9" Type="http://schemas.openxmlformats.org/officeDocument/2006/relationships/oleObject" Target="../embeddings/oleObject33.bin"/></Relationships>
</file>

<file path=ppt/slides/_rels/slide15.xml.rels><?xml version="1.0" encoding="UTF-8" standalone="yes"?>
<Relationships xmlns="http://schemas.openxmlformats.org/package/2006/relationships"><Relationship Id="rId8" Type="http://schemas.openxmlformats.org/officeDocument/2006/relationships/image" Target="../media/image68.wmf"/><Relationship Id="rId3" Type="http://schemas.openxmlformats.org/officeDocument/2006/relationships/oleObject" Target="../embeddings/oleObject35.bin"/><Relationship Id="rId7" Type="http://schemas.openxmlformats.org/officeDocument/2006/relationships/oleObject" Target="../embeddings/oleObject37.bin"/><Relationship Id="rId12" Type="http://schemas.openxmlformats.org/officeDocument/2006/relationships/image" Target="../media/image70.wmf"/><Relationship Id="rId2" Type="http://schemas.openxmlformats.org/officeDocument/2006/relationships/slideLayout" Target="../slideLayouts/slideLayout7.xml"/><Relationship Id="rId1" Type="http://schemas.openxmlformats.org/officeDocument/2006/relationships/vmlDrawing" Target="../drawings/vmlDrawing10.vml"/><Relationship Id="rId6" Type="http://schemas.openxmlformats.org/officeDocument/2006/relationships/image" Target="../media/image67.wmf"/><Relationship Id="rId11" Type="http://schemas.openxmlformats.org/officeDocument/2006/relationships/oleObject" Target="../embeddings/oleObject39.bin"/><Relationship Id="rId5" Type="http://schemas.openxmlformats.org/officeDocument/2006/relationships/oleObject" Target="../embeddings/oleObject36.bin"/><Relationship Id="rId10" Type="http://schemas.openxmlformats.org/officeDocument/2006/relationships/image" Target="../media/image69.wmf"/><Relationship Id="rId4" Type="http://schemas.openxmlformats.org/officeDocument/2006/relationships/image" Target="../media/image66.wmf"/><Relationship Id="rId9" Type="http://schemas.openxmlformats.org/officeDocument/2006/relationships/oleObject" Target="../embeddings/oleObject38.bin"/></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40.bin"/><Relationship Id="rId2" Type="http://schemas.openxmlformats.org/officeDocument/2006/relationships/slideLayout" Target="../slideLayouts/slideLayout7.xml"/><Relationship Id="rId1" Type="http://schemas.openxmlformats.org/officeDocument/2006/relationships/vmlDrawing" Target="../drawings/vmlDrawing11.vml"/><Relationship Id="rId4" Type="http://schemas.openxmlformats.org/officeDocument/2006/relationships/image" Target="../media/image71.wmf"/></Relationships>
</file>

<file path=ppt/slides/_rels/slide17.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38.wmf"/><Relationship Id="rId2" Type="http://schemas.openxmlformats.org/officeDocument/2006/relationships/image" Target="../media/image83.png"/><Relationship Id="rId1" Type="http://schemas.openxmlformats.org/officeDocument/2006/relationships/slideLayout" Target="../slideLayouts/slideLayout7.xml"/><Relationship Id="rId5" Type="http://schemas.openxmlformats.org/officeDocument/2006/relationships/image" Target="../media/image28.wmf"/><Relationship Id="rId4" Type="http://schemas.openxmlformats.org/officeDocument/2006/relationships/image" Target="../media/image39.wmf"/></Relationships>
</file>

<file path=ppt/slides/_rels/slide19.xml.rels><?xml version="1.0" encoding="UTF-8" standalone="yes"?>
<Relationships xmlns="http://schemas.openxmlformats.org/package/2006/relationships"><Relationship Id="rId8" Type="http://schemas.openxmlformats.org/officeDocument/2006/relationships/oleObject" Target="../embeddings/oleObject43.bin"/><Relationship Id="rId13" Type="http://schemas.openxmlformats.org/officeDocument/2006/relationships/oleObject" Target="../embeddings/oleObject45.bin"/><Relationship Id="rId3" Type="http://schemas.openxmlformats.org/officeDocument/2006/relationships/notesSlide" Target="../notesSlides/notesSlide1.xml"/><Relationship Id="rId7" Type="http://schemas.openxmlformats.org/officeDocument/2006/relationships/image" Target="../media/image73.wmf"/><Relationship Id="rId12" Type="http://schemas.openxmlformats.org/officeDocument/2006/relationships/image" Target="../media/image75.wmf"/><Relationship Id="rId2" Type="http://schemas.openxmlformats.org/officeDocument/2006/relationships/slideLayout" Target="../slideLayouts/slideLayout7.xml"/><Relationship Id="rId16" Type="http://schemas.openxmlformats.org/officeDocument/2006/relationships/image" Target="../media/image77.wmf"/><Relationship Id="rId1" Type="http://schemas.openxmlformats.org/officeDocument/2006/relationships/vmlDrawing" Target="../drawings/vmlDrawing12.vml"/><Relationship Id="rId6" Type="http://schemas.openxmlformats.org/officeDocument/2006/relationships/oleObject" Target="../embeddings/oleObject42.bin"/><Relationship Id="rId11" Type="http://schemas.openxmlformats.org/officeDocument/2006/relationships/oleObject" Target="../embeddings/oleObject44.bin"/><Relationship Id="rId5" Type="http://schemas.openxmlformats.org/officeDocument/2006/relationships/image" Target="../media/image72.wmf"/><Relationship Id="rId15" Type="http://schemas.openxmlformats.org/officeDocument/2006/relationships/oleObject" Target="../embeddings/oleObject46.bin"/><Relationship Id="rId10" Type="http://schemas.openxmlformats.org/officeDocument/2006/relationships/image" Target="../media/image78.png"/><Relationship Id="rId4" Type="http://schemas.openxmlformats.org/officeDocument/2006/relationships/oleObject" Target="../embeddings/oleObject41.bin"/><Relationship Id="rId9" Type="http://schemas.openxmlformats.org/officeDocument/2006/relationships/image" Target="../media/image74.wmf"/><Relationship Id="rId14" Type="http://schemas.openxmlformats.org/officeDocument/2006/relationships/image" Target="../media/image76.wmf"/></Relationships>
</file>

<file path=ppt/slides/_rels/slide20.xml.rels><?xml version="1.0" encoding="UTF-8" standalone="yes"?>
<Relationships xmlns="http://schemas.openxmlformats.org/package/2006/relationships"><Relationship Id="rId3" Type="http://schemas.openxmlformats.org/officeDocument/2006/relationships/image" Target="../media/image79.emf"/><Relationship Id="rId2" Type="http://schemas.openxmlformats.org/officeDocument/2006/relationships/slideLayout" Target="../slideLayouts/slideLayout7.xml"/><Relationship Id="rId1" Type="http://schemas.openxmlformats.org/officeDocument/2006/relationships/vmlDrawing" Target="../drawings/vmlDrawing13.vml"/><Relationship Id="rId5" Type="http://schemas.openxmlformats.org/officeDocument/2006/relationships/image" Target="../media/image76.wmf"/><Relationship Id="rId4" Type="http://schemas.openxmlformats.org/officeDocument/2006/relationships/oleObject" Target="../embeddings/oleObject45.bin"/></Relationships>
</file>

<file path=ppt/slides/_rels/slide21.xml.rels><?xml version="1.0" encoding="UTF-8" standalone="yes"?>
<Relationships xmlns="http://schemas.openxmlformats.org/package/2006/relationships"><Relationship Id="rId8" Type="http://schemas.openxmlformats.org/officeDocument/2006/relationships/image" Target="../media/image82.wmf"/><Relationship Id="rId3" Type="http://schemas.openxmlformats.org/officeDocument/2006/relationships/oleObject" Target="../embeddings/oleObject47.bin"/><Relationship Id="rId7" Type="http://schemas.openxmlformats.org/officeDocument/2006/relationships/oleObject" Target="../embeddings/oleObject49.bin"/><Relationship Id="rId12" Type="http://schemas.openxmlformats.org/officeDocument/2006/relationships/image" Target="../media/image77.wmf"/><Relationship Id="rId2" Type="http://schemas.openxmlformats.org/officeDocument/2006/relationships/slideLayout" Target="../slideLayouts/slideLayout7.xml"/><Relationship Id="rId1" Type="http://schemas.openxmlformats.org/officeDocument/2006/relationships/vmlDrawing" Target="../drawings/vmlDrawing14.vml"/><Relationship Id="rId6" Type="http://schemas.openxmlformats.org/officeDocument/2006/relationships/image" Target="../media/image81.wmf"/><Relationship Id="rId11" Type="http://schemas.openxmlformats.org/officeDocument/2006/relationships/oleObject" Target="../embeddings/oleObject46.bin"/><Relationship Id="rId5" Type="http://schemas.openxmlformats.org/officeDocument/2006/relationships/oleObject" Target="../embeddings/oleObject48.bin"/><Relationship Id="rId10" Type="http://schemas.openxmlformats.org/officeDocument/2006/relationships/image" Target="../media/image83.wmf"/><Relationship Id="rId4" Type="http://schemas.openxmlformats.org/officeDocument/2006/relationships/image" Target="../media/image80.wmf"/><Relationship Id="rId9" Type="http://schemas.openxmlformats.org/officeDocument/2006/relationships/oleObject" Target="../embeddings/oleObject50.bin"/></Relationships>
</file>

<file path=ppt/slides/_rels/slide22.xml.rels><?xml version="1.0" encoding="UTF-8" standalone="yes"?>
<Relationships xmlns="http://schemas.openxmlformats.org/package/2006/relationships"><Relationship Id="rId8" Type="http://schemas.openxmlformats.org/officeDocument/2006/relationships/image" Target="../media/image86.wmf"/><Relationship Id="rId13" Type="http://schemas.openxmlformats.org/officeDocument/2006/relationships/oleObject" Target="../embeddings/oleObject56.bin"/><Relationship Id="rId3" Type="http://schemas.openxmlformats.org/officeDocument/2006/relationships/oleObject" Target="../embeddings/oleObject51.bin"/><Relationship Id="rId7" Type="http://schemas.openxmlformats.org/officeDocument/2006/relationships/oleObject" Target="../embeddings/oleObject53.bin"/><Relationship Id="rId12" Type="http://schemas.openxmlformats.org/officeDocument/2006/relationships/image" Target="../media/image88.wmf"/><Relationship Id="rId2" Type="http://schemas.openxmlformats.org/officeDocument/2006/relationships/slideLayout" Target="../slideLayouts/slideLayout7.xml"/><Relationship Id="rId1" Type="http://schemas.openxmlformats.org/officeDocument/2006/relationships/vmlDrawing" Target="../drawings/vmlDrawing15.vml"/><Relationship Id="rId6" Type="http://schemas.openxmlformats.org/officeDocument/2006/relationships/image" Target="../media/image85.wmf"/><Relationship Id="rId11" Type="http://schemas.openxmlformats.org/officeDocument/2006/relationships/oleObject" Target="../embeddings/oleObject55.bin"/><Relationship Id="rId5" Type="http://schemas.openxmlformats.org/officeDocument/2006/relationships/oleObject" Target="../embeddings/oleObject52.bin"/><Relationship Id="rId10" Type="http://schemas.openxmlformats.org/officeDocument/2006/relationships/image" Target="../media/image87.wmf"/><Relationship Id="rId4" Type="http://schemas.openxmlformats.org/officeDocument/2006/relationships/image" Target="../media/image84.wmf"/><Relationship Id="rId9" Type="http://schemas.openxmlformats.org/officeDocument/2006/relationships/oleObject" Target="../embeddings/oleObject54.bin"/><Relationship Id="rId14" Type="http://schemas.openxmlformats.org/officeDocument/2006/relationships/image" Target="../media/image89.wmf"/></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57.bin"/><Relationship Id="rId2" Type="http://schemas.openxmlformats.org/officeDocument/2006/relationships/slideLayout" Target="../slideLayouts/slideLayout7.xml"/><Relationship Id="rId1" Type="http://schemas.openxmlformats.org/officeDocument/2006/relationships/vmlDrawing" Target="../drawings/vmlDrawing16.vml"/><Relationship Id="rId6" Type="http://schemas.openxmlformats.org/officeDocument/2006/relationships/image" Target="../media/image91.wmf"/><Relationship Id="rId5" Type="http://schemas.openxmlformats.org/officeDocument/2006/relationships/oleObject" Target="../embeddings/oleObject58.bin"/><Relationship Id="rId4" Type="http://schemas.openxmlformats.org/officeDocument/2006/relationships/image" Target="../media/image90.wmf"/></Relationships>
</file>

<file path=ppt/slides/_rels/slide24.xml.rels><?xml version="1.0" encoding="UTF-8" standalone="yes"?>
<Relationships xmlns="http://schemas.openxmlformats.org/package/2006/relationships"><Relationship Id="rId13" Type="http://schemas.openxmlformats.org/officeDocument/2006/relationships/oleObject" Target="../embeddings/oleObject65.bin"/><Relationship Id="rId18" Type="http://schemas.openxmlformats.org/officeDocument/2006/relationships/oleObject" Target="../embeddings/oleObject68.bin"/><Relationship Id="rId26" Type="http://schemas.openxmlformats.org/officeDocument/2006/relationships/oleObject" Target="../embeddings/oleObject72.bin"/><Relationship Id="rId3" Type="http://schemas.openxmlformats.org/officeDocument/2006/relationships/oleObject" Target="../embeddings/oleObject59.bin"/><Relationship Id="rId21" Type="http://schemas.openxmlformats.org/officeDocument/2006/relationships/image" Target="../media/image99.wmf"/><Relationship Id="rId7" Type="http://schemas.openxmlformats.org/officeDocument/2006/relationships/oleObject" Target="../embeddings/oleObject61.bin"/><Relationship Id="rId12" Type="http://schemas.openxmlformats.org/officeDocument/2006/relationships/oleObject" Target="../embeddings/oleObject64.bin"/><Relationship Id="rId17" Type="http://schemas.openxmlformats.org/officeDocument/2006/relationships/image" Target="../media/image97.wmf"/><Relationship Id="rId25" Type="http://schemas.openxmlformats.org/officeDocument/2006/relationships/image" Target="../media/image101.wmf"/><Relationship Id="rId33" Type="http://schemas.openxmlformats.org/officeDocument/2006/relationships/image" Target="../media/image105.wmf"/><Relationship Id="rId2" Type="http://schemas.openxmlformats.org/officeDocument/2006/relationships/slideLayout" Target="../slideLayouts/slideLayout7.xml"/><Relationship Id="rId16" Type="http://schemas.openxmlformats.org/officeDocument/2006/relationships/oleObject" Target="../embeddings/oleObject67.bin"/><Relationship Id="rId20" Type="http://schemas.openxmlformats.org/officeDocument/2006/relationships/oleObject" Target="../embeddings/oleObject69.bin"/><Relationship Id="rId29" Type="http://schemas.openxmlformats.org/officeDocument/2006/relationships/image" Target="../media/image103.wmf"/><Relationship Id="rId1" Type="http://schemas.openxmlformats.org/officeDocument/2006/relationships/vmlDrawing" Target="../drawings/vmlDrawing17.vml"/><Relationship Id="rId6" Type="http://schemas.openxmlformats.org/officeDocument/2006/relationships/image" Target="../media/image93.wmf"/><Relationship Id="rId11" Type="http://schemas.openxmlformats.org/officeDocument/2006/relationships/image" Target="../media/image95.wmf"/><Relationship Id="rId24" Type="http://schemas.openxmlformats.org/officeDocument/2006/relationships/oleObject" Target="../embeddings/oleObject71.bin"/><Relationship Id="rId32" Type="http://schemas.openxmlformats.org/officeDocument/2006/relationships/oleObject" Target="../embeddings/oleObject75.bin"/><Relationship Id="rId5" Type="http://schemas.openxmlformats.org/officeDocument/2006/relationships/oleObject" Target="../embeddings/oleObject60.bin"/><Relationship Id="rId15" Type="http://schemas.openxmlformats.org/officeDocument/2006/relationships/image" Target="../media/image96.wmf"/><Relationship Id="rId23" Type="http://schemas.openxmlformats.org/officeDocument/2006/relationships/image" Target="../media/image100.wmf"/><Relationship Id="rId28" Type="http://schemas.openxmlformats.org/officeDocument/2006/relationships/oleObject" Target="../embeddings/oleObject73.bin"/><Relationship Id="rId10" Type="http://schemas.openxmlformats.org/officeDocument/2006/relationships/oleObject" Target="../embeddings/oleObject63.bin"/><Relationship Id="rId19" Type="http://schemas.openxmlformats.org/officeDocument/2006/relationships/image" Target="../media/image98.wmf"/><Relationship Id="rId31" Type="http://schemas.openxmlformats.org/officeDocument/2006/relationships/image" Target="../media/image104.wmf"/><Relationship Id="rId4" Type="http://schemas.openxmlformats.org/officeDocument/2006/relationships/image" Target="../media/image92.wmf"/><Relationship Id="rId9" Type="http://schemas.openxmlformats.org/officeDocument/2006/relationships/oleObject" Target="../embeddings/oleObject62.bin"/><Relationship Id="rId14" Type="http://schemas.openxmlformats.org/officeDocument/2006/relationships/oleObject" Target="../embeddings/oleObject66.bin"/><Relationship Id="rId22" Type="http://schemas.openxmlformats.org/officeDocument/2006/relationships/oleObject" Target="../embeddings/oleObject70.bin"/><Relationship Id="rId27" Type="http://schemas.openxmlformats.org/officeDocument/2006/relationships/image" Target="../media/image102.wmf"/><Relationship Id="rId30" Type="http://schemas.openxmlformats.org/officeDocument/2006/relationships/oleObject" Target="../embeddings/oleObject74.bin"/><Relationship Id="rId8" Type="http://schemas.openxmlformats.org/officeDocument/2006/relationships/image" Target="../media/image94.wmf"/></Relationships>
</file>

<file path=ppt/slides/_rels/slide25.xml.rels><?xml version="1.0" encoding="UTF-8" standalone="yes"?>
<Relationships xmlns="http://schemas.openxmlformats.org/package/2006/relationships"><Relationship Id="rId8" Type="http://schemas.openxmlformats.org/officeDocument/2006/relationships/image" Target="../media/image108.wmf"/><Relationship Id="rId13" Type="http://schemas.openxmlformats.org/officeDocument/2006/relationships/image" Target="../media/image111.png"/><Relationship Id="rId3" Type="http://schemas.openxmlformats.org/officeDocument/2006/relationships/oleObject" Target="../embeddings/oleObject76.bin"/><Relationship Id="rId7" Type="http://schemas.openxmlformats.org/officeDocument/2006/relationships/oleObject" Target="../embeddings/oleObject78.bin"/><Relationship Id="rId12" Type="http://schemas.openxmlformats.org/officeDocument/2006/relationships/image" Target="../media/image110.wmf"/><Relationship Id="rId2" Type="http://schemas.openxmlformats.org/officeDocument/2006/relationships/slideLayout" Target="../slideLayouts/slideLayout7.xml"/><Relationship Id="rId1" Type="http://schemas.openxmlformats.org/officeDocument/2006/relationships/vmlDrawing" Target="../drawings/vmlDrawing18.vml"/><Relationship Id="rId6" Type="http://schemas.openxmlformats.org/officeDocument/2006/relationships/image" Target="../media/image107.wmf"/><Relationship Id="rId11" Type="http://schemas.openxmlformats.org/officeDocument/2006/relationships/oleObject" Target="../embeddings/oleObject80.bin"/><Relationship Id="rId5" Type="http://schemas.openxmlformats.org/officeDocument/2006/relationships/oleObject" Target="../embeddings/oleObject77.bin"/><Relationship Id="rId10" Type="http://schemas.openxmlformats.org/officeDocument/2006/relationships/image" Target="../media/image109.wmf"/><Relationship Id="rId4" Type="http://schemas.openxmlformats.org/officeDocument/2006/relationships/image" Target="../media/image106.wmf"/><Relationship Id="rId9" Type="http://schemas.openxmlformats.org/officeDocument/2006/relationships/oleObject" Target="../embeddings/oleObject79.bin"/></Relationships>
</file>

<file path=ppt/slides/_rels/slide26.xml.rels><?xml version="1.0" encoding="UTF-8" standalone="yes"?>
<Relationships xmlns="http://schemas.openxmlformats.org/package/2006/relationships"><Relationship Id="rId2" Type="http://schemas.openxmlformats.org/officeDocument/2006/relationships/image" Target="../media/image112.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13.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115.emf"/><Relationship Id="rId2" Type="http://schemas.openxmlformats.org/officeDocument/2006/relationships/image" Target="../media/image114.emf"/><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8" Type="http://schemas.openxmlformats.org/officeDocument/2006/relationships/oleObject" Target="../embeddings/oleObject83.bin"/><Relationship Id="rId13" Type="http://schemas.openxmlformats.org/officeDocument/2006/relationships/image" Target="../media/image120.wmf"/><Relationship Id="rId18" Type="http://schemas.openxmlformats.org/officeDocument/2006/relationships/oleObject" Target="../embeddings/oleObject88.bin"/><Relationship Id="rId3" Type="http://schemas.openxmlformats.org/officeDocument/2006/relationships/oleObject" Target="../embeddings/oleObject81.bin"/><Relationship Id="rId7" Type="http://schemas.openxmlformats.org/officeDocument/2006/relationships/image" Target="../media/image136.png"/><Relationship Id="rId12" Type="http://schemas.openxmlformats.org/officeDocument/2006/relationships/oleObject" Target="../embeddings/oleObject85.bin"/><Relationship Id="rId17" Type="http://schemas.openxmlformats.org/officeDocument/2006/relationships/image" Target="../media/image122.wmf"/><Relationship Id="rId2" Type="http://schemas.openxmlformats.org/officeDocument/2006/relationships/slideLayout" Target="../slideLayouts/slideLayout7.xml"/><Relationship Id="rId16" Type="http://schemas.openxmlformats.org/officeDocument/2006/relationships/oleObject" Target="../embeddings/oleObject87.bin"/><Relationship Id="rId1" Type="http://schemas.openxmlformats.org/officeDocument/2006/relationships/vmlDrawing" Target="../drawings/vmlDrawing19.vml"/><Relationship Id="rId6" Type="http://schemas.openxmlformats.org/officeDocument/2006/relationships/image" Target="../media/image117.wmf"/><Relationship Id="rId11" Type="http://schemas.openxmlformats.org/officeDocument/2006/relationships/image" Target="../media/image119.wmf"/><Relationship Id="rId5" Type="http://schemas.openxmlformats.org/officeDocument/2006/relationships/oleObject" Target="../embeddings/oleObject82.bin"/><Relationship Id="rId15" Type="http://schemas.openxmlformats.org/officeDocument/2006/relationships/image" Target="../media/image121.wmf"/><Relationship Id="rId10" Type="http://schemas.openxmlformats.org/officeDocument/2006/relationships/oleObject" Target="../embeddings/oleObject84.bin"/><Relationship Id="rId19" Type="http://schemas.openxmlformats.org/officeDocument/2006/relationships/image" Target="../media/image123.wmf"/><Relationship Id="rId4" Type="http://schemas.openxmlformats.org/officeDocument/2006/relationships/image" Target="../media/image116.wmf"/><Relationship Id="rId9" Type="http://schemas.openxmlformats.org/officeDocument/2006/relationships/image" Target="../media/image118.wmf"/><Relationship Id="rId14" Type="http://schemas.openxmlformats.org/officeDocument/2006/relationships/oleObject" Target="../embeddings/oleObject86.bin"/></Relationships>
</file>

<file path=ppt/slides/_rels/slide30.xml.rels><?xml version="1.0" encoding="UTF-8" standalone="yes"?>
<Relationships xmlns="http://schemas.openxmlformats.org/package/2006/relationships"><Relationship Id="rId13" Type="http://schemas.openxmlformats.org/officeDocument/2006/relationships/image" Target="../media/image128.wmf"/><Relationship Id="rId18" Type="http://schemas.openxmlformats.org/officeDocument/2006/relationships/oleObject" Target="../embeddings/oleObject96.bin"/><Relationship Id="rId26" Type="http://schemas.openxmlformats.org/officeDocument/2006/relationships/oleObject" Target="../embeddings/oleObject100.bin"/><Relationship Id="rId39" Type="http://schemas.openxmlformats.org/officeDocument/2006/relationships/image" Target="../media/image141.wmf"/><Relationship Id="rId21" Type="http://schemas.openxmlformats.org/officeDocument/2006/relationships/image" Target="../media/image132.wmf"/><Relationship Id="rId34" Type="http://schemas.openxmlformats.org/officeDocument/2006/relationships/oleObject" Target="../embeddings/oleObject104.bin"/><Relationship Id="rId7" Type="http://schemas.openxmlformats.org/officeDocument/2006/relationships/image" Target="../media/image125.wmf"/><Relationship Id="rId2" Type="http://schemas.openxmlformats.org/officeDocument/2006/relationships/slideLayout" Target="../slideLayouts/slideLayout7.xml"/><Relationship Id="rId16" Type="http://schemas.openxmlformats.org/officeDocument/2006/relationships/oleObject" Target="../embeddings/oleObject95.bin"/><Relationship Id="rId20" Type="http://schemas.openxmlformats.org/officeDocument/2006/relationships/oleObject" Target="../embeddings/oleObject97.bin"/><Relationship Id="rId29" Type="http://schemas.openxmlformats.org/officeDocument/2006/relationships/image" Target="../media/image136.wmf"/><Relationship Id="rId41" Type="http://schemas.openxmlformats.org/officeDocument/2006/relationships/image" Target="../media/image142.wmf"/><Relationship Id="rId1" Type="http://schemas.openxmlformats.org/officeDocument/2006/relationships/vmlDrawing" Target="../drawings/vmlDrawing20.vml"/><Relationship Id="rId6" Type="http://schemas.openxmlformats.org/officeDocument/2006/relationships/oleObject" Target="../embeddings/oleObject90.bin"/><Relationship Id="rId11" Type="http://schemas.openxmlformats.org/officeDocument/2006/relationships/image" Target="../media/image127.wmf"/><Relationship Id="rId24" Type="http://schemas.openxmlformats.org/officeDocument/2006/relationships/oleObject" Target="../embeddings/oleObject99.bin"/><Relationship Id="rId32" Type="http://schemas.openxmlformats.org/officeDocument/2006/relationships/oleObject" Target="../embeddings/oleObject103.bin"/><Relationship Id="rId37" Type="http://schemas.openxmlformats.org/officeDocument/2006/relationships/image" Target="../media/image140.wmf"/><Relationship Id="rId40" Type="http://schemas.openxmlformats.org/officeDocument/2006/relationships/oleObject" Target="../embeddings/oleObject107.bin"/><Relationship Id="rId5" Type="http://schemas.openxmlformats.org/officeDocument/2006/relationships/image" Target="../media/image124.wmf"/><Relationship Id="rId15" Type="http://schemas.openxmlformats.org/officeDocument/2006/relationships/image" Target="../media/image129.wmf"/><Relationship Id="rId23" Type="http://schemas.openxmlformats.org/officeDocument/2006/relationships/image" Target="../media/image133.wmf"/><Relationship Id="rId28" Type="http://schemas.openxmlformats.org/officeDocument/2006/relationships/oleObject" Target="../embeddings/oleObject101.bin"/><Relationship Id="rId36" Type="http://schemas.openxmlformats.org/officeDocument/2006/relationships/oleObject" Target="../embeddings/oleObject105.bin"/><Relationship Id="rId10" Type="http://schemas.openxmlformats.org/officeDocument/2006/relationships/oleObject" Target="../embeddings/oleObject92.bin"/><Relationship Id="rId19" Type="http://schemas.openxmlformats.org/officeDocument/2006/relationships/image" Target="../media/image131.wmf"/><Relationship Id="rId31" Type="http://schemas.openxmlformats.org/officeDocument/2006/relationships/image" Target="../media/image137.wmf"/><Relationship Id="rId4" Type="http://schemas.openxmlformats.org/officeDocument/2006/relationships/oleObject" Target="../embeddings/oleObject89.bin"/><Relationship Id="rId9" Type="http://schemas.openxmlformats.org/officeDocument/2006/relationships/image" Target="../media/image126.wmf"/><Relationship Id="rId14" Type="http://schemas.openxmlformats.org/officeDocument/2006/relationships/oleObject" Target="../embeddings/oleObject94.bin"/><Relationship Id="rId22" Type="http://schemas.openxmlformats.org/officeDocument/2006/relationships/oleObject" Target="../embeddings/oleObject98.bin"/><Relationship Id="rId27" Type="http://schemas.openxmlformats.org/officeDocument/2006/relationships/image" Target="../media/image135.wmf"/><Relationship Id="rId30" Type="http://schemas.openxmlformats.org/officeDocument/2006/relationships/oleObject" Target="../embeddings/oleObject102.bin"/><Relationship Id="rId35" Type="http://schemas.openxmlformats.org/officeDocument/2006/relationships/image" Target="../media/image139.wmf"/><Relationship Id="rId8" Type="http://schemas.openxmlformats.org/officeDocument/2006/relationships/oleObject" Target="../embeddings/oleObject91.bin"/><Relationship Id="rId3" Type="http://schemas.openxmlformats.org/officeDocument/2006/relationships/notesSlide" Target="../notesSlides/notesSlide2.xml"/><Relationship Id="rId12" Type="http://schemas.openxmlformats.org/officeDocument/2006/relationships/oleObject" Target="../embeddings/oleObject93.bin"/><Relationship Id="rId17" Type="http://schemas.openxmlformats.org/officeDocument/2006/relationships/image" Target="../media/image130.wmf"/><Relationship Id="rId25" Type="http://schemas.openxmlformats.org/officeDocument/2006/relationships/image" Target="../media/image134.wmf"/><Relationship Id="rId33" Type="http://schemas.openxmlformats.org/officeDocument/2006/relationships/image" Target="../media/image138.wmf"/><Relationship Id="rId38" Type="http://schemas.openxmlformats.org/officeDocument/2006/relationships/oleObject" Target="../embeddings/oleObject106.bin"/></Relationships>
</file>

<file path=ppt/slides/_rels/slide31.xml.rels><?xml version="1.0" encoding="UTF-8" standalone="yes"?>
<Relationships xmlns="http://schemas.openxmlformats.org/package/2006/relationships"><Relationship Id="rId2" Type="http://schemas.openxmlformats.org/officeDocument/2006/relationships/image" Target="../media/image143.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8" Type="http://schemas.openxmlformats.org/officeDocument/2006/relationships/oleObject" Target="../embeddings/oleObject109.bin"/><Relationship Id="rId13" Type="http://schemas.openxmlformats.org/officeDocument/2006/relationships/image" Target="../media/image147.wmf"/><Relationship Id="rId3" Type="http://schemas.openxmlformats.org/officeDocument/2006/relationships/image" Target="../media/image148.png"/><Relationship Id="rId7" Type="http://schemas.openxmlformats.org/officeDocument/2006/relationships/image" Target="../media/image144.wmf"/><Relationship Id="rId12" Type="http://schemas.openxmlformats.org/officeDocument/2006/relationships/oleObject" Target="../embeddings/oleObject111.bin"/><Relationship Id="rId2" Type="http://schemas.openxmlformats.org/officeDocument/2006/relationships/slideLayout" Target="../slideLayouts/slideLayout7.xml"/><Relationship Id="rId1" Type="http://schemas.openxmlformats.org/officeDocument/2006/relationships/vmlDrawing" Target="../drawings/vmlDrawing21.vml"/><Relationship Id="rId6" Type="http://schemas.openxmlformats.org/officeDocument/2006/relationships/oleObject" Target="../embeddings/oleObject108.bin"/><Relationship Id="rId11" Type="http://schemas.openxmlformats.org/officeDocument/2006/relationships/image" Target="../media/image146.wmf"/><Relationship Id="rId5" Type="http://schemas.openxmlformats.org/officeDocument/2006/relationships/image" Target="../media/image150.png"/><Relationship Id="rId10" Type="http://schemas.openxmlformats.org/officeDocument/2006/relationships/oleObject" Target="../embeddings/oleObject110.bin"/><Relationship Id="rId4" Type="http://schemas.openxmlformats.org/officeDocument/2006/relationships/image" Target="../media/image149.png"/><Relationship Id="rId9" Type="http://schemas.openxmlformats.org/officeDocument/2006/relationships/image" Target="../media/image145.wmf"/><Relationship Id="rId14" Type="http://schemas.openxmlformats.org/officeDocument/2006/relationships/image" Target="../media/image151.png"/></Relationships>
</file>

<file path=ppt/slides/_rels/slide33.xml.rels><?xml version="1.0" encoding="UTF-8" standalone="yes"?>
<Relationships xmlns="http://schemas.openxmlformats.org/package/2006/relationships"><Relationship Id="rId3" Type="http://schemas.openxmlformats.org/officeDocument/2006/relationships/image" Target="../media/image153.png"/><Relationship Id="rId2" Type="http://schemas.openxmlformats.org/officeDocument/2006/relationships/slideLayout" Target="../slideLayouts/slideLayout7.xml"/><Relationship Id="rId1" Type="http://schemas.openxmlformats.org/officeDocument/2006/relationships/vmlDrawing" Target="../drawings/vmlDrawing22.vml"/><Relationship Id="rId6" Type="http://schemas.openxmlformats.org/officeDocument/2006/relationships/image" Target="../media/image152.wmf"/><Relationship Id="rId5" Type="http://schemas.openxmlformats.org/officeDocument/2006/relationships/oleObject" Target="../embeddings/oleObject112.bin"/><Relationship Id="rId4" Type="http://schemas.openxmlformats.org/officeDocument/2006/relationships/image" Target="../media/image154.png"/></Relationships>
</file>

<file path=ppt/slides/_rels/slide34.xml.rels><?xml version="1.0" encoding="UTF-8" standalone="yes"?>
<Relationships xmlns="http://schemas.openxmlformats.org/package/2006/relationships"><Relationship Id="rId8" Type="http://schemas.openxmlformats.org/officeDocument/2006/relationships/image" Target="../media/image157.wmf"/><Relationship Id="rId3" Type="http://schemas.openxmlformats.org/officeDocument/2006/relationships/oleObject" Target="../embeddings/oleObject113.bin"/><Relationship Id="rId7" Type="http://schemas.openxmlformats.org/officeDocument/2006/relationships/oleObject" Target="../embeddings/oleObject115.bin"/><Relationship Id="rId12" Type="http://schemas.openxmlformats.org/officeDocument/2006/relationships/image" Target="../media/image159.wmf"/><Relationship Id="rId2" Type="http://schemas.openxmlformats.org/officeDocument/2006/relationships/slideLayout" Target="../slideLayouts/slideLayout7.xml"/><Relationship Id="rId1" Type="http://schemas.openxmlformats.org/officeDocument/2006/relationships/vmlDrawing" Target="../drawings/vmlDrawing23.vml"/><Relationship Id="rId6" Type="http://schemas.openxmlformats.org/officeDocument/2006/relationships/image" Target="../media/image156.wmf"/><Relationship Id="rId11" Type="http://schemas.openxmlformats.org/officeDocument/2006/relationships/oleObject" Target="../embeddings/oleObject117.bin"/><Relationship Id="rId5" Type="http://schemas.openxmlformats.org/officeDocument/2006/relationships/oleObject" Target="../embeddings/oleObject114.bin"/><Relationship Id="rId10" Type="http://schemas.openxmlformats.org/officeDocument/2006/relationships/image" Target="../media/image158.wmf"/><Relationship Id="rId4" Type="http://schemas.openxmlformats.org/officeDocument/2006/relationships/image" Target="../media/image155.wmf"/><Relationship Id="rId9" Type="http://schemas.openxmlformats.org/officeDocument/2006/relationships/oleObject" Target="../embeddings/oleObject116.bin"/></Relationships>
</file>

<file path=ppt/slides/_rels/slide35.xml.rels><?xml version="1.0" encoding="UTF-8" standalone="yes"?>
<Relationships xmlns="http://schemas.openxmlformats.org/package/2006/relationships"><Relationship Id="rId3" Type="http://schemas.openxmlformats.org/officeDocument/2006/relationships/image" Target="../media/image161.png"/><Relationship Id="rId2" Type="http://schemas.openxmlformats.org/officeDocument/2006/relationships/image" Target="../media/image160.png"/><Relationship Id="rId1" Type="http://schemas.openxmlformats.org/officeDocument/2006/relationships/slideLayout" Target="../slideLayouts/slideLayout7.xml"/><Relationship Id="rId5" Type="http://schemas.openxmlformats.org/officeDocument/2006/relationships/image" Target="../media/image163.png"/><Relationship Id="rId4" Type="http://schemas.openxmlformats.org/officeDocument/2006/relationships/image" Target="../media/image16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164.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165.png"/></Relationships>
</file>

<file path=ppt/slides/_rels/slide38.xml.rels><?xml version="1.0" encoding="UTF-8" standalone="yes"?>
<Relationships xmlns="http://schemas.openxmlformats.org/package/2006/relationships"><Relationship Id="rId8" Type="http://schemas.openxmlformats.org/officeDocument/2006/relationships/image" Target="../media/image168.wmf"/><Relationship Id="rId3" Type="http://schemas.openxmlformats.org/officeDocument/2006/relationships/oleObject" Target="../embeddings/oleObject118.bin"/><Relationship Id="rId7" Type="http://schemas.openxmlformats.org/officeDocument/2006/relationships/oleObject" Target="../embeddings/oleObject120.bin"/><Relationship Id="rId2" Type="http://schemas.openxmlformats.org/officeDocument/2006/relationships/slideLayout" Target="../slideLayouts/slideLayout7.xml"/><Relationship Id="rId1" Type="http://schemas.openxmlformats.org/officeDocument/2006/relationships/vmlDrawing" Target="../drawings/vmlDrawing24.vml"/><Relationship Id="rId6" Type="http://schemas.openxmlformats.org/officeDocument/2006/relationships/image" Target="../media/image167.wmf"/><Relationship Id="rId11" Type="http://schemas.openxmlformats.org/officeDocument/2006/relationships/image" Target="../media/image184.png"/><Relationship Id="rId5" Type="http://schemas.openxmlformats.org/officeDocument/2006/relationships/oleObject" Target="../embeddings/oleObject119.bin"/><Relationship Id="rId10" Type="http://schemas.openxmlformats.org/officeDocument/2006/relationships/image" Target="../media/image183.png"/><Relationship Id="rId4" Type="http://schemas.openxmlformats.org/officeDocument/2006/relationships/image" Target="../media/image166.wmf"/><Relationship Id="rId9" Type="http://schemas.openxmlformats.org/officeDocument/2006/relationships/image" Target="../media/image169.png"/></Relationships>
</file>

<file path=ppt/slides/_rels/slide39.xml.rels><?xml version="1.0" encoding="UTF-8" standalone="yes"?>
<Relationships xmlns="http://schemas.openxmlformats.org/package/2006/relationships"><Relationship Id="rId3" Type="http://schemas.openxmlformats.org/officeDocument/2006/relationships/image" Target="../media/image186.png"/><Relationship Id="rId2" Type="http://schemas.openxmlformats.org/officeDocument/2006/relationships/image" Target="../media/image170.emf"/><Relationship Id="rId1" Type="http://schemas.openxmlformats.org/officeDocument/2006/relationships/slideLayout" Target="../slideLayouts/slideLayout7.xml"/><Relationship Id="rId5" Type="http://schemas.openxmlformats.org/officeDocument/2006/relationships/image" Target="../media/image172.emf"/><Relationship Id="rId4" Type="http://schemas.openxmlformats.org/officeDocument/2006/relationships/image" Target="../media/image171.emf"/></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B006D45-A3C4-479C-B68D-BC39F33AB6E0}"/>
              </a:ext>
            </a:extLst>
          </p:cNvPr>
          <p:cNvSpPr>
            <a:spLocks noGrp="1"/>
          </p:cNvSpPr>
          <p:nvPr>
            <p:ph type="ctrTitle"/>
          </p:nvPr>
        </p:nvSpPr>
        <p:spPr>
          <a:xfrm>
            <a:off x="872019" y="297950"/>
            <a:ext cx="7399962" cy="1157181"/>
          </a:xfrm>
        </p:spPr>
        <p:txBody>
          <a:bodyPr>
            <a:normAutofit/>
          </a:bodyPr>
          <a:lstStyle/>
          <a:p>
            <a:r>
              <a:rPr lang="en-US" altLang="zh-CN" sz="3600" dirty="0">
                <a:latin typeface="黑体" panose="02010609060101010101" pitchFamily="49" charset="-122"/>
                <a:ea typeface="黑体" panose="02010609060101010101" pitchFamily="49" charset="-122"/>
              </a:rPr>
              <a:t>§10 </a:t>
            </a:r>
            <a:r>
              <a:rPr lang="zh-CN" altLang="en-US" sz="3600" dirty="0">
                <a:latin typeface="黑体" panose="02010609060101010101" pitchFamily="49" charset="-122"/>
                <a:ea typeface="黑体" panose="02010609060101010101" pitchFamily="49" charset="-122"/>
              </a:rPr>
              <a:t>光在电介质表面的反射和折射 菲涅耳公式</a:t>
            </a:r>
          </a:p>
        </p:txBody>
      </p:sp>
      <p:sp>
        <p:nvSpPr>
          <p:cNvPr id="3" name="副标题 2">
            <a:extLst>
              <a:ext uri="{FF2B5EF4-FFF2-40B4-BE49-F238E27FC236}">
                <a16:creationId xmlns:a16="http://schemas.microsoft.com/office/drawing/2014/main" id="{0C277EE0-313E-4D5F-A40C-1AAD95C9BF81}"/>
              </a:ext>
            </a:extLst>
          </p:cNvPr>
          <p:cNvSpPr>
            <a:spLocks noGrp="1"/>
          </p:cNvSpPr>
          <p:nvPr>
            <p:ph type="subTitle" idx="1"/>
          </p:nvPr>
        </p:nvSpPr>
        <p:spPr>
          <a:xfrm>
            <a:off x="670389" y="1700374"/>
            <a:ext cx="8001000" cy="4556587"/>
          </a:xfrm>
        </p:spPr>
        <p:txBody>
          <a:bodyPr>
            <a:normAutofit/>
          </a:bodyPr>
          <a:lstStyle/>
          <a:p>
            <a:pPr algn="l">
              <a:lnSpc>
                <a:spcPct val="150000"/>
              </a:lnSpc>
            </a:pPr>
            <a:r>
              <a:rPr lang="en-US" altLang="zh-CN" dirty="0">
                <a:latin typeface="黑体" panose="02010609060101010101" pitchFamily="49" charset="-122"/>
                <a:ea typeface="黑体" panose="02010609060101010101" pitchFamily="49" charset="-122"/>
              </a:rPr>
              <a:t>§10.1 </a:t>
            </a:r>
            <a:r>
              <a:rPr lang="zh-CN" altLang="en-US" dirty="0">
                <a:latin typeface="黑体" panose="02010609060101010101" pitchFamily="49" charset="-122"/>
                <a:ea typeface="黑体" panose="02010609060101010101" pitchFamily="49" charset="-122"/>
              </a:rPr>
              <a:t>菲涅耳公式</a:t>
            </a:r>
            <a:endParaRPr lang="en-US" altLang="zh-CN" dirty="0">
              <a:latin typeface="黑体" panose="02010609060101010101" pitchFamily="49" charset="-122"/>
              <a:ea typeface="黑体" panose="02010609060101010101" pitchFamily="49" charset="-122"/>
            </a:endParaRPr>
          </a:p>
          <a:p>
            <a:pPr algn="l">
              <a:lnSpc>
                <a:spcPct val="150000"/>
              </a:lnSpc>
            </a:pPr>
            <a:r>
              <a:rPr lang="en-US" altLang="zh-CN" dirty="0">
                <a:latin typeface="黑体" panose="02010609060101010101" pitchFamily="49" charset="-122"/>
                <a:ea typeface="黑体" panose="02010609060101010101" pitchFamily="49" charset="-122"/>
              </a:rPr>
              <a:t>§10.2 </a:t>
            </a:r>
            <a:r>
              <a:rPr lang="zh-CN" altLang="en-US" dirty="0">
                <a:latin typeface="黑体" panose="02010609060101010101" pitchFamily="49" charset="-122"/>
                <a:ea typeface="黑体" panose="02010609060101010101" pitchFamily="49" charset="-122"/>
              </a:rPr>
              <a:t>反射率和透射率</a:t>
            </a:r>
            <a:endParaRPr lang="en-US" altLang="zh-CN" dirty="0">
              <a:latin typeface="黑体" panose="02010609060101010101" pitchFamily="49" charset="-122"/>
              <a:ea typeface="黑体" panose="02010609060101010101" pitchFamily="49" charset="-122"/>
            </a:endParaRPr>
          </a:p>
          <a:p>
            <a:pPr algn="l">
              <a:lnSpc>
                <a:spcPct val="150000"/>
              </a:lnSpc>
            </a:pPr>
            <a:r>
              <a:rPr lang="en-US" altLang="zh-CN" dirty="0">
                <a:latin typeface="黑体" panose="02010609060101010101" pitchFamily="49" charset="-122"/>
                <a:ea typeface="黑体" panose="02010609060101010101" pitchFamily="49" charset="-122"/>
              </a:rPr>
              <a:t>§10.3 </a:t>
            </a:r>
            <a:r>
              <a:rPr lang="zh-CN" altLang="en-US" dirty="0">
                <a:latin typeface="黑体" panose="02010609060101010101" pitchFamily="49" charset="-122"/>
                <a:ea typeface="黑体" panose="02010609060101010101" pitchFamily="49" charset="-122"/>
              </a:rPr>
              <a:t>斯托克斯的倒逆关系</a:t>
            </a:r>
            <a:endParaRPr lang="en-US" altLang="zh-CN" dirty="0">
              <a:latin typeface="黑体" panose="02010609060101010101" pitchFamily="49" charset="-122"/>
              <a:ea typeface="黑体" panose="02010609060101010101" pitchFamily="49" charset="-122"/>
            </a:endParaRPr>
          </a:p>
          <a:p>
            <a:pPr algn="l">
              <a:lnSpc>
                <a:spcPct val="150000"/>
              </a:lnSpc>
            </a:pPr>
            <a:r>
              <a:rPr lang="en-US" altLang="zh-CN" dirty="0">
                <a:latin typeface="黑体" panose="02010609060101010101" pitchFamily="49" charset="-122"/>
                <a:ea typeface="黑体" panose="02010609060101010101" pitchFamily="49" charset="-122"/>
              </a:rPr>
              <a:t>§10.4 </a:t>
            </a:r>
            <a:r>
              <a:rPr lang="zh-CN" altLang="en-US" dirty="0">
                <a:latin typeface="黑体" panose="02010609060101010101" pitchFamily="49" charset="-122"/>
                <a:ea typeface="黑体" panose="02010609060101010101" pitchFamily="49" charset="-122"/>
              </a:rPr>
              <a:t>相位关系与半波损失</a:t>
            </a:r>
            <a:endParaRPr lang="en-US" altLang="zh-CN" dirty="0">
              <a:latin typeface="黑体" panose="02010609060101010101" pitchFamily="49" charset="-122"/>
              <a:ea typeface="黑体" panose="02010609060101010101" pitchFamily="49" charset="-122"/>
            </a:endParaRPr>
          </a:p>
          <a:p>
            <a:pPr algn="l">
              <a:lnSpc>
                <a:spcPct val="150000"/>
              </a:lnSpc>
            </a:pPr>
            <a:r>
              <a:rPr lang="en-US" altLang="zh-CN" dirty="0">
                <a:latin typeface="黑体" panose="02010609060101010101" pitchFamily="49" charset="-122"/>
                <a:ea typeface="黑体" panose="02010609060101010101" pitchFamily="49" charset="-122"/>
              </a:rPr>
              <a:t>§10.5 </a:t>
            </a:r>
            <a:r>
              <a:rPr lang="zh-CN" altLang="en-US" dirty="0">
                <a:latin typeface="黑体" panose="02010609060101010101" pitchFamily="49" charset="-122"/>
                <a:ea typeface="黑体" panose="02010609060101010101" pitchFamily="49" charset="-122"/>
              </a:rPr>
              <a:t>反射、折射时的偏振现象</a:t>
            </a:r>
            <a:endParaRPr lang="en-US" altLang="zh-CN" dirty="0">
              <a:latin typeface="黑体" panose="02010609060101010101" pitchFamily="49" charset="-122"/>
              <a:ea typeface="黑体" panose="02010609060101010101" pitchFamily="49" charset="-122"/>
            </a:endParaRPr>
          </a:p>
          <a:p>
            <a:pPr algn="l">
              <a:lnSpc>
                <a:spcPct val="150000"/>
              </a:lnSpc>
            </a:pPr>
            <a:r>
              <a:rPr lang="en-US" altLang="zh-CN" dirty="0">
                <a:latin typeface="黑体" panose="02010609060101010101" pitchFamily="49" charset="-122"/>
                <a:ea typeface="黑体" panose="02010609060101010101" pitchFamily="49" charset="-122"/>
              </a:rPr>
              <a:t>§10.6 </a:t>
            </a:r>
            <a:r>
              <a:rPr lang="zh-CN" altLang="en-US" dirty="0">
                <a:latin typeface="黑体" panose="02010609060101010101" pitchFamily="49" charset="-122"/>
                <a:ea typeface="黑体" panose="02010609060101010101" pitchFamily="49" charset="-122"/>
              </a:rPr>
              <a:t>全反射与隐失波</a:t>
            </a:r>
          </a:p>
        </p:txBody>
      </p:sp>
    </p:spTree>
    <p:extLst>
      <p:ext uri="{BB962C8B-B14F-4D97-AF65-F5344CB8AC3E}">
        <p14:creationId xmlns:p14="http://schemas.microsoft.com/office/powerpoint/2010/main" val="29162706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45FB44A7-F476-4CC9-BB6F-D7E7687F7719}"/>
              </a:ext>
            </a:extLst>
          </p:cNvPr>
          <p:cNvSpPr/>
          <p:nvPr/>
        </p:nvSpPr>
        <p:spPr>
          <a:xfrm>
            <a:off x="213835" y="151219"/>
            <a:ext cx="3254417" cy="637675"/>
          </a:xfrm>
          <a:prstGeom prst="rect">
            <a:avLst/>
          </a:prstGeom>
        </p:spPr>
        <p:txBody>
          <a:bodyPr wrap="none">
            <a:spAutoFit/>
          </a:bodyPr>
          <a:lstStyle/>
          <a:p>
            <a:pPr>
              <a:lnSpc>
                <a:spcPct val="150000"/>
              </a:lnSpc>
            </a:pPr>
            <a:r>
              <a:rPr lang="en-US" altLang="zh-CN" sz="2800" b="1" dirty="0">
                <a:latin typeface="黑体" panose="02010609060101010101" pitchFamily="49" charset="-122"/>
                <a:ea typeface="黑体" panose="02010609060101010101" pitchFamily="49" charset="-122"/>
              </a:rPr>
              <a:t>§10.1 </a:t>
            </a:r>
            <a:r>
              <a:rPr lang="zh-CN" altLang="en-US" sz="2800" b="1" dirty="0">
                <a:latin typeface="黑体" panose="02010609060101010101" pitchFamily="49" charset="-122"/>
                <a:ea typeface="黑体" panose="02010609060101010101" pitchFamily="49" charset="-122"/>
              </a:rPr>
              <a:t>菲涅耳公式</a:t>
            </a:r>
            <a:endParaRPr lang="en-US" altLang="zh-CN" sz="2800" b="1" dirty="0">
              <a:latin typeface="黑体" panose="02010609060101010101" pitchFamily="49" charset="-122"/>
              <a:ea typeface="黑体" panose="02010609060101010101" pitchFamily="49" charset="-122"/>
            </a:endParaRPr>
          </a:p>
        </p:txBody>
      </p:sp>
      <p:grpSp>
        <p:nvGrpSpPr>
          <p:cNvPr id="13" name="组合 12">
            <a:extLst>
              <a:ext uri="{FF2B5EF4-FFF2-40B4-BE49-F238E27FC236}">
                <a16:creationId xmlns:a16="http://schemas.microsoft.com/office/drawing/2014/main" id="{84AC0878-2262-492B-83B3-752DB7FDB3E9}"/>
              </a:ext>
            </a:extLst>
          </p:cNvPr>
          <p:cNvGrpSpPr/>
          <p:nvPr/>
        </p:nvGrpSpPr>
        <p:grpSpPr>
          <a:xfrm>
            <a:off x="5536617" y="141528"/>
            <a:ext cx="2962476" cy="3062209"/>
            <a:chOff x="5655587" y="983039"/>
            <a:chExt cx="2170299" cy="2142630"/>
          </a:xfrm>
        </p:grpSpPr>
        <p:grpSp>
          <p:nvGrpSpPr>
            <p:cNvPr id="16" name="Group 59">
              <a:extLst>
                <a:ext uri="{FF2B5EF4-FFF2-40B4-BE49-F238E27FC236}">
                  <a16:creationId xmlns:a16="http://schemas.microsoft.com/office/drawing/2014/main" id="{56CB5145-A640-42F7-B555-5C857A8D1F5C}"/>
                </a:ext>
              </a:extLst>
            </p:cNvPr>
            <p:cNvGrpSpPr>
              <a:grpSpLocks/>
            </p:cNvGrpSpPr>
            <p:nvPr/>
          </p:nvGrpSpPr>
          <p:grpSpPr bwMode="auto">
            <a:xfrm>
              <a:off x="5655587" y="983039"/>
              <a:ext cx="2170299" cy="2128308"/>
              <a:chOff x="249" y="336"/>
              <a:chExt cx="2858" cy="2947"/>
            </a:xfrm>
          </p:grpSpPr>
          <p:sp>
            <p:nvSpPr>
              <p:cNvPr id="18" name="Line 13">
                <a:extLst>
                  <a:ext uri="{FF2B5EF4-FFF2-40B4-BE49-F238E27FC236}">
                    <a16:creationId xmlns:a16="http://schemas.microsoft.com/office/drawing/2014/main" id="{9DA63B6A-D867-49E8-B1D8-BC10B6D7F11D}"/>
                  </a:ext>
                </a:extLst>
              </p:cNvPr>
              <p:cNvSpPr>
                <a:spLocks noChangeShapeType="1"/>
              </p:cNvSpPr>
              <p:nvPr/>
            </p:nvSpPr>
            <p:spPr bwMode="auto">
              <a:xfrm>
                <a:off x="483" y="1728"/>
                <a:ext cx="2352" cy="0"/>
              </a:xfrm>
              <a:prstGeom prst="line">
                <a:avLst/>
              </a:prstGeom>
              <a:noFill/>
              <a:ln w="19050">
                <a:solidFill>
                  <a:sysClr val="windowText" lastClr="000000"/>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9" name="Line 14">
                <a:extLst>
                  <a:ext uri="{FF2B5EF4-FFF2-40B4-BE49-F238E27FC236}">
                    <a16:creationId xmlns:a16="http://schemas.microsoft.com/office/drawing/2014/main" id="{A7009901-4D12-4E29-A830-8C048E26B825}"/>
                  </a:ext>
                </a:extLst>
              </p:cNvPr>
              <p:cNvSpPr>
                <a:spLocks noChangeShapeType="1"/>
              </p:cNvSpPr>
              <p:nvPr/>
            </p:nvSpPr>
            <p:spPr bwMode="auto">
              <a:xfrm>
                <a:off x="1683" y="336"/>
                <a:ext cx="0" cy="2688"/>
              </a:xfrm>
              <a:prstGeom prst="line">
                <a:avLst/>
              </a:prstGeom>
              <a:noFill/>
              <a:ln w="19050">
                <a:solidFill>
                  <a:sysClr val="windowText" lastClr="000000"/>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20" name="Line 15">
                <a:extLst>
                  <a:ext uri="{FF2B5EF4-FFF2-40B4-BE49-F238E27FC236}">
                    <a16:creationId xmlns:a16="http://schemas.microsoft.com/office/drawing/2014/main" id="{75B03FE8-784D-438D-849C-33E6E8B73DF5}"/>
                  </a:ext>
                </a:extLst>
              </p:cNvPr>
              <p:cNvSpPr>
                <a:spLocks noChangeShapeType="1"/>
              </p:cNvSpPr>
              <p:nvPr/>
            </p:nvSpPr>
            <p:spPr bwMode="auto">
              <a:xfrm>
                <a:off x="723" y="768"/>
                <a:ext cx="960" cy="960"/>
              </a:xfrm>
              <a:prstGeom prst="line">
                <a:avLst/>
              </a:prstGeom>
              <a:noFill/>
              <a:ln w="19050">
                <a:solidFill>
                  <a:sysClr val="windowText" lastClr="000000"/>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21" name="Line 16">
                <a:extLst>
                  <a:ext uri="{FF2B5EF4-FFF2-40B4-BE49-F238E27FC236}">
                    <a16:creationId xmlns:a16="http://schemas.microsoft.com/office/drawing/2014/main" id="{A954BBDB-CC2C-4E21-A7AF-58EC4DC30885}"/>
                  </a:ext>
                </a:extLst>
              </p:cNvPr>
              <p:cNvSpPr>
                <a:spLocks noChangeShapeType="1"/>
              </p:cNvSpPr>
              <p:nvPr/>
            </p:nvSpPr>
            <p:spPr bwMode="auto">
              <a:xfrm flipV="1">
                <a:off x="1683" y="624"/>
                <a:ext cx="1104" cy="1104"/>
              </a:xfrm>
              <a:prstGeom prst="line">
                <a:avLst/>
              </a:prstGeom>
              <a:noFill/>
              <a:ln w="19050">
                <a:solidFill>
                  <a:sysClr val="windowText" lastClr="000000"/>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22" name="Line 17">
                <a:extLst>
                  <a:ext uri="{FF2B5EF4-FFF2-40B4-BE49-F238E27FC236}">
                    <a16:creationId xmlns:a16="http://schemas.microsoft.com/office/drawing/2014/main" id="{095FBCC9-042C-4DDA-9652-E04EC3A3470D}"/>
                  </a:ext>
                </a:extLst>
              </p:cNvPr>
              <p:cNvSpPr>
                <a:spLocks noChangeShapeType="1"/>
              </p:cNvSpPr>
              <p:nvPr/>
            </p:nvSpPr>
            <p:spPr bwMode="auto">
              <a:xfrm>
                <a:off x="1683" y="1728"/>
                <a:ext cx="672" cy="1440"/>
              </a:xfrm>
              <a:prstGeom prst="line">
                <a:avLst/>
              </a:prstGeom>
              <a:noFill/>
              <a:ln w="19050">
                <a:solidFill>
                  <a:sysClr val="windowText" lastClr="000000"/>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graphicFrame>
            <p:nvGraphicFramePr>
              <p:cNvPr id="23" name="Object 18">
                <a:extLst>
                  <a:ext uri="{FF2B5EF4-FFF2-40B4-BE49-F238E27FC236}">
                    <a16:creationId xmlns:a16="http://schemas.microsoft.com/office/drawing/2014/main" id="{4316B83E-0443-4C5E-AAA8-9CB9F893D5EC}"/>
                  </a:ext>
                </a:extLst>
              </p:cNvPr>
              <p:cNvGraphicFramePr>
                <a:graphicFrameLocks noChangeAspect="1"/>
              </p:cNvGraphicFramePr>
              <p:nvPr>
                <p:extLst>
                  <p:ext uri="{D42A27DB-BD31-4B8C-83A1-F6EECF244321}">
                    <p14:modId xmlns:p14="http://schemas.microsoft.com/office/powerpoint/2010/main" val="1973046207"/>
                  </p:ext>
                </p:extLst>
              </p:nvPr>
            </p:nvGraphicFramePr>
            <p:xfrm>
              <a:off x="1672" y="1189"/>
              <a:ext cx="226" cy="406"/>
            </p:xfrm>
            <a:graphic>
              <a:graphicData uri="http://schemas.openxmlformats.org/presentationml/2006/ole">
                <mc:AlternateContent xmlns:mc="http://schemas.openxmlformats.org/markup-compatibility/2006">
                  <mc:Choice xmlns:v="urn:schemas-microsoft-com:vml" Requires="v">
                    <p:oleObj spid="_x0000_s29777" name="Equation" r:id="rId3" imgW="126720" imgH="228600" progId="Equation.DSMT4">
                      <p:embed/>
                    </p:oleObj>
                  </mc:Choice>
                  <mc:Fallback>
                    <p:oleObj name="Equation" r:id="rId3" imgW="126720" imgH="228600" progId="Equation.DSMT4">
                      <p:embed/>
                      <p:pic>
                        <p:nvPicPr>
                          <p:cNvPr id="145" name="Object 18"/>
                          <p:cNvPicPr>
                            <a:picLocks noChangeAspect="1" noChangeArrowheads="1"/>
                          </p:cNvPicPr>
                          <p:nvPr/>
                        </p:nvPicPr>
                        <p:blipFill>
                          <a:blip r:embed="rId4"/>
                          <a:srcRect/>
                          <a:stretch>
                            <a:fillRect/>
                          </a:stretch>
                        </p:blipFill>
                        <p:spPr bwMode="auto">
                          <a:xfrm>
                            <a:off x="1672" y="1189"/>
                            <a:ext cx="226" cy="40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 name="Object 19">
                <a:extLst>
                  <a:ext uri="{FF2B5EF4-FFF2-40B4-BE49-F238E27FC236}">
                    <a16:creationId xmlns:a16="http://schemas.microsoft.com/office/drawing/2014/main" id="{364D02AB-9107-499C-8B5E-9D4B5F56FF75}"/>
                  </a:ext>
                </a:extLst>
              </p:cNvPr>
              <p:cNvGraphicFramePr>
                <a:graphicFrameLocks noChangeAspect="1"/>
              </p:cNvGraphicFramePr>
              <p:nvPr/>
            </p:nvGraphicFramePr>
            <p:xfrm>
              <a:off x="1491" y="1200"/>
              <a:ext cx="204" cy="384"/>
            </p:xfrm>
            <a:graphic>
              <a:graphicData uri="http://schemas.openxmlformats.org/presentationml/2006/ole">
                <mc:AlternateContent xmlns:mc="http://schemas.openxmlformats.org/markup-compatibility/2006">
                  <mc:Choice xmlns:v="urn:schemas-microsoft-com:vml" Requires="v">
                    <p:oleObj spid="_x0000_s29778" name="Equation" r:id="rId5" imgW="114120" imgH="215640" progId="Equation.3">
                      <p:embed/>
                    </p:oleObj>
                  </mc:Choice>
                  <mc:Fallback>
                    <p:oleObj name="Equation" r:id="rId5" imgW="114120" imgH="215640" progId="Equation.3">
                      <p:embed/>
                      <p:pic>
                        <p:nvPicPr>
                          <p:cNvPr id="146" name="Object 1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91" y="1200"/>
                            <a:ext cx="204"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 name="Object 20">
                <a:extLst>
                  <a:ext uri="{FF2B5EF4-FFF2-40B4-BE49-F238E27FC236}">
                    <a16:creationId xmlns:a16="http://schemas.microsoft.com/office/drawing/2014/main" id="{27DA7FEA-B0C0-4886-8E27-BB4950F2E266}"/>
                  </a:ext>
                </a:extLst>
              </p:cNvPr>
              <p:cNvGraphicFramePr>
                <a:graphicFrameLocks noChangeAspect="1"/>
              </p:cNvGraphicFramePr>
              <p:nvPr/>
            </p:nvGraphicFramePr>
            <p:xfrm>
              <a:off x="1683" y="1920"/>
              <a:ext cx="227" cy="384"/>
            </p:xfrm>
            <a:graphic>
              <a:graphicData uri="http://schemas.openxmlformats.org/presentationml/2006/ole">
                <mc:AlternateContent xmlns:mc="http://schemas.openxmlformats.org/markup-compatibility/2006">
                  <mc:Choice xmlns:v="urn:schemas-microsoft-com:vml" Requires="v">
                    <p:oleObj spid="_x0000_s29779" name="Equation" r:id="rId7" imgW="126720" imgH="215640" progId="Equation.3">
                      <p:embed/>
                    </p:oleObj>
                  </mc:Choice>
                  <mc:Fallback>
                    <p:oleObj name="Equation" r:id="rId7" imgW="126720" imgH="215640" progId="Equation.3">
                      <p:embed/>
                      <p:pic>
                        <p:nvPicPr>
                          <p:cNvPr id="147" name="Object 2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83" y="1920"/>
                            <a:ext cx="227"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 name="Object 21">
                <a:extLst>
                  <a:ext uri="{FF2B5EF4-FFF2-40B4-BE49-F238E27FC236}">
                    <a16:creationId xmlns:a16="http://schemas.microsoft.com/office/drawing/2014/main" id="{FFC7D729-62EA-43C0-94D8-30D226AB1D92}"/>
                  </a:ext>
                </a:extLst>
              </p:cNvPr>
              <p:cNvGraphicFramePr>
                <a:graphicFrameLocks noChangeAspect="1"/>
              </p:cNvGraphicFramePr>
              <p:nvPr/>
            </p:nvGraphicFramePr>
            <p:xfrm>
              <a:off x="2307" y="1728"/>
              <a:ext cx="295" cy="384"/>
            </p:xfrm>
            <a:graphic>
              <a:graphicData uri="http://schemas.openxmlformats.org/presentationml/2006/ole">
                <mc:AlternateContent xmlns:mc="http://schemas.openxmlformats.org/markup-compatibility/2006">
                  <mc:Choice xmlns:v="urn:schemas-microsoft-com:vml" Requires="v">
                    <p:oleObj spid="_x0000_s29780" name="Equation" r:id="rId9" imgW="164880" imgH="215640" progId="Equation.3">
                      <p:embed/>
                    </p:oleObj>
                  </mc:Choice>
                  <mc:Fallback>
                    <p:oleObj name="Equation" r:id="rId9" imgW="164880" imgH="215640" progId="Equation.3">
                      <p:embed/>
                      <p:pic>
                        <p:nvPicPr>
                          <p:cNvPr id="148" name="Object 2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307" y="1728"/>
                            <a:ext cx="295"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7" name="Object 22">
                <a:extLst>
                  <a:ext uri="{FF2B5EF4-FFF2-40B4-BE49-F238E27FC236}">
                    <a16:creationId xmlns:a16="http://schemas.microsoft.com/office/drawing/2014/main" id="{C76DF9E0-38CB-47CD-88E7-664A45358CFF}"/>
                  </a:ext>
                </a:extLst>
              </p:cNvPr>
              <p:cNvGraphicFramePr>
                <a:graphicFrameLocks noChangeAspect="1"/>
              </p:cNvGraphicFramePr>
              <p:nvPr/>
            </p:nvGraphicFramePr>
            <p:xfrm>
              <a:off x="2355" y="1344"/>
              <a:ext cx="272" cy="384"/>
            </p:xfrm>
            <a:graphic>
              <a:graphicData uri="http://schemas.openxmlformats.org/presentationml/2006/ole">
                <mc:AlternateContent xmlns:mc="http://schemas.openxmlformats.org/markup-compatibility/2006">
                  <mc:Choice xmlns:v="urn:schemas-microsoft-com:vml" Requires="v">
                    <p:oleObj spid="_x0000_s29781" name="Equation" r:id="rId11" imgW="152280" imgH="215640" progId="Equation.3">
                      <p:embed/>
                    </p:oleObj>
                  </mc:Choice>
                  <mc:Fallback>
                    <p:oleObj name="Equation" r:id="rId11" imgW="152280" imgH="215640" progId="Equation.3">
                      <p:embed/>
                      <p:pic>
                        <p:nvPicPr>
                          <p:cNvPr id="149" name="Object 2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355" y="1344"/>
                            <a:ext cx="272"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8" name="Object 23">
                <a:extLst>
                  <a:ext uri="{FF2B5EF4-FFF2-40B4-BE49-F238E27FC236}">
                    <a16:creationId xmlns:a16="http://schemas.microsoft.com/office/drawing/2014/main" id="{10F3BA13-E8B5-421E-8F17-2A84B55D0F5C}"/>
                  </a:ext>
                </a:extLst>
              </p:cNvPr>
              <p:cNvGraphicFramePr>
                <a:graphicFrameLocks noChangeAspect="1"/>
              </p:cNvGraphicFramePr>
              <p:nvPr>
                <p:extLst>
                  <p:ext uri="{D42A27DB-BD31-4B8C-83A1-F6EECF244321}">
                    <p14:modId xmlns:p14="http://schemas.microsoft.com/office/powerpoint/2010/main" val="808121251"/>
                  </p:ext>
                </p:extLst>
              </p:nvPr>
            </p:nvGraphicFramePr>
            <p:xfrm>
              <a:off x="1554" y="2990"/>
              <a:ext cx="272" cy="293"/>
            </p:xfrm>
            <a:graphic>
              <a:graphicData uri="http://schemas.openxmlformats.org/presentationml/2006/ole">
                <mc:AlternateContent xmlns:mc="http://schemas.openxmlformats.org/markup-compatibility/2006">
                  <mc:Choice xmlns:v="urn:schemas-microsoft-com:vml" Requires="v">
                    <p:oleObj spid="_x0000_s29782" name="Equation" r:id="rId13" imgW="152280" imgH="164880" progId="Equation.DSMT4">
                      <p:embed/>
                    </p:oleObj>
                  </mc:Choice>
                  <mc:Fallback>
                    <p:oleObj name="Equation" r:id="rId13" imgW="152280" imgH="164880" progId="Equation.DSMT4">
                      <p:embed/>
                      <p:pic>
                        <p:nvPicPr>
                          <p:cNvPr id="150" name="Object 23"/>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554" y="2990"/>
                            <a:ext cx="272" cy="29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4" name="Object 52">
                <a:extLst>
                  <a:ext uri="{FF2B5EF4-FFF2-40B4-BE49-F238E27FC236}">
                    <a16:creationId xmlns:a16="http://schemas.microsoft.com/office/drawing/2014/main" id="{9D01AE22-7820-4A98-92CC-C5DF35B2D867}"/>
                  </a:ext>
                </a:extLst>
              </p:cNvPr>
              <p:cNvGraphicFramePr>
                <a:graphicFrameLocks noChangeAspect="1"/>
              </p:cNvGraphicFramePr>
              <p:nvPr/>
            </p:nvGraphicFramePr>
            <p:xfrm>
              <a:off x="612" y="2704"/>
              <a:ext cx="272" cy="292"/>
            </p:xfrm>
            <a:graphic>
              <a:graphicData uri="http://schemas.openxmlformats.org/presentationml/2006/ole">
                <mc:AlternateContent xmlns:mc="http://schemas.openxmlformats.org/markup-compatibility/2006">
                  <mc:Choice xmlns:v="urn:schemas-microsoft-com:vml" Requires="v">
                    <p:oleObj spid="_x0000_s29783" name="Equation" r:id="rId15" imgW="152280" imgH="164880" progId="Equation.DSMT4">
                      <p:embed/>
                    </p:oleObj>
                  </mc:Choice>
                  <mc:Fallback>
                    <p:oleObj name="Equation" r:id="rId15" imgW="152280" imgH="164880" progId="Equation.DSMT4">
                      <p:embed/>
                      <p:pic>
                        <p:nvPicPr>
                          <p:cNvPr id="176" name="Object 52"/>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612" y="2704"/>
                            <a:ext cx="272" cy="2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5" name="Object 53">
                <a:extLst>
                  <a:ext uri="{FF2B5EF4-FFF2-40B4-BE49-F238E27FC236}">
                    <a16:creationId xmlns:a16="http://schemas.microsoft.com/office/drawing/2014/main" id="{D785D7BA-ED8E-409F-B63A-6915FB6E5FC0}"/>
                  </a:ext>
                </a:extLst>
              </p:cNvPr>
              <p:cNvGraphicFramePr>
                <a:graphicFrameLocks noChangeAspect="1"/>
              </p:cNvGraphicFramePr>
              <p:nvPr/>
            </p:nvGraphicFramePr>
            <p:xfrm>
              <a:off x="1247" y="2069"/>
              <a:ext cx="318" cy="292"/>
            </p:xfrm>
            <a:graphic>
              <a:graphicData uri="http://schemas.openxmlformats.org/presentationml/2006/ole">
                <mc:AlternateContent xmlns:mc="http://schemas.openxmlformats.org/markup-compatibility/2006">
                  <mc:Choice xmlns:v="urn:schemas-microsoft-com:vml" Requires="v">
                    <p:oleObj spid="_x0000_s29784" name="Equation" r:id="rId17" imgW="177480" imgH="164880" progId="Equation.DSMT4">
                      <p:embed/>
                    </p:oleObj>
                  </mc:Choice>
                  <mc:Fallback>
                    <p:oleObj name="Equation" r:id="rId17" imgW="177480" imgH="164880" progId="Equation.DSMT4">
                      <p:embed/>
                      <p:pic>
                        <p:nvPicPr>
                          <p:cNvPr id="177" name="Object 53"/>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247" y="2069"/>
                            <a:ext cx="318" cy="2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6" name="Object 54">
                <a:extLst>
                  <a:ext uri="{FF2B5EF4-FFF2-40B4-BE49-F238E27FC236}">
                    <a16:creationId xmlns:a16="http://schemas.microsoft.com/office/drawing/2014/main" id="{E4DC32FB-0604-4828-8B2A-02CC8B202631}"/>
                  </a:ext>
                </a:extLst>
              </p:cNvPr>
              <p:cNvGraphicFramePr>
                <a:graphicFrameLocks noChangeAspect="1"/>
              </p:cNvGraphicFramePr>
              <p:nvPr/>
            </p:nvGraphicFramePr>
            <p:xfrm>
              <a:off x="249" y="2069"/>
              <a:ext cx="297" cy="349"/>
            </p:xfrm>
            <a:graphic>
              <a:graphicData uri="http://schemas.openxmlformats.org/presentationml/2006/ole">
                <mc:AlternateContent xmlns:mc="http://schemas.openxmlformats.org/markup-compatibility/2006">
                  <mc:Choice xmlns:v="urn:schemas-microsoft-com:vml" Requires="v">
                    <p:oleObj spid="_x0000_s29785" name="Equation" r:id="rId19" imgW="139680" imgH="164880" progId="Equation.DSMT4">
                      <p:embed/>
                    </p:oleObj>
                  </mc:Choice>
                  <mc:Fallback>
                    <p:oleObj name="Equation" r:id="rId19" imgW="139680" imgH="164880" progId="Equation.DSMT4">
                      <p:embed/>
                      <p:pic>
                        <p:nvPicPr>
                          <p:cNvPr id="178" name="Object 54"/>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49" y="2069"/>
                            <a:ext cx="297" cy="34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7" name="Line 55">
                <a:extLst>
                  <a:ext uri="{FF2B5EF4-FFF2-40B4-BE49-F238E27FC236}">
                    <a16:creationId xmlns:a16="http://schemas.microsoft.com/office/drawing/2014/main" id="{6BCDD498-F3C0-42A9-B46F-75A451209A3D}"/>
                  </a:ext>
                </a:extLst>
              </p:cNvPr>
              <p:cNvSpPr>
                <a:spLocks noChangeShapeType="1"/>
              </p:cNvSpPr>
              <p:nvPr/>
            </p:nvSpPr>
            <p:spPr bwMode="auto">
              <a:xfrm flipH="1">
                <a:off x="736" y="2217"/>
                <a:ext cx="6" cy="483"/>
              </a:xfrm>
              <a:prstGeom prst="line">
                <a:avLst/>
              </a:prstGeom>
              <a:noFill/>
              <a:ln w="19050">
                <a:solidFill>
                  <a:sysClr val="windowText" lastClr="000000"/>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58" name="Line 56">
                <a:extLst>
                  <a:ext uri="{FF2B5EF4-FFF2-40B4-BE49-F238E27FC236}">
                    <a16:creationId xmlns:a16="http://schemas.microsoft.com/office/drawing/2014/main" id="{6D56E81F-DD7A-4947-B378-183F4EA4B55B}"/>
                  </a:ext>
                </a:extLst>
              </p:cNvPr>
              <p:cNvSpPr>
                <a:spLocks noChangeShapeType="1"/>
              </p:cNvSpPr>
              <p:nvPr/>
            </p:nvSpPr>
            <p:spPr bwMode="auto">
              <a:xfrm>
                <a:off x="729" y="2205"/>
                <a:ext cx="576" cy="0"/>
              </a:xfrm>
              <a:prstGeom prst="line">
                <a:avLst/>
              </a:prstGeom>
              <a:noFill/>
              <a:ln w="19050">
                <a:solidFill>
                  <a:sysClr val="windowText" lastClr="000000"/>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59" name="Line 57">
                <a:extLst>
                  <a:ext uri="{FF2B5EF4-FFF2-40B4-BE49-F238E27FC236}">
                    <a16:creationId xmlns:a16="http://schemas.microsoft.com/office/drawing/2014/main" id="{EEB4BD17-71A8-414A-9E81-57F0C4CEFED9}"/>
                  </a:ext>
                </a:extLst>
              </p:cNvPr>
              <p:cNvSpPr>
                <a:spLocks noChangeShapeType="1"/>
              </p:cNvSpPr>
              <p:nvPr/>
            </p:nvSpPr>
            <p:spPr bwMode="auto">
              <a:xfrm flipH="1">
                <a:off x="393" y="2205"/>
                <a:ext cx="336" cy="192"/>
              </a:xfrm>
              <a:prstGeom prst="line">
                <a:avLst/>
              </a:prstGeom>
              <a:noFill/>
              <a:ln w="19050">
                <a:solidFill>
                  <a:sysClr val="windowText" lastClr="000000"/>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graphicFrame>
            <p:nvGraphicFramePr>
              <p:cNvPr id="60" name="Object 58">
                <a:extLst>
                  <a:ext uri="{FF2B5EF4-FFF2-40B4-BE49-F238E27FC236}">
                    <a16:creationId xmlns:a16="http://schemas.microsoft.com/office/drawing/2014/main" id="{F6F662DE-F905-4699-B0FE-781BF2A16F00}"/>
                  </a:ext>
                </a:extLst>
              </p:cNvPr>
              <p:cNvGraphicFramePr>
                <a:graphicFrameLocks noChangeAspect="1"/>
              </p:cNvGraphicFramePr>
              <p:nvPr/>
            </p:nvGraphicFramePr>
            <p:xfrm>
              <a:off x="2789" y="1570"/>
              <a:ext cx="318" cy="292"/>
            </p:xfrm>
            <a:graphic>
              <a:graphicData uri="http://schemas.openxmlformats.org/presentationml/2006/ole">
                <mc:AlternateContent xmlns:mc="http://schemas.openxmlformats.org/markup-compatibility/2006">
                  <mc:Choice xmlns:v="urn:schemas-microsoft-com:vml" Requires="v">
                    <p:oleObj spid="_x0000_s29786" name="Equation" r:id="rId21" imgW="177480" imgH="164880" progId="Equation.DSMT4">
                      <p:embed/>
                    </p:oleObj>
                  </mc:Choice>
                  <mc:Fallback>
                    <p:oleObj name="Equation" r:id="rId21" imgW="177480" imgH="164880" progId="Equation.DSMT4">
                      <p:embed/>
                      <p:pic>
                        <p:nvPicPr>
                          <p:cNvPr id="182" name="Object 58"/>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789" y="1570"/>
                            <a:ext cx="318" cy="2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15" name="Object 23">
              <a:extLst>
                <a:ext uri="{FF2B5EF4-FFF2-40B4-BE49-F238E27FC236}">
                  <a16:creationId xmlns:a16="http://schemas.microsoft.com/office/drawing/2014/main" id="{E85A9F6E-4546-4585-BC2F-7CC5411E7711}"/>
                </a:ext>
              </a:extLst>
            </p:cNvPr>
            <p:cNvGraphicFramePr>
              <a:graphicFrameLocks noChangeAspect="1"/>
            </p:cNvGraphicFramePr>
            <p:nvPr>
              <p:extLst>
                <p:ext uri="{D42A27DB-BD31-4B8C-83A1-F6EECF244321}">
                  <p14:modId xmlns:p14="http://schemas.microsoft.com/office/powerpoint/2010/main" val="1140966659"/>
                </p:ext>
              </p:extLst>
            </p:nvPr>
          </p:nvGraphicFramePr>
          <p:xfrm>
            <a:off x="6826657" y="2898656"/>
            <a:ext cx="173037" cy="227013"/>
          </p:xfrm>
          <a:graphic>
            <a:graphicData uri="http://schemas.openxmlformats.org/presentationml/2006/ole">
              <mc:AlternateContent xmlns:mc="http://schemas.openxmlformats.org/markup-compatibility/2006">
                <mc:Choice xmlns:v="urn:schemas-microsoft-com:vml" Requires="v">
                  <p:oleObj spid="_x0000_s29787" name="Equation" r:id="rId22" imgW="126720" imgH="177480" progId="Equation.DSMT4">
                    <p:embed/>
                  </p:oleObj>
                </mc:Choice>
                <mc:Fallback>
                  <p:oleObj name="Equation" r:id="rId22" imgW="126720" imgH="177480" progId="Equation.DSMT4">
                    <p:embed/>
                    <p:pic>
                      <p:nvPicPr>
                        <p:cNvPr id="137" name="Object 23"/>
                        <p:cNvPicPr>
                          <a:picLocks noChangeAspect="1" noChangeArrowheads="1"/>
                        </p:cNvPicPr>
                        <p:nvPr/>
                      </p:nvPicPr>
                      <p:blipFill>
                        <a:blip r:embed="rId23"/>
                        <a:srcRect/>
                        <a:stretch>
                          <a:fillRect/>
                        </a:stretch>
                      </p:blipFill>
                      <p:spPr bwMode="auto">
                        <a:xfrm>
                          <a:off x="6826657" y="2898656"/>
                          <a:ext cx="173037" cy="2270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66" name="文本框 65">
            <a:extLst>
              <a:ext uri="{FF2B5EF4-FFF2-40B4-BE49-F238E27FC236}">
                <a16:creationId xmlns:a16="http://schemas.microsoft.com/office/drawing/2014/main" id="{6DF0C66C-2598-4D64-B3C6-7CAE64776CFC}"/>
              </a:ext>
            </a:extLst>
          </p:cNvPr>
          <p:cNvSpPr txBox="1"/>
          <p:nvPr/>
        </p:nvSpPr>
        <p:spPr>
          <a:xfrm>
            <a:off x="59276" y="1024291"/>
            <a:ext cx="3914881" cy="830997"/>
          </a:xfrm>
          <a:prstGeom prst="rect">
            <a:avLst/>
          </a:prstGeom>
          <a:noFill/>
        </p:spPr>
        <p:txBody>
          <a:bodyPr wrap="square" rtlCol="0">
            <a:spAutoFit/>
          </a:bodyPr>
          <a:lstStyle/>
          <a:p>
            <a:pPr marL="342900" indent="-342900">
              <a:buFont typeface="Wingdings" panose="05000000000000000000" pitchFamily="2" charset="2"/>
              <a:buChar char="l"/>
            </a:pPr>
            <a:r>
              <a:rPr lang="zh-CN" altLang="en-US" sz="2400" dirty="0">
                <a:latin typeface="黑体" panose="02010609060101010101" pitchFamily="49" charset="-122"/>
                <a:ea typeface="黑体" panose="02010609060101010101" pitchFamily="49" charset="-122"/>
              </a:rPr>
              <a:t>平面电磁场在各向同性均匀电介质中具有以下性质</a:t>
            </a:r>
          </a:p>
        </p:txBody>
      </p:sp>
      <p:pic>
        <p:nvPicPr>
          <p:cNvPr id="67" name="图片 66">
            <a:extLst>
              <a:ext uri="{FF2B5EF4-FFF2-40B4-BE49-F238E27FC236}">
                <a16:creationId xmlns:a16="http://schemas.microsoft.com/office/drawing/2014/main" id="{3A70EABE-EE99-44D3-AB81-72194A9A09FA}"/>
              </a:ext>
            </a:extLst>
          </p:cNvPr>
          <p:cNvPicPr>
            <a:picLocks noChangeAspect="1"/>
          </p:cNvPicPr>
          <p:nvPr/>
        </p:nvPicPr>
        <p:blipFill>
          <a:blip r:embed="rId24"/>
          <a:stretch>
            <a:fillRect/>
          </a:stretch>
        </p:blipFill>
        <p:spPr>
          <a:xfrm>
            <a:off x="205847" y="2070613"/>
            <a:ext cx="2717937" cy="3297068"/>
          </a:xfrm>
          <a:prstGeom prst="rect">
            <a:avLst/>
          </a:prstGeom>
        </p:spPr>
      </p:pic>
      <p:grpSp>
        <p:nvGrpSpPr>
          <p:cNvPr id="72" name="组合 71">
            <a:extLst>
              <a:ext uri="{FF2B5EF4-FFF2-40B4-BE49-F238E27FC236}">
                <a16:creationId xmlns:a16="http://schemas.microsoft.com/office/drawing/2014/main" id="{D940D5C6-6E1E-4F38-AC1B-39ED31CF1B0F}"/>
              </a:ext>
            </a:extLst>
          </p:cNvPr>
          <p:cNvGrpSpPr/>
          <p:nvPr/>
        </p:nvGrpSpPr>
        <p:grpSpPr>
          <a:xfrm>
            <a:off x="3533130" y="3377845"/>
            <a:ext cx="5405023" cy="3192155"/>
            <a:chOff x="3450281" y="3633645"/>
            <a:chExt cx="5405023" cy="3192155"/>
          </a:xfrm>
        </p:grpSpPr>
        <p:pic>
          <p:nvPicPr>
            <p:cNvPr id="70" name="图片 69">
              <a:extLst>
                <a:ext uri="{FF2B5EF4-FFF2-40B4-BE49-F238E27FC236}">
                  <a16:creationId xmlns:a16="http://schemas.microsoft.com/office/drawing/2014/main" id="{9B5060A3-27FB-4E7E-B533-BC75BA1980C7}"/>
                </a:ext>
              </a:extLst>
            </p:cNvPr>
            <p:cNvPicPr>
              <a:picLocks noChangeAspect="1"/>
            </p:cNvPicPr>
            <p:nvPr/>
          </p:nvPicPr>
          <p:blipFill>
            <a:blip r:embed="rId25"/>
            <a:stretch>
              <a:fillRect/>
            </a:stretch>
          </p:blipFill>
          <p:spPr>
            <a:xfrm>
              <a:off x="3450281" y="3633645"/>
              <a:ext cx="5328000" cy="1089739"/>
            </a:xfrm>
            <a:prstGeom prst="rect">
              <a:avLst/>
            </a:prstGeom>
          </p:spPr>
        </p:pic>
        <p:pic>
          <p:nvPicPr>
            <p:cNvPr id="71" name="图片 70">
              <a:extLst>
                <a:ext uri="{FF2B5EF4-FFF2-40B4-BE49-F238E27FC236}">
                  <a16:creationId xmlns:a16="http://schemas.microsoft.com/office/drawing/2014/main" id="{10A55CFC-100F-449B-AD3A-CB4AFBC87161}"/>
                </a:ext>
              </a:extLst>
            </p:cNvPr>
            <p:cNvPicPr>
              <a:picLocks noChangeAspect="1"/>
            </p:cNvPicPr>
            <p:nvPr/>
          </p:nvPicPr>
          <p:blipFill>
            <a:blip r:embed="rId26"/>
            <a:stretch>
              <a:fillRect/>
            </a:stretch>
          </p:blipFill>
          <p:spPr>
            <a:xfrm>
              <a:off x="3528686" y="4746299"/>
              <a:ext cx="5326618" cy="2079501"/>
            </a:xfrm>
            <a:prstGeom prst="rect">
              <a:avLst/>
            </a:prstGeom>
          </p:spPr>
        </p:pic>
      </p:grpSp>
    </p:spTree>
    <p:extLst>
      <p:ext uri="{BB962C8B-B14F-4D97-AF65-F5344CB8AC3E}">
        <p14:creationId xmlns:p14="http://schemas.microsoft.com/office/powerpoint/2010/main" val="9629830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6" name="组合 65">
            <a:extLst>
              <a:ext uri="{FF2B5EF4-FFF2-40B4-BE49-F238E27FC236}">
                <a16:creationId xmlns:a16="http://schemas.microsoft.com/office/drawing/2014/main" id="{9521F151-D75F-4293-89D7-FCC65E3BF8AD}"/>
              </a:ext>
            </a:extLst>
          </p:cNvPr>
          <p:cNvGrpSpPr/>
          <p:nvPr/>
        </p:nvGrpSpPr>
        <p:grpSpPr>
          <a:xfrm>
            <a:off x="5931520" y="263862"/>
            <a:ext cx="2962476" cy="3062209"/>
            <a:chOff x="5655587" y="983039"/>
            <a:chExt cx="2170299" cy="2142630"/>
          </a:xfrm>
        </p:grpSpPr>
        <p:grpSp>
          <p:nvGrpSpPr>
            <p:cNvPr id="67" name="Group 59">
              <a:extLst>
                <a:ext uri="{FF2B5EF4-FFF2-40B4-BE49-F238E27FC236}">
                  <a16:creationId xmlns:a16="http://schemas.microsoft.com/office/drawing/2014/main" id="{9BB81F02-3C0F-4040-A742-D266F8F41582}"/>
                </a:ext>
              </a:extLst>
            </p:cNvPr>
            <p:cNvGrpSpPr>
              <a:grpSpLocks/>
            </p:cNvGrpSpPr>
            <p:nvPr/>
          </p:nvGrpSpPr>
          <p:grpSpPr bwMode="auto">
            <a:xfrm>
              <a:off x="5655587" y="983039"/>
              <a:ext cx="2170299" cy="2128308"/>
              <a:chOff x="249" y="336"/>
              <a:chExt cx="2858" cy="2947"/>
            </a:xfrm>
          </p:grpSpPr>
          <p:sp>
            <p:nvSpPr>
              <p:cNvPr id="69" name="Line 13">
                <a:extLst>
                  <a:ext uri="{FF2B5EF4-FFF2-40B4-BE49-F238E27FC236}">
                    <a16:creationId xmlns:a16="http://schemas.microsoft.com/office/drawing/2014/main" id="{57BC1D91-272C-4293-AA6B-58E8193A8E06}"/>
                  </a:ext>
                </a:extLst>
              </p:cNvPr>
              <p:cNvSpPr>
                <a:spLocks noChangeShapeType="1"/>
              </p:cNvSpPr>
              <p:nvPr/>
            </p:nvSpPr>
            <p:spPr bwMode="auto">
              <a:xfrm>
                <a:off x="483" y="1728"/>
                <a:ext cx="2352" cy="0"/>
              </a:xfrm>
              <a:prstGeom prst="line">
                <a:avLst/>
              </a:prstGeom>
              <a:noFill/>
              <a:ln w="19050">
                <a:solidFill>
                  <a:sysClr val="windowText" lastClr="000000"/>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70" name="Line 14">
                <a:extLst>
                  <a:ext uri="{FF2B5EF4-FFF2-40B4-BE49-F238E27FC236}">
                    <a16:creationId xmlns:a16="http://schemas.microsoft.com/office/drawing/2014/main" id="{C8D626E7-2E06-4CAA-9773-7539EF8B1A07}"/>
                  </a:ext>
                </a:extLst>
              </p:cNvPr>
              <p:cNvSpPr>
                <a:spLocks noChangeShapeType="1"/>
              </p:cNvSpPr>
              <p:nvPr/>
            </p:nvSpPr>
            <p:spPr bwMode="auto">
              <a:xfrm>
                <a:off x="1683" y="336"/>
                <a:ext cx="0" cy="2688"/>
              </a:xfrm>
              <a:prstGeom prst="line">
                <a:avLst/>
              </a:prstGeom>
              <a:noFill/>
              <a:ln w="19050">
                <a:solidFill>
                  <a:sysClr val="windowText" lastClr="000000"/>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71" name="Line 15">
                <a:extLst>
                  <a:ext uri="{FF2B5EF4-FFF2-40B4-BE49-F238E27FC236}">
                    <a16:creationId xmlns:a16="http://schemas.microsoft.com/office/drawing/2014/main" id="{41F9B6B1-931C-4F67-B3AF-0EC696B9CCCE}"/>
                  </a:ext>
                </a:extLst>
              </p:cNvPr>
              <p:cNvSpPr>
                <a:spLocks noChangeShapeType="1"/>
              </p:cNvSpPr>
              <p:nvPr/>
            </p:nvSpPr>
            <p:spPr bwMode="auto">
              <a:xfrm>
                <a:off x="723" y="768"/>
                <a:ext cx="960" cy="960"/>
              </a:xfrm>
              <a:prstGeom prst="line">
                <a:avLst/>
              </a:prstGeom>
              <a:noFill/>
              <a:ln w="19050">
                <a:solidFill>
                  <a:sysClr val="windowText" lastClr="000000"/>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72" name="Line 16">
                <a:extLst>
                  <a:ext uri="{FF2B5EF4-FFF2-40B4-BE49-F238E27FC236}">
                    <a16:creationId xmlns:a16="http://schemas.microsoft.com/office/drawing/2014/main" id="{B9B0417D-F0C0-42E9-BBAA-627A3104D989}"/>
                  </a:ext>
                </a:extLst>
              </p:cNvPr>
              <p:cNvSpPr>
                <a:spLocks noChangeShapeType="1"/>
              </p:cNvSpPr>
              <p:nvPr/>
            </p:nvSpPr>
            <p:spPr bwMode="auto">
              <a:xfrm flipV="1">
                <a:off x="1683" y="624"/>
                <a:ext cx="1104" cy="1104"/>
              </a:xfrm>
              <a:prstGeom prst="line">
                <a:avLst/>
              </a:prstGeom>
              <a:noFill/>
              <a:ln w="19050">
                <a:solidFill>
                  <a:sysClr val="windowText" lastClr="000000"/>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73" name="Line 17">
                <a:extLst>
                  <a:ext uri="{FF2B5EF4-FFF2-40B4-BE49-F238E27FC236}">
                    <a16:creationId xmlns:a16="http://schemas.microsoft.com/office/drawing/2014/main" id="{B40BE011-8174-4AFC-9E51-7A3C3F2BD497}"/>
                  </a:ext>
                </a:extLst>
              </p:cNvPr>
              <p:cNvSpPr>
                <a:spLocks noChangeShapeType="1"/>
              </p:cNvSpPr>
              <p:nvPr/>
            </p:nvSpPr>
            <p:spPr bwMode="auto">
              <a:xfrm>
                <a:off x="1683" y="1728"/>
                <a:ext cx="672" cy="1440"/>
              </a:xfrm>
              <a:prstGeom prst="line">
                <a:avLst/>
              </a:prstGeom>
              <a:noFill/>
              <a:ln w="19050">
                <a:solidFill>
                  <a:sysClr val="windowText" lastClr="000000"/>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graphicFrame>
            <p:nvGraphicFramePr>
              <p:cNvPr id="74" name="Object 18">
                <a:extLst>
                  <a:ext uri="{FF2B5EF4-FFF2-40B4-BE49-F238E27FC236}">
                    <a16:creationId xmlns:a16="http://schemas.microsoft.com/office/drawing/2014/main" id="{9B2D153F-950D-4AA9-91BE-690862772988}"/>
                  </a:ext>
                </a:extLst>
              </p:cNvPr>
              <p:cNvGraphicFramePr>
                <a:graphicFrameLocks noChangeAspect="1"/>
              </p:cNvGraphicFramePr>
              <p:nvPr>
                <p:extLst>
                  <p:ext uri="{D42A27DB-BD31-4B8C-83A1-F6EECF244321}">
                    <p14:modId xmlns:p14="http://schemas.microsoft.com/office/powerpoint/2010/main" val="1788595586"/>
                  </p:ext>
                </p:extLst>
              </p:nvPr>
            </p:nvGraphicFramePr>
            <p:xfrm>
              <a:off x="1672" y="1189"/>
              <a:ext cx="226" cy="406"/>
            </p:xfrm>
            <a:graphic>
              <a:graphicData uri="http://schemas.openxmlformats.org/presentationml/2006/ole">
                <mc:AlternateContent xmlns:mc="http://schemas.openxmlformats.org/markup-compatibility/2006">
                  <mc:Choice xmlns:v="urn:schemas-microsoft-com:vml" Requires="v">
                    <p:oleObj spid="_x0000_s30778" name="Equation" r:id="rId3" imgW="126720" imgH="228600" progId="Equation.DSMT4">
                      <p:embed/>
                    </p:oleObj>
                  </mc:Choice>
                  <mc:Fallback>
                    <p:oleObj name="Equation" r:id="rId3" imgW="126720" imgH="228600" progId="Equation.DSMT4">
                      <p:embed/>
                      <p:pic>
                        <p:nvPicPr>
                          <p:cNvPr id="23" name="Object 18">
                            <a:extLst>
                              <a:ext uri="{FF2B5EF4-FFF2-40B4-BE49-F238E27FC236}">
                                <a16:creationId xmlns:a16="http://schemas.microsoft.com/office/drawing/2014/main" id="{4316B83E-0443-4C5E-AAA8-9CB9F893D5EC}"/>
                              </a:ext>
                            </a:extLst>
                          </p:cNvPr>
                          <p:cNvPicPr>
                            <a:picLocks noChangeAspect="1" noChangeArrowheads="1"/>
                          </p:cNvPicPr>
                          <p:nvPr/>
                        </p:nvPicPr>
                        <p:blipFill>
                          <a:blip r:embed="rId4"/>
                          <a:srcRect/>
                          <a:stretch>
                            <a:fillRect/>
                          </a:stretch>
                        </p:blipFill>
                        <p:spPr bwMode="auto">
                          <a:xfrm>
                            <a:off x="1672" y="1189"/>
                            <a:ext cx="226" cy="40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5" name="Object 19">
                <a:extLst>
                  <a:ext uri="{FF2B5EF4-FFF2-40B4-BE49-F238E27FC236}">
                    <a16:creationId xmlns:a16="http://schemas.microsoft.com/office/drawing/2014/main" id="{000A4DCC-851D-4572-9492-29341EC0F552}"/>
                  </a:ext>
                </a:extLst>
              </p:cNvPr>
              <p:cNvGraphicFramePr>
                <a:graphicFrameLocks noChangeAspect="1"/>
              </p:cNvGraphicFramePr>
              <p:nvPr/>
            </p:nvGraphicFramePr>
            <p:xfrm>
              <a:off x="1491" y="1200"/>
              <a:ext cx="204" cy="384"/>
            </p:xfrm>
            <a:graphic>
              <a:graphicData uri="http://schemas.openxmlformats.org/presentationml/2006/ole">
                <mc:AlternateContent xmlns:mc="http://schemas.openxmlformats.org/markup-compatibility/2006">
                  <mc:Choice xmlns:v="urn:schemas-microsoft-com:vml" Requires="v">
                    <p:oleObj spid="_x0000_s30779" name="Equation" r:id="rId5" imgW="114120" imgH="215640" progId="Equation.3">
                      <p:embed/>
                    </p:oleObj>
                  </mc:Choice>
                  <mc:Fallback>
                    <p:oleObj name="Equation" r:id="rId5" imgW="114120" imgH="215640" progId="Equation.3">
                      <p:embed/>
                      <p:pic>
                        <p:nvPicPr>
                          <p:cNvPr id="24" name="Object 19">
                            <a:extLst>
                              <a:ext uri="{FF2B5EF4-FFF2-40B4-BE49-F238E27FC236}">
                                <a16:creationId xmlns:a16="http://schemas.microsoft.com/office/drawing/2014/main" id="{364D02AB-9107-499C-8B5E-9D4B5F56FF7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91" y="1200"/>
                            <a:ext cx="204"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6" name="Object 20">
                <a:extLst>
                  <a:ext uri="{FF2B5EF4-FFF2-40B4-BE49-F238E27FC236}">
                    <a16:creationId xmlns:a16="http://schemas.microsoft.com/office/drawing/2014/main" id="{D2B4A55B-4306-4793-898F-86880038421F}"/>
                  </a:ext>
                </a:extLst>
              </p:cNvPr>
              <p:cNvGraphicFramePr>
                <a:graphicFrameLocks noChangeAspect="1"/>
              </p:cNvGraphicFramePr>
              <p:nvPr/>
            </p:nvGraphicFramePr>
            <p:xfrm>
              <a:off x="1683" y="1920"/>
              <a:ext cx="227" cy="384"/>
            </p:xfrm>
            <a:graphic>
              <a:graphicData uri="http://schemas.openxmlformats.org/presentationml/2006/ole">
                <mc:AlternateContent xmlns:mc="http://schemas.openxmlformats.org/markup-compatibility/2006">
                  <mc:Choice xmlns:v="urn:schemas-microsoft-com:vml" Requires="v">
                    <p:oleObj spid="_x0000_s30780" name="Equation" r:id="rId7" imgW="126720" imgH="215640" progId="Equation.3">
                      <p:embed/>
                    </p:oleObj>
                  </mc:Choice>
                  <mc:Fallback>
                    <p:oleObj name="Equation" r:id="rId7" imgW="126720" imgH="215640" progId="Equation.3">
                      <p:embed/>
                      <p:pic>
                        <p:nvPicPr>
                          <p:cNvPr id="25" name="Object 20">
                            <a:extLst>
                              <a:ext uri="{FF2B5EF4-FFF2-40B4-BE49-F238E27FC236}">
                                <a16:creationId xmlns:a16="http://schemas.microsoft.com/office/drawing/2014/main" id="{27DA7FEA-B0C0-4886-8E27-BB4950F2E266}"/>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83" y="1920"/>
                            <a:ext cx="227"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7" name="Object 21">
                <a:extLst>
                  <a:ext uri="{FF2B5EF4-FFF2-40B4-BE49-F238E27FC236}">
                    <a16:creationId xmlns:a16="http://schemas.microsoft.com/office/drawing/2014/main" id="{AC69F41F-4B3A-41FC-B3B9-7AD4AB218295}"/>
                  </a:ext>
                </a:extLst>
              </p:cNvPr>
              <p:cNvGraphicFramePr>
                <a:graphicFrameLocks noChangeAspect="1"/>
              </p:cNvGraphicFramePr>
              <p:nvPr/>
            </p:nvGraphicFramePr>
            <p:xfrm>
              <a:off x="2307" y="1728"/>
              <a:ext cx="295" cy="384"/>
            </p:xfrm>
            <a:graphic>
              <a:graphicData uri="http://schemas.openxmlformats.org/presentationml/2006/ole">
                <mc:AlternateContent xmlns:mc="http://schemas.openxmlformats.org/markup-compatibility/2006">
                  <mc:Choice xmlns:v="urn:schemas-microsoft-com:vml" Requires="v">
                    <p:oleObj spid="_x0000_s30781" name="Equation" r:id="rId9" imgW="164880" imgH="215640" progId="Equation.3">
                      <p:embed/>
                    </p:oleObj>
                  </mc:Choice>
                  <mc:Fallback>
                    <p:oleObj name="Equation" r:id="rId9" imgW="164880" imgH="215640" progId="Equation.3">
                      <p:embed/>
                      <p:pic>
                        <p:nvPicPr>
                          <p:cNvPr id="26" name="Object 21">
                            <a:extLst>
                              <a:ext uri="{FF2B5EF4-FFF2-40B4-BE49-F238E27FC236}">
                                <a16:creationId xmlns:a16="http://schemas.microsoft.com/office/drawing/2014/main" id="{FFC7D729-62EA-43C0-94D8-30D226AB1D92}"/>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307" y="1728"/>
                            <a:ext cx="295"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8" name="Object 22">
                <a:extLst>
                  <a:ext uri="{FF2B5EF4-FFF2-40B4-BE49-F238E27FC236}">
                    <a16:creationId xmlns:a16="http://schemas.microsoft.com/office/drawing/2014/main" id="{69C03B8B-FFAC-48FC-BEC7-182067F9F926}"/>
                  </a:ext>
                </a:extLst>
              </p:cNvPr>
              <p:cNvGraphicFramePr>
                <a:graphicFrameLocks noChangeAspect="1"/>
              </p:cNvGraphicFramePr>
              <p:nvPr/>
            </p:nvGraphicFramePr>
            <p:xfrm>
              <a:off x="2355" y="1344"/>
              <a:ext cx="272" cy="384"/>
            </p:xfrm>
            <a:graphic>
              <a:graphicData uri="http://schemas.openxmlformats.org/presentationml/2006/ole">
                <mc:AlternateContent xmlns:mc="http://schemas.openxmlformats.org/markup-compatibility/2006">
                  <mc:Choice xmlns:v="urn:schemas-microsoft-com:vml" Requires="v">
                    <p:oleObj spid="_x0000_s30782" name="Equation" r:id="rId11" imgW="152280" imgH="215640" progId="Equation.3">
                      <p:embed/>
                    </p:oleObj>
                  </mc:Choice>
                  <mc:Fallback>
                    <p:oleObj name="Equation" r:id="rId11" imgW="152280" imgH="215640" progId="Equation.3">
                      <p:embed/>
                      <p:pic>
                        <p:nvPicPr>
                          <p:cNvPr id="27" name="Object 22">
                            <a:extLst>
                              <a:ext uri="{FF2B5EF4-FFF2-40B4-BE49-F238E27FC236}">
                                <a16:creationId xmlns:a16="http://schemas.microsoft.com/office/drawing/2014/main" id="{C76DF9E0-38CB-47CD-88E7-664A45358CFF}"/>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355" y="1344"/>
                            <a:ext cx="272"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9" name="Object 23">
                <a:extLst>
                  <a:ext uri="{FF2B5EF4-FFF2-40B4-BE49-F238E27FC236}">
                    <a16:creationId xmlns:a16="http://schemas.microsoft.com/office/drawing/2014/main" id="{40C09CD2-A33D-44C6-B3EE-CDD89427A963}"/>
                  </a:ext>
                </a:extLst>
              </p:cNvPr>
              <p:cNvGraphicFramePr>
                <a:graphicFrameLocks noChangeAspect="1"/>
              </p:cNvGraphicFramePr>
              <p:nvPr>
                <p:extLst>
                  <p:ext uri="{D42A27DB-BD31-4B8C-83A1-F6EECF244321}">
                    <p14:modId xmlns:p14="http://schemas.microsoft.com/office/powerpoint/2010/main" val="446285067"/>
                  </p:ext>
                </p:extLst>
              </p:nvPr>
            </p:nvGraphicFramePr>
            <p:xfrm>
              <a:off x="1554" y="2990"/>
              <a:ext cx="272" cy="293"/>
            </p:xfrm>
            <a:graphic>
              <a:graphicData uri="http://schemas.openxmlformats.org/presentationml/2006/ole">
                <mc:AlternateContent xmlns:mc="http://schemas.openxmlformats.org/markup-compatibility/2006">
                  <mc:Choice xmlns:v="urn:schemas-microsoft-com:vml" Requires="v">
                    <p:oleObj spid="_x0000_s30783" name="Equation" r:id="rId13" imgW="152280" imgH="164880" progId="Equation.DSMT4">
                      <p:embed/>
                    </p:oleObj>
                  </mc:Choice>
                  <mc:Fallback>
                    <p:oleObj name="Equation" r:id="rId13" imgW="152280" imgH="164880" progId="Equation.DSMT4">
                      <p:embed/>
                      <p:pic>
                        <p:nvPicPr>
                          <p:cNvPr id="28" name="Object 23">
                            <a:extLst>
                              <a:ext uri="{FF2B5EF4-FFF2-40B4-BE49-F238E27FC236}">
                                <a16:creationId xmlns:a16="http://schemas.microsoft.com/office/drawing/2014/main" id="{10F3BA13-E8B5-421E-8F17-2A84B55D0F5C}"/>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554" y="2990"/>
                            <a:ext cx="272" cy="29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0" name="Object 52">
                <a:extLst>
                  <a:ext uri="{FF2B5EF4-FFF2-40B4-BE49-F238E27FC236}">
                    <a16:creationId xmlns:a16="http://schemas.microsoft.com/office/drawing/2014/main" id="{27DFF061-9994-457D-98D7-CD755B94A1C0}"/>
                  </a:ext>
                </a:extLst>
              </p:cNvPr>
              <p:cNvGraphicFramePr>
                <a:graphicFrameLocks noChangeAspect="1"/>
              </p:cNvGraphicFramePr>
              <p:nvPr/>
            </p:nvGraphicFramePr>
            <p:xfrm>
              <a:off x="612" y="2704"/>
              <a:ext cx="272" cy="292"/>
            </p:xfrm>
            <a:graphic>
              <a:graphicData uri="http://schemas.openxmlformats.org/presentationml/2006/ole">
                <mc:AlternateContent xmlns:mc="http://schemas.openxmlformats.org/markup-compatibility/2006">
                  <mc:Choice xmlns:v="urn:schemas-microsoft-com:vml" Requires="v">
                    <p:oleObj spid="_x0000_s30784" name="Equation" r:id="rId15" imgW="152280" imgH="164880" progId="Equation.DSMT4">
                      <p:embed/>
                    </p:oleObj>
                  </mc:Choice>
                  <mc:Fallback>
                    <p:oleObj name="Equation" r:id="rId15" imgW="152280" imgH="164880" progId="Equation.DSMT4">
                      <p:embed/>
                      <p:pic>
                        <p:nvPicPr>
                          <p:cNvPr id="54" name="Object 52">
                            <a:extLst>
                              <a:ext uri="{FF2B5EF4-FFF2-40B4-BE49-F238E27FC236}">
                                <a16:creationId xmlns:a16="http://schemas.microsoft.com/office/drawing/2014/main" id="{9D01AE22-7820-4A98-92CC-C5DF35B2D867}"/>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612" y="2704"/>
                            <a:ext cx="272" cy="2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1" name="Object 53">
                <a:extLst>
                  <a:ext uri="{FF2B5EF4-FFF2-40B4-BE49-F238E27FC236}">
                    <a16:creationId xmlns:a16="http://schemas.microsoft.com/office/drawing/2014/main" id="{0C11EA19-F446-46B5-BD05-02848739B1EC}"/>
                  </a:ext>
                </a:extLst>
              </p:cNvPr>
              <p:cNvGraphicFramePr>
                <a:graphicFrameLocks noChangeAspect="1"/>
              </p:cNvGraphicFramePr>
              <p:nvPr/>
            </p:nvGraphicFramePr>
            <p:xfrm>
              <a:off x="1247" y="2069"/>
              <a:ext cx="318" cy="292"/>
            </p:xfrm>
            <a:graphic>
              <a:graphicData uri="http://schemas.openxmlformats.org/presentationml/2006/ole">
                <mc:AlternateContent xmlns:mc="http://schemas.openxmlformats.org/markup-compatibility/2006">
                  <mc:Choice xmlns:v="urn:schemas-microsoft-com:vml" Requires="v">
                    <p:oleObj spid="_x0000_s30785" name="Equation" r:id="rId17" imgW="177480" imgH="164880" progId="Equation.DSMT4">
                      <p:embed/>
                    </p:oleObj>
                  </mc:Choice>
                  <mc:Fallback>
                    <p:oleObj name="Equation" r:id="rId17" imgW="177480" imgH="164880" progId="Equation.DSMT4">
                      <p:embed/>
                      <p:pic>
                        <p:nvPicPr>
                          <p:cNvPr id="55" name="Object 53">
                            <a:extLst>
                              <a:ext uri="{FF2B5EF4-FFF2-40B4-BE49-F238E27FC236}">
                                <a16:creationId xmlns:a16="http://schemas.microsoft.com/office/drawing/2014/main" id="{D785D7BA-ED8E-409F-B63A-6915FB6E5FC0}"/>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247" y="2069"/>
                            <a:ext cx="318" cy="2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2" name="Object 54">
                <a:extLst>
                  <a:ext uri="{FF2B5EF4-FFF2-40B4-BE49-F238E27FC236}">
                    <a16:creationId xmlns:a16="http://schemas.microsoft.com/office/drawing/2014/main" id="{E9081105-0932-4E4D-9FEA-A770DAF18E1E}"/>
                  </a:ext>
                </a:extLst>
              </p:cNvPr>
              <p:cNvGraphicFramePr>
                <a:graphicFrameLocks noChangeAspect="1"/>
              </p:cNvGraphicFramePr>
              <p:nvPr/>
            </p:nvGraphicFramePr>
            <p:xfrm>
              <a:off x="249" y="2069"/>
              <a:ext cx="297" cy="349"/>
            </p:xfrm>
            <a:graphic>
              <a:graphicData uri="http://schemas.openxmlformats.org/presentationml/2006/ole">
                <mc:AlternateContent xmlns:mc="http://schemas.openxmlformats.org/markup-compatibility/2006">
                  <mc:Choice xmlns:v="urn:schemas-microsoft-com:vml" Requires="v">
                    <p:oleObj spid="_x0000_s30786" name="Equation" r:id="rId19" imgW="139680" imgH="164880" progId="Equation.DSMT4">
                      <p:embed/>
                    </p:oleObj>
                  </mc:Choice>
                  <mc:Fallback>
                    <p:oleObj name="Equation" r:id="rId19" imgW="139680" imgH="164880" progId="Equation.DSMT4">
                      <p:embed/>
                      <p:pic>
                        <p:nvPicPr>
                          <p:cNvPr id="56" name="Object 54">
                            <a:extLst>
                              <a:ext uri="{FF2B5EF4-FFF2-40B4-BE49-F238E27FC236}">
                                <a16:creationId xmlns:a16="http://schemas.microsoft.com/office/drawing/2014/main" id="{E4DC32FB-0604-4828-8B2A-02CC8B202631}"/>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49" y="2069"/>
                            <a:ext cx="297" cy="34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3" name="Line 55">
                <a:extLst>
                  <a:ext uri="{FF2B5EF4-FFF2-40B4-BE49-F238E27FC236}">
                    <a16:creationId xmlns:a16="http://schemas.microsoft.com/office/drawing/2014/main" id="{97622B41-BFD1-4900-8975-3C28A401C7AF}"/>
                  </a:ext>
                </a:extLst>
              </p:cNvPr>
              <p:cNvSpPr>
                <a:spLocks noChangeShapeType="1"/>
              </p:cNvSpPr>
              <p:nvPr/>
            </p:nvSpPr>
            <p:spPr bwMode="auto">
              <a:xfrm flipH="1">
                <a:off x="736" y="2217"/>
                <a:ext cx="6" cy="483"/>
              </a:xfrm>
              <a:prstGeom prst="line">
                <a:avLst/>
              </a:prstGeom>
              <a:noFill/>
              <a:ln w="19050">
                <a:solidFill>
                  <a:sysClr val="windowText" lastClr="000000"/>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84" name="Line 56">
                <a:extLst>
                  <a:ext uri="{FF2B5EF4-FFF2-40B4-BE49-F238E27FC236}">
                    <a16:creationId xmlns:a16="http://schemas.microsoft.com/office/drawing/2014/main" id="{F9DE7660-4020-41C9-BD48-E325BB0FB504}"/>
                  </a:ext>
                </a:extLst>
              </p:cNvPr>
              <p:cNvSpPr>
                <a:spLocks noChangeShapeType="1"/>
              </p:cNvSpPr>
              <p:nvPr/>
            </p:nvSpPr>
            <p:spPr bwMode="auto">
              <a:xfrm>
                <a:off x="729" y="2205"/>
                <a:ext cx="576" cy="0"/>
              </a:xfrm>
              <a:prstGeom prst="line">
                <a:avLst/>
              </a:prstGeom>
              <a:noFill/>
              <a:ln w="19050">
                <a:solidFill>
                  <a:sysClr val="windowText" lastClr="000000"/>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85" name="Line 57">
                <a:extLst>
                  <a:ext uri="{FF2B5EF4-FFF2-40B4-BE49-F238E27FC236}">
                    <a16:creationId xmlns:a16="http://schemas.microsoft.com/office/drawing/2014/main" id="{7830D9F6-F5CF-4129-94B5-2C64992D5316}"/>
                  </a:ext>
                </a:extLst>
              </p:cNvPr>
              <p:cNvSpPr>
                <a:spLocks noChangeShapeType="1"/>
              </p:cNvSpPr>
              <p:nvPr/>
            </p:nvSpPr>
            <p:spPr bwMode="auto">
              <a:xfrm flipH="1">
                <a:off x="393" y="2205"/>
                <a:ext cx="336" cy="192"/>
              </a:xfrm>
              <a:prstGeom prst="line">
                <a:avLst/>
              </a:prstGeom>
              <a:noFill/>
              <a:ln w="19050">
                <a:solidFill>
                  <a:sysClr val="windowText" lastClr="000000"/>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graphicFrame>
            <p:nvGraphicFramePr>
              <p:cNvPr id="86" name="Object 58">
                <a:extLst>
                  <a:ext uri="{FF2B5EF4-FFF2-40B4-BE49-F238E27FC236}">
                    <a16:creationId xmlns:a16="http://schemas.microsoft.com/office/drawing/2014/main" id="{6E97CE77-CE95-44EE-BE83-B67F46F600BD}"/>
                  </a:ext>
                </a:extLst>
              </p:cNvPr>
              <p:cNvGraphicFramePr>
                <a:graphicFrameLocks noChangeAspect="1"/>
              </p:cNvGraphicFramePr>
              <p:nvPr/>
            </p:nvGraphicFramePr>
            <p:xfrm>
              <a:off x="2789" y="1570"/>
              <a:ext cx="318" cy="292"/>
            </p:xfrm>
            <a:graphic>
              <a:graphicData uri="http://schemas.openxmlformats.org/presentationml/2006/ole">
                <mc:AlternateContent xmlns:mc="http://schemas.openxmlformats.org/markup-compatibility/2006">
                  <mc:Choice xmlns:v="urn:schemas-microsoft-com:vml" Requires="v">
                    <p:oleObj spid="_x0000_s30787" name="Equation" r:id="rId21" imgW="177480" imgH="164880" progId="Equation.DSMT4">
                      <p:embed/>
                    </p:oleObj>
                  </mc:Choice>
                  <mc:Fallback>
                    <p:oleObj name="Equation" r:id="rId21" imgW="177480" imgH="164880" progId="Equation.DSMT4">
                      <p:embed/>
                      <p:pic>
                        <p:nvPicPr>
                          <p:cNvPr id="60" name="Object 58">
                            <a:extLst>
                              <a:ext uri="{FF2B5EF4-FFF2-40B4-BE49-F238E27FC236}">
                                <a16:creationId xmlns:a16="http://schemas.microsoft.com/office/drawing/2014/main" id="{F6F662DE-F905-4699-B0FE-781BF2A16F00}"/>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789" y="1570"/>
                            <a:ext cx="318" cy="2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68" name="Object 23">
              <a:extLst>
                <a:ext uri="{FF2B5EF4-FFF2-40B4-BE49-F238E27FC236}">
                  <a16:creationId xmlns:a16="http://schemas.microsoft.com/office/drawing/2014/main" id="{C67282BC-4B66-4062-9F27-274CE7EC2C40}"/>
                </a:ext>
              </a:extLst>
            </p:cNvPr>
            <p:cNvGraphicFramePr>
              <a:graphicFrameLocks noChangeAspect="1"/>
            </p:cNvGraphicFramePr>
            <p:nvPr>
              <p:extLst>
                <p:ext uri="{D42A27DB-BD31-4B8C-83A1-F6EECF244321}">
                  <p14:modId xmlns:p14="http://schemas.microsoft.com/office/powerpoint/2010/main" val="3184580841"/>
                </p:ext>
              </p:extLst>
            </p:nvPr>
          </p:nvGraphicFramePr>
          <p:xfrm>
            <a:off x="6826657" y="2898656"/>
            <a:ext cx="173037" cy="227013"/>
          </p:xfrm>
          <a:graphic>
            <a:graphicData uri="http://schemas.openxmlformats.org/presentationml/2006/ole">
              <mc:AlternateContent xmlns:mc="http://schemas.openxmlformats.org/markup-compatibility/2006">
                <mc:Choice xmlns:v="urn:schemas-microsoft-com:vml" Requires="v">
                  <p:oleObj spid="_x0000_s30788" name="Equation" r:id="rId22" imgW="126720" imgH="177480" progId="Equation.DSMT4">
                    <p:embed/>
                  </p:oleObj>
                </mc:Choice>
                <mc:Fallback>
                  <p:oleObj name="Equation" r:id="rId22" imgW="126720" imgH="177480" progId="Equation.DSMT4">
                    <p:embed/>
                    <p:pic>
                      <p:nvPicPr>
                        <p:cNvPr id="15" name="Object 23">
                          <a:extLst>
                            <a:ext uri="{FF2B5EF4-FFF2-40B4-BE49-F238E27FC236}">
                              <a16:creationId xmlns:a16="http://schemas.microsoft.com/office/drawing/2014/main" id="{E85A9F6E-4546-4585-BC2F-7CC5411E7711}"/>
                            </a:ext>
                          </a:extLst>
                        </p:cNvPr>
                        <p:cNvPicPr>
                          <a:picLocks noChangeAspect="1" noChangeArrowheads="1"/>
                        </p:cNvPicPr>
                        <p:nvPr/>
                      </p:nvPicPr>
                      <p:blipFill>
                        <a:blip r:embed="rId23"/>
                        <a:srcRect/>
                        <a:stretch>
                          <a:fillRect/>
                        </a:stretch>
                      </p:blipFill>
                      <p:spPr bwMode="auto">
                        <a:xfrm>
                          <a:off x="6826657" y="2898656"/>
                          <a:ext cx="173037" cy="2270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pic>
        <p:nvPicPr>
          <p:cNvPr id="89" name="图片 88">
            <a:extLst>
              <a:ext uri="{FF2B5EF4-FFF2-40B4-BE49-F238E27FC236}">
                <a16:creationId xmlns:a16="http://schemas.microsoft.com/office/drawing/2014/main" id="{C3D49B31-44F5-49BC-AA44-E0BC25CC8CB9}"/>
              </a:ext>
            </a:extLst>
          </p:cNvPr>
          <p:cNvPicPr>
            <a:picLocks noChangeAspect="1"/>
          </p:cNvPicPr>
          <p:nvPr/>
        </p:nvPicPr>
        <p:blipFill>
          <a:blip r:embed="rId24"/>
          <a:stretch>
            <a:fillRect/>
          </a:stretch>
        </p:blipFill>
        <p:spPr>
          <a:xfrm>
            <a:off x="354612" y="1255331"/>
            <a:ext cx="4772461" cy="1954706"/>
          </a:xfrm>
          <a:prstGeom prst="rect">
            <a:avLst/>
          </a:prstGeom>
        </p:spPr>
      </p:pic>
      <p:sp>
        <p:nvSpPr>
          <p:cNvPr id="90" name="文本框 89">
            <a:extLst>
              <a:ext uri="{FF2B5EF4-FFF2-40B4-BE49-F238E27FC236}">
                <a16:creationId xmlns:a16="http://schemas.microsoft.com/office/drawing/2014/main" id="{37DEF254-B1B6-4A22-AA55-28F20985B864}"/>
              </a:ext>
            </a:extLst>
          </p:cNvPr>
          <p:cNvSpPr txBox="1"/>
          <p:nvPr/>
        </p:nvSpPr>
        <p:spPr>
          <a:xfrm>
            <a:off x="211331" y="225636"/>
            <a:ext cx="4653115" cy="830997"/>
          </a:xfrm>
          <a:prstGeom prst="rect">
            <a:avLst/>
          </a:prstGeom>
          <a:noFill/>
        </p:spPr>
        <p:txBody>
          <a:bodyPr wrap="square" rtlCol="0">
            <a:spAutoFit/>
          </a:bodyPr>
          <a:lstStyle/>
          <a:p>
            <a:pPr marL="342900" indent="-342900">
              <a:buFont typeface="Wingdings" panose="05000000000000000000" pitchFamily="2" charset="2"/>
              <a:buChar char="l"/>
            </a:pPr>
            <a:r>
              <a:rPr lang="zh-CN" altLang="en-US" sz="2400" dirty="0">
                <a:latin typeface="黑体" panose="02010609060101010101" pitchFamily="49" charset="-122"/>
                <a:ea typeface="黑体" panose="02010609060101010101" pitchFamily="49" charset="-122"/>
              </a:rPr>
              <a:t>在两种各向同性介质的分界面，场分量具有以下关系</a:t>
            </a:r>
          </a:p>
        </p:txBody>
      </p:sp>
      <p:sp>
        <p:nvSpPr>
          <p:cNvPr id="6" name="文本框 5">
            <a:extLst>
              <a:ext uri="{FF2B5EF4-FFF2-40B4-BE49-F238E27FC236}">
                <a16:creationId xmlns:a16="http://schemas.microsoft.com/office/drawing/2014/main" id="{19E577CF-A575-4DCD-B083-1C5DCF8E927A}"/>
              </a:ext>
            </a:extLst>
          </p:cNvPr>
          <p:cNvSpPr txBox="1"/>
          <p:nvPr/>
        </p:nvSpPr>
        <p:spPr>
          <a:xfrm>
            <a:off x="143828" y="3491318"/>
            <a:ext cx="6445905" cy="830997"/>
          </a:xfrm>
          <a:prstGeom prst="rect">
            <a:avLst/>
          </a:prstGeom>
          <a:noFill/>
        </p:spPr>
        <p:txBody>
          <a:bodyPr wrap="square" rtlCol="0">
            <a:spAutoFit/>
          </a:bodyPr>
          <a:lstStyle/>
          <a:p>
            <a:r>
              <a:rPr lang="zh-CN" altLang="en-US" sz="2400" dirty="0">
                <a:latin typeface="黑体" panose="02010609060101010101" pitchFamily="49" charset="-122"/>
                <a:ea typeface="黑体" panose="02010609060101010101" pitchFamily="49" charset="-122"/>
              </a:rPr>
              <a:t>将上述平面电磁波代入边值关系，在边界</a:t>
            </a:r>
            <a:r>
              <a:rPr lang="en-US" altLang="zh-CN" sz="2400" dirty="0">
                <a:latin typeface="黑体" panose="02010609060101010101" pitchFamily="49" charset="-122"/>
                <a:ea typeface="黑体" panose="02010609060101010101" pitchFamily="49" charset="-122"/>
              </a:rPr>
              <a:t>z=0</a:t>
            </a:r>
            <a:r>
              <a:rPr lang="zh-CN" altLang="en-US" sz="2400" dirty="0">
                <a:latin typeface="黑体" panose="02010609060101010101" pitchFamily="49" charset="-122"/>
                <a:ea typeface="黑体" panose="02010609060101010101" pitchFamily="49" charset="-122"/>
              </a:rPr>
              <a:t>处，等式两边会出现下列指数项</a:t>
            </a:r>
          </a:p>
        </p:txBody>
      </p:sp>
      <p:pic>
        <p:nvPicPr>
          <p:cNvPr id="91" name="图片 90">
            <a:extLst>
              <a:ext uri="{FF2B5EF4-FFF2-40B4-BE49-F238E27FC236}">
                <a16:creationId xmlns:a16="http://schemas.microsoft.com/office/drawing/2014/main" id="{55D4194B-221C-44AF-91CA-58E1DDED5DDC}"/>
              </a:ext>
            </a:extLst>
          </p:cNvPr>
          <p:cNvPicPr>
            <a:picLocks noChangeAspect="1"/>
          </p:cNvPicPr>
          <p:nvPr/>
        </p:nvPicPr>
        <p:blipFill>
          <a:blip r:embed="rId25"/>
          <a:stretch>
            <a:fillRect/>
          </a:stretch>
        </p:blipFill>
        <p:spPr>
          <a:xfrm>
            <a:off x="542839" y="4595817"/>
            <a:ext cx="4203821" cy="1610043"/>
          </a:xfrm>
          <a:prstGeom prst="rect">
            <a:avLst/>
          </a:prstGeom>
        </p:spPr>
      </p:pic>
      <p:sp>
        <p:nvSpPr>
          <p:cNvPr id="93" name="右大括号 92">
            <a:extLst>
              <a:ext uri="{FF2B5EF4-FFF2-40B4-BE49-F238E27FC236}">
                <a16:creationId xmlns:a16="http://schemas.microsoft.com/office/drawing/2014/main" id="{560B2FD6-D694-4BD9-BFA4-F85B09427541}"/>
              </a:ext>
            </a:extLst>
          </p:cNvPr>
          <p:cNvSpPr/>
          <p:nvPr/>
        </p:nvSpPr>
        <p:spPr>
          <a:xfrm>
            <a:off x="4864446" y="4710701"/>
            <a:ext cx="226399" cy="775699"/>
          </a:xfrm>
          <a:prstGeom prst="rightBrace">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4" name="文本框 93">
            <a:extLst>
              <a:ext uri="{FF2B5EF4-FFF2-40B4-BE49-F238E27FC236}">
                <a16:creationId xmlns:a16="http://schemas.microsoft.com/office/drawing/2014/main" id="{AB437E91-FF61-4B86-9A3D-C479AE81A631}"/>
              </a:ext>
            </a:extLst>
          </p:cNvPr>
          <p:cNvSpPr txBox="1"/>
          <p:nvPr/>
        </p:nvSpPr>
        <p:spPr>
          <a:xfrm>
            <a:off x="5391834" y="4847479"/>
            <a:ext cx="2903359" cy="461665"/>
          </a:xfrm>
          <a:prstGeom prst="rect">
            <a:avLst/>
          </a:prstGeom>
          <a:noFill/>
        </p:spPr>
        <p:txBody>
          <a:bodyPr wrap="none" rtlCol="0">
            <a:spAutoFit/>
          </a:bodyPr>
          <a:lstStyle/>
          <a:p>
            <a:r>
              <a:rPr lang="zh-CN" altLang="en-US" sz="2400" dirty="0">
                <a:latin typeface="黑体" panose="02010609060101010101" pitchFamily="49" charset="-122"/>
                <a:ea typeface="黑体" panose="02010609060101010101" pitchFamily="49" charset="-122"/>
              </a:rPr>
              <a:t>入射率为</a:t>
            </a:r>
            <a:r>
              <a:rPr lang="en-US" altLang="zh-CN" sz="2400" dirty="0">
                <a:latin typeface="黑体" panose="02010609060101010101" pitchFamily="49" charset="-122"/>
                <a:ea typeface="黑体" panose="02010609060101010101" pitchFamily="49" charset="-122"/>
              </a:rPr>
              <a:t>n</a:t>
            </a:r>
            <a:r>
              <a:rPr lang="en-US" altLang="zh-CN" sz="2400" baseline="-25000" dirty="0">
                <a:latin typeface="黑体" panose="02010609060101010101" pitchFamily="49" charset="-122"/>
                <a:ea typeface="黑体" panose="02010609060101010101" pitchFamily="49" charset="-122"/>
              </a:rPr>
              <a:t>1</a:t>
            </a:r>
            <a:r>
              <a:rPr lang="zh-CN" altLang="en-US" sz="2400" dirty="0">
                <a:latin typeface="黑体" panose="02010609060101010101" pitchFamily="49" charset="-122"/>
                <a:ea typeface="黑体" panose="02010609060101010101" pitchFamily="49" charset="-122"/>
              </a:rPr>
              <a:t>的入射方</a:t>
            </a:r>
          </a:p>
        </p:txBody>
      </p:sp>
      <p:sp>
        <p:nvSpPr>
          <p:cNvPr id="95" name="箭头: 右 94">
            <a:extLst>
              <a:ext uri="{FF2B5EF4-FFF2-40B4-BE49-F238E27FC236}">
                <a16:creationId xmlns:a16="http://schemas.microsoft.com/office/drawing/2014/main" id="{B3835E1E-D4F1-4577-979B-936DCF21F15B}"/>
              </a:ext>
            </a:extLst>
          </p:cNvPr>
          <p:cNvSpPr/>
          <p:nvPr/>
        </p:nvSpPr>
        <p:spPr>
          <a:xfrm>
            <a:off x="4780521" y="5878365"/>
            <a:ext cx="611313" cy="16438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6" name="文本框 95">
            <a:extLst>
              <a:ext uri="{FF2B5EF4-FFF2-40B4-BE49-F238E27FC236}">
                <a16:creationId xmlns:a16="http://schemas.microsoft.com/office/drawing/2014/main" id="{C8B3AFAA-0C2B-441F-AD1E-84ECA4C815F8}"/>
              </a:ext>
            </a:extLst>
          </p:cNvPr>
          <p:cNvSpPr txBox="1"/>
          <p:nvPr/>
        </p:nvSpPr>
        <p:spPr>
          <a:xfrm>
            <a:off x="5425695" y="5671231"/>
            <a:ext cx="2903359" cy="461665"/>
          </a:xfrm>
          <a:prstGeom prst="rect">
            <a:avLst/>
          </a:prstGeom>
          <a:noFill/>
        </p:spPr>
        <p:txBody>
          <a:bodyPr wrap="none" rtlCol="0">
            <a:spAutoFit/>
          </a:bodyPr>
          <a:lstStyle/>
          <a:p>
            <a:r>
              <a:rPr lang="zh-CN" altLang="en-US" sz="2400" dirty="0">
                <a:latin typeface="黑体" panose="02010609060101010101" pitchFamily="49" charset="-122"/>
                <a:ea typeface="黑体" panose="02010609060101010101" pitchFamily="49" charset="-122"/>
              </a:rPr>
              <a:t>折射率为</a:t>
            </a:r>
            <a:r>
              <a:rPr lang="en-US" altLang="zh-CN" sz="2400" dirty="0">
                <a:latin typeface="黑体" panose="02010609060101010101" pitchFamily="49" charset="-122"/>
                <a:ea typeface="黑体" panose="02010609060101010101" pitchFamily="49" charset="-122"/>
              </a:rPr>
              <a:t>n</a:t>
            </a:r>
            <a:r>
              <a:rPr lang="en-US" altLang="zh-CN" sz="2400" baseline="-25000" dirty="0">
                <a:latin typeface="黑体" panose="02010609060101010101" pitchFamily="49" charset="-122"/>
                <a:ea typeface="黑体" panose="02010609060101010101" pitchFamily="49" charset="-122"/>
              </a:rPr>
              <a:t>2</a:t>
            </a:r>
            <a:r>
              <a:rPr lang="zh-CN" altLang="en-US" sz="2400" dirty="0">
                <a:latin typeface="黑体" panose="02010609060101010101" pitchFamily="49" charset="-122"/>
                <a:ea typeface="黑体" panose="02010609060101010101" pitchFamily="49" charset="-122"/>
              </a:rPr>
              <a:t>的折射方</a:t>
            </a:r>
          </a:p>
        </p:txBody>
      </p:sp>
    </p:spTree>
    <p:extLst>
      <p:ext uri="{BB962C8B-B14F-4D97-AF65-F5344CB8AC3E}">
        <p14:creationId xmlns:p14="http://schemas.microsoft.com/office/powerpoint/2010/main" val="36391028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6" name="组合 65">
            <a:extLst>
              <a:ext uri="{FF2B5EF4-FFF2-40B4-BE49-F238E27FC236}">
                <a16:creationId xmlns:a16="http://schemas.microsoft.com/office/drawing/2014/main" id="{9521F151-D75F-4293-89D7-FCC65E3BF8AD}"/>
              </a:ext>
            </a:extLst>
          </p:cNvPr>
          <p:cNvGrpSpPr/>
          <p:nvPr/>
        </p:nvGrpSpPr>
        <p:grpSpPr>
          <a:xfrm>
            <a:off x="5546239" y="998465"/>
            <a:ext cx="2962476" cy="3062209"/>
            <a:chOff x="5655587" y="983039"/>
            <a:chExt cx="2170299" cy="2142630"/>
          </a:xfrm>
        </p:grpSpPr>
        <p:grpSp>
          <p:nvGrpSpPr>
            <p:cNvPr id="67" name="Group 59">
              <a:extLst>
                <a:ext uri="{FF2B5EF4-FFF2-40B4-BE49-F238E27FC236}">
                  <a16:creationId xmlns:a16="http://schemas.microsoft.com/office/drawing/2014/main" id="{9BB81F02-3C0F-4040-A742-D266F8F41582}"/>
                </a:ext>
              </a:extLst>
            </p:cNvPr>
            <p:cNvGrpSpPr>
              <a:grpSpLocks/>
            </p:cNvGrpSpPr>
            <p:nvPr/>
          </p:nvGrpSpPr>
          <p:grpSpPr bwMode="auto">
            <a:xfrm>
              <a:off x="5655587" y="983039"/>
              <a:ext cx="2170299" cy="2128308"/>
              <a:chOff x="249" y="336"/>
              <a:chExt cx="2858" cy="2947"/>
            </a:xfrm>
          </p:grpSpPr>
          <p:sp>
            <p:nvSpPr>
              <p:cNvPr id="69" name="Line 13">
                <a:extLst>
                  <a:ext uri="{FF2B5EF4-FFF2-40B4-BE49-F238E27FC236}">
                    <a16:creationId xmlns:a16="http://schemas.microsoft.com/office/drawing/2014/main" id="{57BC1D91-272C-4293-AA6B-58E8193A8E06}"/>
                  </a:ext>
                </a:extLst>
              </p:cNvPr>
              <p:cNvSpPr>
                <a:spLocks noChangeShapeType="1"/>
              </p:cNvSpPr>
              <p:nvPr/>
            </p:nvSpPr>
            <p:spPr bwMode="auto">
              <a:xfrm>
                <a:off x="483" y="1728"/>
                <a:ext cx="2352" cy="0"/>
              </a:xfrm>
              <a:prstGeom prst="line">
                <a:avLst/>
              </a:prstGeom>
              <a:noFill/>
              <a:ln w="19050">
                <a:solidFill>
                  <a:sysClr val="windowText" lastClr="000000"/>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70" name="Line 14">
                <a:extLst>
                  <a:ext uri="{FF2B5EF4-FFF2-40B4-BE49-F238E27FC236}">
                    <a16:creationId xmlns:a16="http://schemas.microsoft.com/office/drawing/2014/main" id="{C8D626E7-2E06-4CAA-9773-7539EF8B1A07}"/>
                  </a:ext>
                </a:extLst>
              </p:cNvPr>
              <p:cNvSpPr>
                <a:spLocks noChangeShapeType="1"/>
              </p:cNvSpPr>
              <p:nvPr/>
            </p:nvSpPr>
            <p:spPr bwMode="auto">
              <a:xfrm>
                <a:off x="1683" y="336"/>
                <a:ext cx="0" cy="2688"/>
              </a:xfrm>
              <a:prstGeom prst="line">
                <a:avLst/>
              </a:prstGeom>
              <a:noFill/>
              <a:ln w="19050">
                <a:solidFill>
                  <a:sysClr val="windowText" lastClr="000000"/>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71" name="Line 15">
                <a:extLst>
                  <a:ext uri="{FF2B5EF4-FFF2-40B4-BE49-F238E27FC236}">
                    <a16:creationId xmlns:a16="http://schemas.microsoft.com/office/drawing/2014/main" id="{41F9B6B1-931C-4F67-B3AF-0EC696B9CCCE}"/>
                  </a:ext>
                </a:extLst>
              </p:cNvPr>
              <p:cNvSpPr>
                <a:spLocks noChangeShapeType="1"/>
              </p:cNvSpPr>
              <p:nvPr/>
            </p:nvSpPr>
            <p:spPr bwMode="auto">
              <a:xfrm>
                <a:off x="723" y="768"/>
                <a:ext cx="960" cy="960"/>
              </a:xfrm>
              <a:prstGeom prst="line">
                <a:avLst/>
              </a:prstGeom>
              <a:noFill/>
              <a:ln w="19050">
                <a:solidFill>
                  <a:sysClr val="windowText" lastClr="000000"/>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72" name="Line 16">
                <a:extLst>
                  <a:ext uri="{FF2B5EF4-FFF2-40B4-BE49-F238E27FC236}">
                    <a16:creationId xmlns:a16="http://schemas.microsoft.com/office/drawing/2014/main" id="{B9B0417D-F0C0-42E9-BBAA-627A3104D989}"/>
                  </a:ext>
                </a:extLst>
              </p:cNvPr>
              <p:cNvSpPr>
                <a:spLocks noChangeShapeType="1"/>
              </p:cNvSpPr>
              <p:nvPr/>
            </p:nvSpPr>
            <p:spPr bwMode="auto">
              <a:xfrm flipV="1">
                <a:off x="1683" y="624"/>
                <a:ext cx="1104" cy="1104"/>
              </a:xfrm>
              <a:prstGeom prst="line">
                <a:avLst/>
              </a:prstGeom>
              <a:noFill/>
              <a:ln w="19050">
                <a:solidFill>
                  <a:sysClr val="windowText" lastClr="000000"/>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73" name="Line 17">
                <a:extLst>
                  <a:ext uri="{FF2B5EF4-FFF2-40B4-BE49-F238E27FC236}">
                    <a16:creationId xmlns:a16="http://schemas.microsoft.com/office/drawing/2014/main" id="{B40BE011-8174-4AFC-9E51-7A3C3F2BD497}"/>
                  </a:ext>
                </a:extLst>
              </p:cNvPr>
              <p:cNvSpPr>
                <a:spLocks noChangeShapeType="1"/>
              </p:cNvSpPr>
              <p:nvPr/>
            </p:nvSpPr>
            <p:spPr bwMode="auto">
              <a:xfrm>
                <a:off x="1683" y="1728"/>
                <a:ext cx="672" cy="1440"/>
              </a:xfrm>
              <a:prstGeom prst="line">
                <a:avLst/>
              </a:prstGeom>
              <a:noFill/>
              <a:ln w="19050">
                <a:solidFill>
                  <a:sysClr val="windowText" lastClr="000000"/>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graphicFrame>
            <p:nvGraphicFramePr>
              <p:cNvPr id="74" name="Object 18">
                <a:extLst>
                  <a:ext uri="{FF2B5EF4-FFF2-40B4-BE49-F238E27FC236}">
                    <a16:creationId xmlns:a16="http://schemas.microsoft.com/office/drawing/2014/main" id="{9B2D153F-950D-4AA9-91BE-690862772988}"/>
                  </a:ext>
                </a:extLst>
              </p:cNvPr>
              <p:cNvGraphicFramePr>
                <a:graphicFrameLocks noChangeAspect="1"/>
              </p:cNvGraphicFramePr>
              <p:nvPr>
                <p:extLst/>
              </p:nvPr>
            </p:nvGraphicFramePr>
            <p:xfrm>
              <a:off x="1672" y="1189"/>
              <a:ext cx="226" cy="406"/>
            </p:xfrm>
            <a:graphic>
              <a:graphicData uri="http://schemas.openxmlformats.org/presentationml/2006/ole">
                <mc:AlternateContent xmlns:mc="http://schemas.openxmlformats.org/markup-compatibility/2006">
                  <mc:Choice xmlns:v="urn:schemas-microsoft-com:vml" Requires="v">
                    <p:oleObj spid="_x0000_s5110" name="Equation" r:id="rId3" imgW="126720" imgH="228600" progId="Equation.DSMT4">
                      <p:embed/>
                    </p:oleObj>
                  </mc:Choice>
                  <mc:Fallback>
                    <p:oleObj name="Equation" r:id="rId3" imgW="126720" imgH="228600" progId="Equation.DSMT4">
                      <p:embed/>
                      <p:pic>
                        <p:nvPicPr>
                          <p:cNvPr id="74" name="Object 18">
                            <a:extLst>
                              <a:ext uri="{FF2B5EF4-FFF2-40B4-BE49-F238E27FC236}">
                                <a16:creationId xmlns:a16="http://schemas.microsoft.com/office/drawing/2014/main" id="{9B2D153F-950D-4AA9-91BE-690862772988}"/>
                              </a:ext>
                            </a:extLst>
                          </p:cNvPr>
                          <p:cNvPicPr>
                            <a:picLocks noChangeAspect="1" noChangeArrowheads="1"/>
                          </p:cNvPicPr>
                          <p:nvPr/>
                        </p:nvPicPr>
                        <p:blipFill>
                          <a:blip r:embed="rId4"/>
                          <a:srcRect/>
                          <a:stretch>
                            <a:fillRect/>
                          </a:stretch>
                        </p:blipFill>
                        <p:spPr bwMode="auto">
                          <a:xfrm>
                            <a:off x="1672" y="1189"/>
                            <a:ext cx="226" cy="40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5" name="Object 19">
                <a:extLst>
                  <a:ext uri="{FF2B5EF4-FFF2-40B4-BE49-F238E27FC236}">
                    <a16:creationId xmlns:a16="http://schemas.microsoft.com/office/drawing/2014/main" id="{000A4DCC-851D-4572-9492-29341EC0F552}"/>
                  </a:ext>
                </a:extLst>
              </p:cNvPr>
              <p:cNvGraphicFramePr>
                <a:graphicFrameLocks noChangeAspect="1"/>
              </p:cNvGraphicFramePr>
              <p:nvPr/>
            </p:nvGraphicFramePr>
            <p:xfrm>
              <a:off x="1491" y="1200"/>
              <a:ext cx="204" cy="384"/>
            </p:xfrm>
            <a:graphic>
              <a:graphicData uri="http://schemas.openxmlformats.org/presentationml/2006/ole">
                <mc:AlternateContent xmlns:mc="http://schemas.openxmlformats.org/markup-compatibility/2006">
                  <mc:Choice xmlns:v="urn:schemas-microsoft-com:vml" Requires="v">
                    <p:oleObj spid="_x0000_s5111" name="Equation" r:id="rId5" imgW="114120" imgH="215640" progId="Equation.3">
                      <p:embed/>
                    </p:oleObj>
                  </mc:Choice>
                  <mc:Fallback>
                    <p:oleObj name="Equation" r:id="rId5" imgW="114120" imgH="215640" progId="Equation.3">
                      <p:embed/>
                      <p:pic>
                        <p:nvPicPr>
                          <p:cNvPr id="75" name="Object 19">
                            <a:extLst>
                              <a:ext uri="{FF2B5EF4-FFF2-40B4-BE49-F238E27FC236}">
                                <a16:creationId xmlns:a16="http://schemas.microsoft.com/office/drawing/2014/main" id="{000A4DCC-851D-4572-9492-29341EC0F55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91" y="1200"/>
                            <a:ext cx="204"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6" name="Object 20">
                <a:extLst>
                  <a:ext uri="{FF2B5EF4-FFF2-40B4-BE49-F238E27FC236}">
                    <a16:creationId xmlns:a16="http://schemas.microsoft.com/office/drawing/2014/main" id="{D2B4A55B-4306-4793-898F-86880038421F}"/>
                  </a:ext>
                </a:extLst>
              </p:cNvPr>
              <p:cNvGraphicFramePr>
                <a:graphicFrameLocks noChangeAspect="1"/>
              </p:cNvGraphicFramePr>
              <p:nvPr/>
            </p:nvGraphicFramePr>
            <p:xfrm>
              <a:off x="1683" y="1920"/>
              <a:ext cx="227" cy="384"/>
            </p:xfrm>
            <a:graphic>
              <a:graphicData uri="http://schemas.openxmlformats.org/presentationml/2006/ole">
                <mc:AlternateContent xmlns:mc="http://schemas.openxmlformats.org/markup-compatibility/2006">
                  <mc:Choice xmlns:v="urn:schemas-microsoft-com:vml" Requires="v">
                    <p:oleObj spid="_x0000_s5112" name="Equation" r:id="rId7" imgW="126720" imgH="215640" progId="Equation.3">
                      <p:embed/>
                    </p:oleObj>
                  </mc:Choice>
                  <mc:Fallback>
                    <p:oleObj name="Equation" r:id="rId7" imgW="126720" imgH="215640" progId="Equation.3">
                      <p:embed/>
                      <p:pic>
                        <p:nvPicPr>
                          <p:cNvPr id="76" name="Object 20">
                            <a:extLst>
                              <a:ext uri="{FF2B5EF4-FFF2-40B4-BE49-F238E27FC236}">
                                <a16:creationId xmlns:a16="http://schemas.microsoft.com/office/drawing/2014/main" id="{D2B4A55B-4306-4793-898F-86880038421F}"/>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83" y="1920"/>
                            <a:ext cx="227"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7" name="Object 21">
                <a:extLst>
                  <a:ext uri="{FF2B5EF4-FFF2-40B4-BE49-F238E27FC236}">
                    <a16:creationId xmlns:a16="http://schemas.microsoft.com/office/drawing/2014/main" id="{AC69F41F-4B3A-41FC-B3B9-7AD4AB218295}"/>
                  </a:ext>
                </a:extLst>
              </p:cNvPr>
              <p:cNvGraphicFramePr>
                <a:graphicFrameLocks noChangeAspect="1"/>
              </p:cNvGraphicFramePr>
              <p:nvPr/>
            </p:nvGraphicFramePr>
            <p:xfrm>
              <a:off x="2307" y="1728"/>
              <a:ext cx="295" cy="384"/>
            </p:xfrm>
            <a:graphic>
              <a:graphicData uri="http://schemas.openxmlformats.org/presentationml/2006/ole">
                <mc:AlternateContent xmlns:mc="http://schemas.openxmlformats.org/markup-compatibility/2006">
                  <mc:Choice xmlns:v="urn:schemas-microsoft-com:vml" Requires="v">
                    <p:oleObj spid="_x0000_s5113" name="Equation" r:id="rId9" imgW="164880" imgH="215640" progId="Equation.3">
                      <p:embed/>
                    </p:oleObj>
                  </mc:Choice>
                  <mc:Fallback>
                    <p:oleObj name="Equation" r:id="rId9" imgW="164880" imgH="215640" progId="Equation.3">
                      <p:embed/>
                      <p:pic>
                        <p:nvPicPr>
                          <p:cNvPr id="77" name="Object 21">
                            <a:extLst>
                              <a:ext uri="{FF2B5EF4-FFF2-40B4-BE49-F238E27FC236}">
                                <a16:creationId xmlns:a16="http://schemas.microsoft.com/office/drawing/2014/main" id="{AC69F41F-4B3A-41FC-B3B9-7AD4AB218295}"/>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307" y="1728"/>
                            <a:ext cx="295"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8" name="Object 22">
                <a:extLst>
                  <a:ext uri="{FF2B5EF4-FFF2-40B4-BE49-F238E27FC236}">
                    <a16:creationId xmlns:a16="http://schemas.microsoft.com/office/drawing/2014/main" id="{69C03B8B-FFAC-48FC-BEC7-182067F9F926}"/>
                  </a:ext>
                </a:extLst>
              </p:cNvPr>
              <p:cNvGraphicFramePr>
                <a:graphicFrameLocks noChangeAspect="1"/>
              </p:cNvGraphicFramePr>
              <p:nvPr/>
            </p:nvGraphicFramePr>
            <p:xfrm>
              <a:off x="2355" y="1344"/>
              <a:ext cx="272" cy="384"/>
            </p:xfrm>
            <a:graphic>
              <a:graphicData uri="http://schemas.openxmlformats.org/presentationml/2006/ole">
                <mc:AlternateContent xmlns:mc="http://schemas.openxmlformats.org/markup-compatibility/2006">
                  <mc:Choice xmlns:v="urn:schemas-microsoft-com:vml" Requires="v">
                    <p:oleObj spid="_x0000_s5114" name="Equation" r:id="rId11" imgW="152280" imgH="215640" progId="Equation.3">
                      <p:embed/>
                    </p:oleObj>
                  </mc:Choice>
                  <mc:Fallback>
                    <p:oleObj name="Equation" r:id="rId11" imgW="152280" imgH="215640" progId="Equation.3">
                      <p:embed/>
                      <p:pic>
                        <p:nvPicPr>
                          <p:cNvPr id="78" name="Object 22">
                            <a:extLst>
                              <a:ext uri="{FF2B5EF4-FFF2-40B4-BE49-F238E27FC236}">
                                <a16:creationId xmlns:a16="http://schemas.microsoft.com/office/drawing/2014/main" id="{69C03B8B-FFAC-48FC-BEC7-182067F9F926}"/>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355" y="1344"/>
                            <a:ext cx="272"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9" name="Object 23">
                <a:extLst>
                  <a:ext uri="{FF2B5EF4-FFF2-40B4-BE49-F238E27FC236}">
                    <a16:creationId xmlns:a16="http://schemas.microsoft.com/office/drawing/2014/main" id="{40C09CD2-A33D-44C6-B3EE-CDD89427A963}"/>
                  </a:ext>
                </a:extLst>
              </p:cNvPr>
              <p:cNvGraphicFramePr>
                <a:graphicFrameLocks noChangeAspect="1"/>
              </p:cNvGraphicFramePr>
              <p:nvPr>
                <p:extLst/>
              </p:nvPr>
            </p:nvGraphicFramePr>
            <p:xfrm>
              <a:off x="1554" y="2990"/>
              <a:ext cx="272" cy="293"/>
            </p:xfrm>
            <a:graphic>
              <a:graphicData uri="http://schemas.openxmlformats.org/presentationml/2006/ole">
                <mc:AlternateContent xmlns:mc="http://schemas.openxmlformats.org/markup-compatibility/2006">
                  <mc:Choice xmlns:v="urn:schemas-microsoft-com:vml" Requires="v">
                    <p:oleObj spid="_x0000_s5115" name="Equation" r:id="rId13" imgW="152280" imgH="164880" progId="Equation.DSMT4">
                      <p:embed/>
                    </p:oleObj>
                  </mc:Choice>
                  <mc:Fallback>
                    <p:oleObj name="Equation" r:id="rId13" imgW="152280" imgH="164880" progId="Equation.DSMT4">
                      <p:embed/>
                      <p:pic>
                        <p:nvPicPr>
                          <p:cNvPr id="79" name="Object 23">
                            <a:extLst>
                              <a:ext uri="{FF2B5EF4-FFF2-40B4-BE49-F238E27FC236}">
                                <a16:creationId xmlns:a16="http://schemas.microsoft.com/office/drawing/2014/main" id="{40C09CD2-A33D-44C6-B3EE-CDD89427A963}"/>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554" y="2990"/>
                            <a:ext cx="272" cy="29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0" name="Object 52">
                <a:extLst>
                  <a:ext uri="{FF2B5EF4-FFF2-40B4-BE49-F238E27FC236}">
                    <a16:creationId xmlns:a16="http://schemas.microsoft.com/office/drawing/2014/main" id="{27DFF061-9994-457D-98D7-CD755B94A1C0}"/>
                  </a:ext>
                </a:extLst>
              </p:cNvPr>
              <p:cNvGraphicFramePr>
                <a:graphicFrameLocks noChangeAspect="1"/>
              </p:cNvGraphicFramePr>
              <p:nvPr/>
            </p:nvGraphicFramePr>
            <p:xfrm>
              <a:off x="612" y="2704"/>
              <a:ext cx="272" cy="292"/>
            </p:xfrm>
            <a:graphic>
              <a:graphicData uri="http://schemas.openxmlformats.org/presentationml/2006/ole">
                <mc:AlternateContent xmlns:mc="http://schemas.openxmlformats.org/markup-compatibility/2006">
                  <mc:Choice xmlns:v="urn:schemas-microsoft-com:vml" Requires="v">
                    <p:oleObj spid="_x0000_s5116" name="Equation" r:id="rId15" imgW="152280" imgH="164880" progId="Equation.DSMT4">
                      <p:embed/>
                    </p:oleObj>
                  </mc:Choice>
                  <mc:Fallback>
                    <p:oleObj name="Equation" r:id="rId15" imgW="152280" imgH="164880" progId="Equation.DSMT4">
                      <p:embed/>
                      <p:pic>
                        <p:nvPicPr>
                          <p:cNvPr id="80" name="Object 52">
                            <a:extLst>
                              <a:ext uri="{FF2B5EF4-FFF2-40B4-BE49-F238E27FC236}">
                                <a16:creationId xmlns:a16="http://schemas.microsoft.com/office/drawing/2014/main" id="{27DFF061-9994-457D-98D7-CD755B94A1C0}"/>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612" y="2704"/>
                            <a:ext cx="272" cy="2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1" name="Object 53">
                <a:extLst>
                  <a:ext uri="{FF2B5EF4-FFF2-40B4-BE49-F238E27FC236}">
                    <a16:creationId xmlns:a16="http://schemas.microsoft.com/office/drawing/2014/main" id="{0C11EA19-F446-46B5-BD05-02848739B1EC}"/>
                  </a:ext>
                </a:extLst>
              </p:cNvPr>
              <p:cNvGraphicFramePr>
                <a:graphicFrameLocks noChangeAspect="1"/>
              </p:cNvGraphicFramePr>
              <p:nvPr/>
            </p:nvGraphicFramePr>
            <p:xfrm>
              <a:off x="1247" y="2069"/>
              <a:ext cx="318" cy="292"/>
            </p:xfrm>
            <a:graphic>
              <a:graphicData uri="http://schemas.openxmlformats.org/presentationml/2006/ole">
                <mc:AlternateContent xmlns:mc="http://schemas.openxmlformats.org/markup-compatibility/2006">
                  <mc:Choice xmlns:v="urn:schemas-microsoft-com:vml" Requires="v">
                    <p:oleObj spid="_x0000_s5117" name="Equation" r:id="rId17" imgW="177480" imgH="164880" progId="Equation.DSMT4">
                      <p:embed/>
                    </p:oleObj>
                  </mc:Choice>
                  <mc:Fallback>
                    <p:oleObj name="Equation" r:id="rId17" imgW="177480" imgH="164880" progId="Equation.DSMT4">
                      <p:embed/>
                      <p:pic>
                        <p:nvPicPr>
                          <p:cNvPr id="81" name="Object 53">
                            <a:extLst>
                              <a:ext uri="{FF2B5EF4-FFF2-40B4-BE49-F238E27FC236}">
                                <a16:creationId xmlns:a16="http://schemas.microsoft.com/office/drawing/2014/main" id="{0C11EA19-F446-46B5-BD05-02848739B1EC}"/>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247" y="2069"/>
                            <a:ext cx="318" cy="2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2" name="Object 54">
                <a:extLst>
                  <a:ext uri="{FF2B5EF4-FFF2-40B4-BE49-F238E27FC236}">
                    <a16:creationId xmlns:a16="http://schemas.microsoft.com/office/drawing/2014/main" id="{E9081105-0932-4E4D-9FEA-A770DAF18E1E}"/>
                  </a:ext>
                </a:extLst>
              </p:cNvPr>
              <p:cNvGraphicFramePr>
                <a:graphicFrameLocks noChangeAspect="1"/>
              </p:cNvGraphicFramePr>
              <p:nvPr/>
            </p:nvGraphicFramePr>
            <p:xfrm>
              <a:off x="249" y="2069"/>
              <a:ext cx="297" cy="349"/>
            </p:xfrm>
            <a:graphic>
              <a:graphicData uri="http://schemas.openxmlformats.org/presentationml/2006/ole">
                <mc:AlternateContent xmlns:mc="http://schemas.openxmlformats.org/markup-compatibility/2006">
                  <mc:Choice xmlns:v="urn:schemas-microsoft-com:vml" Requires="v">
                    <p:oleObj spid="_x0000_s5118" name="Equation" r:id="rId19" imgW="139680" imgH="164880" progId="Equation.DSMT4">
                      <p:embed/>
                    </p:oleObj>
                  </mc:Choice>
                  <mc:Fallback>
                    <p:oleObj name="Equation" r:id="rId19" imgW="139680" imgH="164880" progId="Equation.DSMT4">
                      <p:embed/>
                      <p:pic>
                        <p:nvPicPr>
                          <p:cNvPr id="82" name="Object 54">
                            <a:extLst>
                              <a:ext uri="{FF2B5EF4-FFF2-40B4-BE49-F238E27FC236}">
                                <a16:creationId xmlns:a16="http://schemas.microsoft.com/office/drawing/2014/main" id="{E9081105-0932-4E4D-9FEA-A770DAF18E1E}"/>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49" y="2069"/>
                            <a:ext cx="297" cy="34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3" name="Line 55">
                <a:extLst>
                  <a:ext uri="{FF2B5EF4-FFF2-40B4-BE49-F238E27FC236}">
                    <a16:creationId xmlns:a16="http://schemas.microsoft.com/office/drawing/2014/main" id="{97622B41-BFD1-4900-8975-3C28A401C7AF}"/>
                  </a:ext>
                </a:extLst>
              </p:cNvPr>
              <p:cNvSpPr>
                <a:spLocks noChangeShapeType="1"/>
              </p:cNvSpPr>
              <p:nvPr/>
            </p:nvSpPr>
            <p:spPr bwMode="auto">
              <a:xfrm flipH="1">
                <a:off x="736" y="2217"/>
                <a:ext cx="6" cy="483"/>
              </a:xfrm>
              <a:prstGeom prst="line">
                <a:avLst/>
              </a:prstGeom>
              <a:noFill/>
              <a:ln w="19050">
                <a:solidFill>
                  <a:sysClr val="windowText" lastClr="000000"/>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84" name="Line 56">
                <a:extLst>
                  <a:ext uri="{FF2B5EF4-FFF2-40B4-BE49-F238E27FC236}">
                    <a16:creationId xmlns:a16="http://schemas.microsoft.com/office/drawing/2014/main" id="{F9DE7660-4020-41C9-BD48-E325BB0FB504}"/>
                  </a:ext>
                </a:extLst>
              </p:cNvPr>
              <p:cNvSpPr>
                <a:spLocks noChangeShapeType="1"/>
              </p:cNvSpPr>
              <p:nvPr/>
            </p:nvSpPr>
            <p:spPr bwMode="auto">
              <a:xfrm>
                <a:off x="729" y="2205"/>
                <a:ext cx="576" cy="0"/>
              </a:xfrm>
              <a:prstGeom prst="line">
                <a:avLst/>
              </a:prstGeom>
              <a:noFill/>
              <a:ln w="19050">
                <a:solidFill>
                  <a:sysClr val="windowText" lastClr="000000"/>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85" name="Line 57">
                <a:extLst>
                  <a:ext uri="{FF2B5EF4-FFF2-40B4-BE49-F238E27FC236}">
                    <a16:creationId xmlns:a16="http://schemas.microsoft.com/office/drawing/2014/main" id="{7830D9F6-F5CF-4129-94B5-2C64992D5316}"/>
                  </a:ext>
                </a:extLst>
              </p:cNvPr>
              <p:cNvSpPr>
                <a:spLocks noChangeShapeType="1"/>
              </p:cNvSpPr>
              <p:nvPr/>
            </p:nvSpPr>
            <p:spPr bwMode="auto">
              <a:xfrm flipH="1">
                <a:off x="393" y="2205"/>
                <a:ext cx="336" cy="192"/>
              </a:xfrm>
              <a:prstGeom prst="line">
                <a:avLst/>
              </a:prstGeom>
              <a:noFill/>
              <a:ln w="19050">
                <a:solidFill>
                  <a:sysClr val="windowText" lastClr="000000"/>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graphicFrame>
            <p:nvGraphicFramePr>
              <p:cNvPr id="86" name="Object 58">
                <a:extLst>
                  <a:ext uri="{FF2B5EF4-FFF2-40B4-BE49-F238E27FC236}">
                    <a16:creationId xmlns:a16="http://schemas.microsoft.com/office/drawing/2014/main" id="{6E97CE77-CE95-44EE-BE83-B67F46F600BD}"/>
                  </a:ext>
                </a:extLst>
              </p:cNvPr>
              <p:cNvGraphicFramePr>
                <a:graphicFrameLocks noChangeAspect="1"/>
              </p:cNvGraphicFramePr>
              <p:nvPr/>
            </p:nvGraphicFramePr>
            <p:xfrm>
              <a:off x="2789" y="1570"/>
              <a:ext cx="318" cy="292"/>
            </p:xfrm>
            <a:graphic>
              <a:graphicData uri="http://schemas.openxmlformats.org/presentationml/2006/ole">
                <mc:AlternateContent xmlns:mc="http://schemas.openxmlformats.org/markup-compatibility/2006">
                  <mc:Choice xmlns:v="urn:schemas-microsoft-com:vml" Requires="v">
                    <p:oleObj spid="_x0000_s5119" name="Equation" r:id="rId21" imgW="177480" imgH="164880" progId="Equation.DSMT4">
                      <p:embed/>
                    </p:oleObj>
                  </mc:Choice>
                  <mc:Fallback>
                    <p:oleObj name="Equation" r:id="rId21" imgW="177480" imgH="164880" progId="Equation.DSMT4">
                      <p:embed/>
                      <p:pic>
                        <p:nvPicPr>
                          <p:cNvPr id="86" name="Object 58">
                            <a:extLst>
                              <a:ext uri="{FF2B5EF4-FFF2-40B4-BE49-F238E27FC236}">
                                <a16:creationId xmlns:a16="http://schemas.microsoft.com/office/drawing/2014/main" id="{6E97CE77-CE95-44EE-BE83-B67F46F600BD}"/>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789" y="1570"/>
                            <a:ext cx="318" cy="2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68" name="Object 23">
              <a:extLst>
                <a:ext uri="{FF2B5EF4-FFF2-40B4-BE49-F238E27FC236}">
                  <a16:creationId xmlns:a16="http://schemas.microsoft.com/office/drawing/2014/main" id="{C67282BC-4B66-4062-9F27-274CE7EC2C40}"/>
                </a:ext>
              </a:extLst>
            </p:cNvPr>
            <p:cNvGraphicFramePr>
              <a:graphicFrameLocks noChangeAspect="1"/>
            </p:cNvGraphicFramePr>
            <p:nvPr>
              <p:extLst/>
            </p:nvPr>
          </p:nvGraphicFramePr>
          <p:xfrm>
            <a:off x="6826657" y="2898656"/>
            <a:ext cx="173037" cy="227013"/>
          </p:xfrm>
          <a:graphic>
            <a:graphicData uri="http://schemas.openxmlformats.org/presentationml/2006/ole">
              <mc:AlternateContent xmlns:mc="http://schemas.openxmlformats.org/markup-compatibility/2006">
                <mc:Choice xmlns:v="urn:schemas-microsoft-com:vml" Requires="v">
                  <p:oleObj spid="_x0000_s31744" name="Equation" r:id="rId22" imgW="126720" imgH="177480" progId="Equation.DSMT4">
                    <p:embed/>
                  </p:oleObj>
                </mc:Choice>
                <mc:Fallback>
                  <p:oleObj name="Equation" r:id="rId22" imgW="126720" imgH="177480" progId="Equation.DSMT4">
                    <p:embed/>
                    <p:pic>
                      <p:nvPicPr>
                        <p:cNvPr id="68" name="Object 23">
                          <a:extLst>
                            <a:ext uri="{FF2B5EF4-FFF2-40B4-BE49-F238E27FC236}">
                              <a16:creationId xmlns:a16="http://schemas.microsoft.com/office/drawing/2014/main" id="{C67282BC-4B66-4062-9F27-274CE7EC2C40}"/>
                            </a:ext>
                          </a:extLst>
                        </p:cNvPr>
                        <p:cNvPicPr>
                          <a:picLocks noChangeAspect="1" noChangeArrowheads="1"/>
                        </p:cNvPicPr>
                        <p:nvPr/>
                      </p:nvPicPr>
                      <p:blipFill>
                        <a:blip r:embed="rId23"/>
                        <a:srcRect/>
                        <a:stretch>
                          <a:fillRect/>
                        </a:stretch>
                      </p:blipFill>
                      <p:spPr bwMode="auto">
                        <a:xfrm>
                          <a:off x="6826657" y="2898656"/>
                          <a:ext cx="173037" cy="2270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mc:AlternateContent xmlns:mc="http://schemas.openxmlformats.org/markup-compatibility/2006" xmlns:a14="http://schemas.microsoft.com/office/drawing/2010/main">
        <mc:Choice Requires="a14">
          <p:sp>
            <p:nvSpPr>
              <p:cNvPr id="90" name="文本框 89">
                <a:extLst>
                  <a:ext uri="{FF2B5EF4-FFF2-40B4-BE49-F238E27FC236}">
                    <a16:creationId xmlns:a16="http://schemas.microsoft.com/office/drawing/2014/main" id="{37DEF254-B1B6-4A22-AA55-28F20985B864}"/>
                  </a:ext>
                </a:extLst>
              </p:cNvPr>
              <p:cNvSpPr txBox="1"/>
              <p:nvPr/>
            </p:nvSpPr>
            <p:spPr>
              <a:xfrm>
                <a:off x="211331" y="225636"/>
                <a:ext cx="4653115" cy="830997"/>
              </a:xfrm>
              <a:prstGeom prst="rect">
                <a:avLst/>
              </a:prstGeom>
              <a:noFill/>
            </p:spPr>
            <p:txBody>
              <a:bodyPr wrap="square" rtlCol="0">
                <a:spAutoFit/>
              </a:bodyPr>
              <a:lstStyle/>
              <a:p>
                <a:r>
                  <a:rPr lang="zh-CN" altLang="en-US" sz="2400" dirty="0">
                    <a:latin typeface="黑体" panose="02010609060101010101" pitchFamily="49" charset="-122"/>
                    <a:ea typeface="黑体" panose="02010609060101010101" pitchFamily="49" charset="-122"/>
                  </a:rPr>
                  <a:t>对于任何</a:t>
                </a:r>
                <a14:m>
                  <m:oMath xmlns:m="http://schemas.openxmlformats.org/officeDocument/2006/math">
                    <m:r>
                      <a:rPr lang="en-US" altLang="zh-CN" sz="2400" b="0" i="1" smtClean="0">
                        <a:latin typeface="Cambria Math" panose="02040503050406030204" pitchFamily="18" charset="0"/>
                        <a:ea typeface="黑体" panose="02010609060101010101" pitchFamily="49" charset="-122"/>
                      </a:rPr>
                      <m:t>𝑥</m:t>
                    </m:r>
                    <m:r>
                      <a:rPr lang="en-US" altLang="zh-CN" sz="2400" b="0" i="1" smtClean="0">
                        <a:latin typeface="Cambria Math" panose="02040503050406030204" pitchFamily="18" charset="0"/>
                        <a:ea typeface="黑体" panose="02010609060101010101" pitchFamily="49" charset="-122"/>
                      </a:rPr>
                      <m:t>, </m:t>
                    </m:r>
                    <m:r>
                      <a:rPr lang="en-US" altLang="zh-CN" sz="2400" b="0" i="1" smtClean="0">
                        <a:latin typeface="Cambria Math" panose="02040503050406030204" pitchFamily="18" charset="0"/>
                        <a:ea typeface="黑体" panose="02010609060101010101" pitchFamily="49" charset="-122"/>
                      </a:rPr>
                      <m:t>𝑦</m:t>
                    </m:r>
                    <m:r>
                      <a:rPr lang="en-US" altLang="zh-CN" sz="2400" b="0" i="1" smtClean="0">
                        <a:latin typeface="Cambria Math" panose="02040503050406030204" pitchFamily="18" charset="0"/>
                        <a:ea typeface="黑体" panose="02010609060101010101" pitchFamily="49" charset="-122"/>
                      </a:rPr>
                      <m:t>, </m:t>
                    </m:r>
                    <m:r>
                      <a:rPr lang="en-US" altLang="zh-CN" sz="2400" b="0" i="1" smtClean="0">
                        <a:latin typeface="Cambria Math" panose="02040503050406030204" pitchFamily="18" charset="0"/>
                        <a:ea typeface="黑体" panose="02010609060101010101" pitchFamily="49" charset="-122"/>
                      </a:rPr>
                      <m:t>𝑡</m:t>
                    </m:r>
                  </m:oMath>
                </a14:m>
                <a:r>
                  <a:rPr lang="zh-CN" altLang="en-US" sz="2400" dirty="0">
                    <a:latin typeface="黑体" panose="02010609060101010101" pitchFamily="49" charset="-122"/>
                    <a:ea typeface="黑体" panose="02010609060101010101" pitchFamily="49" charset="-122"/>
                  </a:rPr>
                  <a:t>参量，上述边值条件都满足，则只有</a:t>
                </a:r>
              </a:p>
            </p:txBody>
          </p:sp>
        </mc:Choice>
        <mc:Fallback xmlns="">
          <p:sp>
            <p:nvSpPr>
              <p:cNvPr id="90" name="文本框 89">
                <a:extLst>
                  <a:ext uri="{FF2B5EF4-FFF2-40B4-BE49-F238E27FC236}">
                    <a16:creationId xmlns:a16="http://schemas.microsoft.com/office/drawing/2014/main" id="{37DEF254-B1B6-4A22-AA55-28F20985B864}"/>
                  </a:ext>
                </a:extLst>
              </p:cNvPr>
              <p:cNvSpPr txBox="1">
                <a:spLocks noRot="1" noChangeAspect="1" noMove="1" noResize="1" noEditPoints="1" noAdjustHandles="1" noChangeArrowheads="1" noChangeShapeType="1" noTextEdit="1"/>
              </p:cNvSpPr>
              <p:nvPr/>
            </p:nvSpPr>
            <p:spPr>
              <a:xfrm>
                <a:off x="211331" y="225636"/>
                <a:ext cx="4653115" cy="830997"/>
              </a:xfrm>
              <a:prstGeom prst="rect">
                <a:avLst/>
              </a:prstGeom>
              <a:blipFill>
                <a:blip r:embed="rId24"/>
                <a:stretch>
                  <a:fillRect l="-2097" t="-8088" b="-16176"/>
                </a:stretch>
              </a:blipFill>
            </p:spPr>
            <p:txBody>
              <a:bodyPr/>
              <a:lstStyle/>
              <a:p>
                <a:r>
                  <a:rPr lang="zh-CN" altLang="en-US">
                    <a:noFill/>
                  </a:rPr>
                  <a:t> </a:t>
                </a:r>
              </a:p>
            </p:txBody>
          </p:sp>
        </mc:Fallback>
      </mc:AlternateContent>
      <p:pic>
        <p:nvPicPr>
          <p:cNvPr id="2" name="图片 1">
            <a:extLst>
              <a:ext uri="{FF2B5EF4-FFF2-40B4-BE49-F238E27FC236}">
                <a16:creationId xmlns:a16="http://schemas.microsoft.com/office/drawing/2014/main" id="{FA0E9A05-9C7A-4421-9423-AF6FEF0BA348}"/>
              </a:ext>
            </a:extLst>
          </p:cNvPr>
          <p:cNvPicPr>
            <a:picLocks noChangeAspect="1"/>
          </p:cNvPicPr>
          <p:nvPr/>
        </p:nvPicPr>
        <p:blipFill>
          <a:blip r:embed="rId25"/>
          <a:stretch>
            <a:fillRect/>
          </a:stretch>
        </p:blipFill>
        <p:spPr>
          <a:xfrm>
            <a:off x="847682" y="1272143"/>
            <a:ext cx="2200639" cy="559680"/>
          </a:xfrm>
          <a:prstGeom prst="rect">
            <a:avLst/>
          </a:prstGeom>
        </p:spPr>
      </p:pic>
      <p:pic>
        <p:nvPicPr>
          <p:cNvPr id="3" name="图片 2">
            <a:extLst>
              <a:ext uri="{FF2B5EF4-FFF2-40B4-BE49-F238E27FC236}">
                <a16:creationId xmlns:a16="http://schemas.microsoft.com/office/drawing/2014/main" id="{A293D1FB-27D4-42AC-A1CE-091024875537}"/>
              </a:ext>
            </a:extLst>
          </p:cNvPr>
          <p:cNvPicPr>
            <a:picLocks noChangeAspect="1"/>
          </p:cNvPicPr>
          <p:nvPr/>
        </p:nvPicPr>
        <p:blipFill>
          <a:blip r:embed="rId26"/>
          <a:stretch>
            <a:fillRect/>
          </a:stretch>
        </p:blipFill>
        <p:spPr>
          <a:xfrm>
            <a:off x="811885" y="1985404"/>
            <a:ext cx="2088000" cy="465474"/>
          </a:xfrm>
          <a:prstGeom prst="rect">
            <a:avLst/>
          </a:prstGeom>
        </p:spPr>
      </p:pic>
      <p:pic>
        <p:nvPicPr>
          <p:cNvPr id="4" name="图片 3">
            <a:extLst>
              <a:ext uri="{FF2B5EF4-FFF2-40B4-BE49-F238E27FC236}">
                <a16:creationId xmlns:a16="http://schemas.microsoft.com/office/drawing/2014/main" id="{281169DD-21CC-470E-A2C4-6AAEB1031419}"/>
              </a:ext>
            </a:extLst>
          </p:cNvPr>
          <p:cNvPicPr>
            <a:picLocks noChangeAspect="1"/>
          </p:cNvPicPr>
          <p:nvPr/>
        </p:nvPicPr>
        <p:blipFill>
          <a:blip r:embed="rId27"/>
          <a:stretch>
            <a:fillRect/>
          </a:stretch>
        </p:blipFill>
        <p:spPr>
          <a:xfrm>
            <a:off x="801483" y="2577357"/>
            <a:ext cx="2034728" cy="559680"/>
          </a:xfrm>
          <a:prstGeom prst="rect">
            <a:avLst/>
          </a:prstGeom>
        </p:spPr>
      </p:pic>
      <p:sp>
        <p:nvSpPr>
          <p:cNvPr id="5" name="文本框 4">
            <a:extLst>
              <a:ext uri="{FF2B5EF4-FFF2-40B4-BE49-F238E27FC236}">
                <a16:creationId xmlns:a16="http://schemas.microsoft.com/office/drawing/2014/main" id="{E866C566-6D06-4129-A21F-BF6F5292E837}"/>
              </a:ext>
            </a:extLst>
          </p:cNvPr>
          <p:cNvSpPr txBox="1"/>
          <p:nvPr/>
        </p:nvSpPr>
        <p:spPr>
          <a:xfrm>
            <a:off x="308224" y="3429000"/>
            <a:ext cx="3416320" cy="461665"/>
          </a:xfrm>
          <a:prstGeom prst="rect">
            <a:avLst/>
          </a:prstGeom>
          <a:noFill/>
        </p:spPr>
        <p:txBody>
          <a:bodyPr wrap="none" rtlCol="0">
            <a:spAutoFit/>
          </a:bodyPr>
          <a:lstStyle/>
          <a:p>
            <a:r>
              <a:rPr lang="zh-CN" altLang="en-US" sz="2400" dirty="0">
                <a:latin typeface="黑体" panose="02010609060101010101" pitchFamily="49" charset="-122"/>
                <a:ea typeface="黑体" panose="02010609060101010101" pitchFamily="49" charset="-122"/>
              </a:rPr>
              <a:t>又因</a:t>
            </a:r>
            <a:r>
              <a:rPr lang="en-US" altLang="zh-CN" sz="2400" dirty="0">
                <a:latin typeface="黑体" panose="02010609060101010101" pitchFamily="49" charset="-122"/>
                <a:ea typeface="黑体" panose="02010609060101010101" pitchFamily="49" charset="-122"/>
              </a:rPr>
              <a:t>X</a:t>
            </a:r>
            <a:r>
              <a:rPr lang="zh-CN" altLang="en-US" sz="2400" dirty="0">
                <a:latin typeface="黑体" panose="02010609060101010101" pitchFamily="49" charset="-122"/>
                <a:ea typeface="黑体" panose="02010609060101010101" pitchFamily="49" charset="-122"/>
              </a:rPr>
              <a:t>轴在入射面内，有</a:t>
            </a:r>
          </a:p>
        </p:txBody>
      </p:sp>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8ECBD2FD-AECA-4A33-BD14-9FA11DF79885}"/>
                  </a:ext>
                </a:extLst>
              </p:cNvPr>
              <p:cNvSpPr txBox="1"/>
              <p:nvPr/>
            </p:nvSpPr>
            <p:spPr>
              <a:xfrm>
                <a:off x="929875" y="4121342"/>
                <a:ext cx="1134810" cy="39850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i="1" smtClean="0">
                              <a:latin typeface="Cambria Math" panose="02040503050406030204" pitchFamily="18" charset="0"/>
                            </a:rPr>
                          </m:ctrlPr>
                        </m:sSubPr>
                        <m:e>
                          <m:r>
                            <a:rPr lang="en-US" altLang="zh-CN" sz="2400" b="0" i="1" smtClean="0">
                              <a:latin typeface="Cambria Math" panose="02040503050406030204" pitchFamily="18" charset="0"/>
                            </a:rPr>
                            <m:t>𝑘</m:t>
                          </m:r>
                        </m:e>
                        <m:sub>
                          <m:r>
                            <a:rPr lang="en-US" altLang="zh-CN" sz="2400" b="0" i="1" smtClean="0">
                              <a:latin typeface="Cambria Math" panose="02040503050406030204" pitchFamily="18" charset="0"/>
                            </a:rPr>
                            <m:t>1</m:t>
                          </m:r>
                          <m:r>
                            <a:rPr lang="en-US" altLang="zh-CN" sz="2400" b="0" i="1" smtClean="0">
                              <a:latin typeface="Cambria Math" panose="02040503050406030204" pitchFamily="18" charset="0"/>
                            </a:rPr>
                            <m:t>𝑦</m:t>
                          </m:r>
                        </m:sub>
                      </m:sSub>
                      <m:r>
                        <a:rPr lang="en-US" altLang="zh-CN" sz="2400" b="0" i="1" smtClean="0">
                          <a:latin typeface="Cambria Math" panose="02040503050406030204" pitchFamily="18" charset="0"/>
                        </a:rPr>
                        <m:t>=0</m:t>
                      </m:r>
                    </m:oMath>
                  </m:oMathPara>
                </a14:m>
                <a:endParaRPr lang="zh-CN" altLang="en-US" sz="2400" dirty="0"/>
              </a:p>
            </p:txBody>
          </p:sp>
        </mc:Choice>
        <mc:Fallback xmlns="">
          <p:sp>
            <p:nvSpPr>
              <p:cNvPr id="8" name="文本框 7">
                <a:extLst>
                  <a:ext uri="{FF2B5EF4-FFF2-40B4-BE49-F238E27FC236}">
                    <a16:creationId xmlns:a16="http://schemas.microsoft.com/office/drawing/2014/main" id="{8ECBD2FD-AECA-4A33-BD14-9FA11DF79885}"/>
                  </a:ext>
                </a:extLst>
              </p:cNvPr>
              <p:cNvSpPr txBox="1">
                <a:spLocks noRot="1" noChangeAspect="1" noMove="1" noResize="1" noEditPoints="1" noAdjustHandles="1" noChangeArrowheads="1" noChangeShapeType="1" noTextEdit="1"/>
              </p:cNvSpPr>
              <p:nvPr/>
            </p:nvSpPr>
            <p:spPr>
              <a:xfrm>
                <a:off x="929875" y="4121342"/>
                <a:ext cx="1134810" cy="398507"/>
              </a:xfrm>
              <a:prstGeom prst="rect">
                <a:avLst/>
              </a:prstGeom>
              <a:blipFill>
                <a:blip r:embed="rId28"/>
                <a:stretch>
                  <a:fillRect l="-4301" r="-4301" b="-24615"/>
                </a:stretch>
              </a:blipFill>
            </p:spPr>
            <p:txBody>
              <a:bodyPr/>
              <a:lstStyle/>
              <a:p>
                <a:r>
                  <a:rPr lang="zh-CN" altLang="en-US">
                    <a:noFill/>
                  </a:rPr>
                  <a:t> </a:t>
                </a:r>
              </a:p>
            </p:txBody>
          </p:sp>
        </mc:Fallback>
      </mc:AlternateContent>
      <p:sp>
        <p:nvSpPr>
          <p:cNvPr id="9" name="文本框 8">
            <a:extLst>
              <a:ext uri="{FF2B5EF4-FFF2-40B4-BE49-F238E27FC236}">
                <a16:creationId xmlns:a16="http://schemas.microsoft.com/office/drawing/2014/main" id="{1C0BD677-2BD0-487A-991C-01F957726DB7}"/>
              </a:ext>
            </a:extLst>
          </p:cNvPr>
          <p:cNvSpPr txBox="1"/>
          <p:nvPr/>
        </p:nvSpPr>
        <p:spPr>
          <a:xfrm>
            <a:off x="303313" y="4868787"/>
            <a:ext cx="492443" cy="461665"/>
          </a:xfrm>
          <a:prstGeom prst="rect">
            <a:avLst/>
          </a:prstGeom>
          <a:noFill/>
        </p:spPr>
        <p:txBody>
          <a:bodyPr wrap="none" rtlCol="0">
            <a:spAutoFit/>
          </a:bodyPr>
          <a:lstStyle/>
          <a:p>
            <a:r>
              <a:rPr lang="zh-CN" altLang="en-US" sz="2400" dirty="0">
                <a:latin typeface="黑体" panose="02010609060101010101" pitchFamily="49" charset="-122"/>
                <a:ea typeface="黑体" panose="02010609060101010101" pitchFamily="49" charset="-122"/>
              </a:rPr>
              <a:t>则</a:t>
            </a:r>
          </a:p>
        </p:txBody>
      </p:sp>
      <p:grpSp>
        <p:nvGrpSpPr>
          <p:cNvPr id="11" name="组合 10">
            <a:extLst>
              <a:ext uri="{FF2B5EF4-FFF2-40B4-BE49-F238E27FC236}">
                <a16:creationId xmlns:a16="http://schemas.microsoft.com/office/drawing/2014/main" id="{A625EC04-37EF-4948-89C5-C75C949F5E93}"/>
              </a:ext>
            </a:extLst>
          </p:cNvPr>
          <p:cNvGrpSpPr/>
          <p:nvPr/>
        </p:nvGrpSpPr>
        <p:grpSpPr>
          <a:xfrm>
            <a:off x="749822" y="5599596"/>
            <a:ext cx="2533123" cy="461665"/>
            <a:chOff x="718138" y="5643977"/>
            <a:chExt cx="2533123" cy="461665"/>
          </a:xfrm>
        </p:grpSpPr>
        <p:pic>
          <p:nvPicPr>
            <p:cNvPr id="7" name="图片 6">
              <a:extLst>
                <a:ext uri="{FF2B5EF4-FFF2-40B4-BE49-F238E27FC236}">
                  <a16:creationId xmlns:a16="http://schemas.microsoft.com/office/drawing/2014/main" id="{38CC679D-F7C3-4C5E-B6F3-BF864964663F}"/>
                </a:ext>
              </a:extLst>
            </p:cNvPr>
            <p:cNvPicPr>
              <a:picLocks noChangeAspect="1"/>
            </p:cNvPicPr>
            <p:nvPr/>
          </p:nvPicPr>
          <p:blipFill>
            <a:blip r:embed="rId29"/>
            <a:stretch>
              <a:fillRect/>
            </a:stretch>
          </p:blipFill>
          <p:spPr>
            <a:xfrm>
              <a:off x="718138" y="5643977"/>
              <a:ext cx="1963543" cy="461665"/>
            </a:xfrm>
            <a:prstGeom prst="rect">
              <a:avLst/>
            </a:prstGeom>
          </p:spPr>
        </p:pic>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3A5E4234-D411-4549-9965-D38FB275E295}"/>
                    </a:ext>
                  </a:extLst>
                </p:cNvPr>
                <p:cNvSpPr txBox="1"/>
                <p:nvPr/>
              </p:nvSpPr>
              <p:spPr>
                <a:xfrm>
                  <a:off x="2681681" y="5659321"/>
                  <a:ext cx="569580"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400" b="0" i="1" smtClean="0">
                            <a:latin typeface="Cambria Math" panose="02040503050406030204" pitchFamily="18" charset="0"/>
                          </a:rPr>
                          <m:t>=0</m:t>
                        </m:r>
                      </m:oMath>
                    </m:oMathPara>
                  </a14:m>
                  <a:endParaRPr lang="zh-CN" altLang="en-US" sz="2400" dirty="0"/>
                </a:p>
              </p:txBody>
            </p:sp>
          </mc:Choice>
          <mc:Fallback xmlns="">
            <p:sp>
              <p:nvSpPr>
                <p:cNvPr id="10" name="文本框 9">
                  <a:extLst>
                    <a:ext uri="{FF2B5EF4-FFF2-40B4-BE49-F238E27FC236}">
                      <a16:creationId xmlns:a16="http://schemas.microsoft.com/office/drawing/2014/main" id="{3A5E4234-D411-4549-9965-D38FB275E295}"/>
                    </a:ext>
                  </a:extLst>
                </p:cNvPr>
                <p:cNvSpPr txBox="1">
                  <a:spLocks noRot="1" noChangeAspect="1" noMove="1" noResize="1" noEditPoints="1" noAdjustHandles="1" noChangeArrowheads="1" noChangeShapeType="1" noTextEdit="1"/>
                </p:cNvSpPr>
                <p:nvPr/>
              </p:nvSpPr>
              <p:spPr>
                <a:xfrm>
                  <a:off x="2681681" y="5659321"/>
                  <a:ext cx="569580" cy="369332"/>
                </a:xfrm>
                <a:prstGeom prst="rect">
                  <a:avLst/>
                </a:prstGeom>
                <a:blipFill>
                  <a:blip r:embed="rId30"/>
                  <a:stretch>
                    <a:fillRect l="-4255" r="-10638" b="-6557"/>
                  </a:stretch>
                </a:blipFill>
              </p:spPr>
              <p:txBody>
                <a:bodyPr/>
                <a:lstStyle/>
                <a:p>
                  <a:r>
                    <a:rPr lang="zh-CN" altLang="en-US">
                      <a:noFill/>
                    </a:rPr>
                    <a:t> </a:t>
                  </a:r>
                </a:p>
              </p:txBody>
            </p:sp>
          </mc:Fallback>
        </mc:AlternateContent>
      </p:grpSp>
      <p:sp>
        <p:nvSpPr>
          <p:cNvPr id="12" name="箭头: 右 11">
            <a:extLst>
              <a:ext uri="{FF2B5EF4-FFF2-40B4-BE49-F238E27FC236}">
                <a16:creationId xmlns:a16="http://schemas.microsoft.com/office/drawing/2014/main" id="{7C9C4BCD-80A5-4E23-92FC-9A779A78BBF5}"/>
              </a:ext>
            </a:extLst>
          </p:cNvPr>
          <p:cNvSpPr/>
          <p:nvPr/>
        </p:nvSpPr>
        <p:spPr>
          <a:xfrm>
            <a:off x="3786027" y="5681609"/>
            <a:ext cx="631861" cy="21062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a:extLst>
              <a:ext uri="{FF2B5EF4-FFF2-40B4-BE49-F238E27FC236}">
                <a16:creationId xmlns:a16="http://schemas.microsoft.com/office/drawing/2014/main" id="{572B4B26-DEE8-4887-8730-DDCDB01F1345}"/>
              </a:ext>
            </a:extLst>
          </p:cNvPr>
          <p:cNvSpPr txBox="1"/>
          <p:nvPr/>
        </p:nvSpPr>
        <p:spPr>
          <a:xfrm>
            <a:off x="4808374" y="5321227"/>
            <a:ext cx="2544819" cy="830997"/>
          </a:xfrm>
          <a:prstGeom prst="rect">
            <a:avLst/>
          </a:prstGeom>
          <a:noFill/>
        </p:spPr>
        <p:txBody>
          <a:bodyPr wrap="square" rtlCol="0">
            <a:spAutoFit/>
          </a:bodyPr>
          <a:lstStyle/>
          <a:p>
            <a:r>
              <a:rPr lang="zh-CN" altLang="en-US" sz="2400" dirty="0">
                <a:latin typeface="黑体" panose="02010609060101010101" pitchFamily="49" charset="-122"/>
                <a:ea typeface="黑体" panose="02010609060101010101" pitchFamily="49" charset="-122"/>
              </a:rPr>
              <a:t>反射线、折射线均在入射面内</a:t>
            </a:r>
          </a:p>
        </p:txBody>
      </p:sp>
    </p:spTree>
    <p:extLst>
      <p:ext uri="{BB962C8B-B14F-4D97-AF65-F5344CB8AC3E}">
        <p14:creationId xmlns:p14="http://schemas.microsoft.com/office/powerpoint/2010/main" val="19820767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C081B2E7-341C-40E8-A6B5-519F77010DAA}"/>
              </a:ext>
            </a:extLst>
          </p:cNvPr>
          <p:cNvSpPr txBox="1"/>
          <p:nvPr/>
        </p:nvSpPr>
        <p:spPr>
          <a:xfrm>
            <a:off x="337836" y="240992"/>
            <a:ext cx="1723549" cy="461665"/>
          </a:xfrm>
          <a:prstGeom prst="rect">
            <a:avLst/>
          </a:prstGeom>
          <a:noFill/>
        </p:spPr>
        <p:txBody>
          <a:bodyPr wrap="none" rtlCol="0">
            <a:spAutoFit/>
          </a:bodyPr>
          <a:lstStyle/>
          <a:p>
            <a:r>
              <a:rPr lang="zh-CN" altLang="en-US" sz="2400" dirty="0">
                <a:latin typeface="黑体" panose="02010609060101010101" pitchFamily="49" charset="-122"/>
                <a:ea typeface="黑体" panose="02010609060101010101" pitchFamily="49" charset="-122"/>
              </a:rPr>
              <a:t>此外，还有</a:t>
            </a:r>
          </a:p>
        </p:txBody>
      </p:sp>
      <p:grpSp>
        <p:nvGrpSpPr>
          <p:cNvPr id="3" name="组合 2">
            <a:extLst>
              <a:ext uri="{FF2B5EF4-FFF2-40B4-BE49-F238E27FC236}">
                <a16:creationId xmlns:a16="http://schemas.microsoft.com/office/drawing/2014/main" id="{59B892EF-73A6-4DD4-A7CC-2588036023B2}"/>
              </a:ext>
            </a:extLst>
          </p:cNvPr>
          <p:cNvGrpSpPr/>
          <p:nvPr/>
        </p:nvGrpSpPr>
        <p:grpSpPr>
          <a:xfrm>
            <a:off x="5546239" y="998465"/>
            <a:ext cx="2962476" cy="3062209"/>
            <a:chOff x="5655587" y="983039"/>
            <a:chExt cx="2170299" cy="2142630"/>
          </a:xfrm>
        </p:grpSpPr>
        <p:grpSp>
          <p:nvGrpSpPr>
            <p:cNvPr id="4" name="Group 59">
              <a:extLst>
                <a:ext uri="{FF2B5EF4-FFF2-40B4-BE49-F238E27FC236}">
                  <a16:creationId xmlns:a16="http://schemas.microsoft.com/office/drawing/2014/main" id="{455D28FA-85E9-444B-A69F-F160B337FF68}"/>
                </a:ext>
              </a:extLst>
            </p:cNvPr>
            <p:cNvGrpSpPr>
              <a:grpSpLocks/>
            </p:cNvGrpSpPr>
            <p:nvPr/>
          </p:nvGrpSpPr>
          <p:grpSpPr bwMode="auto">
            <a:xfrm>
              <a:off x="5655587" y="983039"/>
              <a:ext cx="2170299" cy="2128308"/>
              <a:chOff x="249" y="336"/>
              <a:chExt cx="2858" cy="2947"/>
            </a:xfrm>
          </p:grpSpPr>
          <p:sp>
            <p:nvSpPr>
              <p:cNvPr id="6" name="Line 13">
                <a:extLst>
                  <a:ext uri="{FF2B5EF4-FFF2-40B4-BE49-F238E27FC236}">
                    <a16:creationId xmlns:a16="http://schemas.microsoft.com/office/drawing/2014/main" id="{FD532AC3-86ED-4328-B930-13232142FA76}"/>
                  </a:ext>
                </a:extLst>
              </p:cNvPr>
              <p:cNvSpPr>
                <a:spLocks noChangeShapeType="1"/>
              </p:cNvSpPr>
              <p:nvPr/>
            </p:nvSpPr>
            <p:spPr bwMode="auto">
              <a:xfrm>
                <a:off x="483" y="1728"/>
                <a:ext cx="2352" cy="0"/>
              </a:xfrm>
              <a:prstGeom prst="line">
                <a:avLst/>
              </a:prstGeom>
              <a:noFill/>
              <a:ln w="19050">
                <a:solidFill>
                  <a:sysClr val="windowText" lastClr="000000"/>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7" name="Line 14">
                <a:extLst>
                  <a:ext uri="{FF2B5EF4-FFF2-40B4-BE49-F238E27FC236}">
                    <a16:creationId xmlns:a16="http://schemas.microsoft.com/office/drawing/2014/main" id="{2525AC42-EC41-48E9-85CB-0286E5E9CD4A}"/>
                  </a:ext>
                </a:extLst>
              </p:cNvPr>
              <p:cNvSpPr>
                <a:spLocks noChangeShapeType="1"/>
              </p:cNvSpPr>
              <p:nvPr/>
            </p:nvSpPr>
            <p:spPr bwMode="auto">
              <a:xfrm>
                <a:off x="1683" y="336"/>
                <a:ext cx="0" cy="2688"/>
              </a:xfrm>
              <a:prstGeom prst="line">
                <a:avLst/>
              </a:prstGeom>
              <a:noFill/>
              <a:ln w="19050">
                <a:solidFill>
                  <a:sysClr val="windowText" lastClr="000000"/>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8" name="Line 15">
                <a:extLst>
                  <a:ext uri="{FF2B5EF4-FFF2-40B4-BE49-F238E27FC236}">
                    <a16:creationId xmlns:a16="http://schemas.microsoft.com/office/drawing/2014/main" id="{84E170AD-683D-4EE5-BBF6-563D5133FAB4}"/>
                  </a:ext>
                </a:extLst>
              </p:cNvPr>
              <p:cNvSpPr>
                <a:spLocks noChangeShapeType="1"/>
              </p:cNvSpPr>
              <p:nvPr/>
            </p:nvSpPr>
            <p:spPr bwMode="auto">
              <a:xfrm>
                <a:off x="723" y="768"/>
                <a:ext cx="960" cy="960"/>
              </a:xfrm>
              <a:prstGeom prst="line">
                <a:avLst/>
              </a:prstGeom>
              <a:noFill/>
              <a:ln w="19050">
                <a:solidFill>
                  <a:sysClr val="windowText" lastClr="000000"/>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9" name="Line 16">
                <a:extLst>
                  <a:ext uri="{FF2B5EF4-FFF2-40B4-BE49-F238E27FC236}">
                    <a16:creationId xmlns:a16="http://schemas.microsoft.com/office/drawing/2014/main" id="{E567CE41-129A-4BDF-92CB-C7A524442C2B}"/>
                  </a:ext>
                </a:extLst>
              </p:cNvPr>
              <p:cNvSpPr>
                <a:spLocks noChangeShapeType="1"/>
              </p:cNvSpPr>
              <p:nvPr/>
            </p:nvSpPr>
            <p:spPr bwMode="auto">
              <a:xfrm flipV="1">
                <a:off x="1683" y="624"/>
                <a:ext cx="1104" cy="1104"/>
              </a:xfrm>
              <a:prstGeom prst="line">
                <a:avLst/>
              </a:prstGeom>
              <a:noFill/>
              <a:ln w="19050">
                <a:solidFill>
                  <a:sysClr val="windowText" lastClr="000000"/>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0" name="Line 17">
                <a:extLst>
                  <a:ext uri="{FF2B5EF4-FFF2-40B4-BE49-F238E27FC236}">
                    <a16:creationId xmlns:a16="http://schemas.microsoft.com/office/drawing/2014/main" id="{D70053D5-564D-4981-BC58-CF3B66E6A0D4}"/>
                  </a:ext>
                </a:extLst>
              </p:cNvPr>
              <p:cNvSpPr>
                <a:spLocks noChangeShapeType="1"/>
              </p:cNvSpPr>
              <p:nvPr/>
            </p:nvSpPr>
            <p:spPr bwMode="auto">
              <a:xfrm>
                <a:off x="1683" y="1728"/>
                <a:ext cx="672" cy="1440"/>
              </a:xfrm>
              <a:prstGeom prst="line">
                <a:avLst/>
              </a:prstGeom>
              <a:noFill/>
              <a:ln w="19050">
                <a:solidFill>
                  <a:sysClr val="windowText" lastClr="000000"/>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graphicFrame>
            <p:nvGraphicFramePr>
              <p:cNvPr id="11" name="Object 18">
                <a:extLst>
                  <a:ext uri="{FF2B5EF4-FFF2-40B4-BE49-F238E27FC236}">
                    <a16:creationId xmlns:a16="http://schemas.microsoft.com/office/drawing/2014/main" id="{0C889EB1-8565-4ED7-9A4B-CCDEE0389BED}"/>
                  </a:ext>
                </a:extLst>
              </p:cNvPr>
              <p:cNvGraphicFramePr>
                <a:graphicFrameLocks noChangeAspect="1"/>
              </p:cNvGraphicFramePr>
              <p:nvPr>
                <p:extLst/>
              </p:nvPr>
            </p:nvGraphicFramePr>
            <p:xfrm>
              <a:off x="1672" y="1189"/>
              <a:ext cx="226" cy="406"/>
            </p:xfrm>
            <a:graphic>
              <a:graphicData uri="http://schemas.openxmlformats.org/presentationml/2006/ole">
                <mc:AlternateContent xmlns:mc="http://schemas.openxmlformats.org/markup-compatibility/2006">
                  <mc:Choice xmlns:v="urn:schemas-microsoft-com:vml" Requires="v">
                    <p:oleObj spid="_x0000_s6090" name="Equation" r:id="rId3" imgW="126720" imgH="228600" progId="Equation.DSMT4">
                      <p:embed/>
                    </p:oleObj>
                  </mc:Choice>
                  <mc:Fallback>
                    <p:oleObj name="Equation" r:id="rId3" imgW="126720" imgH="228600" progId="Equation.DSMT4">
                      <p:embed/>
                      <p:pic>
                        <p:nvPicPr>
                          <p:cNvPr id="74" name="Object 18">
                            <a:extLst>
                              <a:ext uri="{FF2B5EF4-FFF2-40B4-BE49-F238E27FC236}">
                                <a16:creationId xmlns:a16="http://schemas.microsoft.com/office/drawing/2014/main" id="{9B2D153F-950D-4AA9-91BE-690862772988}"/>
                              </a:ext>
                            </a:extLst>
                          </p:cNvPr>
                          <p:cNvPicPr>
                            <a:picLocks noChangeAspect="1" noChangeArrowheads="1"/>
                          </p:cNvPicPr>
                          <p:nvPr/>
                        </p:nvPicPr>
                        <p:blipFill>
                          <a:blip r:embed="rId4"/>
                          <a:srcRect/>
                          <a:stretch>
                            <a:fillRect/>
                          </a:stretch>
                        </p:blipFill>
                        <p:spPr bwMode="auto">
                          <a:xfrm>
                            <a:off x="1672" y="1189"/>
                            <a:ext cx="226" cy="40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 name="Object 19">
                <a:extLst>
                  <a:ext uri="{FF2B5EF4-FFF2-40B4-BE49-F238E27FC236}">
                    <a16:creationId xmlns:a16="http://schemas.microsoft.com/office/drawing/2014/main" id="{994B8D38-1498-4570-8605-C2D449F47CF9}"/>
                  </a:ext>
                </a:extLst>
              </p:cNvPr>
              <p:cNvGraphicFramePr>
                <a:graphicFrameLocks noChangeAspect="1"/>
              </p:cNvGraphicFramePr>
              <p:nvPr/>
            </p:nvGraphicFramePr>
            <p:xfrm>
              <a:off x="1491" y="1200"/>
              <a:ext cx="204" cy="384"/>
            </p:xfrm>
            <a:graphic>
              <a:graphicData uri="http://schemas.openxmlformats.org/presentationml/2006/ole">
                <mc:AlternateContent xmlns:mc="http://schemas.openxmlformats.org/markup-compatibility/2006">
                  <mc:Choice xmlns:v="urn:schemas-microsoft-com:vml" Requires="v">
                    <p:oleObj spid="_x0000_s6091" name="Equation" r:id="rId5" imgW="114120" imgH="215640" progId="Equation.3">
                      <p:embed/>
                    </p:oleObj>
                  </mc:Choice>
                  <mc:Fallback>
                    <p:oleObj name="Equation" r:id="rId5" imgW="114120" imgH="215640" progId="Equation.3">
                      <p:embed/>
                      <p:pic>
                        <p:nvPicPr>
                          <p:cNvPr id="75" name="Object 19">
                            <a:extLst>
                              <a:ext uri="{FF2B5EF4-FFF2-40B4-BE49-F238E27FC236}">
                                <a16:creationId xmlns:a16="http://schemas.microsoft.com/office/drawing/2014/main" id="{000A4DCC-851D-4572-9492-29341EC0F55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91" y="1200"/>
                            <a:ext cx="204"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 name="Object 20">
                <a:extLst>
                  <a:ext uri="{FF2B5EF4-FFF2-40B4-BE49-F238E27FC236}">
                    <a16:creationId xmlns:a16="http://schemas.microsoft.com/office/drawing/2014/main" id="{6A4E89ED-9F92-44B6-9711-A5C1E5562E49}"/>
                  </a:ext>
                </a:extLst>
              </p:cNvPr>
              <p:cNvGraphicFramePr>
                <a:graphicFrameLocks noChangeAspect="1"/>
              </p:cNvGraphicFramePr>
              <p:nvPr/>
            </p:nvGraphicFramePr>
            <p:xfrm>
              <a:off x="1683" y="1920"/>
              <a:ext cx="227" cy="384"/>
            </p:xfrm>
            <a:graphic>
              <a:graphicData uri="http://schemas.openxmlformats.org/presentationml/2006/ole">
                <mc:AlternateContent xmlns:mc="http://schemas.openxmlformats.org/markup-compatibility/2006">
                  <mc:Choice xmlns:v="urn:schemas-microsoft-com:vml" Requires="v">
                    <p:oleObj spid="_x0000_s6092" name="Equation" r:id="rId7" imgW="126720" imgH="215640" progId="Equation.3">
                      <p:embed/>
                    </p:oleObj>
                  </mc:Choice>
                  <mc:Fallback>
                    <p:oleObj name="Equation" r:id="rId7" imgW="126720" imgH="215640" progId="Equation.3">
                      <p:embed/>
                      <p:pic>
                        <p:nvPicPr>
                          <p:cNvPr id="76" name="Object 20">
                            <a:extLst>
                              <a:ext uri="{FF2B5EF4-FFF2-40B4-BE49-F238E27FC236}">
                                <a16:creationId xmlns:a16="http://schemas.microsoft.com/office/drawing/2014/main" id="{D2B4A55B-4306-4793-898F-86880038421F}"/>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83" y="1920"/>
                            <a:ext cx="227"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 name="Object 21">
                <a:extLst>
                  <a:ext uri="{FF2B5EF4-FFF2-40B4-BE49-F238E27FC236}">
                    <a16:creationId xmlns:a16="http://schemas.microsoft.com/office/drawing/2014/main" id="{BA3930FA-52C0-4C55-9D8C-FEA1590AAD0C}"/>
                  </a:ext>
                </a:extLst>
              </p:cNvPr>
              <p:cNvGraphicFramePr>
                <a:graphicFrameLocks noChangeAspect="1"/>
              </p:cNvGraphicFramePr>
              <p:nvPr/>
            </p:nvGraphicFramePr>
            <p:xfrm>
              <a:off x="2307" y="1728"/>
              <a:ext cx="295" cy="384"/>
            </p:xfrm>
            <a:graphic>
              <a:graphicData uri="http://schemas.openxmlformats.org/presentationml/2006/ole">
                <mc:AlternateContent xmlns:mc="http://schemas.openxmlformats.org/markup-compatibility/2006">
                  <mc:Choice xmlns:v="urn:schemas-microsoft-com:vml" Requires="v">
                    <p:oleObj spid="_x0000_s6093" name="Equation" r:id="rId9" imgW="164880" imgH="215640" progId="Equation.3">
                      <p:embed/>
                    </p:oleObj>
                  </mc:Choice>
                  <mc:Fallback>
                    <p:oleObj name="Equation" r:id="rId9" imgW="164880" imgH="215640" progId="Equation.3">
                      <p:embed/>
                      <p:pic>
                        <p:nvPicPr>
                          <p:cNvPr id="77" name="Object 21">
                            <a:extLst>
                              <a:ext uri="{FF2B5EF4-FFF2-40B4-BE49-F238E27FC236}">
                                <a16:creationId xmlns:a16="http://schemas.microsoft.com/office/drawing/2014/main" id="{AC69F41F-4B3A-41FC-B3B9-7AD4AB218295}"/>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307" y="1728"/>
                            <a:ext cx="295"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 name="Object 22">
                <a:extLst>
                  <a:ext uri="{FF2B5EF4-FFF2-40B4-BE49-F238E27FC236}">
                    <a16:creationId xmlns:a16="http://schemas.microsoft.com/office/drawing/2014/main" id="{1BBF56C0-AE1E-49C2-88C6-AECF1972BBB8}"/>
                  </a:ext>
                </a:extLst>
              </p:cNvPr>
              <p:cNvGraphicFramePr>
                <a:graphicFrameLocks noChangeAspect="1"/>
              </p:cNvGraphicFramePr>
              <p:nvPr/>
            </p:nvGraphicFramePr>
            <p:xfrm>
              <a:off x="2355" y="1344"/>
              <a:ext cx="272" cy="384"/>
            </p:xfrm>
            <a:graphic>
              <a:graphicData uri="http://schemas.openxmlformats.org/presentationml/2006/ole">
                <mc:AlternateContent xmlns:mc="http://schemas.openxmlformats.org/markup-compatibility/2006">
                  <mc:Choice xmlns:v="urn:schemas-microsoft-com:vml" Requires="v">
                    <p:oleObj spid="_x0000_s6094" name="Equation" r:id="rId11" imgW="152280" imgH="215640" progId="Equation.3">
                      <p:embed/>
                    </p:oleObj>
                  </mc:Choice>
                  <mc:Fallback>
                    <p:oleObj name="Equation" r:id="rId11" imgW="152280" imgH="215640" progId="Equation.3">
                      <p:embed/>
                      <p:pic>
                        <p:nvPicPr>
                          <p:cNvPr id="78" name="Object 22">
                            <a:extLst>
                              <a:ext uri="{FF2B5EF4-FFF2-40B4-BE49-F238E27FC236}">
                                <a16:creationId xmlns:a16="http://schemas.microsoft.com/office/drawing/2014/main" id="{69C03B8B-FFAC-48FC-BEC7-182067F9F926}"/>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355" y="1344"/>
                            <a:ext cx="272"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 name="Object 23">
                <a:extLst>
                  <a:ext uri="{FF2B5EF4-FFF2-40B4-BE49-F238E27FC236}">
                    <a16:creationId xmlns:a16="http://schemas.microsoft.com/office/drawing/2014/main" id="{CDBB9E5C-87D0-4E44-9D1B-8FFE84640409}"/>
                  </a:ext>
                </a:extLst>
              </p:cNvPr>
              <p:cNvGraphicFramePr>
                <a:graphicFrameLocks noChangeAspect="1"/>
              </p:cNvGraphicFramePr>
              <p:nvPr>
                <p:extLst/>
              </p:nvPr>
            </p:nvGraphicFramePr>
            <p:xfrm>
              <a:off x="1554" y="2990"/>
              <a:ext cx="272" cy="293"/>
            </p:xfrm>
            <a:graphic>
              <a:graphicData uri="http://schemas.openxmlformats.org/presentationml/2006/ole">
                <mc:AlternateContent xmlns:mc="http://schemas.openxmlformats.org/markup-compatibility/2006">
                  <mc:Choice xmlns:v="urn:schemas-microsoft-com:vml" Requires="v">
                    <p:oleObj spid="_x0000_s6095" name="Equation" r:id="rId13" imgW="152280" imgH="164880" progId="Equation.DSMT4">
                      <p:embed/>
                    </p:oleObj>
                  </mc:Choice>
                  <mc:Fallback>
                    <p:oleObj name="Equation" r:id="rId13" imgW="152280" imgH="164880" progId="Equation.DSMT4">
                      <p:embed/>
                      <p:pic>
                        <p:nvPicPr>
                          <p:cNvPr id="79" name="Object 23">
                            <a:extLst>
                              <a:ext uri="{FF2B5EF4-FFF2-40B4-BE49-F238E27FC236}">
                                <a16:creationId xmlns:a16="http://schemas.microsoft.com/office/drawing/2014/main" id="{40C09CD2-A33D-44C6-B3EE-CDD89427A963}"/>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554" y="2990"/>
                            <a:ext cx="272" cy="29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7" name="Object 52">
                <a:extLst>
                  <a:ext uri="{FF2B5EF4-FFF2-40B4-BE49-F238E27FC236}">
                    <a16:creationId xmlns:a16="http://schemas.microsoft.com/office/drawing/2014/main" id="{97392859-C2F4-43CD-B344-B28985F2C7FD}"/>
                  </a:ext>
                </a:extLst>
              </p:cNvPr>
              <p:cNvGraphicFramePr>
                <a:graphicFrameLocks noChangeAspect="1"/>
              </p:cNvGraphicFramePr>
              <p:nvPr/>
            </p:nvGraphicFramePr>
            <p:xfrm>
              <a:off x="612" y="2704"/>
              <a:ext cx="272" cy="292"/>
            </p:xfrm>
            <a:graphic>
              <a:graphicData uri="http://schemas.openxmlformats.org/presentationml/2006/ole">
                <mc:AlternateContent xmlns:mc="http://schemas.openxmlformats.org/markup-compatibility/2006">
                  <mc:Choice xmlns:v="urn:schemas-microsoft-com:vml" Requires="v">
                    <p:oleObj spid="_x0000_s6096" name="Equation" r:id="rId15" imgW="152280" imgH="164880" progId="Equation.DSMT4">
                      <p:embed/>
                    </p:oleObj>
                  </mc:Choice>
                  <mc:Fallback>
                    <p:oleObj name="Equation" r:id="rId15" imgW="152280" imgH="164880" progId="Equation.DSMT4">
                      <p:embed/>
                      <p:pic>
                        <p:nvPicPr>
                          <p:cNvPr id="80" name="Object 52">
                            <a:extLst>
                              <a:ext uri="{FF2B5EF4-FFF2-40B4-BE49-F238E27FC236}">
                                <a16:creationId xmlns:a16="http://schemas.microsoft.com/office/drawing/2014/main" id="{27DFF061-9994-457D-98D7-CD755B94A1C0}"/>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612" y="2704"/>
                            <a:ext cx="272" cy="2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 name="Object 53">
                <a:extLst>
                  <a:ext uri="{FF2B5EF4-FFF2-40B4-BE49-F238E27FC236}">
                    <a16:creationId xmlns:a16="http://schemas.microsoft.com/office/drawing/2014/main" id="{ED7B9638-255C-4295-854A-B9CC569E34DD}"/>
                  </a:ext>
                </a:extLst>
              </p:cNvPr>
              <p:cNvGraphicFramePr>
                <a:graphicFrameLocks noChangeAspect="1"/>
              </p:cNvGraphicFramePr>
              <p:nvPr/>
            </p:nvGraphicFramePr>
            <p:xfrm>
              <a:off x="1247" y="2069"/>
              <a:ext cx="318" cy="292"/>
            </p:xfrm>
            <a:graphic>
              <a:graphicData uri="http://schemas.openxmlformats.org/presentationml/2006/ole">
                <mc:AlternateContent xmlns:mc="http://schemas.openxmlformats.org/markup-compatibility/2006">
                  <mc:Choice xmlns:v="urn:schemas-microsoft-com:vml" Requires="v">
                    <p:oleObj spid="_x0000_s6097" name="Equation" r:id="rId17" imgW="177480" imgH="164880" progId="Equation.DSMT4">
                      <p:embed/>
                    </p:oleObj>
                  </mc:Choice>
                  <mc:Fallback>
                    <p:oleObj name="Equation" r:id="rId17" imgW="177480" imgH="164880" progId="Equation.DSMT4">
                      <p:embed/>
                      <p:pic>
                        <p:nvPicPr>
                          <p:cNvPr id="81" name="Object 53">
                            <a:extLst>
                              <a:ext uri="{FF2B5EF4-FFF2-40B4-BE49-F238E27FC236}">
                                <a16:creationId xmlns:a16="http://schemas.microsoft.com/office/drawing/2014/main" id="{0C11EA19-F446-46B5-BD05-02848739B1EC}"/>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247" y="2069"/>
                            <a:ext cx="318" cy="2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 name="Object 54">
                <a:extLst>
                  <a:ext uri="{FF2B5EF4-FFF2-40B4-BE49-F238E27FC236}">
                    <a16:creationId xmlns:a16="http://schemas.microsoft.com/office/drawing/2014/main" id="{F8D8801F-A601-4B58-BF2D-AE40B53A4969}"/>
                  </a:ext>
                </a:extLst>
              </p:cNvPr>
              <p:cNvGraphicFramePr>
                <a:graphicFrameLocks noChangeAspect="1"/>
              </p:cNvGraphicFramePr>
              <p:nvPr/>
            </p:nvGraphicFramePr>
            <p:xfrm>
              <a:off x="249" y="2069"/>
              <a:ext cx="297" cy="349"/>
            </p:xfrm>
            <a:graphic>
              <a:graphicData uri="http://schemas.openxmlformats.org/presentationml/2006/ole">
                <mc:AlternateContent xmlns:mc="http://schemas.openxmlformats.org/markup-compatibility/2006">
                  <mc:Choice xmlns:v="urn:schemas-microsoft-com:vml" Requires="v">
                    <p:oleObj spid="_x0000_s6098" name="Equation" r:id="rId19" imgW="139680" imgH="164880" progId="Equation.DSMT4">
                      <p:embed/>
                    </p:oleObj>
                  </mc:Choice>
                  <mc:Fallback>
                    <p:oleObj name="Equation" r:id="rId19" imgW="139680" imgH="164880" progId="Equation.DSMT4">
                      <p:embed/>
                      <p:pic>
                        <p:nvPicPr>
                          <p:cNvPr id="82" name="Object 54">
                            <a:extLst>
                              <a:ext uri="{FF2B5EF4-FFF2-40B4-BE49-F238E27FC236}">
                                <a16:creationId xmlns:a16="http://schemas.microsoft.com/office/drawing/2014/main" id="{E9081105-0932-4E4D-9FEA-A770DAF18E1E}"/>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49" y="2069"/>
                            <a:ext cx="297" cy="34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 name="Line 55">
                <a:extLst>
                  <a:ext uri="{FF2B5EF4-FFF2-40B4-BE49-F238E27FC236}">
                    <a16:creationId xmlns:a16="http://schemas.microsoft.com/office/drawing/2014/main" id="{1EB2A8D7-9A5B-4518-A581-CEC480867E66}"/>
                  </a:ext>
                </a:extLst>
              </p:cNvPr>
              <p:cNvSpPr>
                <a:spLocks noChangeShapeType="1"/>
              </p:cNvSpPr>
              <p:nvPr/>
            </p:nvSpPr>
            <p:spPr bwMode="auto">
              <a:xfrm flipH="1">
                <a:off x="736" y="2217"/>
                <a:ext cx="6" cy="483"/>
              </a:xfrm>
              <a:prstGeom prst="line">
                <a:avLst/>
              </a:prstGeom>
              <a:noFill/>
              <a:ln w="19050">
                <a:solidFill>
                  <a:sysClr val="windowText" lastClr="000000"/>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21" name="Line 56">
                <a:extLst>
                  <a:ext uri="{FF2B5EF4-FFF2-40B4-BE49-F238E27FC236}">
                    <a16:creationId xmlns:a16="http://schemas.microsoft.com/office/drawing/2014/main" id="{792AC023-7189-4C5A-A420-CA8F1D03D9A3}"/>
                  </a:ext>
                </a:extLst>
              </p:cNvPr>
              <p:cNvSpPr>
                <a:spLocks noChangeShapeType="1"/>
              </p:cNvSpPr>
              <p:nvPr/>
            </p:nvSpPr>
            <p:spPr bwMode="auto">
              <a:xfrm>
                <a:off x="729" y="2205"/>
                <a:ext cx="576" cy="0"/>
              </a:xfrm>
              <a:prstGeom prst="line">
                <a:avLst/>
              </a:prstGeom>
              <a:noFill/>
              <a:ln w="19050">
                <a:solidFill>
                  <a:sysClr val="windowText" lastClr="000000"/>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22" name="Line 57">
                <a:extLst>
                  <a:ext uri="{FF2B5EF4-FFF2-40B4-BE49-F238E27FC236}">
                    <a16:creationId xmlns:a16="http://schemas.microsoft.com/office/drawing/2014/main" id="{1F76C432-4F93-412E-AED8-EE50FF436F55}"/>
                  </a:ext>
                </a:extLst>
              </p:cNvPr>
              <p:cNvSpPr>
                <a:spLocks noChangeShapeType="1"/>
              </p:cNvSpPr>
              <p:nvPr/>
            </p:nvSpPr>
            <p:spPr bwMode="auto">
              <a:xfrm flipH="1">
                <a:off x="393" y="2205"/>
                <a:ext cx="336" cy="192"/>
              </a:xfrm>
              <a:prstGeom prst="line">
                <a:avLst/>
              </a:prstGeom>
              <a:noFill/>
              <a:ln w="19050">
                <a:solidFill>
                  <a:sysClr val="windowText" lastClr="000000"/>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graphicFrame>
            <p:nvGraphicFramePr>
              <p:cNvPr id="23" name="Object 58">
                <a:extLst>
                  <a:ext uri="{FF2B5EF4-FFF2-40B4-BE49-F238E27FC236}">
                    <a16:creationId xmlns:a16="http://schemas.microsoft.com/office/drawing/2014/main" id="{593F817A-3E60-4087-988C-B32816180272}"/>
                  </a:ext>
                </a:extLst>
              </p:cNvPr>
              <p:cNvGraphicFramePr>
                <a:graphicFrameLocks noChangeAspect="1"/>
              </p:cNvGraphicFramePr>
              <p:nvPr/>
            </p:nvGraphicFramePr>
            <p:xfrm>
              <a:off x="2789" y="1570"/>
              <a:ext cx="318" cy="292"/>
            </p:xfrm>
            <a:graphic>
              <a:graphicData uri="http://schemas.openxmlformats.org/presentationml/2006/ole">
                <mc:AlternateContent xmlns:mc="http://schemas.openxmlformats.org/markup-compatibility/2006">
                  <mc:Choice xmlns:v="urn:schemas-microsoft-com:vml" Requires="v">
                    <p:oleObj spid="_x0000_s6099" name="Equation" r:id="rId21" imgW="177480" imgH="164880" progId="Equation.DSMT4">
                      <p:embed/>
                    </p:oleObj>
                  </mc:Choice>
                  <mc:Fallback>
                    <p:oleObj name="Equation" r:id="rId21" imgW="177480" imgH="164880" progId="Equation.DSMT4">
                      <p:embed/>
                      <p:pic>
                        <p:nvPicPr>
                          <p:cNvPr id="86" name="Object 58">
                            <a:extLst>
                              <a:ext uri="{FF2B5EF4-FFF2-40B4-BE49-F238E27FC236}">
                                <a16:creationId xmlns:a16="http://schemas.microsoft.com/office/drawing/2014/main" id="{6E97CE77-CE95-44EE-BE83-B67F46F600BD}"/>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789" y="1570"/>
                            <a:ext cx="318" cy="2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5" name="Object 23">
              <a:extLst>
                <a:ext uri="{FF2B5EF4-FFF2-40B4-BE49-F238E27FC236}">
                  <a16:creationId xmlns:a16="http://schemas.microsoft.com/office/drawing/2014/main" id="{A8EF9A7C-130D-44FD-AA97-8803CBA4D996}"/>
                </a:ext>
              </a:extLst>
            </p:cNvPr>
            <p:cNvGraphicFramePr>
              <a:graphicFrameLocks noChangeAspect="1"/>
            </p:cNvGraphicFramePr>
            <p:nvPr>
              <p:extLst/>
            </p:nvPr>
          </p:nvGraphicFramePr>
          <p:xfrm>
            <a:off x="6826657" y="2898656"/>
            <a:ext cx="173037" cy="227013"/>
          </p:xfrm>
          <a:graphic>
            <a:graphicData uri="http://schemas.openxmlformats.org/presentationml/2006/ole">
              <mc:AlternateContent xmlns:mc="http://schemas.openxmlformats.org/markup-compatibility/2006">
                <mc:Choice xmlns:v="urn:schemas-microsoft-com:vml" Requires="v">
                  <p:oleObj spid="_x0000_s6100" name="Equation" r:id="rId22" imgW="126720" imgH="177480" progId="Equation.DSMT4">
                    <p:embed/>
                  </p:oleObj>
                </mc:Choice>
                <mc:Fallback>
                  <p:oleObj name="Equation" r:id="rId22" imgW="126720" imgH="177480" progId="Equation.DSMT4">
                    <p:embed/>
                    <p:pic>
                      <p:nvPicPr>
                        <p:cNvPr id="68" name="Object 23">
                          <a:extLst>
                            <a:ext uri="{FF2B5EF4-FFF2-40B4-BE49-F238E27FC236}">
                              <a16:creationId xmlns:a16="http://schemas.microsoft.com/office/drawing/2014/main" id="{C67282BC-4B66-4062-9F27-274CE7EC2C40}"/>
                            </a:ext>
                          </a:extLst>
                        </p:cNvPr>
                        <p:cNvPicPr>
                          <a:picLocks noChangeAspect="1" noChangeArrowheads="1"/>
                        </p:cNvPicPr>
                        <p:nvPr/>
                      </p:nvPicPr>
                      <p:blipFill>
                        <a:blip r:embed="rId23"/>
                        <a:srcRect/>
                        <a:stretch>
                          <a:fillRect/>
                        </a:stretch>
                      </p:blipFill>
                      <p:spPr bwMode="auto">
                        <a:xfrm>
                          <a:off x="6826657" y="2898656"/>
                          <a:ext cx="173037" cy="2270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pic>
        <p:nvPicPr>
          <p:cNvPr id="24" name="图片 23">
            <a:extLst>
              <a:ext uri="{FF2B5EF4-FFF2-40B4-BE49-F238E27FC236}">
                <a16:creationId xmlns:a16="http://schemas.microsoft.com/office/drawing/2014/main" id="{84A39BF9-C787-4177-9771-6744151894A2}"/>
              </a:ext>
            </a:extLst>
          </p:cNvPr>
          <p:cNvPicPr>
            <a:picLocks noChangeAspect="1"/>
          </p:cNvPicPr>
          <p:nvPr/>
        </p:nvPicPr>
        <p:blipFill>
          <a:blip r:embed="rId24"/>
          <a:stretch>
            <a:fillRect/>
          </a:stretch>
        </p:blipFill>
        <p:spPr>
          <a:xfrm>
            <a:off x="707529" y="821725"/>
            <a:ext cx="2040219" cy="990862"/>
          </a:xfrm>
          <a:prstGeom prst="rect">
            <a:avLst/>
          </a:prstGeom>
        </p:spPr>
      </p:pic>
      <p:pic>
        <p:nvPicPr>
          <p:cNvPr id="25" name="图片 24">
            <a:extLst>
              <a:ext uri="{FF2B5EF4-FFF2-40B4-BE49-F238E27FC236}">
                <a16:creationId xmlns:a16="http://schemas.microsoft.com/office/drawing/2014/main" id="{E4D72E18-73A5-4891-B48F-C938D2A01CC4}"/>
              </a:ext>
            </a:extLst>
          </p:cNvPr>
          <p:cNvPicPr>
            <a:picLocks noChangeAspect="1"/>
          </p:cNvPicPr>
          <p:nvPr/>
        </p:nvPicPr>
        <p:blipFill>
          <a:blip r:embed="rId25"/>
          <a:stretch>
            <a:fillRect/>
          </a:stretch>
        </p:blipFill>
        <p:spPr>
          <a:xfrm>
            <a:off x="764852" y="1801085"/>
            <a:ext cx="2456640" cy="803949"/>
          </a:xfrm>
          <a:prstGeom prst="rect">
            <a:avLst/>
          </a:prstGeom>
        </p:spPr>
      </p:pic>
      <p:pic>
        <p:nvPicPr>
          <p:cNvPr id="26" name="图片 25">
            <a:extLst>
              <a:ext uri="{FF2B5EF4-FFF2-40B4-BE49-F238E27FC236}">
                <a16:creationId xmlns:a16="http://schemas.microsoft.com/office/drawing/2014/main" id="{40171942-4FB7-4E1B-AE42-D7F52A96A108}"/>
              </a:ext>
            </a:extLst>
          </p:cNvPr>
          <p:cNvPicPr>
            <a:picLocks noChangeAspect="1"/>
          </p:cNvPicPr>
          <p:nvPr/>
        </p:nvPicPr>
        <p:blipFill>
          <a:blip r:embed="rId26"/>
          <a:stretch>
            <a:fillRect/>
          </a:stretch>
        </p:blipFill>
        <p:spPr>
          <a:xfrm>
            <a:off x="764852" y="2673342"/>
            <a:ext cx="2570447" cy="904086"/>
          </a:xfrm>
          <a:prstGeom prst="rect">
            <a:avLst/>
          </a:prstGeom>
        </p:spPr>
      </p:pic>
      <p:sp>
        <p:nvSpPr>
          <p:cNvPr id="27" name="文本框 26">
            <a:extLst>
              <a:ext uri="{FF2B5EF4-FFF2-40B4-BE49-F238E27FC236}">
                <a16:creationId xmlns:a16="http://schemas.microsoft.com/office/drawing/2014/main" id="{ABC83003-B52A-40DD-953F-EB5744D87483}"/>
              </a:ext>
            </a:extLst>
          </p:cNvPr>
          <p:cNvSpPr txBox="1"/>
          <p:nvPr/>
        </p:nvSpPr>
        <p:spPr>
          <a:xfrm>
            <a:off x="307419" y="3695480"/>
            <a:ext cx="800219" cy="461665"/>
          </a:xfrm>
          <a:prstGeom prst="rect">
            <a:avLst/>
          </a:prstGeom>
          <a:noFill/>
        </p:spPr>
        <p:txBody>
          <a:bodyPr wrap="none" rtlCol="0">
            <a:spAutoFit/>
          </a:bodyPr>
          <a:lstStyle/>
          <a:p>
            <a:r>
              <a:rPr lang="zh-CN" altLang="en-US" sz="2400" dirty="0">
                <a:latin typeface="黑体" panose="02010609060101010101" pitchFamily="49" charset="-122"/>
                <a:ea typeface="黑体" panose="02010609060101010101" pitchFamily="49" charset="-122"/>
              </a:rPr>
              <a:t>其中</a:t>
            </a:r>
          </a:p>
        </p:txBody>
      </p:sp>
      <p:pic>
        <p:nvPicPr>
          <p:cNvPr id="28" name="图片 27">
            <a:extLst>
              <a:ext uri="{FF2B5EF4-FFF2-40B4-BE49-F238E27FC236}">
                <a16:creationId xmlns:a16="http://schemas.microsoft.com/office/drawing/2014/main" id="{AD2B90E2-9F1C-4FCA-AC23-5EE271D81902}"/>
              </a:ext>
            </a:extLst>
          </p:cNvPr>
          <p:cNvPicPr>
            <a:picLocks noChangeAspect="1"/>
          </p:cNvPicPr>
          <p:nvPr/>
        </p:nvPicPr>
        <p:blipFill>
          <a:blip r:embed="rId27"/>
          <a:stretch>
            <a:fillRect/>
          </a:stretch>
        </p:blipFill>
        <p:spPr>
          <a:xfrm>
            <a:off x="975325" y="4190149"/>
            <a:ext cx="1525263" cy="765054"/>
          </a:xfrm>
          <a:prstGeom prst="rect">
            <a:avLst/>
          </a:prstGeom>
        </p:spPr>
      </p:pic>
      <p:pic>
        <p:nvPicPr>
          <p:cNvPr id="29" name="图片 28">
            <a:extLst>
              <a:ext uri="{FF2B5EF4-FFF2-40B4-BE49-F238E27FC236}">
                <a16:creationId xmlns:a16="http://schemas.microsoft.com/office/drawing/2014/main" id="{FBFF5D58-3281-48D5-9529-D7B0CF515303}"/>
              </a:ext>
            </a:extLst>
          </p:cNvPr>
          <p:cNvPicPr>
            <a:picLocks noChangeAspect="1"/>
          </p:cNvPicPr>
          <p:nvPr/>
        </p:nvPicPr>
        <p:blipFill>
          <a:blip r:embed="rId28"/>
          <a:stretch>
            <a:fillRect/>
          </a:stretch>
        </p:blipFill>
        <p:spPr>
          <a:xfrm>
            <a:off x="962353" y="5019197"/>
            <a:ext cx="1538235" cy="831568"/>
          </a:xfrm>
          <a:prstGeom prst="rect">
            <a:avLst/>
          </a:prstGeom>
        </p:spPr>
      </p:pic>
      <p:pic>
        <p:nvPicPr>
          <p:cNvPr id="30" name="图片 29">
            <a:extLst>
              <a:ext uri="{FF2B5EF4-FFF2-40B4-BE49-F238E27FC236}">
                <a16:creationId xmlns:a16="http://schemas.microsoft.com/office/drawing/2014/main" id="{C268433A-F9B1-41D5-A595-C3C183CBFC4B}"/>
              </a:ext>
            </a:extLst>
          </p:cNvPr>
          <p:cNvPicPr>
            <a:picLocks noChangeAspect="1"/>
          </p:cNvPicPr>
          <p:nvPr/>
        </p:nvPicPr>
        <p:blipFill>
          <a:blip r:embed="rId29"/>
          <a:stretch>
            <a:fillRect/>
          </a:stretch>
        </p:blipFill>
        <p:spPr>
          <a:xfrm>
            <a:off x="895570" y="5914759"/>
            <a:ext cx="1550169" cy="821725"/>
          </a:xfrm>
          <a:prstGeom prst="rect">
            <a:avLst/>
          </a:prstGeom>
        </p:spPr>
      </p:pic>
      <p:pic>
        <p:nvPicPr>
          <p:cNvPr id="31" name="图片 30">
            <a:extLst>
              <a:ext uri="{FF2B5EF4-FFF2-40B4-BE49-F238E27FC236}">
                <a16:creationId xmlns:a16="http://schemas.microsoft.com/office/drawing/2014/main" id="{0DAEBB3A-4D49-48C5-9E2F-8043666049C4}"/>
              </a:ext>
            </a:extLst>
          </p:cNvPr>
          <p:cNvPicPr>
            <a:picLocks noChangeAspect="1"/>
          </p:cNvPicPr>
          <p:nvPr/>
        </p:nvPicPr>
        <p:blipFill>
          <a:blip r:embed="rId30"/>
          <a:stretch>
            <a:fillRect/>
          </a:stretch>
        </p:blipFill>
        <p:spPr>
          <a:xfrm>
            <a:off x="3541736" y="4555967"/>
            <a:ext cx="1968196" cy="678716"/>
          </a:xfrm>
          <a:prstGeom prst="rect">
            <a:avLst/>
          </a:prstGeom>
        </p:spPr>
      </p:pic>
      <p:pic>
        <p:nvPicPr>
          <p:cNvPr id="32" name="图片 31">
            <a:extLst>
              <a:ext uri="{FF2B5EF4-FFF2-40B4-BE49-F238E27FC236}">
                <a16:creationId xmlns:a16="http://schemas.microsoft.com/office/drawing/2014/main" id="{0DBB9D5B-E80A-4382-A249-34457750EC81}"/>
              </a:ext>
            </a:extLst>
          </p:cNvPr>
          <p:cNvPicPr>
            <a:picLocks noChangeAspect="1"/>
          </p:cNvPicPr>
          <p:nvPr/>
        </p:nvPicPr>
        <p:blipFill>
          <a:blip r:embed="rId31"/>
          <a:stretch>
            <a:fillRect/>
          </a:stretch>
        </p:blipFill>
        <p:spPr>
          <a:xfrm>
            <a:off x="3445604" y="5721710"/>
            <a:ext cx="2617876" cy="518325"/>
          </a:xfrm>
          <a:prstGeom prst="rect">
            <a:avLst/>
          </a:prstGeom>
        </p:spPr>
      </p:pic>
      <p:sp>
        <p:nvSpPr>
          <p:cNvPr id="33" name="文本框 32">
            <a:extLst>
              <a:ext uri="{FF2B5EF4-FFF2-40B4-BE49-F238E27FC236}">
                <a16:creationId xmlns:a16="http://schemas.microsoft.com/office/drawing/2014/main" id="{9AF802D7-E471-4393-BC56-20D7F11755A2}"/>
              </a:ext>
            </a:extLst>
          </p:cNvPr>
          <p:cNvSpPr txBox="1"/>
          <p:nvPr/>
        </p:nvSpPr>
        <p:spPr>
          <a:xfrm>
            <a:off x="6342314" y="4681537"/>
            <a:ext cx="1415772" cy="461665"/>
          </a:xfrm>
          <a:prstGeom prst="rect">
            <a:avLst/>
          </a:prstGeom>
          <a:noFill/>
        </p:spPr>
        <p:txBody>
          <a:bodyPr wrap="none" rtlCol="0">
            <a:spAutoFit/>
          </a:bodyPr>
          <a:lstStyle/>
          <a:p>
            <a:r>
              <a:rPr lang="zh-CN" altLang="en-US" sz="2400" dirty="0">
                <a:solidFill>
                  <a:srgbClr val="0000FF"/>
                </a:solidFill>
                <a:latin typeface="黑体" panose="02010609060101010101" pitchFamily="49" charset="-122"/>
                <a:ea typeface="黑体" panose="02010609060101010101" pitchFamily="49" charset="-122"/>
              </a:rPr>
              <a:t>反射定律</a:t>
            </a:r>
          </a:p>
        </p:txBody>
      </p:sp>
      <p:sp>
        <p:nvSpPr>
          <p:cNvPr id="34" name="文本框 33">
            <a:extLst>
              <a:ext uri="{FF2B5EF4-FFF2-40B4-BE49-F238E27FC236}">
                <a16:creationId xmlns:a16="http://schemas.microsoft.com/office/drawing/2014/main" id="{0952F77C-390E-411E-955E-2866092AD26D}"/>
              </a:ext>
            </a:extLst>
          </p:cNvPr>
          <p:cNvSpPr txBox="1"/>
          <p:nvPr/>
        </p:nvSpPr>
        <p:spPr>
          <a:xfrm>
            <a:off x="6342314" y="5716139"/>
            <a:ext cx="1415772" cy="461665"/>
          </a:xfrm>
          <a:prstGeom prst="rect">
            <a:avLst/>
          </a:prstGeom>
          <a:noFill/>
        </p:spPr>
        <p:txBody>
          <a:bodyPr wrap="none" rtlCol="0">
            <a:spAutoFit/>
          </a:bodyPr>
          <a:lstStyle/>
          <a:p>
            <a:r>
              <a:rPr lang="zh-CN" altLang="en-US" sz="2400" dirty="0">
                <a:solidFill>
                  <a:srgbClr val="FF0000"/>
                </a:solidFill>
                <a:latin typeface="黑体" panose="02010609060101010101" pitchFamily="49" charset="-122"/>
                <a:ea typeface="黑体" panose="02010609060101010101" pitchFamily="49" charset="-122"/>
              </a:rPr>
              <a:t>折射定律</a:t>
            </a:r>
          </a:p>
        </p:txBody>
      </p:sp>
    </p:spTree>
    <p:extLst>
      <p:ext uri="{BB962C8B-B14F-4D97-AF65-F5344CB8AC3E}">
        <p14:creationId xmlns:p14="http://schemas.microsoft.com/office/powerpoint/2010/main" val="23532033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45FB44A7-F476-4CC9-BB6F-D7E7687F7719}"/>
              </a:ext>
            </a:extLst>
          </p:cNvPr>
          <p:cNvSpPr/>
          <p:nvPr/>
        </p:nvSpPr>
        <p:spPr>
          <a:xfrm>
            <a:off x="213835" y="151219"/>
            <a:ext cx="1988045" cy="637675"/>
          </a:xfrm>
          <a:prstGeom prst="rect">
            <a:avLst/>
          </a:prstGeom>
        </p:spPr>
        <p:txBody>
          <a:bodyPr wrap="none">
            <a:spAutoFit/>
          </a:bodyPr>
          <a:lstStyle/>
          <a:p>
            <a:pPr>
              <a:lnSpc>
                <a:spcPct val="150000"/>
              </a:lnSpc>
            </a:pPr>
            <a:r>
              <a:rPr lang="zh-CN" altLang="en-US" sz="2800" b="1" dirty="0">
                <a:latin typeface="黑体" panose="02010609060101010101" pitchFamily="49" charset="-122"/>
                <a:ea typeface="黑体" panose="02010609060101010101" pitchFamily="49" charset="-122"/>
              </a:rPr>
              <a:t>菲涅耳公式</a:t>
            </a:r>
            <a:endParaRPr lang="en-US" altLang="zh-CN" sz="2800" b="1" dirty="0">
              <a:latin typeface="黑体" panose="02010609060101010101" pitchFamily="49" charset="-122"/>
              <a:ea typeface="黑体" panose="02010609060101010101" pitchFamily="49" charset="-122"/>
            </a:endParaRPr>
          </a:p>
        </p:txBody>
      </p:sp>
      <p:sp>
        <p:nvSpPr>
          <p:cNvPr id="12" name="矩形 11">
            <a:extLst>
              <a:ext uri="{FF2B5EF4-FFF2-40B4-BE49-F238E27FC236}">
                <a16:creationId xmlns:a16="http://schemas.microsoft.com/office/drawing/2014/main" id="{29CDC5DB-C250-4A91-A577-13D8445CD9BE}"/>
              </a:ext>
            </a:extLst>
          </p:cNvPr>
          <p:cNvSpPr/>
          <p:nvPr/>
        </p:nvSpPr>
        <p:spPr>
          <a:xfrm>
            <a:off x="247593" y="4749577"/>
            <a:ext cx="8424174" cy="461665"/>
          </a:xfrm>
          <a:prstGeom prst="rect">
            <a:avLst/>
          </a:prstGeom>
        </p:spPr>
        <p:txBody>
          <a:bodyPr wrap="square">
            <a:spAutoFit/>
          </a:bodyPr>
          <a:lstStyle/>
          <a:p>
            <a:pPr algn="just"/>
            <a:r>
              <a:rPr lang="en-US" altLang="zh-CN" sz="24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P, S, K</a:t>
            </a:r>
            <a:r>
              <a:rPr lang="zh-CN" altLang="en-US" sz="24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构成</a:t>
            </a:r>
            <a:r>
              <a:rPr lang="zh-CN" altLang="en-US" sz="2400" dirty="0">
                <a:solidFill>
                  <a:srgbClr val="0066FF"/>
                </a:solidFill>
                <a:latin typeface="Times New Roman" panose="02020603050405020304" pitchFamily="18" charset="0"/>
                <a:ea typeface="微软雅黑" panose="020B0503020204020204" pitchFamily="34" charset="-122"/>
                <a:cs typeface="Times New Roman" panose="02020603050405020304" pitchFamily="18" charset="0"/>
              </a:rPr>
              <a:t>局域</a:t>
            </a:r>
            <a:r>
              <a:rPr lang="zh-CN" altLang="en-US" sz="24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右手系，分量的正负号相对其各自的基矢而言</a:t>
            </a:r>
          </a:p>
        </p:txBody>
      </p:sp>
      <p:grpSp>
        <p:nvGrpSpPr>
          <p:cNvPr id="13" name="组合 12">
            <a:extLst>
              <a:ext uri="{FF2B5EF4-FFF2-40B4-BE49-F238E27FC236}">
                <a16:creationId xmlns:a16="http://schemas.microsoft.com/office/drawing/2014/main" id="{84AC0878-2262-492B-83B3-752DB7FDB3E9}"/>
              </a:ext>
            </a:extLst>
          </p:cNvPr>
          <p:cNvGrpSpPr/>
          <p:nvPr/>
        </p:nvGrpSpPr>
        <p:grpSpPr>
          <a:xfrm>
            <a:off x="4433973" y="788894"/>
            <a:ext cx="4355607" cy="3062215"/>
            <a:chOff x="5655595" y="983038"/>
            <a:chExt cx="3190905" cy="2142631"/>
          </a:xfrm>
        </p:grpSpPr>
        <p:grpSp>
          <p:nvGrpSpPr>
            <p:cNvPr id="14" name="组合 13">
              <a:extLst>
                <a:ext uri="{FF2B5EF4-FFF2-40B4-BE49-F238E27FC236}">
                  <a16:creationId xmlns:a16="http://schemas.microsoft.com/office/drawing/2014/main" id="{75C46BF4-93E3-4C1D-B027-69B12A69EE49}"/>
                </a:ext>
              </a:extLst>
            </p:cNvPr>
            <p:cNvGrpSpPr/>
            <p:nvPr/>
          </p:nvGrpSpPr>
          <p:grpSpPr>
            <a:xfrm>
              <a:off x="5655595" y="983038"/>
              <a:ext cx="3190905" cy="2128305"/>
              <a:chOff x="380634" y="1443544"/>
              <a:chExt cx="4187418" cy="3043238"/>
            </a:xfrm>
          </p:grpSpPr>
          <p:grpSp>
            <p:nvGrpSpPr>
              <p:cNvPr id="16" name="Group 59">
                <a:extLst>
                  <a:ext uri="{FF2B5EF4-FFF2-40B4-BE49-F238E27FC236}">
                    <a16:creationId xmlns:a16="http://schemas.microsoft.com/office/drawing/2014/main" id="{56CB5145-A640-42F7-B555-5C857A8D1F5C}"/>
                  </a:ext>
                </a:extLst>
              </p:cNvPr>
              <p:cNvGrpSpPr>
                <a:grpSpLocks/>
              </p:cNvGrpSpPr>
              <p:nvPr/>
            </p:nvGrpSpPr>
            <p:grpSpPr bwMode="auto">
              <a:xfrm>
                <a:off x="380634" y="1443544"/>
                <a:ext cx="4187418" cy="3043238"/>
                <a:chOff x="249" y="336"/>
                <a:chExt cx="4202" cy="2947"/>
              </a:xfrm>
            </p:grpSpPr>
            <p:sp>
              <p:nvSpPr>
                <p:cNvPr id="18" name="Line 13">
                  <a:extLst>
                    <a:ext uri="{FF2B5EF4-FFF2-40B4-BE49-F238E27FC236}">
                      <a16:creationId xmlns:a16="http://schemas.microsoft.com/office/drawing/2014/main" id="{9DA63B6A-D867-49E8-B1D8-BC10B6D7F11D}"/>
                    </a:ext>
                  </a:extLst>
                </p:cNvPr>
                <p:cNvSpPr>
                  <a:spLocks noChangeShapeType="1"/>
                </p:cNvSpPr>
                <p:nvPr/>
              </p:nvSpPr>
              <p:spPr bwMode="auto">
                <a:xfrm>
                  <a:off x="483" y="1728"/>
                  <a:ext cx="2352" cy="0"/>
                </a:xfrm>
                <a:prstGeom prst="line">
                  <a:avLst/>
                </a:prstGeom>
                <a:noFill/>
                <a:ln w="19050">
                  <a:solidFill>
                    <a:sysClr val="windowText" lastClr="000000"/>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9" name="Line 14">
                  <a:extLst>
                    <a:ext uri="{FF2B5EF4-FFF2-40B4-BE49-F238E27FC236}">
                      <a16:creationId xmlns:a16="http://schemas.microsoft.com/office/drawing/2014/main" id="{A7009901-4D12-4E29-A830-8C048E26B825}"/>
                    </a:ext>
                  </a:extLst>
                </p:cNvPr>
                <p:cNvSpPr>
                  <a:spLocks noChangeShapeType="1"/>
                </p:cNvSpPr>
                <p:nvPr/>
              </p:nvSpPr>
              <p:spPr bwMode="auto">
                <a:xfrm>
                  <a:off x="1683" y="336"/>
                  <a:ext cx="0" cy="2688"/>
                </a:xfrm>
                <a:prstGeom prst="line">
                  <a:avLst/>
                </a:prstGeom>
                <a:noFill/>
                <a:ln w="19050">
                  <a:solidFill>
                    <a:sysClr val="windowText" lastClr="000000"/>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20" name="Line 15">
                  <a:extLst>
                    <a:ext uri="{FF2B5EF4-FFF2-40B4-BE49-F238E27FC236}">
                      <a16:creationId xmlns:a16="http://schemas.microsoft.com/office/drawing/2014/main" id="{75B03FE8-784D-438D-849C-33E6E8B73DF5}"/>
                    </a:ext>
                  </a:extLst>
                </p:cNvPr>
                <p:cNvSpPr>
                  <a:spLocks noChangeShapeType="1"/>
                </p:cNvSpPr>
                <p:nvPr/>
              </p:nvSpPr>
              <p:spPr bwMode="auto">
                <a:xfrm>
                  <a:off x="723" y="768"/>
                  <a:ext cx="960" cy="960"/>
                </a:xfrm>
                <a:prstGeom prst="line">
                  <a:avLst/>
                </a:prstGeom>
                <a:noFill/>
                <a:ln w="19050">
                  <a:solidFill>
                    <a:sysClr val="windowText" lastClr="000000"/>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21" name="Line 16">
                  <a:extLst>
                    <a:ext uri="{FF2B5EF4-FFF2-40B4-BE49-F238E27FC236}">
                      <a16:creationId xmlns:a16="http://schemas.microsoft.com/office/drawing/2014/main" id="{A954BBDB-CC2C-4E21-A7AF-58EC4DC30885}"/>
                    </a:ext>
                  </a:extLst>
                </p:cNvPr>
                <p:cNvSpPr>
                  <a:spLocks noChangeShapeType="1"/>
                </p:cNvSpPr>
                <p:nvPr/>
              </p:nvSpPr>
              <p:spPr bwMode="auto">
                <a:xfrm flipV="1">
                  <a:off x="1683" y="624"/>
                  <a:ext cx="1104" cy="1104"/>
                </a:xfrm>
                <a:prstGeom prst="line">
                  <a:avLst/>
                </a:prstGeom>
                <a:noFill/>
                <a:ln w="19050">
                  <a:solidFill>
                    <a:sysClr val="windowText" lastClr="000000"/>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22" name="Line 17">
                  <a:extLst>
                    <a:ext uri="{FF2B5EF4-FFF2-40B4-BE49-F238E27FC236}">
                      <a16:creationId xmlns:a16="http://schemas.microsoft.com/office/drawing/2014/main" id="{095FBCC9-042C-4DDA-9652-E04EC3A3470D}"/>
                    </a:ext>
                  </a:extLst>
                </p:cNvPr>
                <p:cNvSpPr>
                  <a:spLocks noChangeShapeType="1"/>
                </p:cNvSpPr>
                <p:nvPr/>
              </p:nvSpPr>
              <p:spPr bwMode="auto">
                <a:xfrm>
                  <a:off x="1683" y="1728"/>
                  <a:ext cx="672" cy="1440"/>
                </a:xfrm>
                <a:prstGeom prst="line">
                  <a:avLst/>
                </a:prstGeom>
                <a:noFill/>
                <a:ln w="19050">
                  <a:solidFill>
                    <a:sysClr val="windowText" lastClr="000000"/>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graphicFrame>
              <p:nvGraphicFramePr>
                <p:cNvPr id="23" name="Object 18">
                  <a:extLst>
                    <a:ext uri="{FF2B5EF4-FFF2-40B4-BE49-F238E27FC236}">
                      <a16:creationId xmlns:a16="http://schemas.microsoft.com/office/drawing/2014/main" id="{4316B83E-0443-4C5E-AAA8-9CB9F893D5EC}"/>
                    </a:ext>
                  </a:extLst>
                </p:cNvPr>
                <p:cNvGraphicFramePr>
                  <a:graphicFrameLocks noChangeAspect="1"/>
                </p:cNvGraphicFramePr>
                <p:nvPr>
                  <p:extLst>
                    <p:ext uri="{D42A27DB-BD31-4B8C-83A1-F6EECF244321}">
                      <p14:modId xmlns:p14="http://schemas.microsoft.com/office/powerpoint/2010/main" val="4271635722"/>
                    </p:ext>
                  </p:extLst>
                </p:nvPr>
              </p:nvGraphicFramePr>
              <p:xfrm>
                <a:off x="1672" y="1189"/>
                <a:ext cx="226" cy="406"/>
              </p:xfrm>
              <a:graphic>
                <a:graphicData uri="http://schemas.openxmlformats.org/presentationml/2006/ole">
                  <mc:AlternateContent xmlns:mc="http://schemas.openxmlformats.org/markup-compatibility/2006">
                    <mc:Choice xmlns:v="urn:schemas-microsoft-com:vml" Requires="v">
                      <p:oleObj spid="_x0000_s28871" name="Equation" r:id="rId3" imgW="126720" imgH="228600" progId="Equation.DSMT4">
                        <p:embed/>
                      </p:oleObj>
                    </mc:Choice>
                    <mc:Fallback>
                      <p:oleObj name="Equation" r:id="rId3" imgW="126720" imgH="228600" progId="Equation.DSMT4">
                        <p:embed/>
                        <p:pic>
                          <p:nvPicPr>
                            <p:cNvPr id="23" name="Object 18">
                              <a:extLst>
                                <a:ext uri="{FF2B5EF4-FFF2-40B4-BE49-F238E27FC236}">
                                  <a16:creationId xmlns:a16="http://schemas.microsoft.com/office/drawing/2014/main" id="{4316B83E-0443-4C5E-AAA8-9CB9F893D5EC}"/>
                                </a:ext>
                              </a:extLst>
                            </p:cNvPr>
                            <p:cNvPicPr>
                              <a:picLocks noChangeAspect="1" noChangeArrowheads="1"/>
                            </p:cNvPicPr>
                            <p:nvPr/>
                          </p:nvPicPr>
                          <p:blipFill>
                            <a:blip r:embed="rId4"/>
                            <a:srcRect/>
                            <a:stretch>
                              <a:fillRect/>
                            </a:stretch>
                          </p:blipFill>
                          <p:spPr bwMode="auto">
                            <a:xfrm>
                              <a:off x="1672" y="1189"/>
                              <a:ext cx="226" cy="40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 name="Object 19">
                  <a:extLst>
                    <a:ext uri="{FF2B5EF4-FFF2-40B4-BE49-F238E27FC236}">
                      <a16:creationId xmlns:a16="http://schemas.microsoft.com/office/drawing/2014/main" id="{364D02AB-9107-499C-8B5E-9D4B5F56FF75}"/>
                    </a:ext>
                  </a:extLst>
                </p:cNvPr>
                <p:cNvGraphicFramePr>
                  <a:graphicFrameLocks noChangeAspect="1"/>
                </p:cNvGraphicFramePr>
                <p:nvPr/>
              </p:nvGraphicFramePr>
              <p:xfrm>
                <a:off x="1491" y="1200"/>
                <a:ext cx="204" cy="384"/>
              </p:xfrm>
              <a:graphic>
                <a:graphicData uri="http://schemas.openxmlformats.org/presentationml/2006/ole">
                  <mc:AlternateContent xmlns:mc="http://schemas.openxmlformats.org/markup-compatibility/2006">
                    <mc:Choice xmlns:v="urn:schemas-microsoft-com:vml" Requires="v">
                      <p:oleObj spid="_x0000_s28872" name="Equation" r:id="rId5" imgW="114120" imgH="215640" progId="Equation.3">
                        <p:embed/>
                      </p:oleObj>
                    </mc:Choice>
                    <mc:Fallback>
                      <p:oleObj name="Equation" r:id="rId5" imgW="114120" imgH="215640" progId="Equation.3">
                        <p:embed/>
                        <p:pic>
                          <p:nvPicPr>
                            <p:cNvPr id="24" name="Object 19">
                              <a:extLst>
                                <a:ext uri="{FF2B5EF4-FFF2-40B4-BE49-F238E27FC236}">
                                  <a16:creationId xmlns:a16="http://schemas.microsoft.com/office/drawing/2014/main" id="{364D02AB-9107-499C-8B5E-9D4B5F56FF7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91" y="1200"/>
                              <a:ext cx="204"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 name="Object 20">
                  <a:extLst>
                    <a:ext uri="{FF2B5EF4-FFF2-40B4-BE49-F238E27FC236}">
                      <a16:creationId xmlns:a16="http://schemas.microsoft.com/office/drawing/2014/main" id="{27DA7FEA-B0C0-4886-8E27-BB4950F2E266}"/>
                    </a:ext>
                  </a:extLst>
                </p:cNvPr>
                <p:cNvGraphicFramePr>
                  <a:graphicFrameLocks noChangeAspect="1"/>
                </p:cNvGraphicFramePr>
                <p:nvPr/>
              </p:nvGraphicFramePr>
              <p:xfrm>
                <a:off x="1683" y="1920"/>
                <a:ext cx="227" cy="384"/>
              </p:xfrm>
              <a:graphic>
                <a:graphicData uri="http://schemas.openxmlformats.org/presentationml/2006/ole">
                  <mc:AlternateContent xmlns:mc="http://schemas.openxmlformats.org/markup-compatibility/2006">
                    <mc:Choice xmlns:v="urn:schemas-microsoft-com:vml" Requires="v">
                      <p:oleObj spid="_x0000_s28873" name="Equation" r:id="rId7" imgW="126720" imgH="215640" progId="Equation.3">
                        <p:embed/>
                      </p:oleObj>
                    </mc:Choice>
                    <mc:Fallback>
                      <p:oleObj name="Equation" r:id="rId7" imgW="126720" imgH="215640" progId="Equation.3">
                        <p:embed/>
                        <p:pic>
                          <p:nvPicPr>
                            <p:cNvPr id="25" name="Object 20">
                              <a:extLst>
                                <a:ext uri="{FF2B5EF4-FFF2-40B4-BE49-F238E27FC236}">
                                  <a16:creationId xmlns:a16="http://schemas.microsoft.com/office/drawing/2014/main" id="{27DA7FEA-B0C0-4886-8E27-BB4950F2E266}"/>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83" y="1920"/>
                              <a:ext cx="227"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 name="Object 21">
                  <a:extLst>
                    <a:ext uri="{FF2B5EF4-FFF2-40B4-BE49-F238E27FC236}">
                      <a16:creationId xmlns:a16="http://schemas.microsoft.com/office/drawing/2014/main" id="{FFC7D729-62EA-43C0-94D8-30D226AB1D92}"/>
                    </a:ext>
                  </a:extLst>
                </p:cNvPr>
                <p:cNvGraphicFramePr>
                  <a:graphicFrameLocks noChangeAspect="1"/>
                </p:cNvGraphicFramePr>
                <p:nvPr/>
              </p:nvGraphicFramePr>
              <p:xfrm>
                <a:off x="2307" y="1728"/>
                <a:ext cx="295" cy="384"/>
              </p:xfrm>
              <a:graphic>
                <a:graphicData uri="http://schemas.openxmlformats.org/presentationml/2006/ole">
                  <mc:AlternateContent xmlns:mc="http://schemas.openxmlformats.org/markup-compatibility/2006">
                    <mc:Choice xmlns:v="urn:schemas-microsoft-com:vml" Requires="v">
                      <p:oleObj spid="_x0000_s28874" name="Equation" r:id="rId9" imgW="164880" imgH="215640" progId="Equation.3">
                        <p:embed/>
                      </p:oleObj>
                    </mc:Choice>
                    <mc:Fallback>
                      <p:oleObj name="Equation" r:id="rId9" imgW="164880" imgH="215640" progId="Equation.3">
                        <p:embed/>
                        <p:pic>
                          <p:nvPicPr>
                            <p:cNvPr id="26" name="Object 21">
                              <a:extLst>
                                <a:ext uri="{FF2B5EF4-FFF2-40B4-BE49-F238E27FC236}">
                                  <a16:creationId xmlns:a16="http://schemas.microsoft.com/office/drawing/2014/main" id="{FFC7D729-62EA-43C0-94D8-30D226AB1D92}"/>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307" y="1728"/>
                              <a:ext cx="295"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7" name="Object 22">
                  <a:extLst>
                    <a:ext uri="{FF2B5EF4-FFF2-40B4-BE49-F238E27FC236}">
                      <a16:creationId xmlns:a16="http://schemas.microsoft.com/office/drawing/2014/main" id="{C76DF9E0-38CB-47CD-88E7-664A45358CFF}"/>
                    </a:ext>
                  </a:extLst>
                </p:cNvPr>
                <p:cNvGraphicFramePr>
                  <a:graphicFrameLocks noChangeAspect="1"/>
                </p:cNvGraphicFramePr>
                <p:nvPr/>
              </p:nvGraphicFramePr>
              <p:xfrm>
                <a:off x="2355" y="1344"/>
                <a:ext cx="272" cy="384"/>
              </p:xfrm>
              <a:graphic>
                <a:graphicData uri="http://schemas.openxmlformats.org/presentationml/2006/ole">
                  <mc:AlternateContent xmlns:mc="http://schemas.openxmlformats.org/markup-compatibility/2006">
                    <mc:Choice xmlns:v="urn:schemas-microsoft-com:vml" Requires="v">
                      <p:oleObj spid="_x0000_s28875" name="Equation" r:id="rId11" imgW="152280" imgH="215640" progId="Equation.3">
                        <p:embed/>
                      </p:oleObj>
                    </mc:Choice>
                    <mc:Fallback>
                      <p:oleObj name="Equation" r:id="rId11" imgW="152280" imgH="215640" progId="Equation.3">
                        <p:embed/>
                        <p:pic>
                          <p:nvPicPr>
                            <p:cNvPr id="27" name="Object 22">
                              <a:extLst>
                                <a:ext uri="{FF2B5EF4-FFF2-40B4-BE49-F238E27FC236}">
                                  <a16:creationId xmlns:a16="http://schemas.microsoft.com/office/drawing/2014/main" id="{C76DF9E0-38CB-47CD-88E7-664A45358CFF}"/>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355" y="1344"/>
                              <a:ext cx="272"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8" name="Object 23">
                  <a:extLst>
                    <a:ext uri="{FF2B5EF4-FFF2-40B4-BE49-F238E27FC236}">
                      <a16:creationId xmlns:a16="http://schemas.microsoft.com/office/drawing/2014/main" id="{10F3BA13-E8B5-421E-8F17-2A84B55D0F5C}"/>
                    </a:ext>
                  </a:extLst>
                </p:cNvPr>
                <p:cNvGraphicFramePr>
                  <a:graphicFrameLocks noChangeAspect="1"/>
                </p:cNvGraphicFramePr>
                <p:nvPr>
                  <p:extLst/>
                </p:nvPr>
              </p:nvGraphicFramePr>
              <p:xfrm>
                <a:off x="1554" y="2990"/>
                <a:ext cx="272" cy="293"/>
              </p:xfrm>
              <a:graphic>
                <a:graphicData uri="http://schemas.openxmlformats.org/presentationml/2006/ole">
                  <mc:AlternateContent xmlns:mc="http://schemas.openxmlformats.org/markup-compatibility/2006">
                    <mc:Choice xmlns:v="urn:schemas-microsoft-com:vml" Requires="v">
                      <p:oleObj spid="_x0000_s28876" name="Equation" r:id="rId13" imgW="152280" imgH="164880" progId="Equation.DSMT4">
                        <p:embed/>
                      </p:oleObj>
                    </mc:Choice>
                    <mc:Fallback>
                      <p:oleObj name="Equation" r:id="rId13" imgW="152280" imgH="164880" progId="Equation.DSMT4">
                        <p:embed/>
                        <p:pic>
                          <p:nvPicPr>
                            <p:cNvPr id="28" name="Object 23">
                              <a:extLst>
                                <a:ext uri="{FF2B5EF4-FFF2-40B4-BE49-F238E27FC236}">
                                  <a16:creationId xmlns:a16="http://schemas.microsoft.com/office/drawing/2014/main" id="{10F3BA13-E8B5-421E-8F17-2A84B55D0F5C}"/>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554" y="2990"/>
                              <a:ext cx="272" cy="29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9" name="Line 24">
                  <a:extLst>
                    <a:ext uri="{FF2B5EF4-FFF2-40B4-BE49-F238E27FC236}">
                      <a16:creationId xmlns:a16="http://schemas.microsoft.com/office/drawing/2014/main" id="{27DF07F2-AA2E-422F-AF7C-6C2CEEFD5349}"/>
                    </a:ext>
                  </a:extLst>
                </p:cNvPr>
                <p:cNvSpPr>
                  <a:spLocks noChangeShapeType="1"/>
                </p:cNvSpPr>
                <p:nvPr/>
              </p:nvSpPr>
              <p:spPr bwMode="auto">
                <a:xfrm flipV="1">
                  <a:off x="915" y="720"/>
                  <a:ext cx="192" cy="192"/>
                </a:xfrm>
                <a:prstGeom prst="line">
                  <a:avLst/>
                </a:prstGeom>
                <a:noFill/>
                <a:ln w="19050">
                  <a:solidFill>
                    <a:sysClr val="windowText" lastClr="000000"/>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30" name="Line 25">
                  <a:extLst>
                    <a:ext uri="{FF2B5EF4-FFF2-40B4-BE49-F238E27FC236}">
                      <a16:creationId xmlns:a16="http://schemas.microsoft.com/office/drawing/2014/main" id="{21AC6042-196D-401F-BB24-A0B56ABC9E5C}"/>
                    </a:ext>
                  </a:extLst>
                </p:cNvPr>
                <p:cNvSpPr>
                  <a:spLocks noChangeShapeType="1"/>
                </p:cNvSpPr>
                <p:nvPr/>
              </p:nvSpPr>
              <p:spPr bwMode="auto">
                <a:xfrm flipV="1">
                  <a:off x="2019" y="2304"/>
                  <a:ext cx="240" cy="96"/>
                </a:xfrm>
                <a:prstGeom prst="line">
                  <a:avLst/>
                </a:prstGeom>
                <a:noFill/>
                <a:ln w="19050">
                  <a:solidFill>
                    <a:sysClr val="windowText" lastClr="000000"/>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31" name="Line 26">
                  <a:extLst>
                    <a:ext uri="{FF2B5EF4-FFF2-40B4-BE49-F238E27FC236}">
                      <a16:creationId xmlns:a16="http://schemas.microsoft.com/office/drawing/2014/main" id="{E6A3BF8A-FE5E-46A7-BCE7-009F43E060B5}"/>
                    </a:ext>
                  </a:extLst>
                </p:cNvPr>
                <p:cNvSpPr>
                  <a:spLocks noChangeShapeType="1"/>
                </p:cNvSpPr>
                <p:nvPr/>
              </p:nvSpPr>
              <p:spPr bwMode="auto">
                <a:xfrm flipH="1" flipV="1">
                  <a:off x="2211" y="768"/>
                  <a:ext cx="192" cy="192"/>
                </a:xfrm>
                <a:prstGeom prst="line">
                  <a:avLst/>
                </a:prstGeom>
                <a:noFill/>
                <a:ln w="19050">
                  <a:solidFill>
                    <a:sysClr val="windowText" lastClr="000000"/>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32" name="Oval 27">
                  <a:extLst>
                    <a:ext uri="{FF2B5EF4-FFF2-40B4-BE49-F238E27FC236}">
                      <a16:creationId xmlns:a16="http://schemas.microsoft.com/office/drawing/2014/main" id="{447E05F3-8693-4D11-A46C-C69B66976000}"/>
                    </a:ext>
                  </a:extLst>
                </p:cNvPr>
                <p:cNvSpPr>
                  <a:spLocks noChangeArrowheads="1"/>
                </p:cNvSpPr>
                <p:nvPr/>
              </p:nvSpPr>
              <p:spPr bwMode="auto">
                <a:xfrm>
                  <a:off x="2355" y="912"/>
                  <a:ext cx="144" cy="144"/>
                </a:xfrm>
                <a:prstGeom prst="ellipse">
                  <a:avLst/>
                </a:prstGeom>
                <a:noFill/>
                <a:ln w="19050">
                  <a:solidFill>
                    <a:sysClr val="windowText" lastClr="000000"/>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33" name="Oval 28">
                  <a:extLst>
                    <a:ext uri="{FF2B5EF4-FFF2-40B4-BE49-F238E27FC236}">
                      <a16:creationId xmlns:a16="http://schemas.microsoft.com/office/drawing/2014/main" id="{BA6FF740-924F-4AEA-9618-E34D2A801F64}"/>
                    </a:ext>
                  </a:extLst>
                </p:cNvPr>
                <p:cNvSpPr>
                  <a:spLocks noChangeArrowheads="1"/>
                </p:cNvSpPr>
                <p:nvPr/>
              </p:nvSpPr>
              <p:spPr bwMode="auto">
                <a:xfrm>
                  <a:off x="2403" y="960"/>
                  <a:ext cx="48" cy="48"/>
                </a:xfrm>
                <a:prstGeom prst="ellipse">
                  <a:avLst/>
                </a:prstGeom>
                <a:solidFill>
                  <a:srgbClr val="000000"/>
                </a:solidFill>
                <a:ln w="19050">
                  <a:solidFill>
                    <a:sysClr val="windowText" lastClr="000000"/>
                  </a:solidFill>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34" name="Oval 29">
                  <a:extLst>
                    <a:ext uri="{FF2B5EF4-FFF2-40B4-BE49-F238E27FC236}">
                      <a16:creationId xmlns:a16="http://schemas.microsoft.com/office/drawing/2014/main" id="{ED1610FE-2CB3-468F-9D79-6DC9EC9D35C9}"/>
                    </a:ext>
                  </a:extLst>
                </p:cNvPr>
                <p:cNvSpPr>
                  <a:spLocks noChangeArrowheads="1"/>
                </p:cNvSpPr>
                <p:nvPr/>
              </p:nvSpPr>
              <p:spPr bwMode="auto">
                <a:xfrm>
                  <a:off x="819" y="864"/>
                  <a:ext cx="144" cy="144"/>
                </a:xfrm>
                <a:prstGeom prst="ellipse">
                  <a:avLst/>
                </a:prstGeom>
                <a:noFill/>
                <a:ln w="19050">
                  <a:solidFill>
                    <a:sysClr val="windowText" lastClr="000000"/>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35" name="Oval 30">
                  <a:extLst>
                    <a:ext uri="{FF2B5EF4-FFF2-40B4-BE49-F238E27FC236}">
                      <a16:creationId xmlns:a16="http://schemas.microsoft.com/office/drawing/2014/main" id="{23AEB8F1-FA9D-4931-A023-7352B32C0E7F}"/>
                    </a:ext>
                  </a:extLst>
                </p:cNvPr>
                <p:cNvSpPr>
                  <a:spLocks noChangeArrowheads="1"/>
                </p:cNvSpPr>
                <p:nvPr/>
              </p:nvSpPr>
              <p:spPr bwMode="auto">
                <a:xfrm>
                  <a:off x="867" y="912"/>
                  <a:ext cx="48" cy="48"/>
                </a:xfrm>
                <a:prstGeom prst="ellipse">
                  <a:avLst/>
                </a:prstGeom>
                <a:solidFill>
                  <a:srgbClr val="000000"/>
                </a:solidFill>
                <a:ln w="19050">
                  <a:solidFill>
                    <a:sysClr val="windowText" lastClr="000000"/>
                  </a:solidFill>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36" name="Oval 31">
                  <a:extLst>
                    <a:ext uri="{FF2B5EF4-FFF2-40B4-BE49-F238E27FC236}">
                      <a16:creationId xmlns:a16="http://schemas.microsoft.com/office/drawing/2014/main" id="{55FB6C1C-AD46-4053-8168-45774C555141}"/>
                    </a:ext>
                  </a:extLst>
                </p:cNvPr>
                <p:cNvSpPr>
                  <a:spLocks noChangeArrowheads="1"/>
                </p:cNvSpPr>
                <p:nvPr/>
              </p:nvSpPr>
              <p:spPr bwMode="auto">
                <a:xfrm>
                  <a:off x="1923" y="2352"/>
                  <a:ext cx="144" cy="144"/>
                </a:xfrm>
                <a:prstGeom prst="ellipse">
                  <a:avLst/>
                </a:prstGeom>
                <a:noFill/>
                <a:ln w="19050">
                  <a:solidFill>
                    <a:sysClr val="windowText" lastClr="000000"/>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37" name="Oval 32">
                  <a:extLst>
                    <a:ext uri="{FF2B5EF4-FFF2-40B4-BE49-F238E27FC236}">
                      <a16:creationId xmlns:a16="http://schemas.microsoft.com/office/drawing/2014/main" id="{A8F37F3A-F40E-4592-B9CA-7C01A507A203}"/>
                    </a:ext>
                  </a:extLst>
                </p:cNvPr>
                <p:cNvSpPr>
                  <a:spLocks noChangeArrowheads="1"/>
                </p:cNvSpPr>
                <p:nvPr/>
              </p:nvSpPr>
              <p:spPr bwMode="auto">
                <a:xfrm>
                  <a:off x="1971" y="2400"/>
                  <a:ext cx="48" cy="48"/>
                </a:xfrm>
                <a:prstGeom prst="ellipse">
                  <a:avLst/>
                </a:prstGeom>
                <a:solidFill>
                  <a:srgbClr val="000000"/>
                </a:solidFill>
                <a:ln w="19050">
                  <a:solidFill>
                    <a:sysClr val="windowText" lastClr="000000"/>
                  </a:solidFill>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38" name="Line 33">
                  <a:extLst>
                    <a:ext uri="{FF2B5EF4-FFF2-40B4-BE49-F238E27FC236}">
                      <a16:creationId xmlns:a16="http://schemas.microsoft.com/office/drawing/2014/main" id="{023F58AC-85F9-4C0A-BB17-B829A5B43821}"/>
                    </a:ext>
                  </a:extLst>
                </p:cNvPr>
                <p:cNvSpPr>
                  <a:spLocks noChangeShapeType="1"/>
                </p:cNvSpPr>
                <p:nvPr/>
              </p:nvSpPr>
              <p:spPr bwMode="auto">
                <a:xfrm>
                  <a:off x="915" y="960"/>
                  <a:ext cx="192" cy="192"/>
                </a:xfrm>
                <a:prstGeom prst="line">
                  <a:avLst/>
                </a:prstGeom>
                <a:noFill/>
                <a:ln w="19050">
                  <a:solidFill>
                    <a:sysClr val="windowText" lastClr="000000"/>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39" name="Line 34">
                  <a:extLst>
                    <a:ext uri="{FF2B5EF4-FFF2-40B4-BE49-F238E27FC236}">
                      <a16:creationId xmlns:a16="http://schemas.microsoft.com/office/drawing/2014/main" id="{B4034AFF-E3AF-4B59-B1E1-8F0824397A3B}"/>
                    </a:ext>
                  </a:extLst>
                </p:cNvPr>
                <p:cNvSpPr>
                  <a:spLocks noChangeShapeType="1"/>
                </p:cNvSpPr>
                <p:nvPr/>
              </p:nvSpPr>
              <p:spPr bwMode="auto">
                <a:xfrm flipV="1">
                  <a:off x="2451" y="768"/>
                  <a:ext cx="192" cy="192"/>
                </a:xfrm>
                <a:prstGeom prst="line">
                  <a:avLst/>
                </a:prstGeom>
                <a:noFill/>
                <a:ln w="19050">
                  <a:solidFill>
                    <a:sysClr val="windowText" lastClr="000000"/>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40" name="Line 35">
                  <a:extLst>
                    <a:ext uri="{FF2B5EF4-FFF2-40B4-BE49-F238E27FC236}">
                      <a16:creationId xmlns:a16="http://schemas.microsoft.com/office/drawing/2014/main" id="{0EE6D00B-5A9B-4DC7-90AC-AFFA12A21598}"/>
                    </a:ext>
                  </a:extLst>
                </p:cNvPr>
                <p:cNvSpPr>
                  <a:spLocks noChangeShapeType="1"/>
                </p:cNvSpPr>
                <p:nvPr/>
              </p:nvSpPr>
              <p:spPr bwMode="auto">
                <a:xfrm>
                  <a:off x="2019" y="2448"/>
                  <a:ext cx="96" cy="240"/>
                </a:xfrm>
                <a:prstGeom prst="line">
                  <a:avLst/>
                </a:prstGeom>
                <a:noFill/>
                <a:ln w="19050">
                  <a:solidFill>
                    <a:sysClr val="windowText" lastClr="000000"/>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graphicFrame>
              <p:nvGraphicFramePr>
                <p:cNvPr id="41" name="Object 36">
                  <a:extLst>
                    <a:ext uri="{FF2B5EF4-FFF2-40B4-BE49-F238E27FC236}">
                      <a16:creationId xmlns:a16="http://schemas.microsoft.com/office/drawing/2014/main" id="{E82709B9-72D1-4BF2-B947-7F6324474565}"/>
                    </a:ext>
                  </a:extLst>
                </p:cNvPr>
                <p:cNvGraphicFramePr>
                  <a:graphicFrameLocks noChangeAspect="1"/>
                </p:cNvGraphicFramePr>
                <p:nvPr>
                  <p:extLst/>
                </p:nvPr>
              </p:nvGraphicFramePr>
              <p:xfrm>
                <a:off x="4020" y="746"/>
                <a:ext cx="295" cy="293"/>
              </p:xfrm>
              <a:graphic>
                <a:graphicData uri="http://schemas.openxmlformats.org/presentationml/2006/ole">
                  <mc:AlternateContent xmlns:mc="http://schemas.openxmlformats.org/markup-compatibility/2006">
                    <mc:Choice xmlns:v="urn:schemas-microsoft-com:vml" Requires="v">
                      <p:oleObj spid="_x0000_s28877" name="Equation" r:id="rId15" imgW="164880" imgH="164880" progId="Equation.DSMT4">
                        <p:embed/>
                      </p:oleObj>
                    </mc:Choice>
                    <mc:Fallback>
                      <p:oleObj name="Equation" r:id="rId15" imgW="164880" imgH="164880" progId="Equation.DSMT4">
                        <p:embed/>
                        <p:pic>
                          <p:nvPicPr>
                            <p:cNvPr id="41" name="Object 36">
                              <a:extLst>
                                <a:ext uri="{FF2B5EF4-FFF2-40B4-BE49-F238E27FC236}">
                                  <a16:creationId xmlns:a16="http://schemas.microsoft.com/office/drawing/2014/main" id="{E82709B9-72D1-4BF2-B947-7F6324474565}"/>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020" y="746"/>
                              <a:ext cx="295" cy="29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2" name="Object 37">
                  <a:extLst>
                    <a:ext uri="{FF2B5EF4-FFF2-40B4-BE49-F238E27FC236}">
                      <a16:creationId xmlns:a16="http://schemas.microsoft.com/office/drawing/2014/main" id="{0EDB0E3B-1DDB-4939-B052-11F6345F86EC}"/>
                    </a:ext>
                  </a:extLst>
                </p:cNvPr>
                <p:cNvGraphicFramePr>
                  <a:graphicFrameLocks noChangeAspect="1"/>
                </p:cNvGraphicFramePr>
                <p:nvPr/>
              </p:nvGraphicFramePr>
              <p:xfrm>
                <a:off x="2446" y="890"/>
                <a:ext cx="343" cy="329"/>
              </p:xfrm>
              <a:graphic>
                <a:graphicData uri="http://schemas.openxmlformats.org/presentationml/2006/ole">
                  <mc:AlternateContent xmlns:mc="http://schemas.openxmlformats.org/markup-compatibility/2006">
                    <mc:Choice xmlns:v="urn:schemas-microsoft-com:vml" Requires="v">
                      <p:oleObj spid="_x0000_s28878" name="Equation" r:id="rId17" imgW="241200" imgH="228600" progId="Equation.DSMT4">
                        <p:embed/>
                      </p:oleObj>
                    </mc:Choice>
                    <mc:Fallback>
                      <p:oleObj name="Equation" r:id="rId17" imgW="241200" imgH="228600" progId="Equation.DSMT4">
                        <p:embed/>
                        <p:pic>
                          <p:nvPicPr>
                            <p:cNvPr id="42" name="Object 37">
                              <a:extLst>
                                <a:ext uri="{FF2B5EF4-FFF2-40B4-BE49-F238E27FC236}">
                                  <a16:creationId xmlns:a16="http://schemas.microsoft.com/office/drawing/2014/main" id="{0EDB0E3B-1DDB-4939-B052-11F6345F86EC}"/>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446" y="890"/>
                              <a:ext cx="343" cy="32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3" name="Object 38">
                  <a:extLst>
                    <a:ext uri="{FF2B5EF4-FFF2-40B4-BE49-F238E27FC236}">
                      <a16:creationId xmlns:a16="http://schemas.microsoft.com/office/drawing/2014/main" id="{AE6E63F5-C31D-438D-8416-C1C0034094EC}"/>
                    </a:ext>
                  </a:extLst>
                </p:cNvPr>
                <p:cNvGraphicFramePr>
                  <a:graphicFrameLocks noChangeAspect="1"/>
                </p:cNvGraphicFramePr>
                <p:nvPr/>
              </p:nvGraphicFramePr>
              <p:xfrm>
                <a:off x="575" y="925"/>
                <a:ext cx="355" cy="338"/>
              </p:xfrm>
              <a:graphic>
                <a:graphicData uri="http://schemas.openxmlformats.org/presentationml/2006/ole">
                  <mc:AlternateContent xmlns:mc="http://schemas.openxmlformats.org/markup-compatibility/2006">
                    <mc:Choice xmlns:v="urn:schemas-microsoft-com:vml" Requires="v">
                      <p:oleObj spid="_x0000_s28879" name="Equation" r:id="rId19" imgW="241200" imgH="228600" progId="Equation.DSMT4">
                        <p:embed/>
                      </p:oleObj>
                    </mc:Choice>
                    <mc:Fallback>
                      <p:oleObj name="Equation" r:id="rId19" imgW="241200" imgH="228600" progId="Equation.DSMT4">
                        <p:embed/>
                        <p:pic>
                          <p:nvPicPr>
                            <p:cNvPr id="43" name="Object 38">
                              <a:extLst>
                                <a:ext uri="{FF2B5EF4-FFF2-40B4-BE49-F238E27FC236}">
                                  <a16:creationId xmlns:a16="http://schemas.microsoft.com/office/drawing/2014/main" id="{AE6E63F5-C31D-438D-8416-C1C0034094EC}"/>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575" y="925"/>
                              <a:ext cx="355" cy="3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4" name="Object 39">
                  <a:extLst>
                    <a:ext uri="{FF2B5EF4-FFF2-40B4-BE49-F238E27FC236}">
                      <a16:creationId xmlns:a16="http://schemas.microsoft.com/office/drawing/2014/main" id="{87258AA3-D838-433E-9B30-1F2AF26FDB0C}"/>
                    </a:ext>
                  </a:extLst>
                </p:cNvPr>
                <p:cNvGraphicFramePr>
                  <a:graphicFrameLocks noChangeAspect="1"/>
                </p:cNvGraphicFramePr>
                <p:nvPr/>
              </p:nvGraphicFramePr>
              <p:xfrm>
                <a:off x="1655" y="2341"/>
                <a:ext cx="368" cy="334"/>
              </p:xfrm>
              <a:graphic>
                <a:graphicData uri="http://schemas.openxmlformats.org/presentationml/2006/ole">
                  <mc:AlternateContent xmlns:mc="http://schemas.openxmlformats.org/markup-compatibility/2006">
                    <mc:Choice xmlns:v="urn:schemas-microsoft-com:vml" Requires="v">
                      <p:oleObj spid="_x0000_s28880" name="Equation" r:id="rId21" imgW="253800" imgH="228600" progId="Equation.DSMT4">
                        <p:embed/>
                      </p:oleObj>
                    </mc:Choice>
                    <mc:Fallback>
                      <p:oleObj name="Equation" r:id="rId21" imgW="253800" imgH="228600" progId="Equation.DSMT4">
                        <p:embed/>
                        <p:pic>
                          <p:nvPicPr>
                            <p:cNvPr id="44" name="Object 39">
                              <a:extLst>
                                <a:ext uri="{FF2B5EF4-FFF2-40B4-BE49-F238E27FC236}">
                                  <a16:creationId xmlns:a16="http://schemas.microsoft.com/office/drawing/2014/main" id="{87258AA3-D838-433E-9B30-1F2AF26FDB0C}"/>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1655" y="2341"/>
                              <a:ext cx="368" cy="33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5" name="Object 40">
                  <a:extLst>
                    <a:ext uri="{FF2B5EF4-FFF2-40B4-BE49-F238E27FC236}">
                      <a16:creationId xmlns:a16="http://schemas.microsoft.com/office/drawing/2014/main" id="{FA074B21-0C6D-4195-B3A7-7EC0BE969B8F}"/>
                    </a:ext>
                  </a:extLst>
                </p:cNvPr>
                <p:cNvGraphicFramePr>
                  <a:graphicFrameLocks noChangeAspect="1"/>
                </p:cNvGraphicFramePr>
                <p:nvPr/>
              </p:nvGraphicFramePr>
              <p:xfrm>
                <a:off x="1020" y="482"/>
                <a:ext cx="341" cy="326"/>
              </p:xfrm>
              <a:graphic>
                <a:graphicData uri="http://schemas.openxmlformats.org/presentationml/2006/ole">
                  <mc:AlternateContent xmlns:mc="http://schemas.openxmlformats.org/markup-compatibility/2006">
                    <mc:Choice xmlns:v="urn:schemas-microsoft-com:vml" Requires="v">
                      <p:oleObj spid="_x0000_s28881" name="Equation" r:id="rId23" imgW="253800" imgH="241200" progId="Equation.DSMT4">
                        <p:embed/>
                      </p:oleObj>
                    </mc:Choice>
                    <mc:Fallback>
                      <p:oleObj name="Equation" r:id="rId23" imgW="253800" imgH="241200" progId="Equation.DSMT4">
                        <p:embed/>
                        <p:pic>
                          <p:nvPicPr>
                            <p:cNvPr id="45" name="Object 40">
                              <a:extLst>
                                <a:ext uri="{FF2B5EF4-FFF2-40B4-BE49-F238E27FC236}">
                                  <a16:creationId xmlns:a16="http://schemas.microsoft.com/office/drawing/2014/main" id="{FA074B21-0C6D-4195-B3A7-7EC0BE969B8F}"/>
                                </a:ext>
                              </a:extLst>
                            </p:cNvPr>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1020" y="482"/>
                              <a:ext cx="341" cy="32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6" name="Object 41">
                  <a:extLst>
                    <a:ext uri="{FF2B5EF4-FFF2-40B4-BE49-F238E27FC236}">
                      <a16:creationId xmlns:a16="http://schemas.microsoft.com/office/drawing/2014/main" id="{3665BEF6-3596-4B9A-9A4F-5AB0847ED1D3}"/>
                    </a:ext>
                  </a:extLst>
                </p:cNvPr>
                <p:cNvGraphicFramePr>
                  <a:graphicFrameLocks noChangeAspect="1"/>
                </p:cNvGraphicFramePr>
                <p:nvPr/>
              </p:nvGraphicFramePr>
              <p:xfrm>
                <a:off x="1882" y="509"/>
                <a:ext cx="363" cy="349"/>
              </p:xfrm>
              <a:graphic>
                <a:graphicData uri="http://schemas.openxmlformats.org/presentationml/2006/ole">
                  <mc:AlternateContent xmlns:mc="http://schemas.openxmlformats.org/markup-compatibility/2006">
                    <mc:Choice xmlns:v="urn:schemas-microsoft-com:vml" Requires="v">
                      <p:oleObj spid="_x0000_s28882" name="Equation" r:id="rId25" imgW="253800" imgH="241200" progId="Equation.DSMT4">
                        <p:embed/>
                      </p:oleObj>
                    </mc:Choice>
                    <mc:Fallback>
                      <p:oleObj name="Equation" r:id="rId25" imgW="253800" imgH="241200" progId="Equation.DSMT4">
                        <p:embed/>
                        <p:pic>
                          <p:nvPicPr>
                            <p:cNvPr id="46" name="Object 41">
                              <a:extLst>
                                <a:ext uri="{FF2B5EF4-FFF2-40B4-BE49-F238E27FC236}">
                                  <a16:creationId xmlns:a16="http://schemas.microsoft.com/office/drawing/2014/main" id="{3665BEF6-3596-4B9A-9A4F-5AB0847ED1D3}"/>
                                </a:ext>
                              </a:extLst>
                            </p:cNvPr>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1882" y="509"/>
                              <a:ext cx="363" cy="34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7" name="Object 42">
                  <a:extLst>
                    <a:ext uri="{FF2B5EF4-FFF2-40B4-BE49-F238E27FC236}">
                      <a16:creationId xmlns:a16="http://schemas.microsoft.com/office/drawing/2014/main" id="{94D3103C-73EB-4B9C-8463-0F5F6FC0E141}"/>
                    </a:ext>
                  </a:extLst>
                </p:cNvPr>
                <p:cNvGraphicFramePr>
                  <a:graphicFrameLocks noChangeAspect="1"/>
                </p:cNvGraphicFramePr>
                <p:nvPr/>
              </p:nvGraphicFramePr>
              <p:xfrm>
                <a:off x="2245" y="2160"/>
                <a:ext cx="362" cy="331"/>
              </p:xfrm>
              <a:graphic>
                <a:graphicData uri="http://schemas.openxmlformats.org/presentationml/2006/ole">
                  <mc:AlternateContent xmlns:mc="http://schemas.openxmlformats.org/markup-compatibility/2006">
                    <mc:Choice xmlns:v="urn:schemas-microsoft-com:vml" Requires="v">
                      <p:oleObj spid="_x0000_s28883" name="Equation" r:id="rId27" imgW="266400" imgH="241200" progId="Equation.DSMT4">
                        <p:embed/>
                      </p:oleObj>
                    </mc:Choice>
                    <mc:Fallback>
                      <p:oleObj name="Equation" r:id="rId27" imgW="266400" imgH="241200" progId="Equation.DSMT4">
                        <p:embed/>
                        <p:pic>
                          <p:nvPicPr>
                            <p:cNvPr id="47" name="Object 42">
                              <a:extLst>
                                <a:ext uri="{FF2B5EF4-FFF2-40B4-BE49-F238E27FC236}">
                                  <a16:creationId xmlns:a16="http://schemas.microsoft.com/office/drawing/2014/main" id="{94D3103C-73EB-4B9C-8463-0F5F6FC0E141}"/>
                                </a:ext>
                              </a:extLst>
                            </p:cNvPr>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2245" y="2160"/>
                              <a:ext cx="362" cy="33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8" name="Object 43">
                  <a:extLst>
                    <a:ext uri="{FF2B5EF4-FFF2-40B4-BE49-F238E27FC236}">
                      <a16:creationId xmlns:a16="http://schemas.microsoft.com/office/drawing/2014/main" id="{1C326CEA-455D-4A23-AB06-1B5E43FEFD41}"/>
                    </a:ext>
                  </a:extLst>
                </p:cNvPr>
                <p:cNvGraphicFramePr>
                  <a:graphicFrameLocks noChangeAspect="1"/>
                </p:cNvGraphicFramePr>
                <p:nvPr>
                  <p:extLst/>
                </p:nvPr>
              </p:nvGraphicFramePr>
              <p:xfrm>
                <a:off x="1917" y="2594"/>
                <a:ext cx="271" cy="414"/>
              </p:xfrm>
              <a:graphic>
                <a:graphicData uri="http://schemas.openxmlformats.org/presentationml/2006/ole">
                  <mc:AlternateContent xmlns:mc="http://schemas.openxmlformats.org/markup-compatibility/2006">
                    <mc:Choice xmlns:v="urn:schemas-microsoft-com:vml" Requires="v">
                      <p:oleObj spid="_x0000_s28884" name="Equation" r:id="rId29" imgW="164880" imgH="253800" progId="Equation.DSMT4">
                        <p:embed/>
                      </p:oleObj>
                    </mc:Choice>
                    <mc:Fallback>
                      <p:oleObj name="Equation" r:id="rId29" imgW="164880" imgH="253800" progId="Equation.DSMT4">
                        <p:embed/>
                        <p:pic>
                          <p:nvPicPr>
                            <p:cNvPr id="48" name="Object 43">
                              <a:extLst>
                                <a:ext uri="{FF2B5EF4-FFF2-40B4-BE49-F238E27FC236}">
                                  <a16:creationId xmlns:a16="http://schemas.microsoft.com/office/drawing/2014/main" id="{1C326CEA-455D-4A23-AB06-1B5E43FEFD41}"/>
                                </a:ext>
                              </a:extLst>
                            </p:cNvPr>
                            <p:cNvPicPr>
                              <a:picLocks noChangeAspect="1" noChangeArrowheads="1"/>
                            </p:cNvPicPr>
                            <p:nvPr/>
                          </p:nvPicPr>
                          <p:blipFill>
                            <a:blip r:embed="rId30"/>
                            <a:srcRect/>
                            <a:stretch>
                              <a:fillRect/>
                            </a:stretch>
                          </p:blipFill>
                          <p:spPr bwMode="auto">
                            <a:xfrm>
                              <a:off x="1917" y="2594"/>
                              <a:ext cx="271" cy="4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9" name="Object 44">
                  <a:extLst>
                    <a:ext uri="{FF2B5EF4-FFF2-40B4-BE49-F238E27FC236}">
                      <a16:creationId xmlns:a16="http://schemas.microsoft.com/office/drawing/2014/main" id="{7B7D6E90-2C70-4A6D-A18B-8741E9F440D1}"/>
                    </a:ext>
                  </a:extLst>
                </p:cNvPr>
                <p:cNvGraphicFramePr>
                  <a:graphicFrameLocks noChangeAspect="1"/>
                </p:cNvGraphicFramePr>
                <p:nvPr>
                  <p:extLst/>
                </p:nvPr>
              </p:nvGraphicFramePr>
              <p:xfrm>
                <a:off x="2373" y="417"/>
                <a:ext cx="247" cy="378"/>
              </p:xfrm>
              <a:graphic>
                <a:graphicData uri="http://schemas.openxmlformats.org/presentationml/2006/ole">
                  <mc:AlternateContent xmlns:mc="http://schemas.openxmlformats.org/markup-compatibility/2006">
                    <mc:Choice xmlns:v="urn:schemas-microsoft-com:vml" Requires="v">
                      <p:oleObj spid="_x0000_s28885" name="Equation" r:id="rId31" imgW="164880" imgH="253800" progId="Equation.DSMT4">
                        <p:embed/>
                      </p:oleObj>
                    </mc:Choice>
                    <mc:Fallback>
                      <p:oleObj name="Equation" r:id="rId31" imgW="164880" imgH="253800" progId="Equation.DSMT4">
                        <p:embed/>
                        <p:pic>
                          <p:nvPicPr>
                            <p:cNvPr id="49" name="Object 44">
                              <a:extLst>
                                <a:ext uri="{FF2B5EF4-FFF2-40B4-BE49-F238E27FC236}">
                                  <a16:creationId xmlns:a16="http://schemas.microsoft.com/office/drawing/2014/main" id="{7B7D6E90-2C70-4A6D-A18B-8741E9F440D1}"/>
                                </a:ext>
                              </a:extLst>
                            </p:cNvPr>
                            <p:cNvPicPr>
                              <a:picLocks noChangeAspect="1" noChangeArrowheads="1"/>
                            </p:cNvPicPr>
                            <p:nvPr/>
                          </p:nvPicPr>
                          <p:blipFill>
                            <a:blip r:embed="rId32"/>
                            <a:srcRect/>
                            <a:stretch>
                              <a:fillRect/>
                            </a:stretch>
                          </p:blipFill>
                          <p:spPr bwMode="auto">
                            <a:xfrm>
                              <a:off x="2373" y="417"/>
                              <a:ext cx="247" cy="37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0" name="Object 45">
                  <a:extLst>
                    <a:ext uri="{FF2B5EF4-FFF2-40B4-BE49-F238E27FC236}">
                      <a16:creationId xmlns:a16="http://schemas.microsoft.com/office/drawing/2014/main" id="{3B06CDAF-DA48-4280-9A06-878C3797D50F}"/>
                    </a:ext>
                  </a:extLst>
                </p:cNvPr>
                <p:cNvGraphicFramePr>
                  <a:graphicFrameLocks noChangeAspect="1"/>
                </p:cNvGraphicFramePr>
                <p:nvPr>
                  <p:extLst/>
                </p:nvPr>
              </p:nvGraphicFramePr>
              <p:xfrm>
                <a:off x="1100" y="824"/>
                <a:ext cx="245" cy="403"/>
              </p:xfrm>
              <a:graphic>
                <a:graphicData uri="http://schemas.openxmlformats.org/presentationml/2006/ole">
                  <mc:AlternateContent xmlns:mc="http://schemas.openxmlformats.org/markup-compatibility/2006">
                    <mc:Choice xmlns:v="urn:schemas-microsoft-com:vml" Requires="v">
                      <p:oleObj spid="_x0000_s28886" name="Equation" r:id="rId33" imgW="152280" imgH="253800" progId="Equation.DSMT4">
                        <p:embed/>
                      </p:oleObj>
                    </mc:Choice>
                    <mc:Fallback>
                      <p:oleObj name="Equation" r:id="rId33" imgW="152280" imgH="253800" progId="Equation.DSMT4">
                        <p:embed/>
                        <p:pic>
                          <p:nvPicPr>
                            <p:cNvPr id="50" name="Object 45">
                              <a:extLst>
                                <a:ext uri="{FF2B5EF4-FFF2-40B4-BE49-F238E27FC236}">
                                  <a16:creationId xmlns:a16="http://schemas.microsoft.com/office/drawing/2014/main" id="{3B06CDAF-DA48-4280-9A06-878C3797D50F}"/>
                                </a:ext>
                              </a:extLst>
                            </p:cNvPr>
                            <p:cNvPicPr>
                              <a:picLocks noChangeAspect="1" noChangeArrowheads="1"/>
                            </p:cNvPicPr>
                            <p:nvPr/>
                          </p:nvPicPr>
                          <p:blipFill>
                            <a:blip r:embed="rId34"/>
                            <a:srcRect/>
                            <a:stretch>
                              <a:fillRect/>
                            </a:stretch>
                          </p:blipFill>
                          <p:spPr bwMode="auto">
                            <a:xfrm>
                              <a:off x="1100" y="824"/>
                              <a:ext cx="245" cy="40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1" name="Object 46">
                  <a:extLst>
                    <a:ext uri="{FF2B5EF4-FFF2-40B4-BE49-F238E27FC236}">
                      <a16:creationId xmlns:a16="http://schemas.microsoft.com/office/drawing/2014/main" id="{87C0E4EA-7EA7-4717-93F2-8599A2C4CDCB}"/>
                    </a:ext>
                  </a:extLst>
                </p:cNvPr>
                <p:cNvGraphicFramePr>
                  <a:graphicFrameLocks noChangeAspect="1"/>
                </p:cNvGraphicFramePr>
                <p:nvPr>
                  <p:extLst/>
                </p:nvPr>
              </p:nvGraphicFramePr>
              <p:xfrm>
                <a:off x="4202" y="1517"/>
                <a:ext cx="249" cy="315"/>
              </p:xfrm>
              <a:graphic>
                <a:graphicData uri="http://schemas.openxmlformats.org/presentationml/2006/ole">
                  <mc:AlternateContent xmlns:mc="http://schemas.openxmlformats.org/markup-compatibility/2006">
                    <mc:Choice xmlns:v="urn:schemas-microsoft-com:vml" Requires="v">
                      <p:oleObj spid="_x0000_s28887" name="Equation" r:id="rId35" imgW="139680" imgH="177480" progId="Equation.DSMT4">
                        <p:embed/>
                      </p:oleObj>
                    </mc:Choice>
                    <mc:Fallback>
                      <p:oleObj name="Equation" r:id="rId35" imgW="139680" imgH="177480" progId="Equation.DSMT4">
                        <p:embed/>
                        <p:pic>
                          <p:nvPicPr>
                            <p:cNvPr id="51" name="Object 46">
                              <a:extLst>
                                <a:ext uri="{FF2B5EF4-FFF2-40B4-BE49-F238E27FC236}">
                                  <a16:creationId xmlns:a16="http://schemas.microsoft.com/office/drawing/2014/main" id="{87C0E4EA-7EA7-4717-93F2-8599A2C4CDCB}"/>
                                </a:ext>
                              </a:extLst>
                            </p:cNvPr>
                            <p:cNvPicPr>
                              <a:picLocks noChangeAspect="1" noChangeArrowheads="1"/>
                            </p:cNvPicPr>
                            <p:nvPr/>
                          </p:nvPicPr>
                          <p:blipFill>
                            <a:blip r:embed="rId36">
                              <a:extLst>
                                <a:ext uri="{28A0092B-C50C-407E-A947-70E740481C1C}">
                                  <a14:useLocalDpi xmlns:a14="http://schemas.microsoft.com/office/drawing/2010/main" val="0"/>
                                </a:ext>
                              </a:extLst>
                            </a:blip>
                            <a:srcRect/>
                            <a:stretch>
                              <a:fillRect/>
                            </a:stretch>
                          </p:blipFill>
                          <p:spPr bwMode="auto">
                            <a:xfrm>
                              <a:off x="4202" y="1517"/>
                              <a:ext cx="249" cy="31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2" name="Object 47">
                  <a:extLst>
                    <a:ext uri="{FF2B5EF4-FFF2-40B4-BE49-F238E27FC236}">
                      <a16:creationId xmlns:a16="http://schemas.microsoft.com/office/drawing/2014/main" id="{FC24BC6C-0B11-46D5-BC7A-F17D9D02973F}"/>
                    </a:ext>
                  </a:extLst>
                </p:cNvPr>
                <p:cNvGraphicFramePr>
                  <a:graphicFrameLocks noChangeAspect="1"/>
                </p:cNvGraphicFramePr>
                <p:nvPr>
                  <p:extLst/>
                </p:nvPr>
              </p:nvGraphicFramePr>
              <p:xfrm>
                <a:off x="3144" y="1293"/>
                <a:ext cx="272" cy="315"/>
              </p:xfrm>
              <a:graphic>
                <a:graphicData uri="http://schemas.openxmlformats.org/presentationml/2006/ole">
                  <mc:AlternateContent xmlns:mc="http://schemas.openxmlformats.org/markup-compatibility/2006">
                    <mc:Choice xmlns:v="urn:schemas-microsoft-com:vml" Requires="v">
                      <p:oleObj spid="_x0000_s28888" name="Equation" r:id="rId37" imgW="152280" imgH="177480" progId="Equation.DSMT4">
                        <p:embed/>
                      </p:oleObj>
                    </mc:Choice>
                    <mc:Fallback>
                      <p:oleObj name="Equation" r:id="rId37" imgW="152280" imgH="177480" progId="Equation.DSMT4">
                        <p:embed/>
                        <p:pic>
                          <p:nvPicPr>
                            <p:cNvPr id="52" name="Object 47">
                              <a:extLst>
                                <a:ext uri="{FF2B5EF4-FFF2-40B4-BE49-F238E27FC236}">
                                  <a16:creationId xmlns:a16="http://schemas.microsoft.com/office/drawing/2014/main" id="{FC24BC6C-0B11-46D5-BC7A-F17D9D02973F}"/>
                                </a:ext>
                              </a:extLst>
                            </p:cNvPr>
                            <p:cNvPicPr>
                              <a:picLocks noChangeAspect="1" noChangeArrowheads="1"/>
                            </p:cNvPicPr>
                            <p:nvPr/>
                          </p:nvPicPr>
                          <p:blipFill>
                            <a:blip r:embed="rId38">
                              <a:extLst>
                                <a:ext uri="{28A0092B-C50C-407E-A947-70E740481C1C}">
                                  <a14:useLocalDpi xmlns:a14="http://schemas.microsoft.com/office/drawing/2010/main" val="0"/>
                                </a:ext>
                              </a:extLst>
                            </a:blip>
                            <a:srcRect/>
                            <a:stretch>
                              <a:fillRect/>
                            </a:stretch>
                          </p:blipFill>
                          <p:spPr bwMode="auto">
                            <a:xfrm>
                              <a:off x="3144" y="1293"/>
                              <a:ext cx="272" cy="31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53" name="Group 48">
                  <a:extLst>
                    <a:ext uri="{FF2B5EF4-FFF2-40B4-BE49-F238E27FC236}">
                      <a16:creationId xmlns:a16="http://schemas.microsoft.com/office/drawing/2014/main" id="{F2A5A910-DD13-4B46-8808-D9536738D989}"/>
                    </a:ext>
                  </a:extLst>
                </p:cNvPr>
                <p:cNvGrpSpPr>
                  <a:grpSpLocks/>
                </p:cNvGrpSpPr>
                <p:nvPr/>
              </p:nvGrpSpPr>
              <p:grpSpPr bwMode="auto">
                <a:xfrm rot="2151871">
                  <a:off x="3643" y="1073"/>
                  <a:ext cx="777" cy="788"/>
                  <a:chOff x="3233" y="738"/>
                  <a:chExt cx="777" cy="788"/>
                </a:xfrm>
              </p:grpSpPr>
              <p:sp>
                <p:nvSpPr>
                  <p:cNvPr id="61" name="Line 49">
                    <a:extLst>
                      <a:ext uri="{FF2B5EF4-FFF2-40B4-BE49-F238E27FC236}">
                        <a16:creationId xmlns:a16="http://schemas.microsoft.com/office/drawing/2014/main" id="{AEB89498-5336-4D8A-895E-EBD1449C2263}"/>
                      </a:ext>
                    </a:extLst>
                  </p:cNvPr>
                  <p:cNvSpPr>
                    <a:spLocks noChangeShapeType="1"/>
                  </p:cNvSpPr>
                  <p:nvPr/>
                </p:nvSpPr>
                <p:spPr bwMode="auto">
                  <a:xfrm flipV="1">
                    <a:off x="3409" y="738"/>
                    <a:ext cx="0" cy="576"/>
                  </a:xfrm>
                  <a:prstGeom prst="line">
                    <a:avLst/>
                  </a:prstGeom>
                  <a:noFill/>
                  <a:ln w="19050">
                    <a:solidFill>
                      <a:sysClr val="windowText" lastClr="000000"/>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62" name="Line 50">
                    <a:extLst>
                      <a:ext uri="{FF2B5EF4-FFF2-40B4-BE49-F238E27FC236}">
                        <a16:creationId xmlns:a16="http://schemas.microsoft.com/office/drawing/2014/main" id="{49101276-DA91-4648-90E5-4D80E976F2EA}"/>
                      </a:ext>
                    </a:extLst>
                  </p:cNvPr>
                  <p:cNvSpPr>
                    <a:spLocks noChangeShapeType="1"/>
                  </p:cNvSpPr>
                  <p:nvPr/>
                </p:nvSpPr>
                <p:spPr bwMode="auto">
                  <a:xfrm>
                    <a:off x="3434" y="1297"/>
                    <a:ext cx="576" cy="0"/>
                  </a:xfrm>
                  <a:prstGeom prst="line">
                    <a:avLst/>
                  </a:prstGeom>
                  <a:noFill/>
                  <a:ln w="19050">
                    <a:solidFill>
                      <a:sysClr val="windowText" lastClr="000000"/>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63" name="Line 51">
                    <a:extLst>
                      <a:ext uri="{FF2B5EF4-FFF2-40B4-BE49-F238E27FC236}">
                        <a16:creationId xmlns:a16="http://schemas.microsoft.com/office/drawing/2014/main" id="{40DE2230-B721-4872-8B25-A0CCB6EAB669}"/>
                      </a:ext>
                    </a:extLst>
                  </p:cNvPr>
                  <p:cNvSpPr>
                    <a:spLocks noChangeShapeType="1"/>
                  </p:cNvSpPr>
                  <p:nvPr/>
                </p:nvSpPr>
                <p:spPr bwMode="auto">
                  <a:xfrm flipH="1">
                    <a:off x="3233" y="1313"/>
                    <a:ext cx="175" cy="213"/>
                  </a:xfrm>
                  <a:prstGeom prst="line">
                    <a:avLst/>
                  </a:prstGeom>
                  <a:noFill/>
                  <a:ln w="19050">
                    <a:solidFill>
                      <a:sysClr val="windowText" lastClr="000000"/>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grpSp>
            <p:graphicFrame>
              <p:nvGraphicFramePr>
                <p:cNvPr id="54" name="Object 52">
                  <a:extLst>
                    <a:ext uri="{FF2B5EF4-FFF2-40B4-BE49-F238E27FC236}">
                      <a16:creationId xmlns:a16="http://schemas.microsoft.com/office/drawing/2014/main" id="{9D01AE22-7820-4A98-92CC-C5DF35B2D867}"/>
                    </a:ext>
                  </a:extLst>
                </p:cNvPr>
                <p:cNvGraphicFramePr>
                  <a:graphicFrameLocks noChangeAspect="1"/>
                </p:cNvGraphicFramePr>
                <p:nvPr/>
              </p:nvGraphicFramePr>
              <p:xfrm>
                <a:off x="612" y="2704"/>
                <a:ext cx="272" cy="292"/>
              </p:xfrm>
              <a:graphic>
                <a:graphicData uri="http://schemas.openxmlformats.org/presentationml/2006/ole">
                  <mc:AlternateContent xmlns:mc="http://schemas.openxmlformats.org/markup-compatibility/2006">
                    <mc:Choice xmlns:v="urn:schemas-microsoft-com:vml" Requires="v">
                      <p:oleObj spid="_x0000_s28889" name="Equation" r:id="rId39" imgW="152280" imgH="164880" progId="Equation.DSMT4">
                        <p:embed/>
                      </p:oleObj>
                    </mc:Choice>
                    <mc:Fallback>
                      <p:oleObj name="Equation" r:id="rId39" imgW="152280" imgH="164880" progId="Equation.DSMT4">
                        <p:embed/>
                        <p:pic>
                          <p:nvPicPr>
                            <p:cNvPr id="54" name="Object 52">
                              <a:extLst>
                                <a:ext uri="{FF2B5EF4-FFF2-40B4-BE49-F238E27FC236}">
                                  <a16:creationId xmlns:a16="http://schemas.microsoft.com/office/drawing/2014/main" id="{9D01AE22-7820-4A98-92CC-C5DF35B2D867}"/>
                                </a:ext>
                              </a:extLst>
                            </p:cNvPr>
                            <p:cNvPicPr>
                              <a:picLocks noChangeAspect="1" noChangeArrowheads="1"/>
                            </p:cNvPicPr>
                            <p:nvPr/>
                          </p:nvPicPr>
                          <p:blipFill>
                            <a:blip r:embed="rId40">
                              <a:extLst>
                                <a:ext uri="{28A0092B-C50C-407E-A947-70E740481C1C}">
                                  <a14:useLocalDpi xmlns:a14="http://schemas.microsoft.com/office/drawing/2010/main" val="0"/>
                                </a:ext>
                              </a:extLst>
                            </a:blip>
                            <a:srcRect/>
                            <a:stretch>
                              <a:fillRect/>
                            </a:stretch>
                          </p:blipFill>
                          <p:spPr bwMode="auto">
                            <a:xfrm>
                              <a:off x="612" y="2704"/>
                              <a:ext cx="272" cy="2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5" name="Object 53">
                  <a:extLst>
                    <a:ext uri="{FF2B5EF4-FFF2-40B4-BE49-F238E27FC236}">
                      <a16:creationId xmlns:a16="http://schemas.microsoft.com/office/drawing/2014/main" id="{D785D7BA-ED8E-409F-B63A-6915FB6E5FC0}"/>
                    </a:ext>
                  </a:extLst>
                </p:cNvPr>
                <p:cNvGraphicFramePr>
                  <a:graphicFrameLocks noChangeAspect="1"/>
                </p:cNvGraphicFramePr>
                <p:nvPr/>
              </p:nvGraphicFramePr>
              <p:xfrm>
                <a:off x="1247" y="2069"/>
                <a:ext cx="318" cy="292"/>
              </p:xfrm>
              <a:graphic>
                <a:graphicData uri="http://schemas.openxmlformats.org/presentationml/2006/ole">
                  <mc:AlternateContent xmlns:mc="http://schemas.openxmlformats.org/markup-compatibility/2006">
                    <mc:Choice xmlns:v="urn:schemas-microsoft-com:vml" Requires="v">
                      <p:oleObj spid="_x0000_s28890" name="Equation" r:id="rId41" imgW="177480" imgH="164880" progId="Equation.DSMT4">
                        <p:embed/>
                      </p:oleObj>
                    </mc:Choice>
                    <mc:Fallback>
                      <p:oleObj name="Equation" r:id="rId41" imgW="177480" imgH="164880" progId="Equation.DSMT4">
                        <p:embed/>
                        <p:pic>
                          <p:nvPicPr>
                            <p:cNvPr id="55" name="Object 53">
                              <a:extLst>
                                <a:ext uri="{FF2B5EF4-FFF2-40B4-BE49-F238E27FC236}">
                                  <a16:creationId xmlns:a16="http://schemas.microsoft.com/office/drawing/2014/main" id="{D785D7BA-ED8E-409F-B63A-6915FB6E5FC0}"/>
                                </a:ext>
                              </a:extLst>
                            </p:cNvPr>
                            <p:cNvPicPr>
                              <a:picLocks noChangeAspect="1" noChangeArrowheads="1"/>
                            </p:cNvPicPr>
                            <p:nvPr/>
                          </p:nvPicPr>
                          <p:blipFill>
                            <a:blip r:embed="rId42">
                              <a:extLst>
                                <a:ext uri="{28A0092B-C50C-407E-A947-70E740481C1C}">
                                  <a14:useLocalDpi xmlns:a14="http://schemas.microsoft.com/office/drawing/2010/main" val="0"/>
                                </a:ext>
                              </a:extLst>
                            </a:blip>
                            <a:srcRect/>
                            <a:stretch>
                              <a:fillRect/>
                            </a:stretch>
                          </p:blipFill>
                          <p:spPr bwMode="auto">
                            <a:xfrm>
                              <a:off x="1247" y="2069"/>
                              <a:ext cx="318" cy="2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6" name="Object 54">
                  <a:extLst>
                    <a:ext uri="{FF2B5EF4-FFF2-40B4-BE49-F238E27FC236}">
                      <a16:creationId xmlns:a16="http://schemas.microsoft.com/office/drawing/2014/main" id="{E4DC32FB-0604-4828-8B2A-02CC8B202631}"/>
                    </a:ext>
                  </a:extLst>
                </p:cNvPr>
                <p:cNvGraphicFramePr>
                  <a:graphicFrameLocks noChangeAspect="1"/>
                </p:cNvGraphicFramePr>
                <p:nvPr/>
              </p:nvGraphicFramePr>
              <p:xfrm>
                <a:off x="249" y="2069"/>
                <a:ext cx="297" cy="349"/>
              </p:xfrm>
              <a:graphic>
                <a:graphicData uri="http://schemas.openxmlformats.org/presentationml/2006/ole">
                  <mc:AlternateContent xmlns:mc="http://schemas.openxmlformats.org/markup-compatibility/2006">
                    <mc:Choice xmlns:v="urn:schemas-microsoft-com:vml" Requires="v">
                      <p:oleObj spid="_x0000_s28891" name="Equation" r:id="rId43" imgW="139680" imgH="164880" progId="Equation.DSMT4">
                        <p:embed/>
                      </p:oleObj>
                    </mc:Choice>
                    <mc:Fallback>
                      <p:oleObj name="Equation" r:id="rId43" imgW="139680" imgH="164880" progId="Equation.DSMT4">
                        <p:embed/>
                        <p:pic>
                          <p:nvPicPr>
                            <p:cNvPr id="56" name="Object 54">
                              <a:extLst>
                                <a:ext uri="{FF2B5EF4-FFF2-40B4-BE49-F238E27FC236}">
                                  <a16:creationId xmlns:a16="http://schemas.microsoft.com/office/drawing/2014/main" id="{E4DC32FB-0604-4828-8B2A-02CC8B202631}"/>
                                </a:ext>
                              </a:extLst>
                            </p:cNvPr>
                            <p:cNvPicPr>
                              <a:picLocks noChangeAspect="1" noChangeArrowheads="1"/>
                            </p:cNvPicPr>
                            <p:nvPr/>
                          </p:nvPicPr>
                          <p:blipFill>
                            <a:blip r:embed="rId44">
                              <a:extLst>
                                <a:ext uri="{28A0092B-C50C-407E-A947-70E740481C1C}">
                                  <a14:useLocalDpi xmlns:a14="http://schemas.microsoft.com/office/drawing/2010/main" val="0"/>
                                </a:ext>
                              </a:extLst>
                            </a:blip>
                            <a:srcRect/>
                            <a:stretch>
                              <a:fillRect/>
                            </a:stretch>
                          </p:blipFill>
                          <p:spPr bwMode="auto">
                            <a:xfrm>
                              <a:off x="249" y="2069"/>
                              <a:ext cx="297" cy="34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7" name="Line 55">
                  <a:extLst>
                    <a:ext uri="{FF2B5EF4-FFF2-40B4-BE49-F238E27FC236}">
                      <a16:creationId xmlns:a16="http://schemas.microsoft.com/office/drawing/2014/main" id="{6BCDD498-F3C0-42A9-B46F-75A451209A3D}"/>
                    </a:ext>
                  </a:extLst>
                </p:cNvPr>
                <p:cNvSpPr>
                  <a:spLocks noChangeShapeType="1"/>
                </p:cNvSpPr>
                <p:nvPr/>
              </p:nvSpPr>
              <p:spPr bwMode="auto">
                <a:xfrm flipH="1">
                  <a:off x="736" y="2217"/>
                  <a:ext cx="6" cy="483"/>
                </a:xfrm>
                <a:prstGeom prst="line">
                  <a:avLst/>
                </a:prstGeom>
                <a:noFill/>
                <a:ln w="19050">
                  <a:solidFill>
                    <a:sysClr val="windowText" lastClr="000000"/>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58" name="Line 56">
                  <a:extLst>
                    <a:ext uri="{FF2B5EF4-FFF2-40B4-BE49-F238E27FC236}">
                      <a16:creationId xmlns:a16="http://schemas.microsoft.com/office/drawing/2014/main" id="{6D56E81F-DD7A-4947-B378-183F4EA4B55B}"/>
                    </a:ext>
                  </a:extLst>
                </p:cNvPr>
                <p:cNvSpPr>
                  <a:spLocks noChangeShapeType="1"/>
                </p:cNvSpPr>
                <p:nvPr/>
              </p:nvSpPr>
              <p:spPr bwMode="auto">
                <a:xfrm>
                  <a:off x="729" y="2205"/>
                  <a:ext cx="576" cy="0"/>
                </a:xfrm>
                <a:prstGeom prst="line">
                  <a:avLst/>
                </a:prstGeom>
                <a:noFill/>
                <a:ln w="19050">
                  <a:solidFill>
                    <a:sysClr val="windowText" lastClr="000000"/>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59" name="Line 57">
                  <a:extLst>
                    <a:ext uri="{FF2B5EF4-FFF2-40B4-BE49-F238E27FC236}">
                      <a16:creationId xmlns:a16="http://schemas.microsoft.com/office/drawing/2014/main" id="{EEB4BD17-71A8-414A-9E81-57F0C4CEFED9}"/>
                    </a:ext>
                  </a:extLst>
                </p:cNvPr>
                <p:cNvSpPr>
                  <a:spLocks noChangeShapeType="1"/>
                </p:cNvSpPr>
                <p:nvPr/>
              </p:nvSpPr>
              <p:spPr bwMode="auto">
                <a:xfrm flipH="1">
                  <a:off x="393" y="2205"/>
                  <a:ext cx="336" cy="192"/>
                </a:xfrm>
                <a:prstGeom prst="line">
                  <a:avLst/>
                </a:prstGeom>
                <a:noFill/>
                <a:ln w="19050">
                  <a:solidFill>
                    <a:sysClr val="windowText" lastClr="000000"/>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graphicFrame>
              <p:nvGraphicFramePr>
                <p:cNvPr id="60" name="Object 58">
                  <a:extLst>
                    <a:ext uri="{FF2B5EF4-FFF2-40B4-BE49-F238E27FC236}">
                      <a16:creationId xmlns:a16="http://schemas.microsoft.com/office/drawing/2014/main" id="{F6F662DE-F905-4699-B0FE-781BF2A16F00}"/>
                    </a:ext>
                  </a:extLst>
                </p:cNvPr>
                <p:cNvGraphicFramePr>
                  <a:graphicFrameLocks noChangeAspect="1"/>
                </p:cNvGraphicFramePr>
                <p:nvPr/>
              </p:nvGraphicFramePr>
              <p:xfrm>
                <a:off x="2789" y="1570"/>
                <a:ext cx="318" cy="292"/>
              </p:xfrm>
              <a:graphic>
                <a:graphicData uri="http://schemas.openxmlformats.org/presentationml/2006/ole">
                  <mc:AlternateContent xmlns:mc="http://schemas.openxmlformats.org/markup-compatibility/2006">
                    <mc:Choice xmlns:v="urn:schemas-microsoft-com:vml" Requires="v">
                      <p:oleObj spid="_x0000_s28892" name="Equation" r:id="rId45" imgW="177480" imgH="164880" progId="Equation.DSMT4">
                        <p:embed/>
                      </p:oleObj>
                    </mc:Choice>
                    <mc:Fallback>
                      <p:oleObj name="Equation" r:id="rId45" imgW="177480" imgH="164880" progId="Equation.DSMT4">
                        <p:embed/>
                        <p:pic>
                          <p:nvPicPr>
                            <p:cNvPr id="60" name="Object 58">
                              <a:extLst>
                                <a:ext uri="{FF2B5EF4-FFF2-40B4-BE49-F238E27FC236}">
                                  <a16:creationId xmlns:a16="http://schemas.microsoft.com/office/drawing/2014/main" id="{F6F662DE-F905-4699-B0FE-781BF2A16F00}"/>
                                </a:ext>
                              </a:extLst>
                            </p:cNvPr>
                            <p:cNvPicPr>
                              <a:picLocks noChangeAspect="1" noChangeArrowheads="1"/>
                            </p:cNvPicPr>
                            <p:nvPr/>
                          </p:nvPicPr>
                          <p:blipFill>
                            <a:blip r:embed="rId42">
                              <a:extLst>
                                <a:ext uri="{28A0092B-C50C-407E-A947-70E740481C1C}">
                                  <a14:useLocalDpi xmlns:a14="http://schemas.microsoft.com/office/drawing/2010/main" val="0"/>
                                </a:ext>
                              </a:extLst>
                            </a:blip>
                            <a:srcRect/>
                            <a:stretch>
                              <a:fillRect/>
                            </a:stretch>
                          </p:blipFill>
                          <p:spPr bwMode="auto">
                            <a:xfrm>
                              <a:off x="2789" y="1570"/>
                              <a:ext cx="318" cy="2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17" name="Line 50">
                <a:extLst>
                  <a:ext uri="{FF2B5EF4-FFF2-40B4-BE49-F238E27FC236}">
                    <a16:creationId xmlns:a16="http://schemas.microsoft.com/office/drawing/2014/main" id="{2E06CF85-A284-4849-B4CB-6139F882B82E}"/>
                  </a:ext>
                </a:extLst>
              </p:cNvPr>
              <p:cNvSpPr>
                <a:spLocks noChangeShapeType="1"/>
              </p:cNvSpPr>
              <p:nvPr/>
            </p:nvSpPr>
            <p:spPr bwMode="auto">
              <a:xfrm rot="2151871" flipV="1">
                <a:off x="3546081" y="2532251"/>
                <a:ext cx="365438" cy="7546"/>
              </a:xfrm>
              <a:prstGeom prst="line">
                <a:avLst/>
              </a:prstGeom>
              <a:noFill/>
              <a:ln w="19050">
                <a:solidFill>
                  <a:sysClr val="windowText" lastClr="000000"/>
                </a:solidFill>
                <a:prstDash val="sysDash"/>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grpSp>
        <p:graphicFrame>
          <p:nvGraphicFramePr>
            <p:cNvPr id="15" name="Object 23">
              <a:extLst>
                <a:ext uri="{FF2B5EF4-FFF2-40B4-BE49-F238E27FC236}">
                  <a16:creationId xmlns:a16="http://schemas.microsoft.com/office/drawing/2014/main" id="{E85A9F6E-4546-4585-BC2F-7CC5411E7711}"/>
                </a:ext>
              </a:extLst>
            </p:cNvPr>
            <p:cNvGraphicFramePr>
              <a:graphicFrameLocks noChangeAspect="1"/>
            </p:cNvGraphicFramePr>
            <p:nvPr>
              <p:extLst/>
            </p:nvPr>
          </p:nvGraphicFramePr>
          <p:xfrm>
            <a:off x="6826657" y="2898656"/>
            <a:ext cx="173037" cy="227013"/>
          </p:xfrm>
          <a:graphic>
            <a:graphicData uri="http://schemas.openxmlformats.org/presentationml/2006/ole">
              <mc:AlternateContent xmlns:mc="http://schemas.openxmlformats.org/markup-compatibility/2006">
                <mc:Choice xmlns:v="urn:schemas-microsoft-com:vml" Requires="v">
                  <p:oleObj spid="_x0000_s28893" name="Equation" r:id="rId46" imgW="126720" imgH="177480" progId="Equation.DSMT4">
                    <p:embed/>
                  </p:oleObj>
                </mc:Choice>
                <mc:Fallback>
                  <p:oleObj name="Equation" r:id="rId46" imgW="126720" imgH="177480" progId="Equation.DSMT4">
                    <p:embed/>
                    <p:pic>
                      <p:nvPicPr>
                        <p:cNvPr id="15" name="Object 23">
                          <a:extLst>
                            <a:ext uri="{FF2B5EF4-FFF2-40B4-BE49-F238E27FC236}">
                              <a16:creationId xmlns:a16="http://schemas.microsoft.com/office/drawing/2014/main" id="{E85A9F6E-4546-4585-BC2F-7CC5411E7711}"/>
                            </a:ext>
                          </a:extLst>
                        </p:cNvPr>
                        <p:cNvPicPr>
                          <a:picLocks noChangeAspect="1" noChangeArrowheads="1"/>
                        </p:cNvPicPr>
                        <p:nvPr/>
                      </p:nvPicPr>
                      <p:blipFill>
                        <a:blip r:embed="rId47"/>
                        <a:srcRect/>
                        <a:stretch>
                          <a:fillRect/>
                        </a:stretch>
                      </p:blipFill>
                      <p:spPr bwMode="auto">
                        <a:xfrm>
                          <a:off x="6826657" y="2898656"/>
                          <a:ext cx="173037" cy="2270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64" name="矩形 63">
            <a:extLst>
              <a:ext uri="{FF2B5EF4-FFF2-40B4-BE49-F238E27FC236}">
                <a16:creationId xmlns:a16="http://schemas.microsoft.com/office/drawing/2014/main" id="{A1DB7033-1EDB-4FF4-9E50-2521E323047B}"/>
              </a:ext>
            </a:extLst>
          </p:cNvPr>
          <p:cNvSpPr/>
          <p:nvPr/>
        </p:nvSpPr>
        <p:spPr>
          <a:xfrm>
            <a:off x="438943" y="5500243"/>
            <a:ext cx="8166942" cy="830997"/>
          </a:xfrm>
          <a:prstGeom prst="rect">
            <a:avLst/>
          </a:prstGeom>
        </p:spPr>
        <p:txBody>
          <a:bodyPr wrap="square">
            <a:spAutoFit/>
          </a:bodyPr>
          <a:lstStyle/>
          <a:p>
            <a:pPr algn="just"/>
            <a:r>
              <a:rPr lang="en-US" altLang="zh-CN" sz="24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P</a:t>
            </a:r>
            <a:r>
              <a:rPr lang="zh-CN" altLang="en-US" sz="24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振动和</a:t>
            </a:r>
            <a:r>
              <a:rPr lang="en-US" altLang="zh-CN" sz="24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S</a:t>
            </a:r>
            <a:r>
              <a:rPr lang="zh-CN" altLang="en-US" sz="24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振动是两个本征振动，其选取并不是任意选择的数学技巧问题。是由光与物质相互作用规律决定的物理问题</a:t>
            </a:r>
          </a:p>
        </p:txBody>
      </p:sp>
      <p:sp>
        <p:nvSpPr>
          <p:cNvPr id="65" name="矩形 64">
            <a:extLst>
              <a:ext uri="{FF2B5EF4-FFF2-40B4-BE49-F238E27FC236}">
                <a16:creationId xmlns:a16="http://schemas.microsoft.com/office/drawing/2014/main" id="{FB82B12A-4F5F-4FB1-B205-12EF38FAEA55}"/>
              </a:ext>
            </a:extLst>
          </p:cNvPr>
          <p:cNvSpPr/>
          <p:nvPr/>
        </p:nvSpPr>
        <p:spPr>
          <a:xfrm>
            <a:off x="247593" y="1045011"/>
            <a:ext cx="3509068" cy="940963"/>
          </a:xfrm>
          <a:prstGeom prst="rect">
            <a:avLst/>
          </a:prstGeom>
        </p:spPr>
        <p:txBody>
          <a:bodyPr wrap="square">
            <a:spAutoFit/>
          </a:bodyPr>
          <a:lstStyle/>
          <a:p>
            <a:pPr algn="just">
              <a:lnSpc>
                <a:spcPct val="120000"/>
              </a:lnSpc>
            </a:pPr>
            <a:r>
              <a:rPr lang="en-US" altLang="zh-CN" sz="2400" dirty="0">
                <a:solidFill>
                  <a:srgbClr val="0066FF"/>
                </a:solidFill>
                <a:latin typeface="Times New Roman" panose="02020603050405020304" pitchFamily="18" charset="0"/>
                <a:ea typeface="微软雅黑" panose="020B0503020204020204" pitchFamily="34" charset="-122"/>
                <a:cs typeface="Times New Roman" panose="02020603050405020304" pitchFamily="18" charset="0"/>
              </a:rPr>
              <a:t>P</a:t>
            </a:r>
            <a:r>
              <a:rPr lang="zh-CN" altLang="en-US" sz="2400" dirty="0">
                <a:solidFill>
                  <a:srgbClr val="0066FF"/>
                </a:solidFill>
                <a:latin typeface="Times New Roman" panose="02020603050405020304" pitchFamily="18" charset="0"/>
                <a:ea typeface="微软雅黑" panose="020B0503020204020204" pitchFamily="34" charset="-122"/>
                <a:cs typeface="Times New Roman" panose="02020603050405020304" pitchFamily="18" charset="0"/>
              </a:rPr>
              <a:t>分量 </a:t>
            </a:r>
            <a:r>
              <a:rPr lang="en-US" altLang="zh-CN" sz="24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4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平行于入射面</a:t>
            </a:r>
            <a:endParaRPr lang="en-US" altLang="zh-CN" sz="24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endParaRPr>
          </a:p>
          <a:p>
            <a:pPr algn="just">
              <a:lnSpc>
                <a:spcPct val="120000"/>
              </a:lnSpc>
            </a:pPr>
            <a:r>
              <a:rPr lang="en-US" altLang="zh-CN" sz="2400" dirty="0">
                <a:solidFill>
                  <a:srgbClr val="0066FF"/>
                </a:solidFill>
                <a:latin typeface="Times New Roman" panose="02020603050405020304" pitchFamily="18" charset="0"/>
                <a:ea typeface="微软雅黑" panose="020B0503020204020204" pitchFamily="34" charset="-122"/>
                <a:cs typeface="Times New Roman" panose="02020603050405020304" pitchFamily="18" charset="0"/>
              </a:rPr>
              <a:t>S</a:t>
            </a:r>
            <a:r>
              <a:rPr lang="zh-CN" altLang="en-US" sz="2400" dirty="0">
                <a:solidFill>
                  <a:srgbClr val="0066FF"/>
                </a:solidFill>
                <a:latin typeface="Times New Roman" panose="02020603050405020304" pitchFamily="18" charset="0"/>
                <a:ea typeface="微软雅黑" panose="020B0503020204020204" pitchFamily="34" charset="-122"/>
                <a:cs typeface="Times New Roman" panose="02020603050405020304" pitchFamily="18" charset="0"/>
              </a:rPr>
              <a:t>分量 </a:t>
            </a:r>
            <a:r>
              <a:rPr lang="en-US" altLang="zh-CN" sz="24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4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垂直于入射面</a:t>
            </a:r>
            <a:endParaRPr lang="en-US" altLang="zh-CN" sz="24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88DD5356-941F-41D1-9C1D-A6277376B1D0}"/>
                  </a:ext>
                </a:extLst>
              </p:cNvPr>
              <p:cNvSpPr txBox="1"/>
              <p:nvPr/>
            </p:nvSpPr>
            <p:spPr>
              <a:xfrm>
                <a:off x="1106246" y="2273242"/>
                <a:ext cx="1488356" cy="4901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i="1" smtClean="0">
                              <a:latin typeface="Cambria Math" panose="02040503050406030204" pitchFamily="18" charset="0"/>
                            </a:rPr>
                          </m:ctrlPr>
                        </m:sSubPr>
                        <m:e>
                          <m:r>
                            <a:rPr lang="en-US" altLang="zh-CN" sz="2400" b="0" i="1" smtClean="0">
                              <a:latin typeface="Cambria Math" panose="02040503050406030204" pitchFamily="18" charset="0"/>
                            </a:rPr>
                            <m:t>𝐸</m:t>
                          </m:r>
                        </m:e>
                        <m:sub>
                          <m:r>
                            <a:rPr lang="en-US" altLang="zh-CN" sz="2400" b="0" i="1" smtClean="0">
                              <a:latin typeface="Cambria Math" panose="02040503050406030204" pitchFamily="18" charset="0"/>
                            </a:rPr>
                            <m:t>𝑠</m:t>
                          </m:r>
                          <m:r>
                            <a:rPr lang="en-US" altLang="zh-CN" sz="2400" b="0" i="1" smtClean="0">
                              <a:latin typeface="Cambria Math" panose="02040503050406030204" pitchFamily="18" charset="0"/>
                            </a:rPr>
                            <m:t>1</m:t>
                          </m:r>
                        </m:sub>
                      </m:sSub>
                      <m:r>
                        <a:rPr lang="en-US" altLang="zh-CN" sz="2400" b="0" i="1" smtClean="0">
                          <a:latin typeface="Cambria Math" panose="02040503050406030204" pitchFamily="18" charset="0"/>
                        </a:rPr>
                        <m:t>, </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    </m:t>
                          </m:r>
                          <m:r>
                            <a:rPr lang="en-US" altLang="zh-CN" sz="2400" b="0" i="1" smtClean="0">
                              <a:latin typeface="Cambria Math" panose="02040503050406030204" pitchFamily="18" charset="0"/>
                            </a:rPr>
                            <m:t>𝐸</m:t>
                          </m:r>
                        </m:e>
                        <m:sub>
                          <m:r>
                            <a:rPr lang="en-US" altLang="zh-CN" sz="2400" b="0" i="1" smtClean="0">
                              <a:latin typeface="Cambria Math" panose="02040503050406030204" pitchFamily="18" charset="0"/>
                            </a:rPr>
                            <m:t>𝑝</m:t>
                          </m:r>
                          <m:r>
                            <a:rPr lang="en-US" altLang="zh-CN" sz="2400" b="0" i="1" smtClean="0">
                              <a:latin typeface="Cambria Math" panose="02040503050406030204" pitchFamily="18" charset="0"/>
                            </a:rPr>
                            <m:t>1</m:t>
                          </m:r>
                        </m:sub>
                      </m:sSub>
                    </m:oMath>
                  </m:oMathPara>
                </a14:m>
                <a:endParaRPr lang="zh-CN" altLang="en-US" sz="2400" dirty="0"/>
              </a:p>
            </p:txBody>
          </p:sp>
        </mc:Choice>
        <mc:Fallback xmlns="">
          <p:sp>
            <p:nvSpPr>
              <p:cNvPr id="4" name="文本框 3">
                <a:extLst>
                  <a:ext uri="{FF2B5EF4-FFF2-40B4-BE49-F238E27FC236}">
                    <a16:creationId xmlns:a16="http://schemas.microsoft.com/office/drawing/2014/main" id="{88DD5356-941F-41D1-9C1D-A6277376B1D0}"/>
                  </a:ext>
                </a:extLst>
              </p:cNvPr>
              <p:cNvSpPr txBox="1">
                <a:spLocks noRot="1" noChangeAspect="1" noMove="1" noResize="1" noEditPoints="1" noAdjustHandles="1" noChangeArrowheads="1" noChangeShapeType="1" noTextEdit="1"/>
              </p:cNvSpPr>
              <p:nvPr/>
            </p:nvSpPr>
            <p:spPr>
              <a:xfrm>
                <a:off x="1106246" y="2273242"/>
                <a:ext cx="1488356" cy="490199"/>
              </a:xfrm>
              <a:prstGeom prst="rect">
                <a:avLst/>
              </a:prstGeom>
              <a:blipFill>
                <a:blip r:embed="rId48"/>
                <a:stretch>
                  <a:fillRect b="-10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6" name="文本框 65">
                <a:extLst>
                  <a:ext uri="{FF2B5EF4-FFF2-40B4-BE49-F238E27FC236}">
                    <a16:creationId xmlns:a16="http://schemas.microsoft.com/office/drawing/2014/main" id="{97C15278-AA1E-4435-8AF6-AF9D7E6A297B}"/>
                  </a:ext>
                </a:extLst>
              </p:cNvPr>
              <p:cNvSpPr txBox="1"/>
              <p:nvPr/>
            </p:nvSpPr>
            <p:spPr>
              <a:xfrm>
                <a:off x="1106246" y="3652099"/>
                <a:ext cx="1488356" cy="4901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i="1" smtClean="0">
                              <a:latin typeface="Cambria Math" panose="02040503050406030204" pitchFamily="18" charset="0"/>
                            </a:rPr>
                          </m:ctrlPr>
                        </m:sSubPr>
                        <m:e>
                          <m:r>
                            <a:rPr lang="en-US" altLang="zh-CN" sz="2400" b="0" i="1" smtClean="0">
                              <a:latin typeface="Cambria Math" panose="02040503050406030204" pitchFamily="18" charset="0"/>
                            </a:rPr>
                            <m:t>𝐸</m:t>
                          </m:r>
                        </m:e>
                        <m:sub>
                          <m:r>
                            <a:rPr lang="en-US" altLang="zh-CN" sz="2400" b="0" i="1" smtClean="0">
                              <a:latin typeface="Cambria Math" panose="02040503050406030204" pitchFamily="18" charset="0"/>
                            </a:rPr>
                            <m:t>𝑠</m:t>
                          </m:r>
                          <m:r>
                            <a:rPr lang="en-US" altLang="zh-CN" sz="2400" b="0" i="1" smtClean="0">
                              <a:latin typeface="Cambria Math" panose="02040503050406030204" pitchFamily="18" charset="0"/>
                            </a:rPr>
                            <m:t>2</m:t>
                          </m:r>
                        </m:sub>
                      </m:sSub>
                      <m:r>
                        <a:rPr lang="en-US" altLang="zh-CN" sz="2400" b="0" i="1" smtClean="0">
                          <a:latin typeface="Cambria Math" panose="02040503050406030204" pitchFamily="18" charset="0"/>
                        </a:rPr>
                        <m:t>, </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    </m:t>
                          </m:r>
                          <m:r>
                            <a:rPr lang="en-US" altLang="zh-CN" sz="2400" b="0" i="1" smtClean="0">
                              <a:latin typeface="Cambria Math" panose="02040503050406030204" pitchFamily="18" charset="0"/>
                            </a:rPr>
                            <m:t>𝐸</m:t>
                          </m:r>
                        </m:e>
                        <m:sub>
                          <m:r>
                            <a:rPr lang="en-US" altLang="zh-CN" sz="2400" b="0" i="1" smtClean="0">
                              <a:latin typeface="Cambria Math" panose="02040503050406030204" pitchFamily="18" charset="0"/>
                            </a:rPr>
                            <m:t>𝑝</m:t>
                          </m:r>
                          <m:r>
                            <a:rPr lang="en-US" altLang="zh-CN" sz="2400" b="0" i="1" smtClean="0">
                              <a:latin typeface="Cambria Math" panose="02040503050406030204" pitchFamily="18" charset="0"/>
                            </a:rPr>
                            <m:t>2</m:t>
                          </m:r>
                        </m:sub>
                      </m:sSub>
                    </m:oMath>
                  </m:oMathPara>
                </a14:m>
                <a:endParaRPr lang="zh-CN" altLang="en-US" sz="2400" dirty="0"/>
              </a:p>
            </p:txBody>
          </p:sp>
        </mc:Choice>
        <mc:Fallback xmlns="">
          <p:sp>
            <p:nvSpPr>
              <p:cNvPr id="66" name="文本框 65">
                <a:extLst>
                  <a:ext uri="{FF2B5EF4-FFF2-40B4-BE49-F238E27FC236}">
                    <a16:creationId xmlns:a16="http://schemas.microsoft.com/office/drawing/2014/main" id="{97C15278-AA1E-4435-8AF6-AF9D7E6A297B}"/>
                  </a:ext>
                </a:extLst>
              </p:cNvPr>
              <p:cNvSpPr txBox="1">
                <a:spLocks noRot="1" noChangeAspect="1" noMove="1" noResize="1" noEditPoints="1" noAdjustHandles="1" noChangeArrowheads="1" noChangeShapeType="1" noTextEdit="1"/>
              </p:cNvSpPr>
              <p:nvPr/>
            </p:nvSpPr>
            <p:spPr>
              <a:xfrm>
                <a:off x="1106246" y="3652099"/>
                <a:ext cx="1488356" cy="490199"/>
              </a:xfrm>
              <a:prstGeom prst="rect">
                <a:avLst/>
              </a:prstGeom>
              <a:blipFill>
                <a:blip r:embed="rId49"/>
                <a:stretch>
                  <a:fillRect b="-864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7" name="文本框 66">
                <a:extLst>
                  <a:ext uri="{FF2B5EF4-FFF2-40B4-BE49-F238E27FC236}">
                    <a16:creationId xmlns:a16="http://schemas.microsoft.com/office/drawing/2014/main" id="{78B39C08-F8E7-4B38-807B-05449BB7554C}"/>
                  </a:ext>
                </a:extLst>
              </p:cNvPr>
              <p:cNvSpPr txBox="1"/>
              <p:nvPr/>
            </p:nvSpPr>
            <p:spPr>
              <a:xfrm>
                <a:off x="1079200" y="2968781"/>
                <a:ext cx="1555682" cy="49564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altLang="zh-CN" sz="2400" i="1" smtClean="0">
                              <a:latin typeface="Cambria Math" panose="02040503050406030204" pitchFamily="18" charset="0"/>
                            </a:rPr>
                          </m:ctrlPr>
                        </m:sSubSupPr>
                        <m:e>
                          <m:r>
                            <a:rPr lang="en-US" altLang="zh-CN" sz="2400" b="0" i="1" smtClean="0">
                              <a:latin typeface="Cambria Math" panose="02040503050406030204" pitchFamily="18" charset="0"/>
                            </a:rPr>
                            <m:t>𝐸</m:t>
                          </m:r>
                        </m:e>
                        <m:sub>
                          <m:r>
                            <a:rPr lang="en-US" altLang="zh-CN" sz="2400" b="0" i="1" smtClean="0">
                              <a:latin typeface="Cambria Math" panose="02040503050406030204" pitchFamily="18" charset="0"/>
                            </a:rPr>
                            <m:t>𝑠</m:t>
                          </m:r>
                          <m:r>
                            <a:rPr lang="en-US" altLang="zh-CN" sz="2400" b="0" i="1" smtClean="0">
                              <a:latin typeface="Cambria Math" panose="02040503050406030204" pitchFamily="18" charset="0"/>
                            </a:rPr>
                            <m:t>1</m:t>
                          </m:r>
                        </m:sub>
                        <m:sup>
                          <m:r>
                            <a:rPr lang="en-US" altLang="zh-CN" sz="2400" b="0" i="1" smtClean="0">
                              <a:latin typeface="Cambria Math" panose="02040503050406030204" pitchFamily="18" charset="0"/>
                            </a:rPr>
                            <m:t>′</m:t>
                          </m:r>
                        </m:sup>
                      </m:sSubSup>
                      <m:r>
                        <a:rPr lang="en-US" altLang="zh-CN" sz="2400" b="0" i="1" smtClean="0">
                          <a:latin typeface="Cambria Math" panose="02040503050406030204" pitchFamily="18" charset="0"/>
                        </a:rPr>
                        <m:t>, </m:t>
                      </m:r>
                      <m:sSubSup>
                        <m:sSubSupPr>
                          <m:ctrlPr>
                            <a:rPr lang="en-US" altLang="zh-CN" sz="2400" b="0" i="1" smtClean="0">
                              <a:latin typeface="Cambria Math" panose="02040503050406030204" pitchFamily="18" charset="0"/>
                            </a:rPr>
                          </m:ctrlPr>
                        </m:sSubSupPr>
                        <m:e>
                          <m:r>
                            <a:rPr lang="en-US" altLang="zh-CN" sz="2400" b="0" i="1" smtClean="0">
                              <a:latin typeface="Cambria Math" panose="02040503050406030204" pitchFamily="18" charset="0"/>
                            </a:rPr>
                            <m:t>     </m:t>
                          </m:r>
                          <m:r>
                            <a:rPr lang="en-US" altLang="zh-CN" sz="2400" b="0" i="1" smtClean="0">
                              <a:latin typeface="Cambria Math" panose="02040503050406030204" pitchFamily="18" charset="0"/>
                            </a:rPr>
                            <m:t>𝐸</m:t>
                          </m:r>
                        </m:e>
                        <m:sub>
                          <m:r>
                            <a:rPr lang="en-US" altLang="zh-CN" sz="2400" b="0" i="1" smtClean="0">
                              <a:latin typeface="Cambria Math" panose="02040503050406030204" pitchFamily="18" charset="0"/>
                            </a:rPr>
                            <m:t>𝑝</m:t>
                          </m:r>
                          <m:r>
                            <a:rPr lang="en-US" altLang="zh-CN" sz="2400" b="0" i="1" smtClean="0">
                              <a:latin typeface="Cambria Math" panose="02040503050406030204" pitchFamily="18" charset="0"/>
                            </a:rPr>
                            <m:t>1</m:t>
                          </m:r>
                        </m:sub>
                        <m:sup>
                          <m:r>
                            <a:rPr lang="en-US" altLang="zh-CN" sz="2400" b="0" i="1" smtClean="0">
                              <a:latin typeface="Cambria Math" panose="02040503050406030204" pitchFamily="18" charset="0"/>
                            </a:rPr>
                            <m:t>′</m:t>
                          </m:r>
                        </m:sup>
                      </m:sSubSup>
                    </m:oMath>
                  </m:oMathPara>
                </a14:m>
                <a:endParaRPr lang="zh-CN" altLang="en-US" sz="2400" dirty="0"/>
              </a:p>
            </p:txBody>
          </p:sp>
        </mc:Choice>
        <mc:Fallback xmlns="">
          <p:sp>
            <p:nvSpPr>
              <p:cNvPr id="67" name="文本框 66">
                <a:extLst>
                  <a:ext uri="{FF2B5EF4-FFF2-40B4-BE49-F238E27FC236}">
                    <a16:creationId xmlns:a16="http://schemas.microsoft.com/office/drawing/2014/main" id="{78B39C08-F8E7-4B38-807B-05449BB7554C}"/>
                  </a:ext>
                </a:extLst>
              </p:cNvPr>
              <p:cNvSpPr txBox="1">
                <a:spLocks noRot="1" noChangeAspect="1" noMove="1" noResize="1" noEditPoints="1" noAdjustHandles="1" noChangeArrowheads="1" noChangeShapeType="1" noTextEdit="1"/>
              </p:cNvSpPr>
              <p:nvPr/>
            </p:nvSpPr>
            <p:spPr>
              <a:xfrm>
                <a:off x="1079200" y="2968781"/>
                <a:ext cx="1555682" cy="495649"/>
              </a:xfrm>
              <a:prstGeom prst="rect">
                <a:avLst/>
              </a:prstGeom>
              <a:blipFill>
                <a:blip r:embed="rId50"/>
                <a:stretch>
                  <a:fillRect b="-987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0053312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4"/>
                                        </p:tgtEl>
                                        <p:attrNameLst>
                                          <p:attrName>style.visibility</p:attrName>
                                        </p:attrNameLst>
                                      </p:cBhvr>
                                      <p:to>
                                        <p:strVal val="visible"/>
                                      </p:to>
                                    </p:set>
                                    <p:animEffect transition="in" filter="fade">
                                      <p:cBhvr>
                                        <p:cTn id="7" dur="500"/>
                                        <p:tgtEl>
                                          <p:spTgt spid="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2E3FEE51-4937-4CD5-BEDA-751D6434C05D}"/>
              </a:ext>
            </a:extLst>
          </p:cNvPr>
          <p:cNvPicPr>
            <a:picLocks noChangeAspect="1"/>
          </p:cNvPicPr>
          <p:nvPr/>
        </p:nvPicPr>
        <p:blipFill>
          <a:blip r:embed="rId2"/>
          <a:stretch>
            <a:fillRect/>
          </a:stretch>
        </p:blipFill>
        <p:spPr>
          <a:xfrm>
            <a:off x="298104" y="1168001"/>
            <a:ext cx="4772461" cy="1954706"/>
          </a:xfrm>
          <a:prstGeom prst="rect">
            <a:avLst/>
          </a:prstGeom>
        </p:spPr>
      </p:pic>
      <p:sp>
        <p:nvSpPr>
          <p:cNvPr id="5" name="文本框 4">
            <a:extLst>
              <a:ext uri="{FF2B5EF4-FFF2-40B4-BE49-F238E27FC236}">
                <a16:creationId xmlns:a16="http://schemas.microsoft.com/office/drawing/2014/main" id="{016B201F-659B-4EB0-A53E-612D164C803B}"/>
              </a:ext>
            </a:extLst>
          </p:cNvPr>
          <p:cNvSpPr txBox="1"/>
          <p:nvPr/>
        </p:nvSpPr>
        <p:spPr>
          <a:xfrm>
            <a:off x="154823" y="138306"/>
            <a:ext cx="4653115" cy="830997"/>
          </a:xfrm>
          <a:prstGeom prst="rect">
            <a:avLst/>
          </a:prstGeom>
          <a:noFill/>
        </p:spPr>
        <p:txBody>
          <a:bodyPr wrap="square" rtlCol="0">
            <a:spAutoFit/>
          </a:bodyPr>
          <a:lstStyle/>
          <a:p>
            <a:pPr marL="342900" indent="-342900">
              <a:buFont typeface="Wingdings" panose="05000000000000000000" pitchFamily="2" charset="2"/>
              <a:buChar char="l"/>
            </a:pPr>
            <a:r>
              <a:rPr lang="zh-CN" altLang="en-US" sz="2400" dirty="0">
                <a:latin typeface="黑体" panose="02010609060101010101" pitchFamily="49" charset="-122"/>
                <a:ea typeface="黑体" panose="02010609060101010101" pitchFamily="49" charset="-122"/>
              </a:rPr>
              <a:t>在两种各向同性介质的分界面，场分量具有以下关系</a:t>
            </a:r>
          </a:p>
        </p:txBody>
      </p:sp>
      <p:pic>
        <p:nvPicPr>
          <p:cNvPr id="7" name="图片 6">
            <a:extLst>
              <a:ext uri="{FF2B5EF4-FFF2-40B4-BE49-F238E27FC236}">
                <a16:creationId xmlns:a16="http://schemas.microsoft.com/office/drawing/2014/main" id="{C733B651-0B81-47E7-9595-C7E299D20D50}"/>
              </a:ext>
            </a:extLst>
          </p:cNvPr>
          <p:cNvPicPr>
            <a:picLocks noChangeAspect="1"/>
          </p:cNvPicPr>
          <p:nvPr/>
        </p:nvPicPr>
        <p:blipFill>
          <a:blip r:embed="rId3"/>
          <a:stretch>
            <a:fillRect/>
          </a:stretch>
        </p:blipFill>
        <p:spPr>
          <a:xfrm>
            <a:off x="911734" y="4129248"/>
            <a:ext cx="7580049" cy="2107165"/>
          </a:xfrm>
          <a:prstGeom prst="rect">
            <a:avLst/>
          </a:prstGeom>
        </p:spPr>
      </p:pic>
      <p:pic>
        <p:nvPicPr>
          <p:cNvPr id="8" name="图片 7">
            <a:extLst>
              <a:ext uri="{FF2B5EF4-FFF2-40B4-BE49-F238E27FC236}">
                <a16:creationId xmlns:a16="http://schemas.microsoft.com/office/drawing/2014/main" id="{3F775F36-D1A2-455D-8044-70CA19C87822}"/>
              </a:ext>
            </a:extLst>
          </p:cNvPr>
          <p:cNvPicPr>
            <a:picLocks noChangeAspect="1"/>
          </p:cNvPicPr>
          <p:nvPr/>
        </p:nvPicPr>
        <p:blipFill>
          <a:blip r:embed="rId4"/>
          <a:stretch>
            <a:fillRect/>
          </a:stretch>
        </p:blipFill>
        <p:spPr>
          <a:xfrm>
            <a:off x="5325132" y="205821"/>
            <a:ext cx="3482663" cy="3354175"/>
          </a:xfrm>
          <a:prstGeom prst="rect">
            <a:avLst/>
          </a:prstGeom>
        </p:spPr>
      </p:pic>
      <p:sp>
        <p:nvSpPr>
          <p:cNvPr id="9" name="箭头: 下 8">
            <a:extLst>
              <a:ext uri="{FF2B5EF4-FFF2-40B4-BE49-F238E27FC236}">
                <a16:creationId xmlns:a16="http://schemas.microsoft.com/office/drawing/2014/main" id="{80448BB0-B72A-4514-A357-7A88C7EADAC8}"/>
              </a:ext>
            </a:extLst>
          </p:cNvPr>
          <p:cNvSpPr/>
          <p:nvPr/>
        </p:nvSpPr>
        <p:spPr>
          <a:xfrm>
            <a:off x="2736638" y="3333964"/>
            <a:ext cx="272265" cy="719191"/>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7964744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F7E6ABF8-429B-40B8-AB05-55DB30E79C0C}"/>
              </a:ext>
            </a:extLst>
          </p:cNvPr>
          <p:cNvPicPr>
            <a:picLocks noChangeAspect="1"/>
          </p:cNvPicPr>
          <p:nvPr/>
        </p:nvPicPr>
        <p:blipFill>
          <a:blip r:embed="rId2"/>
          <a:stretch>
            <a:fillRect/>
          </a:stretch>
        </p:blipFill>
        <p:spPr>
          <a:xfrm>
            <a:off x="1124180" y="167876"/>
            <a:ext cx="6803171" cy="1109780"/>
          </a:xfrm>
          <a:prstGeom prst="rect">
            <a:avLst/>
          </a:prstGeom>
        </p:spPr>
      </p:pic>
      <p:sp>
        <p:nvSpPr>
          <p:cNvPr id="4" name="箭头: 下 3">
            <a:extLst>
              <a:ext uri="{FF2B5EF4-FFF2-40B4-BE49-F238E27FC236}">
                <a16:creationId xmlns:a16="http://schemas.microsoft.com/office/drawing/2014/main" id="{36BC2355-18EF-49B8-8277-FB49F50B7DDD}"/>
              </a:ext>
            </a:extLst>
          </p:cNvPr>
          <p:cNvSpPr/>
          <p:nvPr/>
        </p:nvSpPr>
        <p:spPr>
          <a:xfrm>
            <a:off x="4229493" y="1430853"/>
            <a:ext cx="241443" cy="5040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a:extLst>
              <a:ext uri="{FF2B5EF4-FFF2-40B4-BE49-F238E27FC236}">
                <a16:creationId xmlns:a16="http://schemas.microsoft.com/office/drawing/2014/main" id="{3FE85C4C-B341-432F-B357-FD66A280C7C0}"/>
              </a:ext>
            </a:extLst>
          </p:cNvPr>
          <p:cNvPicPr>
            <a:picLocks noChangeAspect="1"/>
          </p:cNvPicPr>
          <p:nvPr/>
        </p:nvPicPr>
        <p:blipFill>
          <a:blip r:embed="rId3"/>
          <a:stretch>
            <a:fillRect/>
          </a:stretch>
        </p:blipFill>
        <p:spPr>
          <a:xfrm>
            <a:off x="1698756" y="1917734"/>
            <a:ext cx="5292638" cy="1767327"/>
          </a:xfrm>
          <a:prstGeom prst="rect">
            <a:avLst/>
          </a:prstGeom>
        </p:spPr>
      </p:pic>
      <p:pic>
        <p:nvPicPr>
          <p:cNvPr id="6" name="图片 5">
            <a:extLst>
              <a:ext uri="{FF2B5EF4-FFF2-40B4-BE49-F238E27FC236}">
                <a16:creationId xmlns:a16="http://schemas.microsoft.com/office/drawing/2014/main" id="{F6192595-C240-41F6-999D-83DEF9CFF770}"/>
              </a:ext>
            </a:extLst>
          </p:cNvPr>
          <p:cNvPicPr>
            <a:picLocks noChangeAspect="1"/>
          </p:cNvPicPr>
          <p:nvPr/>
        </p:nvPicPr>
        <p:blipFill>
          <a:blip r:embed="rId4"/>
          <a:stretch>
            <a:fillRect/>
          </a:stretch>
        </p:blipFill>
        <p:spPr>
          <a:xfrm>
            <a:off x="1568771" y="4032242"/>
            <a:ext cx="2443176" cy="491798"/>
          </a:xfrm>
          <a:prstGeom prst="rect">
            <a:avLst/>
          </a:prstGeom>
        </p:spPr>
      </p:pic>
      <p:pic>
        <p:nvPicPr>
          <p:cNvPr id="7" name="图片 6">
            <a:extLst>
              <a:ext uri="{FF2B5EF4-FFF2-40B4-BE49-F238E27FC236}">
                <a16:creationId xmlns:a16="http://schemas.microsoft.com/office/drawing/2014/main" id="{1B90FF44-A895-48F6-90F7-2B63AC9D2858}"/>
              </a:ext>
            </a:extLst>
          </p:cNvPr>
          <p:cNvPicPr>
            <a:picLocks noChangeAspect="1"/>
          </p:cNvPicPr>
          <p:nvPr/>
        </p:nvPicPr>
        <p:blipFill>
          <a:blip r:embed="rId5"/>
          <a:stretch>
            <a:fillRect/>
          </a:stretch>
        </p:blipFill>
        <p:spPr>
          <a:xfrm>
            <a:off x="4774075" y="3882742"/>
            <a:ext cx="2498464" cy="385599"/>
          </a:xfrm>
          <a:prstGeom prst="rect">
            <a:avLst/>
          </a:prstGeom>
        </p:spPr>
      </p:pic>
      <p:pic>
        <p:nvPicPr>
          <p:cNvPr id="8" name="图片 7">
            <a:extLst>
              <a:ext uri="{FF2B5EF4-FFF2-40B4-BE49-F238E27FC236}">
                <a16:creationId xmlns:a16="http://schemas.microsoft.com/office/drawing/2014/main" id="{6F2432CA-39A0-4048-8CF0-F3D1B8C4CFFD}"/>
              </a:ext>
            </a:extLst>
          </p:cNvPr>
          <p:cNvPicPr>
            <a:picLocks noChangeAspect="1"/>
          </p:cNvPicPr>
          <p:nvPr/>
        </p:nvPicPr>
        <p:blipFill>
          <a:blip r:embed="rId6"/>
          <a:stretch>
            <a:fillRect/>
          </a:stretch>
        </p:blipFill>
        <p:spPr>
          <a:xfrm>
            <a:off x="1698756" y="4963361"/>
            <a:ext cx="6250011" cy="1658332"/>
          </a:xfrm>
          <a:prstGeom prst="rect">
            <a:avLst/>
          </a:prstGeom>
        </p:spPr>
      </p:pic>
      <p:sp>
        <p:nvSpPr>
          <p:cNvPr id="9" name="箭头: 下 8">
            <a:extLst>
              <a:ext uri="{FF2B5EF4-FFF2-40B4-BE49-F238E27FC236}">
                <a16:creationId xmlns:a16="http://schemas.microsoft.com/office/drawing/2014/main" id="{39504734-8AF6-4859-BC9B-6EFD4696A5CB}"/>
              </a:ext>
            </a:extLst>
          </p:cNvPr>
          <p:cNvSpPr/>
          <p:nvPr/>
        </p:nvSpPr>
        <p:spPr>
          <a:xfrm>
            <a:off x="4224354" y="3965474"/>
            <a:ext cx="241443" cy="652409"/>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 name="图片 9">
            <a:extLst>
              <a:ext uri="{FF2B5EF4-FFF2-40B4-BE49-F238E27FC236}">
                <a16:creationId xmlns:a16="http://schemas.microsoft.com/office/drawing/2014/main" id="{4A145459-50C7-4577-A4DE-D2557EC4B174}"/>
              </a:ext>
            </a:extLst>
          </p:cNvPr>
          <p:cNvPicPr>
            <a:picLocks noChangeAspect="1"/>
          </p:cNvPicPr>
          <p:nvPr/>
        </p:nvPicPr>
        <p:blipFill>
          <a:blip r:embed="rId7"/>
          <a:stretch>
            <a:fillRect/>
          </a:stretch>
        </p:blipFill>
        <p:spPr>
          <a:xfrm>
            <a:off x="4678204" y="4380081"/>
            <a:ext cx="1151750" cy="453909"/>
          </a:xfrm>
          <a:prstGeom prst="rect">
            <a:avLst/>
          </a:prstGeom>
        </p:spPr>
      </p:pic>
      <p:sp>
        <p:nvSpPr>
          <p:cNvPr id="11" name="文本框 10">
            <a:extLst>
              <a:ext uri="{FF2B5EF4-FFF2-40B4-BE49-F238E27FC236}">
                <a16:creationId xmlns:a16="http://schemas.microsoft.com/office/drawing/2014/main" id="{20F88964-F864-4741-B724-CD2C6990E99B}"/>
              </a:ext>
            </a:extLst>
          </p:cNvPr>
          <p:cNvSpPr txBox="1"/>
          <p:nvPr/>
        </p:nvSpPr>
        <p:spPr>
          <a:xfrm>
            <a:off x="154043" y="219668"/>
            <a:ext cx="1062606" cy="830997"/>
          </a:xfrm>
          <a:prstGeom prst="rect">
            <a:avLst/>
          </a:prstGeom>
          <a:noFill/>
        </p:spPr>
        <p:txBody>
          <a:bodyPr wrap="square" rtlCol="0">
            <a:spAutoFit/>
          </a:bodyPr>
          <a:lstStyle/>
          <a:p>
            <a:r>
              <a:rPr lang="zh-CN" altLang="en-US" sz="2400" dirty="0">
                <a:solidFill>
                  <a:srgbClr val="FF0000"/>
                </a:solidFill>
                <a:latin typeface="黑体" panose="02010609060101010101" pitchFamily="49" charset="-122"/>
                <a:ea typeface="黑体" panose="02010609060101010101" pitchFamily="49" charset="-122"/>
              </a:rPr>
              <a:t>对于</a:t>
            </a:r>
            <a:r>
              <a:rPr lang="en-US" altLang="zh-CN" sz="2400" dirty="0">
                <a:solidFill>
                  <a:srgbClr val="FF0000"/>
                </a:solidFill>
                <a:latin typeface="黑体" panose="02010609060101010101" pitchFamily="49" charset="-122"/>
                <a:ea typeface="黑体" panose="02010609060101010101" pitchFamily="49" charset="-122"/>
              </a:rPr>
              <a:t>P</a:t>
            </a:r>
            <a:r>
              <a:rPr lang="zh-CN" altLang="en-US" sz="2400" dirty="0">
                <a:solidFill>
                  <a:srgbClr val="FF0000"/>
                </a:solidFill>
                <a:latin typeface="黑体" panose="02010609060101010101" pitchFamily="49" charset="-122"/>
                <a:ea typeface="黑体" panose="02010609060101010101" pitchFamily="49" charset="-122"/>
              </a:rPr>
              <a:t>分量</a:t>
            </a:r>
          </a:p>
        </p:txBody>
      </p:sp>
    </p:spTree>
    <p:extLst>
      <p:ext uri="{BB962C8B-B14F-4D97-AF65-F5344CB8AC3E}">
        <p14:creationId xmlns:p14="http://schemas.microsoft.com/office/powerpoint/2010/main" val="907934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83FB747F-2C82-45F6-B8B2-7F1020FF6322}"/>
              </a:ext>
            </a:extLst>
          </p:cNvPr>
          <p:cNvPicPr>
            <a:picLocks noChangeAspect="1"/>
          </p:cNvPicPr>
          <p:nvPr/>
        </p:nvPicPr>
        <p:blipFill>
          <a:blip r:embed="rId3"/>
          <a:stretch>
            <a:fillRect/>
          </a:stretch>
        </p:blipFill>
        <p:spPr>
          <a:xfrm>
            <a:off x="1538521" y="179512"/>
            <a:ext cx="7265630" cy="1058524"/>
          </a:xfrm>
          <a:prstGeom prst="rect">
            <a:avLst/>
          </a:prstGeom>
        </p:spPr>
      </p:pic>
      <p:sp>
        <p:nvSpPr>
          <p:cNvPr id="3" name="文本框 2">
            <a:extLst>
              <a:ext uri="{FF2B5EF4-FFF2-40B4-BE49-F238E27FC236}">
                <a16:creationId xmlns:a16="http://schemas.microsoft.com/office/drawing/2014/main" id="{E4952D20-9FB6-478A-8A2B-8B3DD2EDE3FE}"/>
              </a:ext>
            </a:extLst>
          </p:cNvPr>
          <p:cNvSpPr txBox="1"/>
          <p:nvPr/>
        </p:nvSpPr>
        <p:spPr>
          <a:xfrm>
            <a:off x="154043" y="219668"/>
            <a:ext cx="1062606" cy="830997"/>
          </a:xfrm>
          <a:prstGeom prst="rect">
            <a:avLst/>
          </a:prstGeom>
          <a:noFill/>
        </p:spPr>
        <p:txBody>
          <a:bodyPr wrap="square" rtlCol="0">
            <a:spAutoFit/>
          </a:bodyPr>
          <a:lstStyle/>
          <a:p>
            <a:r>
              <a:rPr lang="zh-CN" altLang="en-US" sz="2400" dirty="0">
                <a:solidFill>
                  <a:srgbClr val="FF0000"/>
                </a:solidFill>
                <a:latin typeface="黑体" panose="02010609060101010101" pitchFamily="49" charset="-122"/>
                <a:ea typeface="黑体" panose="02010609060101010101" pitchFamily="49" charset="-122"/>
              </a:rPr>
              <a:t>对于</a:t>
            </a:r>
            <a:r>
              <a:rPr lang="en-US" altLang="zh-CN" sz="2400" dirty="0">
                <a:solidFill>
                  <a:srgbClr val="FF0000"/>
                </a:solidFill>
                <a:latin typeface="黑体" panose="02010609060101010101" pitchFamily="49" charset="-122"/>
                <a:ea typeface="黑体" panose="02010609060101010101" pitchFamily="49" charset="-122"/>
              </a:rPr>
              <a:t>S</a:t>
            </a:r>
            <a:r>
              <a:rPr lang="zh-CN" altLang="en-US" sz="2400" dirty="0">
                <a:solidFill>
                  <a:srgbClr val="FF0000"/>
                </a:solidFill>
                <a:latin typeface="黑体" panose="02010609060101010101" pitchFamily="49" charset="-122"/>
                <a:ea typeface="黑体" panose="02010609060101010101" pitchFamily="49" charset="-122"/>
              </a:rPr>
              <a:t>分量</a:t>
            </a:r>
          </a:p>
        </p:txBody>
      </p:sp>
      <p:pic>
        <p:nvPicPr>
          <p:cNvPr id="4" name="图片 3">
            <a:extLst>
              <a:ext uri="{FF2B5EF4-FFF2-40B4-BE49-F238E27FC236}">
                <a16:creationId xmlns:a16="http://schemas.microsoft.com/office/drawing/2014/main" id="{2CAC992B-69FC-4C68-B718-BD8E5750F484}"/>
              </a:ext>
            </a:extLst>
          </p:cNvPr>
          <p:cNvPicPr>
            <a:picLocks noChangeAspect="1"/>
          </p:cNvPicPr>
          <p:nvPr/>
        </p:nvPicPr>
        <p:blipFill>
          <a:blip r:embed="rId4"/>
          <a:stretch>
            <a:fillRect/>
          </a:stretch>
        </p:blipFill>
        <p:spPr>
          <a:xfrm>
            <a:off x="3130871" y="1900752"/>
            <a:ext cx="5673280" cy="1738152"/>
          </a:xfrm>
          <a:prstGeom prst="rect">
            <a:avLst/>
          </a:prstGeom>
        </p:spPr>
      </p:pic>
      <p:pic>
        <p:nvPicPr>
          <p:cNvPr id="5" name="图片 4">
            <a:extLst>
              <a:ext uri="{FF2B5EF4-FFF2-40B4-BE49-F238E27FC236}">
                <a16:creationId xmlns:a16="http://schemas.microsoft.com/office/drawing/2014/main" id="{E3C68FD0-3165-41CB-953B-7A206B274896}"/>
              </a:ext>
            </a:extLst>
          </p:cNvPr>
          <p:cNvPicPr>
            <a:picLocks noChangeAspect="1"/>
          </p:cNvPicPr>
          <p:nvPr/>
        </p:nvPicPr>
        <p:blipFill>
          <a:blip r:embed="rId5"/>
          <a:stretch>
            <a:fillRect/>
          </a:stretch>
        </p:blipFill>
        <p:spPr>
          <a:xfrm>
            <a:off x="92398" y="3875006"/>
            <a:ext cx="2520000" cy="752080"/>
          </a:xfrm>
          <a:prstGeom prst="rect">
            <a:avLst/>
          </a:prstGeom>
        </p:spPr>
      </p:pic>
      <p:pic>
        <p:nvPicPr>
          <p:cNvPr id="6" name="图片 5">
            <a:extLst>
              <a:ext uri="{FF2B5EF4-FFF2-40B4-BE49-F238E27FC236}">
                <a16:creationId xmlns:a16="http://schemas.microsoft.com/office/drawing/2014/main" id="{C802B03C-B937-481A-8129-6BCC712D0704}"/>
              </a:ext>
            </a:extLst>
          </p:cNvPr>
          <p:cNvPicPr>
            <a:picLocks noChangeAspect="1"/>
          </p:cNvPicPr>
          <p:nvPr/>
        </p:nvPicPr>
        <p:blipFill>
          <a:blip r:embed="rId6"/>
          <a:stretch>
            <a:fillRect/>
          </a:stretch>
        </p:blipFill>
        <p:spPr>
          <a:xfrm>
            <a:off x="92398" y="4776700"/>
            <a:ext cx="2520000" cy="768312"/>
          </a:xfrm>
          <a:prstGeom prst="rect">
            <a:avLst/>
          </a:prstGeom>
        </p:spPr>
      </p:pic>
      <p:pic>
        <p:nvPicPr>
          <p:cNvPr id="7" name="图片 6">
            <a:extLst>
              <a:ext uri="{FF2B5EF4-FFF2-40B4-BE49-F238E27FC236}">
                <a16:creationId xmlns:a16="http://schemas.microsoft.com/office/drawing/2014/main" id="{93870A67-8112-471B-879E-24B963652304}"/>
              </a:ext>
            </a:extLst>
          </p:cNvPr>
          <p:cNvPicPr>
            <a:picLocks noChangeAspect="1"/>
          </p:cNvPicPr>
          <p:nvPr/>
        </p:nvPicPr>
        <p:blipFill>
          <a:blip r:embed="rId7"/>
          <a:stretch>
            <a:fillRect/>
          </a:stretch>
        </p:blipFill>
        <p:spPr>
          <a:xfrm>
            <a:off x="0" y="5714799"/>
            <a:ext cx="2520000" cy="788437"/>
          </a:xfrm>
          <a:prstGeom prst="rect">
            <a:avLst/>
          </a:prstGeom>
        </p:spPr>
      </p:pic>
      <p:graphicFrame>
        <p:nvGraphicFramePr>
          <p:cNvPr id="8" name="对象 7">
            <a:extLst>
              <a:ext uri="{FF2B5EF4-FFF2-40B4-BE49-F238E27FC236}">
                <a16:creationId xmlns:a16="http://schemas.microsoft.com/office/drawing/2014/main" id="{263FA3D3-E860-4C4F-8E08-4B358A790544}"/>
              </a:ext>
            </a:extLst>
          </p:cNvPr>
          <p:cNvGraphicFramePr>
            <a:graphicFrameLocks noChangeAspect="1"/>
          </p:cNvGraphicFramePr>
          <p:nvPr>
            <p:extLst>
              <p:ext uri="{D42A27DB-BD31-4B8C-83A1-F6EECF244321}">
                <p14:modId xmlns:p14="http://schemas.microsoft.com/office/powerpoint/2010/main" val="2255461703"/>
              </p:ext>
            </p:extLst>
          </p:nvPr>
        </p:nvGraphicFramePr>
        <p:xfrm>
          <a:off x="233669" y="2021985"/>
          <a:ext cx="1965960" cy="1371600"/>
        </p:xfrm>
        <a:graphic>
          <a:graphicData uri="http://schemas.openxmlformats.org/presentationml/2006/ole">
            <mc:AlternateContent xmlns:mc="http://schemas.openxmlformats.org/markup-compatibility/2006">
              <mc:Choice xmlns:v="urn:schemas-microsoft-com:vml" Requires="v">
                <p:oleObj spid="_x0000_s6218" name="Equation" r:id="rId8" imgW="1091880" imgH="761760" progId="Equation.DSMT4">
                  <p:embed/>
                </p:oleObj>
              </mc:Choice>
              <mc:Fallback>
                <p:oleObj name="Equation" r:id="rId8" imgW="1091880" imgH="761760" progId="Equation.DSMT4">
                  <p:embed/>
                  <p:pic>
                    <p:nvPicPr>
                      <p:cNvPr id="3" name="对象 2"/>
                      <p:cNvPicPr/>
                      <p:nvPr/>
                    </p:nvPicPr>
                    <p:blipFill>
                      <a:blip r:embed="rId9"/>
                      <a:stretch>
                        <a:fillRect/>
                      </a:stretch>
                    </p:blipFill>
                    <p:spPr>
                      <a:xfrm>
                        <a:off x="233669" y="2021985"/>
                        <a:ext cx="1965960" cy="1371600"/>
                      </a:xfrm>
                      <a:prstGeom prst="rect">
                        <a:avLst/>
                      </a:prstGeom>
                    </p:spPr>
                  </p:pic>
                </p:oleObj>
              </mc:Fallback>
            </mc:AlternateContent>
          </a:graphicData>
        </a:graphic>
      </p:graphicFrame>
      <p:pic>
        <p:nvPicPr>
          <p:cNvPr id="9" name="图片 8">
            <a:extLst>
              <a:ext uri="{FF2B5EF4-FFF2-40B4-BE49-F238E27FC236}">
                <a16:creationId xmlns:a16="http://schemas.microsoft.com/office/drawing/2014/main" id="{F27D64B0-C27A-4E69-92DF-E4FFC4CF0D47}"/>
              </a:ext>
            </a:extLst>
          </p:cNvPr>
          <p:cNvPicPr>
            <a:picLocks noChangeAspect="1"/>
          </p:cNvPicPr>
          <p:nvPr/>
        </p:nvPicPr>
        <p:blipFill>
          <a:blip r:embed="rId10"/>
          <a:stretch>
            <a:fillRect/>
          </a:stretch>
        </p:blipFill>
        <p:spPr>
          <a:xfrm>
            <a:off x="3137243" y="4301620"/>
            <a:ext cx="5832165" cy="1639076"/>
          </a:xfrm>
          <a:prstGeom prst="rect">
            <a:avLst/>
          </a:prstGeom>
        </p:spPr>
      </p:pic>
      <p:sp>
        <p:nvSpPr>
          <p:cNvPr id="10" name="箭头: 下 9">
            <a:extLst>
              <a:ext uri="{FF2B5EF4-FFF2-40B4-BE49-F238E27FC236}">
                <a16:creationId xmlns:a16="http://schemas.microsoft.com/office/drawing/2014/main" id="{8D12E745-7357-41AB-AAE5-73DBD73290D1}"/>
              </a:ext>
            </a:extLst>
          </p:cNvPr>
          <p:cNvSpPr/>
          <p:nvPr/>
        </p:nvSpPr>
        <p:spPr>
          <a:xfrm>
            <a:off x="5568594" y="1327951"/>
            <a:ext cx="220894" cy="48288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箭头: 下 10">
            <a:extLst>
              <a:ext uri="{FF2B5EF4-FFF2-40B4-BE49-F238E27FC236}">
                <a16:creationId xmlns:a16="http://schemas.microsoft.com/office/drawing/2014/main" id="{888F40AA-2F70-4F95-9A02-0D7646BCA4C5}"/>
              </a:ext>
            </a:extLst>
          </p:cNvPr>
          <p:cNvSpPr/>
          <p:nvPr/>
        </p:nvSpPr>
        <p:spPr>
          <a:xfrm>
            <a:off x="5568594" y="3768161"/>
            <a:ext cx="220894" cy="48288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6835809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FECF8073-0EBE-4995-A1A0-BDCA41FB6B12}"/>
              </a:ext>
            </a:extLst>
          </p:cNvPr>
          <p:cNvSpPr/>
          <p:nvPr/>
        </p:nvSpPr>
        <p:spPr>
          <a:xfrm>
            <a:off x="265206" y="176904"/>
            <a:ext cx="1988045" cy="637675"/>
          </a:xfrm>
          <a:prstGeom prst="rect">
            <a:avLst/>
          </a:prstGeom>
        </p:spPr>
        <p:txBody>
          <a:bodyPr wrap="none">
            <a:spAutoFit/>
          </a:bodyPr>
          <a:lstStyle/>
          <a:p>
            <a:pPr>
              <a:lnSpc>
                <a:spcPct val="150000"/>
              </a:lnSpc>
            </a:pPr>
            <a:r>
              <a:rPr lang="zh-CN" altLang="en-US" sz="2800" b="1" dirty="0">
                <a:latin typeface="黑体" panose="02010609060101010101" pitchFamily="49" charset="-122"/>
                <a:ea typeface="黑体" panose="02010609060101010101" pitchFamily="49" charset="-122"/>
              </a:rPr>
              <a:t>菲涅耳公式</a:t>
            </a:r>
            <a:endParaRPr lang="en-US" altLang="zh-CN" sz="2800" b="1" dirty="0">
              <a:latin typeface="黑体" panose="02010609060101010101" pitchFamily="49" charset="-122"/>
              <a:ea typeface="黑体" panose="02010609060101010101" pitchFamily="49" charset="-122"/>
            </a:endParaRPr>
          </a:p>
        </p:txBody>
      </p:sp>
      <p:pic>
        <p:nvPicPr>
          <p:cNvPr id="3" name="图片 2">
            <a:extLst>
              <a:ext uri="{FF2B5EF4-FFF2-40B4-BE49-F238E27FC236}">
                <a16:creationId xmlns:a16="http://schemas.microsoft.com/office/drawing/2014/main" id="{4FF7DFF1-AC10-450B-9463-ECE42D1B9F1F}"/>
              </a:ext>
            </a:extLst>
          </p:cNvPr>
          <p:cNvPicPr>
            <a:picLocks noChangeAspect="1"/>
          </p:cNvPicPr>
          <p:nvPr/>
        </p:nvPicPr>
        <p:blipFill>
          <a:blip r:embed="rId2"/>
          <a:stretch>
            <a:fillRect/>
          </a:stretch>
        </p:blipFill>
        <p:spPr>
          <a:xfrm>
            <a:off x="1054916" y="1221927"/>
            <a:ext cx="7216306" cy="4034002"/>
          </a:xfrm>
          <a:prstGeom prst="rect">
            <a:avLst/>
          </a:prstGeom>
        </p:spPr>
      </p:pic>
      <p:sp>
        <p:nvSpPr>
          <p:cNvPr id="4" name="文本框 3">
            <a:extLst>
              <a:ext uri="{FF2B5EF4-FFF2-40B4-BE49-F238E27FC236}">
                <a16:creationId xmlns:a16="http://schemas.microsoft.com/office/drawing/2014/main" id="{14D72C76-2D6D-48FA-927A-71BAB2ED9064}"/>
              </a:ext>
            </a:extLst>
          </p:cNvPr>
          <p:cNvSpPr txBox="1"/>
          <p:nvPr/>
        </p:nvSpPr>
        <p:spPr>
          <a:xfrm>
            <a:off x="1973282" y="5663277"/>
            <a:ext cx="4206601" cy="461665"/>
          </a:xfrm>
          <a:prstGeom prst="rect">
            <a:avLst/>
          </a:prstGeom>
          <a:noFill/>
        </p:spPr>
        <p:txBody>
          <a:bodyPr wrap="none" rtlCol="0">
            <a:spAutoFit/>
          </a:bodyPr>
          <a:lstStyle/>
          <a:p>
            <a:r>
              <a:rPr lang="en-US" altLang="zh-CN" sz="2400" b="1" dirty="0">
                <a:solidFill>
                  <a:srgbClr val="0000FF"/>
                </a:solidFill>
                <a:latin typeface="黑体" panose="02010609060101010101" pitchFamily="49" charset="-122"/>
                <a:ea typeface="黑体" panose="02010609060101010101" pitchFamily="49" charset="-122"/>
              </a:rPr>
              <a:t>P</a:t>
            </a:r>
            <a:r>
              <a:rPr lang="zh-CN" altLang="en-US" sz="2400" b="1" dirty="0">
                <a:solidFill>
                  <a:srgbClr val="0000FF"/>
                </a:solidFill>
                <a:latin typeface="黑体" panose="02010609060101010101" pitchFamily="49" charset="-122"/>
                <a:ea typeface="黑体" panose="02010609060101010101" pitchFamily="49" charset="-122"/>
              </a:rPr>
              <a:t>分量、</a:t>
            </a:r>
            <a:r>
              <a:rPr lang="en-US" altLang="zh-CN" sz="2400" b="1" dirty="0">
                <a:solidFill>
                  <a:srgbClr val="0000FF"/>
                </a:solidFill>
                <a:latin typeface="黑体" panose="02010609060101010101" pitchFamily="49" charset="-122"/>
                <a:ea typeface="黑体" panose="02010609060101010101" pitchFamily="49" charset="-122"/>
              </a:rPr>
              <a:t>S</a:t>
            </a:r>
            <a:r>
              <a:rPr lang="zh-CN" altLang="en-US" sz="2400" b="1" dirty="0">
                <a:solidFill>
                  <a:srgbClr val="0000FF"/>
                </a:solidFill>
                <a:latin typeface="黑体" panose="02010609060101010101" pitchFamily="49" charset="-122"/>
                <a:ea typeface="黑体" panose="02010609060101010101" pitchFamily="49" charset="-122"/>
              </a:rPr>
              <a:t>分量是独立、正交的</a:t>
            </a:r>
          </a:p>
        </p:txBody>
      </p:sp>
    </p:spTree>
    <p:extLst>
      <p:ext uri="{BB962C8B-B14F-4D97-AF65-F5344CB8AC3E}">
        <p14:creationId xmlns:p14="http://schemas.microsoft.com/office/powerpoint/2010/main" val="21279560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C770AD7D-30B4-4F90-9244-C40A8CB8C685}"/>
              </a:ext>
            </a:extLst>
          </p:cNvPr>
          <p:cNvSpPr/>
          <p:nvPr/>
        </p:nvSpPr>
        <p:spPr>
          <a:xfrm>
            <a:off x="87946" y="46736"/>
            <a:ext cx="3954929" cy="637675"/>
          </a:xfrm>
          <a:prstGeom prst="rect">
            <a:avLst/>
          </a:prstGeom>
        </p:spPr>
        <p:txBody>
          <a:bodyPr wrap="none">
            <a:spAutoFit/>
          </a:bodyPr>
          <a:lstStyle/>
          <a:p>
            <a:pPr>
              <a:lnSpc>
                <a:spcPct val="150000"/>
              </a:lnSpc>
            </a:pPr>
            <a:r>
              <a:rPr lang="en-US" altLang="zh-CN" sz="2800" b="1" dirty="0">
                <a:latin typeface="黑体" panose="02010609060101010101" pitchFamily="49" charset="-122"/>
                <a:ea typeface="黑体" panose="02010609060101010101" pitchFamily="49" charset="-122"/>
              </a:rPr>
              <a:t>§10.2 </a:t>
            </a:r>
            <a:r>
              <a:rPr lang="zh-CN" altLang="en-US" sz="2800" b="1" dirty="0">
                <a:latin typeface="黑体" panose="02010609060101010101" pitchFamily="49" charset="-122"/>
                <a:ea typeface="黑体" panose="02010609060101010101" pitchFamily="49" charset="-122"/>
              </a:rPr>
              <a:t>反射率和透射率</a:t>
            </a:r>
            <a:endParaRPr lang="en-US" altLang="zh-CN" sz="2800" b="1" dirty="0">
              <a:latin typeface="黑体" panose="02010609060101010101" pitchFamily="49" charset="-122"/>
              <a:ea typeface="黑体" panose="02010609060101010101" pitchFamily="49" charset="-122"/>
            </a:endParaRPr>
          </a:p>
        </p:txBody>
      </p:sp>
      <mc:AlternateContent xmlns:mc="http://schemas.openxmlformats.org/markup-compatibility/2006" xmlns:a14="http://schemas.microsoft.com/office/drawing/2010/main">
        <mc:Choice Requires="a14">
          <p:sp>
            <p:nvSpPr>
              <p:cNvPr id="54" name="对象 53">
                <a:extLst>
                  <a:ext uri="{FF2B5EF4-FFF2-40B4-BE49-F238E27FC236}">
                    <a16:creationId xmlns:a16="http://schemas.microsoft.com/office/drawing/2014/main" id="{1BA73C75-A310-486D-873E-845C3F1B9C29}"/>
                  </a:ext>
                </a:extLst>
              </p:cNvPr>
              <p:cNvSpPr txBox="1"/>
              <p:nvPr/>
            </p:nvSpPr>
            <p:spPr bwMode="auto">
              <a:xfrm>
                <a:off x="1099332" y="1548400"/>
                <a:ext cx="5768262" cy="909638"/>
              </a:xfrm>
              <a:prstGeom prst="rect">
                <a:avLst/>
              </a:prstGeom>
              <a:noFill/>
              <a:ln>
                <a:noFill/>
              </a:ln>
              <a:extLst/>
            </p:spPr>
            <p:txBody>
              <a:bodyPr>
                <a:noAutofit/>
              </a:bodyPr>
              <a:lstStyle/>
              <a:p>
                <a:pPr/>
                <a14:m>
                  <m:oMathPara xmlns:m="http://schemas.openxmlformats.org/officeDocument/2006/math">
                    <m:oMathParaPr>
                      <m:jc m:val="centerGroup"/>
                    </m:oMathParaPr>
                    <m:oMath xmlns:m="http://schemas.openxmlformats.org/officeDocument/2006/math">
                      <m:sSub>
                        <m:sSubPr>
                          <m:ctrlPr>
                            <a:rPr lang="zh-CN" altLang="en-US" sz="2200" i="1" smtClean="0">
                              <a:solidFill>
                                <a:srgbClr val="000000"/>
                              </a:solidFill>
                              <a:latin typeface="Cambria Math" panose="02040503050406030204" pitchFamily="18" charset="0"/>
                            </a:rPr>
                          </m:ctrlPr>
                        </m:sSubPr>
                        <m:e>
                          <m:r>
                            <a:rPr lang="en-US" altLang="zh-CN" sz="2200" b="0" i="1" smtClean="0">
                              <a:solidFill>
                                <a:srgbClr val="000000"/>
                              </a:solidFill>
                              <a:latin typeface="Cambria Math" panose="02040503050406030204" pitchFamily="18" charset="0"/>
                            </a:rPr>
                            <m:t>𝑟</m:t>
                          </m:r>
                        </m:e>
                        <m:sub>
                          <m:r>
                            <a:rPr lang="zh-CN" altLang="en-US" sz="2200" i="1">
                              <a:solidFill>
                                <a:srgbClr val="000000"/>
                              </a:solidFill>
                              <a:latin typeface="Cambria Math" panose="02040503050406030204" pitchFamily="18" charset="0"/>
                            </a:rPr>
                            <m:t>𝑠</m:t>
                          </m:r>
                        </m:sub>
                      </m:sSub>
                      <m:r>
                        <a:rPr lang="zh-CN" altLang="en-US" sz="2200" i="1">
                          <a:solidFill>
                            <a:srgbClr val="000000"/>
                          </a:solidFill>
                          <a:latin typeface="Cambria Math" panose="02040503050406030204" pitchFamily="18" charset="0"/>
                        </a:rPr>
                        <m:t>=</m:t>
                      </m:r>
                      <m:f>
                        <m:fPr>
                          <m:ctrlPr>
                            <a:rPr lang="zh-CN" altLang="en-US" sz="2200" i="1">
                              <a:solidFill>
                                <a:srgbClr val="000000"/>
                              </a:solidFill>
                              <a:latin typeface="Cambria Math" panose="02040503050406030204" pitchFamily="18" charset="0"/>
                            </a:rPr>
                          </m:ctrlPr>
                        </m:fPr>
                        <m:num>
                          <m:sSub>
                            <m:sSubPr>
                              <m:ctrlPr>
                                <a:rPr lang="zh-CN" altLang="en-US" sz="2200" i="1">
                                  <a:solidFill>
                                    <a:srgbClr val="000000"/>
                                  </a:solidFill>
                                  <a:latin typeface="Cambria Math" panose="02040503050406030204" pitchFamily="18" charset="0"/>
                                </a:rPr>
                              </m:ctrlPr>
                            </m:sSubPr>
                            <m:e>
                              <m:sSup>
                                <m:sSupPr>
                                  <m:ctrlPr>
                                    <a:rPr lang="zh-CN" altLang="en-US" sz="2200" i="1">
                                      <a:solidFill>
                                        <a:srgbClr val="000000"/>
                                      </a:solidFill>
                                      <a:latin typeface="Cambria Math" panose="02040503050406030204" pitchFamily="18" charset="0"/>
                                    </a:rPr>
                                  </m:ctrlPr>
                                </m:sSupPr>
                                <m:e>
                                  <m:r>
                                    <a:rPr lang="zh-CN" altLang="en-US" sz="2200" i="1">
                                      <a:solidFill>
                                        <a:srgbClr val="000000"/>
                                      </a:solidFill>
                                      <a:latin typeface="Cambria Math" panose="02040503050406030204" pitchFamily="18" charset="0"/>
                                    </a:rPr>
                                    <m:t>𝐸</m:t>
                                  </m:r>
                                </m:e>
                                <m:sup>
                                  <m:r>
                                    <a:rPr lang="zh-CN" altLang="en-US" sz="2200" i="1">
                                      <a:solidFill>
                                        <a:srgbClr val="000000"/>
                                      </a:solidFill>
                                      <a:latin typeface="Cambria Math" panose="02040503050406030204" pitchFamily="18" charset="0"/>
                                    </a:rPr>
                                    <m:t>′</m:t>
                                  </m:r>
                                </m:sup>
                              </m:sSup>
                            </m:e>
                            <m:sub>
                              <m:r>
                                <a:rPr lang="zh-CN" altLang="en-US" sz="2200" i="1">
                                  <a:solidFill>
                                    <a:srgbClr val="000000"/>
                                  </a:solidFill>
                                  <a:latin typeface="Cambria Math" panose="02040503050406030204" pitchFamily="18" charset="0"/>
                                </a:rPr>
                                <m:t>1</m:t>
                              </m:r>
                              <m:r>
                                <a:rPr lang="zh-CN" altLang="en-US" sz="2200" i="1">
                                  <a:solidFill>
                                    <a:srgbClr val="000000"/>
                                  </a:solidFill>
                                  <a:latin typeface="Cambria Math" panose="02040503050406030204" pitchFamily="18" charset="0"/>
                                </a:rPr>
                                <m:t>𝑠</m:t>
                              </m:r>
                            </m:sub>
                          </m:sSub>
                        </m:num>
                        <m:den>
                          <m:sSub>
                            <m:sSubPr>
                              <m:ctrlPr>
                                <a:rPr lang="zh-CN" altLang="en-US" sz="2200" i="1">
                                  <a:solidFill>
                                    <a:srgbClr val="000000"/>
                                  </a:solidFill>
                                  <a:latin typeface="Cambria Math" panose="02040503050406030204" pitchFamily="18" charset="0"/>
                                </a:rPr>
                              </m:ctrlPr>
                            </m:sSubPr>
                            <m:e>
                              <m:r>
                                <a:rPr lang="zh-CN" altLang="en-US" sz="2200" i="1">
                                  <a:solidFill>
                                    <a:srgbClr val="000000"/>
                                  </a:solidFill>
                                  <a:latin typeface="Cambria Math" panose="02040503050406030204" pitchFamily="18" charset="0"/>
                                </a:rPr>
                                <m:t>𝐸</m:t>
                              </m:r>
                            </m:e>
                            <m:sub>
                              <m:r>
                                <a:rPr lang="zh-CN" altLang="en-US" sz="2200" i="1">
                                  <a:solidFill>
                                    <a:srgbClr val="000000"/>
                                  </a:solidFill>
                                  <a:latin typeface="Cambria Math" panose="02040503050406030204" pitchFamily="18" charset="0"/>
                                </a:rPr>
                                <m:t>1</m:t>
                              </m:r>
                              <m:r>
                                <a:rPr lang="zh-CN" altLang="en-US" sz="2200" i="1">
                                  <a:solidFill>
                                    <a:srgbClr val="000000"/>
                                  </a:solidFill>
                                  <a:latin typeface="Cambria Math" panose="02040503050406030204" pitchFamily="18" charset="0"/>
                                </a:rPr>
                                <m:t>𝑠</m:t>
                              </m:r>
                            </m:sub>
                          </m:sSub>
                        </m:den>
                      </m:f>
                      <m:r>
                        <a:rPr lang="zh-CN" altLang="en-US" sz="2200" i="1">
                          <a:solidFill>
                            <a:srgbClr val="000000"/>
                          </a:solidFill>
                          <a:latin typeface="Cambria Math" panose="02040503050406030204" pitchFamily="18" charset="0"/>
                        </a:rPr>
                        <m:t>=</m:t>
                      </m:r>
                      <m:f>
                        <m:fPr>
                          <m:ctrlPr>
                            <a:rPr lang="zh-CN" altLang="en-US" sz="2200" i="1">
                              <a:solidFill>
                                <a:srgbClr val="000000"/>
                              </a:solidFill>
                              <a:latin typeface="Cambria Math" panose="02040503050406030204" pitchFamily="18" charset="0"/>
                            </a:rPr>
                          </m:ctrlPr>
                        </m:fPr>
                        <m:num>
                          <m:sSub>
                            <m:sSubPr>
                              <m:ctrlPr>
                                <a:rPr lang="zh-CN" altLang="en-US" sz="2200" i="1">
                                  <a:solidFill>
                                    <a:srgbClr val="000000"/>
                                  </a:solidFill>
                                  <a:latin typeface="Cambria Math" panose="02040503050406030204" pitchFamily="18" charset="0"/>
                                </a:rPr>
                              </m:ctrlPr>
                            </m:sSubPr>
                            <m:e>
                              <m:r>
                                <a:rPr lang="zh-CN" altLang="en-US" sz="2200" i="1">
                                  <a:solidFill>
                                    <a:srgbClr val="000000"/>
                                  </a:solidFill>
                                  <a:latin typeface="Cambria Math" panose="02040503050406030204" pitchFamily="18" charset="0"/>
                                </a:rPr>
                                <m:t>𝑛</m:t>
                              </m:r>
                            </m:e>
                            <m:sub>
                              <m:r>
                                <a:rPr lang="zh-CN" altLang="en-US" sz="2200" i="1">
                                  <a:solidFill>
                                    <a:srgbClr val="000000"/>
                                  </a:solidFill>
                                  <a:latin typeface="Cambria Math" panose="02040503050406030204" pitchFamily="18" charset="0"/>
                                </a:rPr>
                                <m:t>1</m:t>
                              </m:r>
                            </m:sub>
                          </m:sSub>
                          <m:func>
                            <m:funcPr>
                              <m:ctrlPr>
                                <a:rPr lang="zh-CN" altLang="en-US" sz="2200" i="1">
                                  <a:solidFill>
                                    <a:srgbClr val="000000"/>
                                  </a:solidFill>
                                  <a:latin typeface="Cambria Math" panose="02040503050406030204" pitchFamily="18" charset="0"/>
                                </a:rPr>
                              </m:ctrlPr>
                            </m:funcPr>
                            <m:fName>
                              <m:sSub>
                                <m:sSubPr>
                                  <m:ctrlPr>
                                    <a:rPr lang="zh-CN" altLang="en-US" sz="2200" i="1">
                                      <a:solidFill>
                                        <a:srgbClr val="000000"/>
                                      </a:solidFill>
                                      <a:latin typeface="Cambria Math" panose="02040503050406030204" pitchFamily="18" charset="0"/>
                                    </a:rPr>
                                  </m:ctrlPr>
                                </m:sSubPr>
                                <m:e>
                                  <m:r>
                                    <m:rPr>
                                      <m:sty m:val="p"/>
                                    </m:rPr>
                                    <a:rPr lang="zh-CN" altLang="en-US" sz="2200" i="0">
                                      <a:solidFill>
                                        <a:srgbClr val="000000"/>
                                      </a:solidFill>
                                      <a:latin typeface="Cambria Math" panose="02040503050406030204" pitchFamily="18" charset="0"/>
                                    </a:rPr>
                                    <m:t>cos</m:t>
                                  </m:r>
                                  <m:r>
                                    <a:rPr lang="zh-CN" altLang="en-US" sz="2200" i="1">
                                      <a:solidFill>
                                        <a:srgbClr val="000000"/>
                                      </a:solidFill>
                                      <a:latin typeface="Cambria Math" panose="02040503050406030204" pitchFamily="18" charset="0"/>
                                    </a:rPr>
                                    <m:t>𝑖</m:t>
                                  </m:r>
                                </m:e>
                                <m:sub>
                                  <m:r>
                                    <a:rPr lang="zh-CN" altLang="en-US" sz="2200" i="1">
                                      <a:solidFill>
                                        <a:srgbClr val="000000"/>
                                      </a:solidFill>
                                      <a:latin typeface="Cambria Math" panose="02040503050406030204" pitchFamily="18" charset="0"/>
                                    </a:rPr>
                                    <m:t>1</m:t>
                                  </m:r>
                                </m:sub>
                              </m:sSub>
                            </m:fName>
                            <m:e>
                              <m:r>
                                <a:rPr lang="zh-CN" altLang="en-US" sz="2200" i="1">
                                  <a:solidFill>
                                    <a:srgbClr val="000000"/>
                                  </a:solidFill>
                                  <a:latin typeface="Cambria Math" panose="02040503050406030204" pitchFamily="18" charset="0"/>
                                </a:rPr>
                                <m:t>−</m:t>
                              </m:r>
                            </m:e>
                          </m:func>
                          <m:sSub>
                            <m:sSubPr>
                              <m:ctrlPr>
                                <a:rPr lang="zh-CN" altLang="en-US" sz="2200" i="1">
                                  <a:solidFill>
                                    <a:srgbClr val="000000"/>
                                  </a:solidFill>
                                  <a:latin typeface="Cambria Math" panose="02040503050406030204" pitchFamily="18" charset="0"/>
                                </a:rPr>
                              </m:ctrlPr>
                            </m:sSubPr>
                            <m:e>
                              <m:r>
                                <a:rPr lang="zh-CN" altLang="en-US" sz="2200" i="1">
                                  <a:solidFill>
                                    <a:srgbClr val="000000"/>
                                  </a:solidFill>
                                  <a:latin typeface="Cambria Math" panose="02040503050406030204" pitchFamily="18" charset="0"/>
                                </a:rPr>
                                <m:t>𝑛</m:t>
                              </m:r>
                            </m:e>
                            <m:sub>
                              <m:r>
                                <a:rPr lang="zh-CN" altLang="en-US" sz="2200" i="1">
                                  <a:solidFill>
                                    <a:srgbClr val="000000"/>
                                  </a:solidFill>
                                  <a:latin typeface="Cambria Math" panose="02040503050406030204" pitchFamily="18" charset="0"/>
                                </a:rPr>
                                <m:t>2</m:t>
                              </m:r>
                            </m:sub>
                          </m:sSub>
                          <m:sSub>
                            <m:sSubPr>
                              <m:ctrlPr>
                                <a:rPr lang="zh-CN" altLang="en-US" sz="2200" i="1" smtClean="0">
                                  <a:solidFill>
                                    <a:srgbClr val="000000"/>
                                  </a:solidFill>
                                  <a:latin typeface="Cambria Math" panose="02040503050406030204" pitchFamily="18" charset="0"/>
                                </a:rPr>
                              </m:ctrlPr>
                            </m:sSubPr>
                            <m:e>
                              <m:r>
                                <m:rPr>
                                  <m:sty m:val="p"/>
                                </m:rPr>
                                <a:rPr lang="zh-CN" altLang="en-US" sz="2200" i="0">
                                  <a:solidFill>
                                    <a:srgbClr val="000000"/>
                                  </a:solidFill>
                                  <a:latin typeface="Cambria Math" panose="02040503050406030204" pitchFamily="18" charset="0"/>
                                </a:rPr>
                                <m:t>cos</m:t>
                              </m:r>
                              <m:r>
                                <a:rPr lang="zh-CN" altLang="en-US" sz="2200" i="1">
                                  <a:solidFill>
                                    <a:srgbClr val="000000"/>
                                  </a:solidFill>
                                  <a:latin typeface="Cambria Math" panose="02040503050406030204" pitchFamily="18" charset="0"/>
                                </a:rPr>
                                <m:t>𝑖</m:t>
                              </m:r>
                            </m:e>
                            <m:sub>
                              <m:r>
                                <a:rPr lang="zh-CN" altLang="en-US" sz="2200" i="1">
                                  <a:solidFill>
                                    <a:srgbClr val="000000"/>
                                  </a:solidFill>
                                  <a:latin typeface="Cambria Math" panose="02040503050406030204" pitchFamily="18" charset="0"/>
                                </a:rPr>
                                <m:t>2</m:t>
                              </m:r>
                            </m:sub>
                          </m:sSub>
                        </m:num>
                        <m:den>
                          <m:sSub>
                            <m:sSubPr>
                              <m:ctrlPr>
                                <a:rPr lang="zh-CN" altLang="en-US" sz="2200" i="1">
                                  <a:solidFill>
                                    <a:srgbClr val="000000"/>
                                  </a:solidFill>
                                  <a:latin typeface="Cambria Math" panose="02040503050406030204" pitchFamily="18" charset="0"/>
                                </a:rPr>
                              </m:ctrlPr>
                            </m:sSubPr>
                            <m:e>
                              <m:r>
                                <a:rPr lang="zh-CN" altLang="en-US" sz="2200" i="1">
                                  <a:solidFill>
                                    <a:srgbClr val="000000"/>
                                  </a:solidFill>
                                  <a:latin typeface="Cambria Math" panose="02040503050406030204" pitchFamily="18" charset="0"/>
                                </a:rPr>
                                <m:t>𝑛</m:t>
                              </m:r>
                            </m:e>
                            <m:sub>
                              <m:r>
                                <a:rPr lang="zh-CN" altLang="en-US" sz="2200" i="1">
                                  <a:solidFill>
                                    <a:srgbClr val="000000"/>
                                  </a:solidFill>
                                  <a:latin typeface="Cambria Math" panose="02040503050406030204" pitchFamily="18" charset="0"/>
                                </a:rPr>
                                <m:t>1</m:t>
                              </m:r>
                            </m:sub>
                          </m:sSub>
                          <m:func>
                            <m:funcPr>
                              <m:ctrlPr>
                                <a:rPr lang="zh-CN" altLang="en-US" sz="2200" i="1">
                                  <a:solidFill>
                                    <a:srgbClr val="000000"/>
                                  </a:solidFill>
                                  <a:latin typeface="Cambria Math" panose="02040503050406030204" pitchFamily="18" charset="0"/>
                                </a:rPr>
                              </m:ctrlPr>
                            </m:funcPr>
                            <m:fName>
                              <m:sSub>
                                <m:sSubPr>
                                  <m:ctrlPr>
                                    <a:rPr lang="zh-CN" altLang="en-US" sz="2200" i="1">
                                      <a:solidFill>
                                        <a:srgbClr val="000000"/>
                                      </a:solidFill>
                                      <a:latin typeface="Cambria Math" panose="02040503050406030204" pitchFamily="18" charset="0"/>
                                    </a:rPr>
                                  </m:ctrlPr>
                                </m:sSubPr>
                                <m:e>
                                  <m:r>
                                    <m:rPr>
                                      <m:sty m:val="p"/>
                                    </m:rPr>
                                    <a:rPr lang="zh-CN" altLang="en-US" sz="2200" i="0">
                                      <a:solidFill>
                                        <a:srgbClr val="000000"/>
                                      </a:solidFill>
                                      <a:latin typeface="Cambria Math" panose="02040503050406030204" pitchFamily="18" charset="0"/>
                                    </a:rPr>
                                    <m:t>cos</m:t>
                                  </m:r>
                                  <m:r>
                                    <a:rPr lang="zh-CN" altLang="en-US" sz="2200" i="1">
                                      <a:solidFill>
                                        <a:srgbClr val="000000"/>
                                      </a:solidFill>
                                      <a:latin typeface="Cambria Math" panose="02040503050406030204" pitchFamily="18" charset="0"/>
                                    </a:rPr>
                                    <m:t>𝑖</m:t>
                                  </m:r>
                                </m:e>
                                <m:sub>
                                  <m:r>
                                    <a:rPr lang="zh-CN" altLang="en-US" sz="2200" i="1">
                                      <a:solidFill>
                                        <a:srgbClr val="000000"/>
                                      </a:solidFill>
                                      <a:latin typeface="Cambria Math" panose="02040503050406030204" pitchFamily="18" charset="0"/>
                                    </a:rPr>
                                    <m:t>1</m:t>
                                  </m:r>
                                </m:sub>
                              </m:sSub>
                            </m:fName>
                            <m:e>
                              <m:r>
                                <a:rPr lang="zh-CN" altLang="en-US" sz="2200" i="1">
                                  <a:solidFill>
                                    <a:srgbClr val="000000"/>
                                  </a:solidFill>
                                  <a:latin typeface="Cambria Math" panose="02040503050406030204" pitchFamily="18" charset="0"/>
                                </a:rPr>
                                <m:t>+</m:t>
                              </m:r>
                            </m:e>
                          </m:func>
                          <m:sSub>
                            <m:sSubPr>
                              <m:ctrlPr>
                                <a:rPr lang="zh-CN" altLang="en-US" sz="2200" i="1">
                                  <a:solidFill>
                                    <a:srgbClr val="000000"/>
                                  </a:solidFill>
                                  <a:latin typeface="Cambria Math" panose="02040503050406030204" pitchFamily="18" charset="0"/>
                                </a:rPr>
                              </m:ctrlPr>
                            </m:sSubPr>
                            <m:e>
                              <m:r>
                                <a:rPr lang="zh-CN" altLang="en-US" sz="2200" i="1">
                                  <a:solidFill>
                                    <a:srgbClr val="000000"/>
                                  </a:solidFill>
                                  <a:latin typeface="Cambria Math" panose="02040503050406030204" pitchFamily="18" charset="0"/>
                                </a:rPr>
                                <m:t>𝑛</m:t>
                              </m:r>
                            </m:e>
                            <m:sub>
                              <m:r>
                                <a:rPr lang="zh-CN" altLang="en-US" sz="2200" i="1">
                                  <a:solidFill>
                                    <a:srgbClr val="000000"/>
                                  </a:solidFill>
                                  <a:latin typeface="Cambria Math" panose="02040503050406030204" pitchFamily="18" charset="0"/>
                                </a:rPr>
                                <m:t>2</m:t>
                              </m:r>
                            </m:sub>
                          </m:sSub>
                          <m:sSub>
                            <m:sSubPr>
                              <m:ctrlPr>
                                <a:rPr lang="zh-CN" altLang="en-US" sz="2200" i="1" smtClean="0">
                                  <a:solidFill>
                                    <a:srgbClr val="000000"/>
                                  </a:solidFill>
                                  <a:latin typeface="Cambria Math" panose="02040503050406030204" pitchFamily="18" charset="0"/>
                                </a:rPr>
                              </m:ctrlPr>
                            </m:sSubPr>
                            <m:e>
                              <m:r>
                                <m:rPr>
                                  <m:sty m:val="p"/>
                                </m:rPr>
                                <a:rPr lang="zh-CN" altLang="en-US" sz="2200" i="0">
                                  <a:solidFill>
                                    <a:srgbClr val="000000"/>
                                  </a:solidFill>
                                  <a:latin typeface="Cambria Math" panose="02040503050406030204" pitchFamily="18" charset="0"/>
                                </a:rPr>
                                <m:t>cos</m:t>
                              </m:r>
                              <m:r>
                                <a:rPr lang="zh-CN" altLang="en-US" sz="2200" i="1">
                                  <a:solidFill>
                                    <a:srgbClr val="000000"/>
                                  </a:solidFill>
                                  <a:latin typeface="Cambria Math" panose="02040503050406030204" pitchFamily="18" charset="0"/>
                                </a:rPr>
                                <m:t>𝑖</m:t>
                              </m:r>
                            </m:e>
                            <m:sub>
                              <m:r>
                                <a:rPr lang="zh-CN" altLang="en-US" sz="2200" i="1">
                                  <a:solidFill>
                                    <a:srgbClr val="000000"/>
                                  </a:solidFill>
                                  <a:latin typeface="Cambria Math" panose="02040503050406030204" pitchFamily="18" charset="0"/>
                                </a:rPr>
                                <m:t>2</m:t>
                              </m:r>
                            </m:sub>
                          </m:sSub>
                        </m:den>
                      </m:f>
                      <m:r>
                        <a:rPr lang="zh-CN" altLang="en-US" sz="2200" i="1">
                          <a:solidFill>
                            <a:srgbClr val="000000"/>
                          </a:solidFill>
                          <a:latin typeface="Cambria Math" panose="02040503050406030204" pitchFamily="18" charset="0"/>
                        </a:rPr>
                        <m:t>=−</m:t>
                      </m:r>
                      <m:f>
                        <m:fPr>
                          <m:ctrlPr>
                            <a:rPr lang="zh-CN" altLang="en-US" sz="2200" i="1">
                              <a:solidFill>
                                <a:srgbClr val="000000"/>
                              </a:solidFill>
                              <a:latin typeface="Cambria Math" panose="02040503050406030204" pitchFamily="18" charset="0"/>
                            </a:rPr>
                          </m:ctrlPr>
                        </m:fPr>
                        <m:num>
                          <m:func>
                            <m:funcPr>
                              <m:ctrlPr>
                                <a:rPr lang="zh-CN" altLang="en-US" sz="2200" i="1">
                                  <a:solidFill>
                                    <a:srgbClr val="000000"/>
                                  </a:solidFill>
                                  <a:latin typeface="Cambria Math" panose="02040503050406030204" pitchFamily="18" charset="0"/>
                                </a:rPr>
                              </m:ctrlPr>
                            </m:funcPr>
                            <m:fName>
                              <m:r>
                                <m:rPr>
                                  <m:sty m:val="p"/>
                                </m:rPr>
                                <a:rPr lang="zh-CN" altLang="en-US" sz="2200" i="0">
                                  <a:solidFill>
                                    <a:srgbClr val="000000"/>
                                  </a:solidFill>
                                  <a:latin typeface="Cambria Math" panose="02040503050406030204" pitchFamily="18" charset="0"/>
                                </a:rPr>
                                <m:t>sin</m:t>
                              </m:r>
                            </m:fName>
                            <m:e>
                              <m:r>
                                <a:rPr lang="zh-CN" altLang="en-US" sz="2200" i="1">
                                  <a:solidFill>
                                    <a:srgbClr val="000000"/>
                                  </a:solidFill>
                                  <a:latin typeface="Cambria Math" panose="02040503050406030204" pitchFamily="18" charset="0"/>
                                </a:rPr>
                                <m:t>(</m:t>
                              </m:r>
                            </m:e>
                          </m:func>
                          <m:sSub>
                            <m:sSubPr>
                              <m:ctrlPr>
                                <a:rPr lang="zh-CN" altLang="en-US" sz="2200" i="1">
                                  <a:solidFill>
                                    <a:srgbClr val="000000"/>
                                  </a:solidFill>
                                  <a:latin typeface="Cambria Math" panose="02040503050406030204" pitchFamily="18" charset="0"/>
                                </a:rPr>
                              </m:ctrlPr>
                            </m:sSubPr>
                            <m:e>
                              <m:r>
                                <a:rPr lang="zh-CN" altLang="en-US" sz="2200" i="1">
                                  <a:solidFill>
                                    <a:srgbClr val="000000"/>
                                  </a:solidFill>
                                  <a:latin typeface="Cambria Math" panose="02040503050406030204" pitchFamily="18" charset="0"/>
                                </a:rPr>
                                <m:t>𝑖</m:t>
                              </m:r>
                            </m:e>
                            <m:sub>
                              <m:r>
                                <a:rPr lang="zh-CN" altLang="en-US" sz="2200" i="1">
                                  <a:solidFill>
                                    <a:srgbClr val="000000"/>
                                  </a:solidFill>
                                  <a:latin typeface="Cambria Math" panose="02040503050406030204" pitchFamily="18" charset="0"/>
                                </a:rPr>
                                <m:t>1</m:t>
                              </m:r>
                            </m:sub>
                          </m:sSub>
                          <m:r>
                            <a:rPr lang="zh-CN" altLang="en-US" sz="2200" i="1">
                              <a:solidFill>
                                <a:srgbClr val="000000"/>
                              </a:solidFill>
                              <a:latin typeface="Cambria Math" panose="02040503050406030204" pitchFamily="18" charset="0"/>
                            </a:rPr>
                            <m:t>−</m:t>
                          </m:r>
                          <m:sSub>
                            <m:sSubPr>
                              <m:ctrlPr>
                                <a:rPr lang="zh-CN" altLang="en-US" sz="2200" i="1">
                                  <a:solidFill>
                                    <a:srgbClr val="000000"/>
                                  </a:solidFill>
                                  <a:latin typeface="Cambria Math" panose="02040503050406030204" pitchFamily="18" charset="0"/>
                                </a:rPr>
                              </m:ctrlPr>
                            </m:sSubPr>
                            <m:e>
                              <m:r>
                                <a:rPr lang="zh-CN" altLang="en-US" sz="2200" i="1">
                                  <a:solidFill>
                                    <a:srgbClr val="000000"/>
                                  </a:solidFill>
                                  <a:latin typeface="Cambria Math" panose="02040503050406030204" pitchFamily="18" charset="0"/>
                                </a:rPr>
                                <m:t>𝑖</m:t>
                              </m:r>
                            </m:e>
                            <m:sub>
                              <m:r>
                                <a:rPr lang="zh-CN" altLang="en-US" sz="2200" i="1">
                                  <a:solidFill>
                                    <a:srgbClr val="000000"/>
                                  </a:solidFill>
                                  <a:latin typeface="Cambria Math" panose="02040503050406030204" pitchFamily="18" charset="0"/>
                                </a:rPr>
                                <m:t>2</m:t>
                              </m:r>
                            </m:sub>
                          </m:sSub>
                          <m:r>
                            <a:rPr lang="zh-CN" altLang="en-US" sz="2200" i="1">
                              <a:solidFill>
                                <a:srgbClr val="000000"/>
                              </a:solidFill>
                              <a:latin typeface="Cambria Math" panose="02040503050406030204" pitchFamily="18" charset="0"/>
                            </a:rPr>
                            <m:t>)</m:t>
                          </m:r>
                        </m:num>
                        <m:den>
                          <m:func>
                            <m:funcPr>
                              <m:ctrlPr>
                                <a:rPr lang="zh-CN" altLang="en-US" sz="2200" i="1">
                                  <a:solidFill>
                                    <a:srgbClr val="000000"/>
                                  </a:solidFill>
                                  <a:latin typeface="Cambria Math" panose="02040503050406030204" pitchFamily="18" charset="0"/>
                                </a:rPr>
                              </m:ctrlPr>
                            </m:funcPr>
                            <m:fName>
                              <m:r>
                                <m:rPr>
                                  <m:sty m:val="p"/>
                                </m:rPr>
                                <a:rPr lang="zh-CN" altLang="en-US" sz="2200" i="0">
                                  <a:solidFill>
                                    <a:srgbClr val="000000"/>
                                  </a:solidFill>
                                  <a:latin typeface="Cambria Math" panose="02040503050406030204" pitchFamily="18" charset="0"/>
                                </a:rPr>
                                <m:t>sin</m:t>
                              </m:r>
                            </m:fName>
                            <m:e>
                              <m:r>
                                <a:rPr lang="zh-CN" altLang="en-US" sz="2200" i="1">
                                  <a:solidFill>
                                    <a:srgbClr val="000000"/>
                                  </a:solidFill>
                                  <a:latin typeface="Cambria Math" panose="02040503050406030204" pitchFamily="18" charset="0"/>
                                </a:rPr>
                                <m:t>(</m:t>
                              </m:r>
                            </m:e>
                          </m:func>
                          <m:sSub>
                            <m:sSubPr>
                              <m:ctrlPr>
                                <a:rPr lang="zh-CN" altLang="en-US" sz="2200" i="1">
                                  <a:solidFill>
                                    <a:srgbClr val="000000"/>
                                  </a:solidFill>
                                  <a:latin typeface="Cambria Math" panose="02040503050406030204" pitchFamily="18" charset="0"/>
                                </a:rPr>
                              </m:ctrlPr>
                            </m:sSubPr>
                            <m:e>
                              <m:r>
                                <a:rPr lang="zh-CN" altLang="en-US" sz="2200" i="1">
                                  <a:solidFill>
                                    <a:srgbClr val="000000"/>
                                  </a:solidFill>
                                  <a:latin typeface="Cambria Math" panose="02040503050406030204" pitchFamily="18" charset="0"/>
                                </a:rPr>
                                <m:t>𝑖</m:t>
                              </m:r>
                            </m:e>
                            <m:sub>
                              <m:r>
                                <a:rPr lang="zh-CN" altLang="en-US" sz="2200" i="1">
                                  <a:solidFill>
                                    <a:srgbClr val="000000"/>
                                  </a:solidFill>
                                  <a:latin typeface="Cambria Math" panose="02040503050406030204" pitchFamily="18" charset="0"/>
                                </a:rPr>
                                <m:t>1</m:t>
                              </m:r>
                            </m:sub>
                          </m:sSub>
                          <m:r>
                            <a:rPr lang="zh-CN" altLang="en-US" sz="2200" i="1">
                              <a:solidFill>
                                <a:srgbClr val="000000"/>
                              </a:solidFill>
                              <a:latin typeface="Cambria Math" panose="02040503050406030204" pitchFamily="18" charset="0"/>
                            </a:rPr>
                            <m:t>+</m:t>
                          </m:r>
                          <m:sSub>
                            <m:sSubPr>
                              <m:ctrlPr>
                                <a:rPr lang="zh-CN" altLang="en-US" sz="2200" i="1">
                                  <a:solidFill>
                                    <a:srgbClr val="000000"/>
                                  </a:solidFill>
                                  <a:latin typeface="Cambria Math" panose="02040503050406030204" pitchFamily="18" charset="0"/>
                                </a:rPr>
                              </m:ctrlPr>
                            </m:sSubPr>
                            <m:e>
                              <m:r>
                                <a:rPr lang="zh-CN" altLang="en-US" sz="2200" i="1">
                                  <a:solidFill>
                                    <a:srgbClr val="000000"/>
                                  </a:solidFill>
                                  <a:latin typeface="Cambria Math" panose="02040503050406030204" pitchFamily="18" charset="0"/>
                                </a:rPr>
                                <m:t>𝑖</m:t>
                              </m:r>
                            </m:e>
                            <m:sub>
                              <m:r>
                                <a:rPr lang="zh-CN" altLang="en-US" sz="2200" i="1">
                                  <a:solidFill>
                                    <a:srgbClr val="000000"/>
                                  </a:solidFill>
                                  <a:latin typeface="Cambria Math" panose="02040503050406030204" pitchFamily="18" charset="0"/>
                                </a:rPr>
                                <m:t>2</m:t>
                              </m:r>
                            </m:sub>
                          </m:sSub>
                          <m:r>
                            <a:rPr lang="zh-CN" altLang="en-US" sz="2200" i="1">
                              <a:solidFill>
                                <a:srgbClr val="000000"/>
                              </a:solidFill>
                              <a:latin typeface="Cambria Math" panose="02040503050406030204" pitchFamily="18" charset="0"/>
                            </a:rPr>
                            <m:t>)</m:t>
                          </m:r>
                        </m:den>
                      </m:f>
                    </m:oMath>
                  </m:oMathPara>
                </a14:m>
                <a:endParaRPr lang="zh-CN" altLang="en-US" sz="2200" dirty="0"/>
              </a:p>
            </p:txBody>
          </p:sp>
        </mc:Choice>
        <mc:Fallback xmlns="">
          <p:sp>
            <p:nvSpPr>
              <p:cNvPr id="54" name="对象 53">
                <a:extLst>
                  <a:ext uri="{FF2B5EF4-FFF2-40B4-BE49-F238E27FC236}">
                    <a16:creationId xmlns:a16="http://schemas.microsoft.com/office/drawing/2014/main" id="{1BA73C75-A310-486D-873E-845C3F1B9C29}"/>
                  </a:ext>
                </a:extLst>
              </p:cNvPr>
              <p:cNvSpPr txBox="1">
                <a:spLocks noRot="1" noChangeAspect="1" noMove="1" noResize="1" noEditPoints="1" noAdjustHandles="1" noChangeArrowheads="1" noChangeShapeType="1" noTextEdit="1"/>
              </p:cNvSpPr>
              <p:nvPr/>
            </p:nvSpPr>
            <p:spPr bwMode="auto">
              <a:xfrm>
                <a:off x="1099332" y="1548400"/>
                <a:ext cx="5768262" cy="909638"/>
              </a:xfrm>
              <a:prstGeom prst="rect">
                <a:avLst/>
              </a:prstGeom>
              <a:blipFill>
                <a:blip r:embed="rId2"/>
                <a:stretch>
                  <a:fillRect/>
                </a:stretch>
              </a:blipFill>
              <a:ln>
                <a:noFill/>
              </a:ln>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5" name="对象 54">
                <a:hlinkClick r:id="" action="ppaction://noaction"/>
                <a:extLst>
                  <a:ext uri="{FF2B5EF4-FFF2-40B4-BE49-F238E27FC236}">
                    <a16:creationId xmlns:a16="http://schemas.microsoft.com/office/drawing/2014/main" id="{069DDF90-E238-40A0-8A8A-F13E63CAA4D5}"/>
                  </a:ext>
                </a:extLst>
              </p:cNvPr>
              <p:cNvSpPr txBox="1"/>
              <p:nvPr/>
            </p:nvSpPr>
            <p:spPr bwMode="auto">
              <a:xfrm>
                <a:off x="1049085" y="2633865"/>
                <a:ext cx="5632450" cy="1042987"/>
              </a:xfrm>
              <a:prstGeom prst="rect">
                <a:avLst/>
              </a:prstGeom>
              <a:noFill/>
              <a:ln>
                <a:noFill/>
              </a:ln>
              <a:extLst/>
            </p:spPr>
            <p:txBody>
              <a:bodyPr>
                <a:normAutofit/>
              </a:bodyPr>
              <a:lstStyle/>
              <a:p>
                <a:pPr/>
                <a14:m>
                  <m:oMathPara xmlns:m="http://schemas.openxmlformats.org/officeDocument/2006/math">
                    <m:oMathParaPr>
                      <m:jc m:val="centerGroup"/>
                    </m:oMathParaPr>
                    <m:oMath xmlns:m="http://schemas.openxmlformats.org/officeDocument/2006/math">
                      <m:sSub>
                        <m:sSubPr>
                          <m:ctrlPr>
                            <a:rPr lang="zh-CN" altLang="en-US" sz="2200" i="1" smtClean="0">
                              <a:solidFill>
                                <a:srgbClr val="000000"/>
                              </a:solidFill>
                              <a:latin typeface="Cambria Math" panose="02040503050406030204" pitchFamily="18" charset="0"/>
                            </a:rPr>
                          </m:ctrlPr>
                        </m:sSubPr>
                        <m:e>
                          <m:r>
                            <a:rPr lang="en-US" altLang="zh-CN" sz="2200" b="0" i="1" smtClean="0">
                              <a:solidFill>
                                <a:srgbClr val="000000"/>
                              </a:solidFill>
                              <a:latin typeface="Cambria Math" panose="02040503050406030204" pitchFamily="18" charset="0"/>
                            </a:rPr>
                            <m:t>𝑟</m:t>
                          </m:r>
                        </m:e>
                        <m:sub>
                          <m:r>
                            <a:rPr lang="zh-CN" altLang="en-US" sz="2200" i="1">
                              <a:solidFill>
                                <a:srgbClr val="000000"/>
                              </a:solidFill>
                              <a:latin typeface="Cambria Math" panose="02040503050406030204" pitchFamily="18" charset="0"/>
                            </a:rPr>
                            <m:t>𝑝</m:t>
                          </m:r>
                        </m:sub>
                      </m:sSub>
                      <m:r>
                        <a:rPr lang="zh-CN" altLang="en-US" sz="2200" i="1">
                          <a:solidFill>
                            <a:srgbClr val="000000"/>
                          </a:solidFill>
                          <a:latin typeface="Cambria Math" panose="02040503050406030204" pitchFamily="18" charset="0"/>
                        </a:rPr>
                        <m:t>=</m:t>
                      </m:r>
                      <m:f>
                        <m:fPr>
                          <m:ctrlPr>
                            <a:rPr lang="zh-CN" altLang="en-US" sz="2200" i="1">
                              <a:solidFill>
                                <a:srgbClr val="000000"/>
                              </a:solidFill>
                              <a:latin typeface="Cambria Math" panose="02040503050406030204" pitchFamily="18" charset="0"/>
                            </a:rPr>
                          </m:ctrlPr>
                        </m:fPr>
                        <m:num>
                          <m:sSub>
                            <m:sSubPr>
                              <m:ctrlPr>
                                <a:rPr lang="zh-CN" altLang="en-US" sz="2200" i="1">
                                  <a:solidFill>
                                    <a:srgbClr val="000000"/>
                                  </a:solidFill>
                                  <a:latin typeface="Cambria Math" panose="02040503050406030204" pitchFamily="18" charset="0"/>
                                </a:rPr>
                              </m:ctrlPr>
                            </m:sSubPr>
                            <m:e>
                              <m:sSup>
                                <m:sSupPr>
                                  <m:ctrlPr>
                                    <a:rPr lang="zh-CN" altLang="en-US" sz="2200" i="1">
                                      <a:solidFill>
                                        <a:srgbClr val="000000"/>
                                      </a:solidFill>
                                      <a:latin typeface="Cambria Math" panose="02040503050406030204" pitchFamily="18" charset="0"/>
                                    </a:rPr>
                                  </m:ctrlPr>
                                </m:sSupPr>
                                <m:e>
                                  <m:r>
                                    <a:rPr lang="zh-CN" altLang="en-US" sz="2200" i="1">
                                      <a:solidFill>
                                        <a:srgbClr val="000000"/>
                                      </a:solidFill>
                                      <a:latin typeface="Cambria Math" panose="02040503050406030204" pitchFamily="18" charset="0"/>
                                    </a:rPr>
                                    <m:t>𝐸</m:t>
                                  </m:r>
                                </m:e>
                                <m:sup>
                                  <m:r>
                                    <a:rPr lang="zh-CN" altLang="en-US" sz="2200" i="1">
                                      <a:solidFill>
                                        <a:srgbClr val="000000"/>
                                      </a:solidFill>
                                      <a:latin typeface="Cambria Math" panose="02040503050406030204" pitchFamily="18" charset="0"/>
                                    </a:rPr>
                                    <m:t>′</m:t>
                                  </m:r>
                                </m:sup>
                              </m:sSup>
                            </m:e>
                            <m:sub>
                              <m:r>
                                <a:rPr lang="zh-CN" altLang="en-US" sz="2200" i="1">
                                  <a:solidFill>
                                    <a:srgbClr val="000000"/>
                                  </a:solidFill>
                                  <a:latin typeface="Cambria Math" panose="02040503050406030204" pitchFamily="18" charset="0"/>
                                </a:rPr>
                                <m:t>1</m:t>
                              </m:r>
                              <m:r>
                                <a:rPr lang="zh-CN" altLang="en-US" sz="2200" i="1">
                                  <a:solidFill>
                                    <a:srgbClr val="000000"/>
                                  </a:solidFill>
                                  <a:latin typeface="Cambria Math" panose="02040503050406030204" pitchFamily="18" charset="0"/>
                                </a:rPr>
                                <m:t>𝑝</m:t>
                              </m:r>
                            </m:sub>
                          </m:sSub>
                        </m:num>
                        <m:den>
                          <m:sSub>
                            <m:sSubPr>
                              <m:ctrlPr>
                                <a:rPr lang="zh-CN" altLang="en-US" sz="2200" i="1">
                                  <a:solidFill>
                                    <a:srgbClr val="000000"/>
                                  </a:solidFill>
                                  <a:latin typeface="Cambria Math" panose="02040503050406030204" pitchFamily="18" charset="0"/>
                                </a:rPr>
                              </m:ctrlPr>
                            </m:sSubPr>
                            <m:e>
                              <m:r>
                                <a:rPr lang="zh-CN" altLang="en-US" sz="2200" i="1">
                                  <a:solidFill>
                                    <a:srgbClr val="000000"/>
                                  </a:solidFill>
                                  <a:latin typeface="Cambria Math" panose="02040503050406030204" pitchFamily="18" charset="0"/>
                                </a:rPr>
                                <m:t>𝐸</m:t>
                              </m:r>
                            </m:e>
                            <m:sub>
                              <m:r>
                                <a:rPr lang="zh-CN" altLang="en-US" sz="2200" i="1">
                                  <a:solidFill>
                                    <a:srgbClr val="000000"/>
                                  </a:solidFill>
                                  <a:latin typeface="Cambria Math" panose="02040503050406030204" pitchFamily="18" charset="0"/>
                                </a:rPr>
                                <m:t>1</m:t>
                              </m:r>
                              <m:r>
                                <a:rPr lang="zh-CN" altLang="en-US" sz="2200" i="1">
                                  <a:solidFill>
                                    <a:srgbClr val="000000"/>
                                  </a:solidFill>
                                  <a:latin typeface="Cambria Math" panose="02040503050406030204" pitchFamily="18" charset="0"/>
                                </a:rPr>
                                <m:t>𝑝</m:t>
                              </m:r>
                            </m:sub>
                          </m:sSub>
                        </m:den>
                      </m:f>
                      <m:r>
                        <a:rPr lang="zh-CN" altLang="en-US" sz="2200" i="1">
                          <a:solidFill>
                            <a:srgbClr val="000000"/>
                          </a:solidFill>
                          <a:latin typeface="Cambria Math" panose="02040503050406030204" pitchFamily="18" charset="0"/>
                        </a:rPr>
                        <m:t>=</m:t>
                      </m:r>
                      <m:f>
                        <m:fPr>
                          <m:ctrlPr>
                            <a:rPr lang="zh-CN" altLang="en-US" sz="2200" i="1">
                              <a:solidFill>
                                <a:srgbClr val="000000"/>
                              </a:solidFill>
                              <a:latin typeface="Cambria Math" panose="02040503050406030204" pitchFamily="18" charset="0"/>
                            </a:rPr>
                          </m:ctrlPr>
                        </m:fPr>
                        <m:num>
                          <m:sSub>
                            <m:sSubPr>
                              <m:ctrlPr>
                                <a:rPr lang="zh-CN" altLang="en-US" sz="2200" i="1">
                                  <a:solidFill>
                                    <a:srgbClr val="000000"/>
                                  </a:solidFill>
                                  <a:latin typeface="Cambria Math" panose="02040503050406030204" pitchFamily="18" charset="0"/>
                                </a:rPr>
                              </m:ctrlPr>
                            </m:sSubPr>
                            <m:e>
                              <m:r>
                                <a:rPr lang="zh-CN" altLang="en-US" sz="2200" i="1">
                                  <a:solidFill>
                                    <a:srgbClr val="000000"/>
                                  </a:solidFill>
                                  <a:latin typeface="Cambria Math" panose="02040503050406030204" pitchFamily="18" charset="0"/>
                                </a:rPr>
                                <m:t>𝑛</m:t>
                              </m:r>
                            </m:e>
                            <m:sub>
                              <m:r>
                                <a:rPr lang="zh-CN" altLang="en-US" sz="2200" i="1">
                                  <a:solidFill>
                                    <a:srgbClr val="000000"/>
                                  </a:solidFill>
                                  <a:latin typeface="Cambria Math" panose="02040503050406030204" pitchFamily="18" charset="0"/>
                                </a:rPr>
                                <m:t>2</m:t>
                              </m:r>
                            </m:sub>
                          </m:sSub>
                          <m:func>
                            <m:funcPr>
                              <m:ctrlPr>
                                <a:rPr lang="zh-CN" altLang="en-US" sz="2200" i="1">
                                  <a:solidFill>
                                    <a:srgbClr val="000000"/>
                                  </a:solidFill>
                                  <a:latin typeface="Cambria Math" panose="02040503050406030204" pitchFamily="18" charset="0"/>
                                </a:rPr>
                              </m:ctrlPr>
                            </m:funcPr>
                            <m:fName>
                              <m:sSub>
                                <m:sSubPr>
                                  <m:ctrlPr>
                                    <a:rPr lang="zh-CN" altLang="en-US" sz="2200" i="1">
                                      <a:solidFill>
                                        <a:srgbClr val="000000"/>
                                      </a:solidFill>
                                      <a:latin typeface="Cambria Math" panose="02040503050406030204" pitchFamily="18" charset="0"/>
                                    </a:rPr>
                                  </m:ctrlPr>
                                </m:sSubPr>
                                <m:e>
                                  <m:r>
                                    <m:rPr>
                                      <m:sty m:val="p"/>
                                    </m:rPr>
                                    <a:rPr lang="zh-CN" altLang="en-US" sz="2200" i="0">
                                      <a:solidFill>
                                        <a:srgbClr val="000000"/>
                                      </a:solidFill>
                                      <a:latin typeface="Cambria Math" panose="02040503050406030204" pitchFamily="18" charset="0"/>
                                    </a:rPr>
                                    <m:t>cos</m:t>
                                  </m:r>
                                  <m:r>
                                    <a:rPr lang="zh-CN" altLang="en-US" sz="2200" i="1">
                                      <a:solidFill>
                                        <a:srgbClr val="000000"/>
                                      </a:solidFill>
                                      <a:latin typeface="Cambria Math" panose="02040503050406030204" pitchFamily="18" charset="0"/>
                                    </a:rPr>
                                    <m:t>𝑖</m:t>
                                  </m:r>
                                </m:e>
                                <m:sub>
                                  <m:r>
                                    <a:rPr lang="zh-CN" altLang="en-US" sz="2200" i="1">
                                      <a:solidFill>
                                        <a:srgbClr val="000000"/>
                                      </a:solidFill>
                                      <a:latin typeface="Cambria Math" panose="02040503050406030204" pitchFamily="18" charset="0"/>
                                    </a:rPr>
                                    <m:t>1</m:t>
                                  </m:r>
                                </m:sub>
                              </m:sSub>
                            </m:fName>
                            <m:e>
                              <m:r>
                                <a:rPr lang="zh-CN" altLang="en-US" sz="2200" i="1">
                                  <a:solidFill>
                                    <a:srgbClr val="000000"/>
                                  </a:solidFill>
                                  <a:latin typeface="Cambria Math" panose="02040503050406030204" pitchFamily="18" charset="0"/>
                                </a:rPr>
                                <m:t>−</m:t>
                              </m:r>
                            </m:e>
                          </m:func>
                          <m:sSub>
                            <m:sSubPr>
                              <m:ctrlPr>
                                <a:rPr lang="zh-CN" altLang="en-US" sz="2200" i="1">
                                  <a:solidFill>
                                    <a:srgbClr val="000000"/>
                                  </a:solidFill>
                                  <a:latin typeface="Cambria Math" panose="02040503050406030204" pitchFamily="18" charset="0"/>
                                </a:rPr>
                              </m:ctrlPr>
                            </m:sSubPr>
                            <m:e>
                              <m:r>
                                <a:rPr lang="zh-CN" altLang="en-US" sz="2200" i="1">
                                  <a:solidFill>
                                    <a:srgbClr val="000000"/>
                                  </a:solidFill>
                                  <a:latin typeface="Cambria Math" panose="02040503050406030204" pitchFamily="18" charset="0"/>
                                </a:rPr>
                                <m:t>𝑛</m:t>
                              </m:r>
                            </m:e>
                            <m:sub>
                              <m:r>
                                <a:rPr lang="zh-CN" altLang="en-US" sz="2200" i="1">
                                  <a:solidFill>
                                    <a:srgbClr val="000000"/>
                                  </a:solidFill>
                                  <a:latin typeface="Cambria Math" panose="02040503050406030204" pitchFamily="18" charset="0"/>
                                </a:rPr>
                                <m:t>1</m:t>
                              </m:r>
                            </m:sub>
                          </m:sSub>
                          <m:sSub>
                            <m:sSubPr>
                              <m:ctrlPr>
                                <a:rPr lang="zh-CN" altLang="en-US" sz="2200" i="1" smtClean="0">
                                  <a:solidFill>
                                    <a:srgbClr val="000000"/>
                                  </a:solidFill>
                                  <a:latin typeface="Cambria Math" panose="02040503050406030204" pitchFamily="18" charset="0"/>
                                </a:rPr>
                              </m:ctrlPr>
                            </m:sSubPr>
                            <m:e>
                              <m:r>
                                <m:rPr>
                                  <m:sty m:val="p"/>
                                </m:rPr>
                                <a:rPr lang="zh-CN" altLang="en-US" sz="2200" i="0">
                                  <a:solidFill>
                                    <a:srgbClr val="000000"/>
                                  </a:solidFill>
                                  <a:latin typeface="Cambria Math" panose="02040503050406030204" pitchFamily="18" charset="0"/>
                                </a:rPr>
                                <m:t>cos</m:t>
                              </m:r>
                              <m:r>
                                <a:rPr lang="zh-CN" altLang="en-US" sz="2200" i="1">
                                  <a:solidFill>
                                    <a:srgbClr val="000000"/>
                                  </a:solidFill>
                                  <a:latin typeface="Cambria Math" panose="02040503050406030204" pitchFamily="18" charset="0"/>
                                </a:rPr>
                                <m:t>𝑖</m:t>
                              </m:r>
                            </m:e>
                            <m:sub>
                              <m:r>
                                <a:rPr lang="zh-CN" altLang="en-US" sz="2200" i="1">
                                  <a:solidFill>
                                    <a:srgbClr val="000000"/>
                                  </a:solidFill>
                                  <a:latin typeface="Cambria Math" panose="02040503050406030204" pitchFamily="18" charset="0"/>
                                </a:rPr>
                                <m:t>2</m:t>
                              </m:r>
                            </m:sub>
                          </m:sSub>
                        </m:num>
                        <m:den>
                          <m:sSub>
                            <m:sSubPr>
                              <m:ctrlPr>
                                <a:rPr lang="zh-CN" altLang="en-US" sz="2200" i="1">
                                  <a:solidFill>
                                    <a:srgbClr val="000000"/>
                                  </a:solidFill>
                                  <a:latin typeface="Cambria Math" panose="02040503050406030204" pitchFamily="18" charset="0"/>
                                </a:rPr>
                              </m:ctrlPr>
                            </m:sSubPr>
                            <m:e>
                              <m:r>
                                <a:rPr lang="zh-CN" altLang="en-US" sz="2200" i="1">
                                  <a:solidFill>
                                    <a:srgbClr val="000000"/>
                                  </a:solidFill>
                                  <a:latin typeface="Cambria Math" panose="02040503050406030204" pitchFamily="18" charset="0"/>
                                </a:rPr>
                                <m:t>𝑛</m:t>
                              </m:r>
                            </m:e>
                            <m:sub>
                              <m:r>
                                <a:rPr lang="zh-CN" altLang="en-US" sz="2200" i="1">
                                  <a:solidFill>
                                    <a:srgbClr val="000000"/>
                                  </a:solidFill>
                                  <a:latin typeface="Cambria Math" panose="02040503050406030204" pitchFamily="18" charset="0"/>
                                </a:rPr>
                                <m:t>2</m:t>
                              </m:r>
                            </m:sub>
                          </m:sSub>
                          <m:func>
                            <m:funcPr>
                              <m:ctrlPr>
                                <a:rPr lang="zh-CN" altLang="en-US" sz="2200" i="1">
                                  <a:solidFill>
                                    <a:srgbClr val="000000"/>
                                  </a:solidFill>
                                  <a:latin typeface="Cambria Math" panose="02040503050406030204" pitchFamily="18" charset="0"/>
                                </a:rPr>
                              </m:ctrlPr>
                            </m:funcPr>
                            <m:fName>
                              <m:sSub>
                                <m:sSubPr>
                                  <m:ctrlPr>
                                    <a:rPr lang="zh-CN" altLang="en-US" sz="2200" i="1">
                                      <a:solidFill>
                                        <a:srgbClr val="000000"/>
                                      </a:solidFill>
                                      <a:latin typeface="Cambria Math" panose="02040503050406030204" pitchFamily="18" charset="0"/>
                                    </a:rPr>
                                  </m:ctrlPr>
                                </m:sSubPr>
                                <m:e>
                                  <m:r>
                                    <m:rPr>
                                      <m:sty m:val="p"/>
                                    </m:rPr>
                                    <a:rPr lang="zh-CN" altLang="en-US" sz="2200" i="0">
                                      <a:solidFill>
                                        <a:srgbClr val="000000"/>
                                      </a:solidFill>
                                      <a:latin typeface="Cambria Math" panose="02040503050406030204" pitchFamily="18" charset="0"/>
                                    </a:rPr>
                                    <m:t>cos</m:t>
                                  </m:r>
                                  <m:r>
                                    <a:rPr lang="zh-CN" altLang="en-US" sz="2200" i="1">
                                      <a:solidFill>
                                        <a:srgbClr val="000000"/>
                                      </a:solidFill>
                                      <a:latin typeface="Cambria Math" panose="02040503050406030204" pitchFamily="18" charset="0"/>
                                    </a:rPr>
                                    <m:t>𝑖</m:t>
                                  </m:r>
                                </m:e>
                                <m:sub>
                                  <m:r>
                                    <a:rPr lang="zh-CN" altLang="en-US" sz="2200" i="1">
                                      <a:solidFill>
                                        <a:srgbClr val="000000"/>
                                      </a:solidFill>
                                      <a:latin typeface="Cambria Math" panose="02040503050406030204" pitchFamily="18" charset="0"/>
                                    </a:rPr>
                                    <m:t>1</m:t>
                                  </m:r>
                                </m:sub>
                              </m:sSub>
                            </m:fName>
                            <m:e>
                              <m:r>
                                <a:rPr lang="zh-CN" altLang="en-US" sz="2200" i="1">
                                  <a:solidFill>
                                    <a:srgbClr val="000000"/>
                                  </a:solidFill>
                                  <a:latin typeface="Cambria Math" panose="02040503050406030204" pitchFamily="18" charset="0"/>
                                </a:rPr>
                                <m:t>+</m:t>
                              </m:r>
                            </m:e>
                          </m:func>
                          <m:sSub>
                            <m:sSubPr>
                              <m:ctrlPr>
                                <a:rPr lang="zh-CN" altLang="en-US" sz="2200" i="1">
                                  <a:solidFill>
                                    <a:srgbClr val="000000"/>
                                  </a:solidFill>
                                  <a:latin typeface="Cambria Math" panose="02040503050406030204" pitchFamily="18" charset="0"/>
                                </a:rPr>
                              </m:ctrlPr>
                            </m:sSubPr>
                            <m:e>
                              <m:r>
                                <a:rPr lang="zh-CN" altLang="en-US" sz="2200" i="1">
                                  <a:solidFill>
                                    <a:srgbClr val="000000"/>
                                  </a:solidFill>
                                  <a:latin typeface="Cambria Math" panose="02040503050406030204" pitchFamily="18" charset="0"/>
                                </a:rPr>
                                <m:t>𝑛</m:t>
                              </m:r>
                            </m:e>
                            <m:sub>
                              <m:r>
                                <a:rPr lang="zh-CN" altLang="en-US" sz="2200" i="1">
                                  <a:solidFill>
                                    <a:srgbClr val="000000"/>
                                  </a:solidFill>
                                  <a:latin typeface="Cambria Math" panose="02040503050406030204" pitchFamily="18" charset="0"/>
                                </a:rPr>
                                <m:t>1</m:t>
                              </m:r>
                            </m:sub>
                          </m:sSub>
                          <m:sSub>
                            <m:sSubPr>
                              <m:ctrlPr>
                                <a:rPr lang="zh-CN" altLang="en-US" sz="2200" i="1" smtClean="0">
                                  <a:solidFill>
                                    <a:srgbClr val="000000"/>
                                  </a:solidFill>
                                  <a:latin typeface="Cambria Math" panose="02040503050406030204" pitchFamily="18" charset="0"/>
                                </a:rPr>
                              </m:ctrlPr>
                            </m:sSubPr>
                            <m:e>
                              <m:r>
                                <m:rPr>
                                  <m:sty m:val="p"/>
                                </m:rPr>
                                <a:rPr lang="zh-CN" altLang="en-US" sz="2200" i="0">
                                  <a:solidFill>
                                    <a:srgbClr val="000000"/>
                                  </a:solidFill>
                                  <a:latin typeface="Cambria Math" panose="02040503050406030204" pitchFamily="18" charset="0"/>
                                </a:rPr>
                                <m:t>cos</m:t>
                              </m:r>
                              <m:r>
                                <a:rPr lang="zh-CN" altLang="en-US" sz="2200" i="1">
                                  <a:solidFill>
                                    <a:srgbClr val="000000"/>
                                  </a:solidFill>
                                  <a:latin typeface="Cambria Math" panose="02040503050406030204" pitchFamily="18" charset="0"/>
                                </a:rPr>
                                <m:t>𝑖</m:t>
                              </m:r>
                            </m:e>
                            <m:sub>
                              <m:r>
                                <a:rPr lang="zh-CN" altLang="en-US" sz="2200" i="1">
                                  <a:solidFill>
                                    <a:srgbClr val="000000"/>
                                  </a:solidFill>
                                  <a:latin typeface="Cambria Math" panose="02040503050406030204" pitchFamily="18" charset="0"/>
                                </a:rPr>
                                <m:t>2</m:t>
                              </m:r>
                            </m:sub>
                          </m:sSub>
                        </m:den>
                      </m:f>
                      <m:r>
                        <a:rPr lang="zh-CN" altLang="en-US" sz="2200" i="1">
                          <a:solidFill>
                            <a:srgbClr val="000000"/>
                          </a:solidFill>
                          <a:latin typeface="Cambria Math" panose="02040503050406030204" pitchFamily="18" charset="0"/>
                        </a:rPr>
                        <m:t>=</m:t>
                      </m:r>
                      <m:f>
                        <m:fPr>
                          <m:ctrlPr>
                            <a:rPr lang="zh-CN" altLang="en-US" sz="2200" i="1">
                              <a:solidFill>
                                <a:srgbClr val="000000"/>
                              </a:solidFill>
                              <a:latin typeface="Cambria Math" panose="02040503050406030204" pitchFamily="18" charset="0"/>
                            </a:rPr>
                          </m:ctrlPr>
                        </m:fPr>
                        <m:num>
                          <m:func>
                            <m:funcPr>
                              <m:ctrlPr>
                                <a:rPr lang="zh-CN" altLang="en-US" sz="2200" i="1">
                                  <a:solidFill>
                                    <a:srgbClr val="000000"/>
                                  </a:solidFill>
                                  <a:latin typeface="Cambria Math" panose="02040503050406030204" pitchFamily="18" charset="0"/>
                                </a:rPr>
                              </m:ctrlPr>
                            </m:funcPr>
                            <m:fName>
                              <m:r>
                                <m:rPr>
                                  <m:sty m:val="p"/>
                                </m:rPr>
                                <a:rPr lang="zh-CN" altLang="en-US" sz="2200" i="0">
                                  <a:solidFill>
                                    <a:srgbClr val="000000"/>
                                  </a:solidFill>
                                  <a:latin typeface="Cambria Math" panose="02040503050406030204" pitchFamily="18" charset="0"/>
                                </a:rPr>
                                <m:t>tan</m:t>
                              </m:r>
                            </m:fName>
                            <m:e>
                              <m:r>
                                <a:rPr lang="zh-CN" altLang="en-US" sz="2200" i="1">
                                  <a:solidFill>
                                    <a:srgbClr val="000000"/>
                                  </a:solidFill>
                                  <a:latin typeface="Cambria Math" panose="02040503050406030204" pitchFamily="18" charset="0"/>
                                </a:rPr>
                                <m:t>(</m:t>
                              </m:r>
                            </m:e>
                          </m:func>
                          <m:sSub>
                            <m:sSubPr>
                              <m:ctrlPr>
                                <a:rPr lang="zh-CN" altLang="en-US" sz="2200" i="1">
                                  <a:solidFill>
                                    <a:srgbClr val="000000"/>
                                  </a:solidFill>
                                  <a:latin typeface="Cambria Math" panose="02040503050406030204" pitchFamily="18" charset="0"/>
                                </a:rPr>
                              </m:ctrlPr>
                            </m:sSubPr>
                            <m:e>
                              <m:r>
                                <a:rPr lang="zh-CN" altLang="en-US" sz="2200" i="1">
                                  <a:solidFill>
                                    <a:srgbClr val="000000"/>
                                  </a:solidFill>
                                  <a:latin typeface="Cambria Math" panose="02040503050406030204" pitchFamily="18" charset="0"/>
                                </a:rPr>
                                <m:t>𝑖</m:t>
                              </m:r>
                            </m:e>
                            <m:sub>
                              <m:r>
                                <a:rPr lang="zh-CN" altLang="en-US" sz="2200" i="1">
                                  <a:solidFill>
                                    <a:srgbClr val="000000"/>
                                  </a:solidFill>
                                  <a:latin typeface="Cambria Math" panose="02040503050406030204" pitchFamily="18" charset="0"/>
                                </a:rPr>
                                <m:t>1</m:t>
                              </m:r>
                            </m:sub>
                          </m:sSub>
                          <m:r>
                            <a:rPr lang="zh-CN" altLang="en-US" sz="2200" i="1">
                              <a:solidFill>
                                <a:srgbClr val="000000"/>
                              </a:solidFill>
                              <a:latin typeface="Cambria Math" panose="02040503050406030204" pitchFamily="18" charset="0"/>
                            </a:rPr>
                            <m:t>−</m:t>
                          </m:r>
                          <m:sSub>
                            <m:sSubPr>
                              <m:ctrlPr>
                                <a:rPr lang="zh-CN" altLang="en-US" sz="2200" i="1">
                                  <a:solidFill>
                                    <a:srgbClr val="000000"/>
                                  </a:solidFill>
                                  <a:latin typeface="Cambria Math" panose="02040503050406030204" pitchFamily="18" charset="0"/>
                                </a:rPr>
                              </m:ctrlPr>
                            </m:sSubPr>
                            <m:e>
                              <m:r>
                                <a:rPr lang="zh-CN" altLang="en-US" sz="2200" i="1">
                                  <a:solidFill>
                                    <a:srgbClr val="000000"/>
                                  </a:solidFill>
                                  <a:latin typeface="Cambria Math" panose="02040503050406030204" pitchFamily="18" charset="0"/>
                                </a:rPr>
                                <m:t>𝑖</m:t>
                              </m:r>
                            </m:e>
                            <m:sub>
                              <m:r>
                                <a:rPr lang="zh-CN" altLang="en-US" sz="2200" i="1">
                                  <a:solidFill>
                                    <a:srgbClr val="000000"/>
                                  </a:solidFill>
                                  <a:latin typeface="Cambria Math" panose="02040503050406030204" pitchFamily="18" charset="0"/>
                                </a:rPr>
                                <m:t>2</m:t>
                              </m:r>
                            </m:sub>
                          </m:sSub>
                          <m:r>
                            <a:rPr lang="zh-CN" altLang="en-US" sz="2200" i="1">
                              <a:solidFill>
                                <a:srgbClr val="000000"/>
                              </a:solidFill>
                              <a:latin typeface="Cambria Math" panose="02040503050406030204" pitchFamily="18" charset="0"/>
                            </a:rPr>
                            <m:t>)</m:t>
                          </m:r>
                        </m:num>
                        <m:den>
                          <m:func>
                            <m:funcPr>
                              <m:ctrlPr>
                                <a:rPr lang="zh-CN" altLang="en-US" sz="2200" i="1">
                                  <a:solidFill>
                                    <a:srgbClr val="000000"/>
                                  </a:solidFill>
                                  <a:latin typeface="Cambria Math" panose="02040503050406030204" pitchFamily="18" charset="0"/>
                                </a:rPr>
                              </m:ctrlPr>
                            </m:funcPr>
                            <m:fName>
                              <m:r>
                                <m:rPr>
                                  <m:sty m:val="p"/>
                                </m:rPr>
                                <a:rPr lang="zh-CN" altLang="en-US" sz="2200" i="0">
                                  <a:solidFill>
                                    <a:srgbClr val="000000"/>
                                  </a:solidFill>
                                  <a:latin typeface="Cambria Math" panose="02040503050406030204" pitchFamily="18" charset="0"/>
                                </a:rPr>
                                <m:t>tan</m:t>
                              </m:r>
                            </m:fName>
                            <m:e>
                              <m:r>
                                <a:rPr lang="zh-CN" altLang="en-US" sz="2200" i="1">
                                  <a:solidFill>
                                    <a:srgbClr val="000000"/>
                                  </a:solidFill>
                                  <a:latin typeface="Cambria Math" panose="02040503050406030204" pitchFamily="18" charset="0"/>
                                </a:rPr>
                                <m:t>(</m:t>
                              </m:r>
                            </m:e>
                          </m:func>
                          <m:sSub>
                            <m:sSubPr>
                              <m:ctrlPr>
                                <a:rPr lang="zh-CN" altLang="en-US" sz="2200" i="1">
                                  <a:solidFill>
                                    <a:srgbClr val="000000"/>
                                  </a:solidFill>
                                  <a:latin typeface="Cambria Math" panose="02040503050406030204" pitchFamily="18" charset="0"/>
                                </a:rPr>
                              </m:ctrlPr>
                            </m:sSubPr>
                            <m:e>
                              <m:r>
                                <a:rPr lang="zh-CN" altLang="en-US" sz="2200" i="1">
                                  <a:solidFill>
                                    <a:srgbClr val="000000"/>
                                  </a:solidFill>
                                  <a:latin typeface="Cambria Math" panose="02040503050406030204" pitchFamily="18" charset="0"/>
                                </a:rPr>
                                <m:t>𝑖</m:t>
                              </m:r>
                            </m:e>
                            <m:sub>
                              <m:r>
                                <a:rPr lang="zh-CN" altLang="en-US" sz="2200" i="1">
                                  <a:solidFill>
                                    <a:srgbClr val="000000"/>
                                  </a:solidFill>
                                  <a:latin typeface="Cambria Math" panose="02040503050406030204" pitchFamily="18" charset="0"/>
                                </a:rPr>
                                <m:t>1</m:t>
                              </m:r>
                            </m:sub>
                          </m:sSub>
                          <m:r>
                            <a:rPr lang="zh-CN" altLang="en-US" sz="2200" i="1">
                              <a:solidFill>
                                <a:srgbClr val="000000"/>
                              </a:solidFill>
                              <a:latin typeface="Cambria Math" panose="02040503050406030204" pitchFamily="18" charset="0"/>
                            </a:rPr>
                            <m:t>+</m:t>
                          </m:r>
                          <m:sSub>
                            <m:sSubPr>
                              <m:ctrlPr>
                                <a:rPr lang="zh-CN" altLang="en-US" sz="2200" i="1">
                                  <a:solidFill>
                                    <a:srgbClr val="000000"/>
                                  </a:solidFill>
                                  <a:latin typeface="Cambria Math" panose="02040503050406030204" pitchFamily="18" charset="0"/>
                                </a:rPr>
                              </m:ctrlPr>
                            </m:sSubPr>
                            <m:e>
                              <m:r>
                                <a:rPr lang="zh-CN" altLang="en-US" sz="2200" i="1">
                                  <a:solidFill>
                                    <a:srgbClr val="000000"/>
                                  </a:solidFill>
                                  <a:latin typeface="Cambria Math" panose="02040503050406030204" pitchFamily="18" charset="0"/>
                                </a:rPr>
                                <m:t>𝑖</m:t>
                              </m:r>
                            </m:e>
                            <m:sub>
                              <m:r>
                                <a:rPr lang="zh-CN" altLang="en-US" sz="2200" i="1">
                                  <a:solidFill>
                                    <a:srgbClr val="000000"/>
                                  </a:solidFill>
                                  <a:latin typeface="Cambria Math" panose="02040503050406030204" pitchFamily="18" charset="0"/>
                                </a:rPr>
                                <m:t>2</m:t>
                              </m:r>
                            </m:sub>
                          </m:sSub>
                          <m:r>
                            <a:rPr lang="zh-CN" altLang="en-US" sz="2200" i="1">
                              <a:solidFill>
                                <a:srgbClr val="000000"/>
                              </a:solidFill>
                              <a:latin typeface="Cambria Math" panose="02040503050406030204" pitchFamily="18" charset="0"/>
                            </a:rPr>
                            <m:t>)</m:t>
                          </m:r>
                        </m:den>
                      </m:f>
                    </m:oMath>
                  </m:oMathPara>
                </a14:m>
                <a:endParaRPr lang="zh-CN" altLang="en-US" sz="2200" dirty="0"/>
              </a:p>
            </p:txBody>
          </p:sp>
        </mc:Choice>
        <mc:Fallback xmlns="">
          <p:sp>
            <p:nvSpPr>
              <p:cNvPr id="55" name="对象 54">
                <a:hlinkClick r:id="" action="ppaction://noaction"/>
                <a:extLst>
                  <a:ext uri="{FF2B5EF4-FFF2-40B4-BE49-F238E27FC236}">
                    <a16:creationId xmlns:a16="http://schemas.microsoft.com/office/drawing/2014/main" id="{069DDF90-E238-40A0-8A8A-F13E63CAA4D5}"/>
                  </a:ext>
                </a:extLst>
              </p:cNvPr>
              <p:cNvSpPr txBox="1">
                <a:spLocks noRot="1" noChangeAspect="1" noMove="1" noResize="1" noEditPoints="1" noAdjustHandles="1" noChangeArrowheads="1" noChangeShapeType="1" noTextEdit="1"/>
              </p:cNvSpPr>
              <p:nvPr/>
            </p:nvSpPr>
            <p:spPr bwMode="auto">
              <a:xfrm>
                <a:off x="1049085" y="2633865"/>
                <a:ext cx="5632450" cy="1042987"/>
              </a:xfrm>
              <a:prstGeom prst="rect">
                <a:avLst/>
              </a:prstGeom>
              <a:blipFill>
                <a:blip r:embed="rId3"/>
                <a:stretch>
                  <a:fillRect/>
                </a:stretch>
              </a:blipFill>
              <a:ln>
                <a:noFill/>
              </a:ln>
              <a:extLst/>
            </p:spPr>
            <p:txBody>
              <a:bodyPr/>
              <a:lstStyle/>
              <a:p>
                <a:r>
                  <a:rPr lang="zh-CN" altLang="en-US">
                    <a:noFill/>
                  </a:rPr>
                  <a:t> </a:t>
                </a:r>
              </a:p>
            </p:txBody>
          </p:sp>
        </mc:Fallback>
      </mc:AlternateContent>
      <p:sp>
        <p:nvSpPr>
          <p:cNvPr id="56" name="Text Box 12">
            <a:extLst>
              <a:ext uri="{FF2B5EF4-FFF2-40B4-BE49-F238E27FC236}">
                <a16:creationId xmlns:a16="http://schemas.microsoft.com/office/drawing/2014/main" id="{C0ABA13D-E6CE-4A24-B0E6-39671C21D097}"/>
              </a:ext>
            </a:extLst>
          </p:cNvPr>
          <p:cNvSpPr txBox="1">
            <a:spLocks noChangeArrowheads="1"/>
          </p:cNvSpPr>
          <p:nvPr/>
        </p:nvSpPr>
        <p:spPr bwMode="auto">
          <a:xfrm>
            <a:off x="72839" y="962687"/>
            <a:ext cx="4104456" cy="43088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cap="rnd">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a:defRPr sz="2200" b="1">
                <a:solidFill>
                  <a:srgbClr val="FF0000"/>
                </a:solidFill>
                <a:latin typeface="微软雅黑" panose="020B0503020204020204" pitchFamily="34" charset="-122"/>
                <a:ea typeface="微软雅黑" panose="020B0503020204020204" pitchFamily="34" charset="-122"/>
                <a:cs typeface="Times New Roman" pitchFamily="18" charset="0"/>
              </a:defRPr>
            </a:lvl1pPr>
            <a:lvl2pPr marL="742950" indent="-285750" eaLnBrk="0" hangingPunct="0">
              <a:defRPr>
                <a:latin typeface="Calibri" pitchFamily="34" charset="0"/>
                <a:ea typeface="宋体" pitchFamily="2" charset="-122"/>
              </a:defRPr>
            </a:lvl2pPr>
            <a:lvl3pPr marL="1143000" indent="-228600" eaLnBrk="0" hangingPunct="0">
              <a:defRPr>
                <a:latin typeface="Calibri" pitchFamily="34" charset="0"/>
                <a:ea typeface="宋体" pitchFamily="2" charset="-122"/>
              </a:defRPr>
            </a:lvl3pPr>
            <a:lvl4pPr marL="1600200" indent="-228600" eaLnBrk="0" hangingPunct="0">
              <a:defRPr>
                <a:latin typeface="Calibri" pitchFamily="34" charset="0"/>
                <a:ea typeface="宋体" pitchFamily="2" charset="-122"/>
              </a:defRPr>
            </a:lvl4pPr>
            <a:lvl5pPr marL="2057400" indent="-228600" eaLnBrk="0" hangingPunct="0">
              <a:defRPr>
                <a:latin typeface="Calibri" pitchFamily="34" charset="0"/>
                <a:ea typeface="宋体" pitchFamily="2" charset="-122"/>
              </a:defRPr>
            </a:lvl5pPr>
            <a:lvl6pPr marL="2514600" indent="-228600" eaLnBrk="0" fontAlgn="base" hangingPunct="0">
              <a:spcBef>
                <a:spcPct val="0"/>
              </a:spcBef>
              <a:spcAft>
                <a:spcPct val="0"/>
              </a:spcAft>
              <a:defRPr>
                <a:latin typeface="Calibri" pitchFamily="34" charset="0"/>
                <a:ea typeface="宋体" pitchFamily="2" charset="-122"/>
              </a:defRPr>
            </a:lvl6pPr>
            <a:lvl7pPr marL="2971800" indent="-228600" eaLnBrk="0" fontAlgn="base" hangingPunct="0">
              <a:spcBef>
                <a:spcPct val="0"/>
              </a:spcBef>
              <a:spcAft>
                <a:spcPct val="0"/>
              </a:spcAft>
              <a:defRPr>
                <a:latin typeface="Calibri" pitchFamily="34" charset="0"/>
                <a:ea typeface="宋体" pitchFamily="2" charset="-122"/>
              </a:defRPr>
            </a:lvl7pPr>
            <a:lvl8pPr marL="3429000" indent="-228600" eaLnBrk="0" fontAlgn="base" hangingPunct="0">
              <a:spcBef>
                <a:spcPct val="0"/>
              </a:spcBef>
              <a:spcAft>
                <a:spcPct val="0"/>
              </a:spcAft>
              <a:defRPr>
                <a:latin typeface="Calibri" pitchFamily="34" charset="0"/>
                <a:ea typeface="宋体" pitchFamily="2" charset="-122"/>
              </a:defRPr>
            </a:lvl8pPr>
            <a:lvl9pPr marL="3886200" indent="-228600" eaLnBrk="0" fontAlgn="base" hangingPunct="0">
              <a:spcBef>
                <a:spcPct val="0"/>
              </a:spcBef>
              <a:spcAft>
                <a:spcPct val="0"/>
              </a:spcAft>
              <a:defRPr>
                <a:latin typeface="Calibri" pitchFamily="34" charset="0"/>
                <a:ea typeface="宋体" pitchFamily="2" charset="-122"/>
              </a:defRPr>
            </a:lvl9pPr>
          </a:lstStyle>
          <a:p>
            <a:r>
              <a:rPr lang="zh-CN" altLang="en-US" dirty="0"/>
              <a:t>菲涅耳反射公式</a:t>
            </a:r>
            <a:r>
              <a:rPr lang="en-US" altLang="zh-CN" dirty="0">
                <a:solidFill>
                  <a:srgbClr val="0066FF"/>
                </a:solidFill>
              </a:rPr>
              <a:t>(</a:t>
            </a:r>
            <a:r>
              <a:rPr lang="zh-CN" altLang="en-US" dirty="0">
                <a:solidFill>
                  <a:srgbClr val="0066FF"/>
                </a:solidFill>
              </a:rPr>
              <a:t>振幅反射系数</a:t>
            </a:r>
            <a:r>
              <a:rPr lang="en-US" altLang="zh-CN" dirty="0">
                <a:solidFill>
                  <a:srgbClr val="0066FF"/>
                </a:solidFill>
              </a:rPr>
              <a:t>)</a:t>
            </a:r>
            <a:endParaRPr lang="zh-CN" altLang="en-US" dirty="0">
              <a:solidFill>
                <a:srgbClr val="0066FF"/>
              </a:solidFill>
            </a:endParaRPr>
          </a:p>
        </p:txBody>
      </p:sp>
      <p:sp>
        <p:nvSpPr>
          <p:cNvPr id="57" name="Text Box 12">
            <a:extLst>
              <a:ext uri="{FF2B5EF4-FFF2-40B4-BE49-F238E27FC236}">
                <a16:creationId xmlns:a16="http://schemas.microsoft.com/office/drawing/2014/main" id="{91B93E14-4D8A-413F-BDA0-39353D294066}"/>
              </a:ext>
            </a:extLst>
          </p:cNvPr>
          <p:cNvSpPr txBox="1">
            <a:spLocks noChangeArrowheads="1"/>
          </p:cNvSpPr>
          <p:nvPr/>
        </p:nvSpPr>
        <p:spPr bwMode="auto">
          <a:xfrm>
            <a:off x="87946" y="3978842"/>
            <a:ext cx="4161137" cy="43088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cap="rnd">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a:defRPr sz="2200" b="1">
                <a:solidFill>
                  <a:srgbClr val="FF0000"/>
                </a:solidFill>
                <a:latin typeface="微软雅黑" panose="020B0503020204020204" pitchFamily="34" charset="-122"/>
                <a:ea typeface="微软雅黑" panose="020B0503020204020204" pitchFamily="34" charset="-122"/>
                <a:cs typeface="Times New Roman" pitchFamily="18" charset="0"/>
              </a:defRPr>
            </a:lvl1pPr>
            <a:lvl2pPr marL="742950" indent="-285750" eaLnBrk="0" hangingPunct="0">
              <a:defRPr>
                <a:latin typeface="Calibri" pitchFamily="34" charset="0"/>
                <a:ea typeface="宋体" pitchFamily="2" charset="-122"/>
              </a:defRPr>
            </a:lvl2pPr>
            <a:lvl3pPr marL="1143000" indent="-228600" eaLnBrk="0" hangingPunct="0">
              <a:defRPr>
                <a:latin typeface="Calibri" pitchFamily="34" charset="0"/>
                <a:ea typeface="宋体" pitchFamily="2" charset="-122"/>
              </a:defRPr>
            </a:lvl3pPr>
            <a:lvl4pPr marL="1600200" indent="-228600" eaLnBrk="0" hangingPunct="0">
              <a:defRPr>
                <a:latin typeface="Calibri" pitchFamily="34" charset="0"/>
                <a:ea typeface="宋体" pitchFamily="2" charset="-122"/>
              </a:defRPr>
            </a:lvl4pPr>
            <a:lvl5pPr marL="2057400" indent="-228600" eaLnBrk="0" hangingPunct="0">
              <a:defRPr>
                <a:latin typeface="Calibri" pitchFamily="34" charset="0"/>
                <a:ea typeface="宋体" pitchFamily="2" charset="-122"/>
              </a:defRPr>
            </a:lvl5pPr>
            <a:lvl6pPr marL="2514600" indent="-228600" eaLnBrk="0" fontAlgn="base" hangingPunct="0">
              <a:spcBef>
                <a:spcPct val="0"/>
              </a:spcBef>
              <a:spcAft>
                <a:spcPct val="0"/>
              </a:spcAft>
              <a:defRPr>
                <a:latin typeface="Calibri" pitchFamily="34" charset="0"/>
                <a:ea typeface="宋体" pitchFamily="2" charset="-122"/>
              </a:defRPr>
            </a:lvl6pPr>
            <a:lvl7pPr marL="2971800" indent="-228600" eaLnBrk="0" fontAlgn="base" hangingPunct="0">
              <a:spcBef>
                <a:spcPct val="0"/>
              </a:spcBef>
              <a:spcAft>
                <a:spcPct val="0"/>
              </a:spcAft>
              <a:defRPr>
                <a:latin typeface="Calibri" pitchFamily="34" charset="0"/>
                <a:ea typeface="宋体" pitchFamily="2" charset="-122"/>
              </a:defRPr>
            </a:lvl7pPr>
            <a:lvl8pPr marL="3429000" indent="-228600" eaLnBrk="0" fontAlgn="base" hangingPunct="0">
              <a:spcBef>
                <a:spcPct val="0"/>
              </a:spcBef>
              <a:spcAft>
                <a:spcPct val="0"/>
              </a:spcAft>
              <a:defRPr>
                <a:latin typeface="Calibri" pitchFamily="34" charset="0"/>
                <a:ea typeface="宋体" pitchFamily="2" charset="-122"/>
              </a:defRPr>
            </a:lvl8pPr>
            <a:lvl9pPr marL="3886200" indent="-228600" eaLnBrk="0" fontAlgn="base" hangingPunct="0">
              <a:spcBef>
                <a:spcPct val="0"/>
              </a:spcBef>
              <a:spcAft>
                <a:spcPct val="0"/>
              </a:spcAft>
              <a:defRPr>
                <a:latin typeface="Calibri" pitchFamily="34" charset="0"/>
                <a:ea typeface="宋体" pitchFamily="2" charset="-122"/>
              </a:defRPr>
            </a:lvl9pPr>
          </a:lstStyle>
          <a:p>
            <a:r>
              <a:rPr lang="zh-CN" altLang="en-US" dirty="0"/>
              <a:t>菲涅耳折射公式</a:t>
            </a:r>
            <a:r>
              <a:rPr lang="en-US" altLang="zh-CN" dirty="0">
                <a:solidFill>
                  <a:srgbClr val="0066FF"/>
                </a:solidFill>
              </a:rPr>
              <a:t>(</a:t>
            </a:r>
            <a:r>
              <a:rPr lang="zh-CN" altLang="en-US" dirty="0">
                <a:solidFill>
                  <a:srgbClr val="0066FF"/>
                </a:solidFill>
              </a:rPr>
              <a:t>振幅透射系数</a:t>
            </a:r>
            <a:r>
              <a:rPr lang="en-US" altLang="zh-CN" dirty="0">
                <a:solidFill>
                  <a:srgbClr val="0066FF"/>
                </a:solidFill>
              </a:rPr>
              <a:t>)</a:t>
            </a:r>
            <a:endParaRPr lang="zh-CN" altLang="en-US" dirty="0">
              <a:solidFill>
                <a:srgbClr val="0066FF"/>
              </a:solidFill>
            </a:endParaRPr>
          </a:p>
        </p:txBody>
      </p:sp>
      <mc:AlternateContent xmlns:mc="http://schemas.openxmlformats.org/markup-compatibility/2006" xmlns:a14="http://schemas.microsoft.com/office/drawing/2010/main">
        <mc:Choice Requires="a14">
          <p:sp>
            <p:nvSpPr>
              <p:cNvPr id="58" name="对象 57">
                <a:extLst>
                  <a:ext uri="{FF2B5EF4-FFF2-40B4-BE49-F238E27FC236}">
                    <a16:creationId xmlns:a16="http://schemas.microsoft.com/office/drawing/2014/main" id="{B528F3F2-92A6-42C8-9306-C587898ADA77}"/>
                  </a:ext>
                </a:extLst>
              </p:cNvPr>
              <p:cNvSpPr txBox="1"/>
              <p:nvPr/>
            </p:nvSpPr>
            <p:spPr bwMode="auto">
              <a:xfrm>
                <a:off x="530243" y="4711719"/>
                <a:ext cx="5599113" cy="925512"/>
              </a:xfrm>
              <a:prstGeom prst="rect">
                <a:avLst/>
              </a:prstGeom>
              <a:noFill/>
              <a:ln>
                <a:noFill/>
              </a:ln>
              <a:extLst/>
            </p:spPr>
            <p:txBody>
              <a:bodyPr>
                <a:normAutofit/>
              </a:bodyPr>
              <a:lstStyle/>
              <a:p>
                <a:pPr/>
                <a14:m>
                  <m:oMathPara xmlns:m="http://schemas.openxmlformats.org/officeDocument/2006/math">
                    <m:oMathParaPr>
                      <m:jc m:val="centerGroup"/>
                    </m:oMathParaPr>
                    <m:oMath xmlns:m="http://schemas.openxmlformats.org/officeDocument/2006/math">
                      <m:sSub>
                        <m:sSubPr>
                          <m:ctrlPr>
                            <a:rPr lang="zh-CN" altLang="en-US" sz="2200" i="1" smtClean="0">
                              <a:solidFill>
                                <a:srgbClr val="000000"/>
                              </a:solidFill>
                              <a:latin typeface="Cambria Math" panose="02040503050406030204" pitchFamily="18" charset="0"/>
                            </a:rPr>
                          </m:ctrlPr>
                        </m:sSubPr>
                        <m:e>
                          <m:r>
                            <a:rPr lang="en-US" altLang="zh-CN" sz="2200" b="0" i="1" smtClean="0">
                              <a:solidFill>
                                <a:srgbClr val="000000"/>
                              </a:solidFill>
                              <a:latin typeface="Cambria Math" panose="02040503050406030204" pitchFamily="18" charset="0"/>
                            </a:rPr>
                            <m:t>𝑡</m:t>
                          </m:r>
                        </m:e>
                        <m:sub>
                          <m:r>
                            <a:rPr lang="zh-CN" altLang="en-US" sz="2200" i="1">
                              <a:solidFill>
                                <a:srgbClr val="000000"/>
                              </a:solidFill>
                              <a:latin typeface="Cambria Math" panose="02040503050406030204" pitchFamily="18" charset="0"/>
                            </a:rPr>
                            <m:t>𝑠</m:t>
                          </m:r>
                        </m:sub>
                      </m:sSub>
                      <m:r>
                        <a:rPr lang="zh-CN" altLang="en-US" sz="2200" i="1">
                          <a:solidFill>
                            <a:srgbClr val="000000"/>
                          </a:solidFill>
                          <a:latin typeface="Cambria Math" panose="02040503050406030204" pitchFamily="18" charset="0"/>
                        </a:rPr>
                        <m:t>=</m:t>
                      </m:r>
                      <m:f>
                        <m:fPr>
                          <m:ctrlPr>
                            <a:rPr lang="zh-CN" altLang="en-US" sz="2200" i="1">
                              <a:solidFill>
                                <a:srgbClr val="000000"/>
                              </a:solidFill>
                              <a:latin typeface="Cambria Math" panose="02040503050406030204" pitchFamily="18" charset="0"/>
                            </a:rPr>
                          </m:ctrlPr>
                        </m:fPr>
                        <m:num>
                          <m:sSub>
                            <m:sSubPr>
                              <m:ctrlPr>
                                <a:rPr lang="zh-CN" altLang="en-US" sz="2200" i="1">
                                  <a:solidFill>
                                    <a:srgbClr val="000000"/>
                                  </a:solidFill>
                                  <a:latin typeface="Cambria Math" panose="02040503050406030204" pitchFamily="18" charset="0"/>
                                </a:rPr>
                              </m:ctrlPr>
                            </m:sSubPr>
                            <m:e>
                              <m:r>
                                <a:rPr lang="zh-CN" altLang="en-US" sz="2200" i="1">
                                  <a:solidFill>
                                    <a:srgbClr val="000000"/>
                                  </a:solidFill>
                                  <a:latin typeface="Cambria Math" panose="02040503050406030204" pitchFamily="18" charset="0"/>
                                </a:rPr>
                                <m:t>𝐸</m:t>
                              </m:r>
                            </m:e>
                            <m:sub>
                              <m:r>
                                <a:rPr lang="zh-CN" altLang="en-US" sz="2200" i="1">
                                  <a:solidFill>
                                    <a:srgbClr val="000000"/>
                                  </a:solidFill>
                                  <a:latin typeface="Cambria Math" panose="02040503050406030204" pitchFamily="18" charset="0"/>
                                </a:rPr>
                                <m:t>2</m:t>
                              </m:r>
                              <m:r>
                                <a:rPr lang="zh-CN" altLang="en-US" sz="2200" i="1">
                                  <a:solidFill>
                                    <a:srgbClr val="000000"/>
                                  </a:solidFill>
                                  <a:latin typeface="Cambria Math" panose="02040503050406030204" pitchFamily="18" charset="0"/>
                                </a:rPr>
                                <m:t>𝑠</m:t>
                              </m:r>
                            </m:sub>
                          </m:sSub>
                        </m:num>
                        <m:den>
                          <m:sSub>
                            <m:sSubPr>
                              <m:ctrlPr>
                                <a:rPr lang="zh-CN" altLang="en-US" sz="2200" i="1">
                                  <a:solidFill>
                                    <a:srgbClr val="000000"/>
                                  </a:solidFill>
                                  <a:latin typeface="Cambria Math" panose="02040503050406030204" pitchFamily="18" charset="0"/>
                                </a:rPr>
                              </m:ctrlPr>
                            </m:sSubPr>
                            <m:e>
                              <m:r>
                                <a:rPr lang="zh-CN" altLang="en-US" sz="2200" i="1">
                                  <a:solidFill>
                                    <a:srgbClr val="000000"/>
                                  </a:solidFill>
                                  <a:latin typeface="Cambria Math" panose="02040503050406030204" pitchFamily="18" charset="0"/>
                                </a:rPr>
                                <m:t>𝐸</m:t>
                              </m:r>
                            </m:e>
                            <m:sub>
                              <m:r>
                                <a:rPr lang="en-US" altLang="zh-CN" sz="2200" b="0" i="1" smtClean="0">
                                  <a:solidFill>
                                    <a:srgbClr val="000000"/>
                                  </a:solidFill>
                                  <a:latin typeface="Cambria Math" panose="02040503050406030204" pitchFamily="18" charset="0"/>
                                </a:rPr>
                                <m:t>1</m:t>
                              </m:r>
                              <m:r>
                                <a:rPr lang="zh-CN" altLang="en-US" sz="2200" i="1">
                                  <a:solidFill>
                                    <a:srgbClr val="000000"/>
                                  </a:solidFill>
                                  <a:latin typeface="Cambria Math" panose="02040503050406030204" pitchFamily="18" charset="0"/>
                                </a:rPr>
                                <m:t>𝑠</m:t>
                              </m:r>
                            </m:sub>
                          </m:sSub>
                        </m:den>
                      </m:f>
                      <m:r>
                        <a:rPr lang="zh-CN" altLang="en-US" sz="2200" i="1">
                          <a:solidFill>
                            <a:srgbClr val="000000"/>
                          </a:solidFill>
                          <a:latin typeface="Cambria Math" panose="02040503050406030204" pitchFamily="18" charset="0"/>
                        </a:rPr>
                        <m:t>=</m:t>
                      </m:r>
                      <m:f>
                        <m:fPr>
                          <m:ctrlPr>
                            <a:rPr lang="zh-CN" altLang="en-US" sz="2200" i="1">
                              <a:solidFill>
                                <a:srgbClr val="000000"/>
                              </a:solidFill>
                              <a:latin typeface="Cambria Math" panose="02040503050406030204" pitchFamily="18" charset="0"/>
                            </a:rPr>
                          </m:ctrlPr>
                        </m:fPr>
                        <m:num>
                          <m:r>
                            <a:rPr lang="zh-CN" altLang="en-US" sz="2200" i="1">
                              <a:solidFill>
                                <a:srgbClr val="000000"/>
                              </a:solidFill>
                              <a:latin typeface="Cambria Math" panose="02040503050406030204" pitchFamily="18" charset="0"/>
                            </a:rPr>
                            <m:t>2</m:t>
                          </m:r>
                          <m:sSub>
                            <m:sSubPr>
                              <m:ctrlPr>
                                <a:rPr lang="zh-CN" altLang="en-US" sz="2200" i="1">
                                  <a:solidFill>
                                    <a:srgbClr val="000000"/>
                                  </a:solidFill>
                                  <a:latin typeface="Cambria Math" panose="02040503050406030204" pitchFamily="18" charset="0"/>
                                </a:rPr>
                              </m:ctrlPr>
                            </m:sSubPr>
                            <m:e>
                              <m:r>
                                <a:rPr lang="zh-CN" altLang="en-US" sz="2200" i="1">
                                  <a:solidFill>
                                    <a:srgbClr val="000000"/>
                                  </a:solidFill>
                                  <a:latin typeface="Cambria Math" panose="02040503050406030204" pitchFamily="18" charset="0"/>
                                </a:rPr>
                                <m:t>𝑛</m:t>
                              </m:r>
                            </m:e>
                            <m:sub>
                              <m:r>
                                <a:rPr lang="zh-CN" altLang="en-US" sz="2200" i="1">
                                  <a:solidFill>
                                    <a:srgbClr val="000000"/>
                                  </a:solidFill>
                                  <a:latin typeface="Cambria Math" panose="02040503050406030204" pitchFamily="18" charset="0"/>
                                </a:rPr>
                                <m:t>1</m:t>
                              </m:r>
                            </m:sub>
                          </m:sSub>
                          <m:sSub>
                            <m:sSubPr>
                              <m:ctrlPr>
                                <a:rPr lang="zh-CN" altLang="en-US" sz="2200" i="1" smtClean="0">
                                  <a:solidFill>
                                    <a:srgbClr val="000000"/>
                                  </a:solidFill>
                                  <a:latin typeface="Cambria Math" panose="02040503050406030204" pitchFamily="18" charset="0"/>
                                </a:rPr>
                              </m:ctrlPr>
                            </m:sSubPr>
                            <m:e>
                              <m:r>
                                <m:rPr>
                                  <m:sty m:val="p"/>
                                </m:rPr>
                                <a:rPr lang="zh-CN" altLang="en-US" sz="2200" i="0">
                                  <a:solidFill>
                                    <a:srgbClr val="000000"/>
                                  </a:solidFill>
                                  <a:latin typeface="Cambria Math" panose="02040503050406030204" pitchFamily="18" charset="0"/>
                                </a:rPr>
                                <m:t>cos</m:t>
                              </m:r>
                              <m:r>
                                <a:rPr lang="zh-CN" altLang="en-US" sz="2200" i="1">
                                  <a:solidFill>
                                    <a:srgbClr val="000000"/>
                                  </a:solidFill>
                                  <a:latin typeface="Cambria Math" panose="02040503050406030204" pitchFamily="18" charset="0"/>
                                </a:rPr>
                                <m:t>𝑖</m:t>
                              </m:r>
                            </m:e>
                            <m:sub>
                              <m:r>
                                <a:rPr lang="zh-CN" altLang="en-US" sz="2200" i="1">
                                  <a:solidFill>
                                    <a:srgbClr val="000000"/>
                                  </a:solidFill>
                                  <a:latin typeface="Cambria Math" panose="02040503050406030204" pitchFamily="18" charset="0"/>
                                </a:rPr>
                                <m:t>1</m:t>
                              </m:r>
                            </m:sub>
                          </m:sSub>
                        </m:num>
                        <m:den>
                          <m:sSub>
                            <m:sSubPr>
                              <m:ctrlPr>
                                <a:rPr lang="zh-CN" altLang="en-US" sz="2200" i="1">
                                  <a:solidFill>
                                    <a:srgbClr val="000000"/>
                                  </a:solidFill>
                                  <a:latin typeface="Cambria Math" panose="02040503050406030204" pitchFamily="18" charset="0"/>
                                </a:rPr>
                              </m:ctrlPr>
                            </m:sSubPr>
                            <m:e>
                              <m:r>
                                <a:rPr lang="zh-CN" altLang="en-US" sz="2200" i="1">
                                  <a:solidFill>
                                    <a:srgbClr val="000000"/>
                                  </a:solidFill>
                                  <a:latin typeface="Cambria Math" panose="02040503050406030204" pitchFamily="18" charset="0"/>
                                </a:rPr>
                                <m:t>𝑛</m:t>
                              </m:r>
                            </m:e>
                            <m:sub>
                              <m:r>
                                <a:rPr lang="zh-CN" altLang="en-US" sz="2200" i="1">
                                  <a:solidFill>
                                    <a:srgbClr val="000000"/>
                                  </a:solidFill>
                                  <a:latin typeface="Cambria Math" panose="02040503050406030204" pitchFamily="18" charset="0"/>
                                </a:rPr>
                                <m:t>1</m:t>
                              </m:r>
                            </m:sub>
                          </m:sSub>
                          <m:func>
                            <m:funcPr>
                              <m:ctrlPr>
                                <a:rPr lang="zh-CN" altLang="en-US" sz="2200" i="1">
                                  <a:solidFill>
                                    <a:srgbClr val="000000"/>
                                  </a:solidFill>
                                  <a:latin typeface="Cambria Math" panose="02040503050406030204" pitchFamily="18" charset="0"/>
                                </a:rPr>
                              </m:ctrlPr>
                            </m:funcPr>
                            <m:fName>
                              <m:sSub>
                                <m:sSubPr>
                                  <m:ctrlPr>
                                    <a:rPr lang="zh-CN" altLang="en-US" sz="2200" i="1">
                                      <a:solidFill>
                                        <a:srgbClr val="000000"/>
                                      </a:solidFill>
                                      <a:latin typeface="Cambria Math" panose="02040503050406030204" pitchFamily="18" charset="0"/>
                                    </a:rPr>
                                  </m:ctrlPr>
                                </m:sSubPr>
                                <m:e>
                                  <m:r>
                                    <m:rPr>
                                      <m:sty m:val="p"/>
                                    </m:rPr>
                                    <a:rPr lang="zh-CN" altLang="en-US" sz="2200" i="0">
                                      <a:solidFill>
                                        <a:srgbClr val="000000"/>
                                      </a:solidFill>
                                      <a:latin typeface="Cambria Math" panose="02040503050406030204" pitchFamily="18" charset="0"/>
                                    </a:rPr>
                                    <m:t>cos</m:t>
                                  </m:r>
                                  <m:r>
                                    <a:rPr lang="zh-CN" altLang="en-US" sz="2200" i="1">
                                      <a:solidFill>
                                        <a:srgbClr val="000000"/>
                                      </a:solidFill>
                                      <a:latin typeface="Cambria Math" panose="02040503050406030204" pitchFamily="18" charset="0"/>
                                    </a:rPr>
                                    <m:t>𝑖</m:t>
                                  </m:r>
                                </m:e>
                                <m:sub>
                                  <m:r>
                                    <a:rPr lang="zh-CN" altLang="en-US" sz="2200" i="1">
                                      <a:solidFill>
                                        <a:srgbClr val="000000"/>
                                      </a:solidFill>
                                      <a:latin typeface="Cambria Math" panose="02040503050406030204" pitchFamily="18" charset="0"/>
                                    </a:rPr>
                                    <m:t>1</m:t>
                                  </m:r>
                                </m:sub>
                              </m:sSub>
                            </m:fName>
                            <m:e>
                              <m:r>
                                <a:rPr lang="zh-CN" altLang="en-US" sz="2200" i="1">
                                  <a:solidFill>
                                    <a:srgbClr val="000000"/>
                                  </a:solidFill>
                                  <a:latin typeface="Cambria Math" panose="02040503050406030204" pitchFamily="18" charset="0"/>
                                </a:rPr>
                                <m:t>+</m:t>
                              </m:r>
                            </m:e>
                          </m:func>
                          <m:sSub>
                            <m:sSubPr>
                              <m:ctrlPr>
                                <a:rPr lang="zh-CN" altLang="en-US" sz="2200" i="1">
                                  <a:solidFill>
                                    <a:srgbClr val="000000"/>
                                  </a:solidFill>
                                  <a:latin typeface="Cambria Math" panose="02040503050406030204" pitchFamily="18" charset="0"/>
                                </a:rPr>
                              </m:ctrlPr>
                            </m:sSubPr>
                            <m:e>
                              <m:r>
                                <a:rPr lang="zh-CN" altLang="en-US" sz="2200" i="1">
                                  <a:solidFill>
                                    <a:srgbClr val="000000"/>
                                  </a:solidFill>
                                  <a:latin typeface="Cambria Math" panose="02040503050406030204" pitchFamily="18" charset="0"/>
                                </a:rPr>
                                <m:t>𝑛</m:t>
                              </m:r>
                            </m:e>
                            <m:sub>
                              <m:r>
                                <a:rPr lang="zh-CN" altLang="en-US" sz="2200" i="1">
                                  <a:solidFill>
                                    <a:srgbClr val="000000"/>
                                  </a:solidFill>
                                  <a:latin typeface="Cambria Math" panose="02040503050406030204" pitchFamily="18" charset="0"/>
                                </a:rPr>
                                <m:t>2</m:t>
                              </m:r>
                            </m:sub>
                          </m:sSub>
                          <m:sSub>
                            <m:sSubPr>
                              <m:ctrlPr>
                                <a:rPr lang="zh-CN" altLang="en-US" sz="2200" i="1" smtClean="0">
                                  <a:solidFill>
                                    <a:srgbClr val="000000"/>
                                  </a:solidFill>
                                  <a:latin typeface="Cambria Math" panose="02040503050406030204" pitchFamily="18" charset="0"/>
                                </a:rPr>
                              </m:ctrlPr>
                            </m:sSubPr>
                            <m:e>
                              <m:r>
                                <m:rPr>
                                  <m:sty m:val="p"/>
                                </m:rPr>
                                <a:rPr lang="zh-CN" altLang="en-US" sz="2200" i="0">
                                  <a:solidFill>
                                    <a:srgbClr val="000000"/>
                                  </a:solidFill>
                                  <a:latin typeface="Cambria Math" panose="02040503050406030204" pitchFamily="18" charset="0"/>
                                </a:rPr>
                                <m:t>cos</m:t>
                              </m:r>
                              <m:r>
                                <a:rPr lang="zh-CN" altLang="en-US" sz="2200" i="1">
                                  <a:solidFill>
                                    <a:srgbClr val="000000"/>
                                  </a:solidFill>
                                  <a:latin typeface="Cambria Math" panose="02040503050406030204" pitchFamily="18" charset="0"/>
                                </a:rPr>
                                <m:t>𝑖</m:t>
                              </m:r>
                            </m:e>
                            <m:sub>
                              <m:r>
                                <a:rPr lang="zh-CN" altLang="en-US" sz="2200" i="1">
                                  <a:solidFill>
                                    <a:srgbClr val="000000"/>
                                  </a:solidFill>
                                  <a:latin typeface="Cambria Math" panose="02040503050406030204" pitchFamily="18" charset="0"/>
                                </a:rPr>
                                <m:t>2</m:t>
                              </m:r>
                            </m:sub>
                          </m:sSub>
                        </m:den>
                      </m:f>
                      <m:r>
                        <a:rPr lang="zh-CN" altLang="en-US" sz="2200" i="1">
                          <a:solidFill>
                            <a:srgbClr val="000000"/>
                          </a:solidFill>
                          <a:latin typeface="Cambria Math" panose="02040503050406030204" pitchFamily="18" charset="0"/>
                        </a:rPr>
                        <m:t>=</m:t>
                      </m:r>
                      <m:f>
                        <m:fPr>
                          <m:ctrlPr>
                            <a:rPr lang="zh-CN" altLang="en-US" sz="2200" i="1">
                              <a:solidFill>
                                <a:srgbClr val="000000"/>
                              </a:solidFill>
                              <a:latin typeface="Cambria Math" panose="02040503050406030204" pitchFamily="18" charset="0"/>
                            </a:rPr>
                          </m:ctrlPr>
                        </m:fPr>
                        <m:num>
                          <m:r>
                            <a:rPr lang="zh-CN" altLang="en-US" sz="2200" i="1">
                              <a:solidFill>
                                <a:srgbClr val="000000"/>
                              </a:solidFill>
                              <a:latin typeface="Cambria Math" panose="02040503050406030204" pitchFamily="18" charset="0"/>
                            </a:rPr>
                            <m:t>2</m:t>
                          </m:r>
                          <m:func>
                            <m:funcPr>
                              <m:ctrlPr>
                                <a:rPr lang="zh-CN" altLang="en-US" sz="2200" i="1">
                                  <a:solidFill>
                                    <a:srgbClr val="000000"/>
                                  </a:solidFill>
                                  <a:latin typeface="Cambria Math" panose="02040503050406030204" pitchFamily="18" charset="0"/>
                                </a:rPr>
                              </m:ctrlPr>
                            </m:funcPr>
                            <m:fName>
                              <m:sSub>
                                <m:sSubPr>
                                  <m:ctrlPr>
                                    <a:rPr lang="zh-CN" altLang="en-US" sz="2200" i="1">
                                      <a:solidFill>
                                        <a:srgbClr val="000000"/>
                                      </a:solidFill>
                                      <a:latin typeface="Cambria Math" panose="02040503050406030204" pitchFamily="18" charset="0"/>
                                    </a:rPr>
                                  </m:ctrlPr>
                                </m:sSubPr>
                                <m:e>
                                  <m:r>
                                    <m:rPr>
                                      <m:sty m:val="p"/>
                                    </m:rPr>
                                    <a:rPr lang="zh-CN" altLang="en-US" sz="2200" i="0">
                                      <a:solidFill>
                                        <a:srgbClr val="000000"/>
                                      </a:solidFill>
                                      <a:latin typeface="Cambria Math" panose="02040503050406030204" pitchFamily="18" charset="0"/>
                                    </a:rPr>
                                    <m:t>sin</m:t>
                                  </m:r>
                                  <m:r>
                                    <a:rPr lang="zh-CN" altLang="en-US" sz="2200" i="1">
                                      <a:solidFill>
                                        <a:srgbClr val="000000"/>
                                      </a:solidFill>
                                      <a:latin typeface="Cambria Math" panose="02040503050406030204" pitchFamily="18" charset="0"/>
                                    </a:rPr>
                                    <m:t>𝑖</m:t>
                                  </m:r>
                                </m:e>
                                <m:sub>
                                  <m:r>
                                    <a:rPr lang="zh-CN" altLang="en-US" sz="2200" i="1">
                                      <a:solidFill>
                                        <a:srgbClr val="000000"/>
                                      </a:solidFill>
                                      <a:latin typeface="Cambria Math" panose="02040503050406030204" pitchFamily="18" charset="0"/>
                                    </a:rPr>
                                    <m:t>2</m:t>
                                  </m:r>
                                </m:sub>
                              </m:sSub>
                            </m:fName>
                            <m:e>
                              <m:sSub>
                                <m:sSubPr>
                                  <m:ctrlPr>
                                    <a:rPr lang="zh-CN" altLang="en-US" sz="2200" i="1" smtClean="0">
                                      <a:solidFill>
                                        <a:srgbClr val="000000"/>
                                      </a:solidFill>
                                      <a:latin typeface="Cambria Math" panose="02040503050406030204" pitchFamily="18" charset="0"/>
                                    </a:rPr>
                                  </m:ctrlPr>
                                </m:sSubPr>
                                <m:e>
                                  <m:r>
                                    <m:rPr>
                                      <m:sty m:val="p"/>
                                    </m:rPr>
                                    <a:rPr lang="zh-CN" altLang="en-US" sz="2200" i="0">
                                      <a:solidFill>
                                        <a:srgbClr val="000000"/>
                                      </a:solidFill>
                                      <a:latin typeface="Cambria Math" panose="02040503050406030204" pitchFamily="18" charset="0"/>
                                    </a:rPr>
                                    <m:t>cos</m:t>
                                  </m:r>
                                  <m:r>
                                    <a:rPr lang="zh-CN" altLang="en-US" sz="2200" i="1">
                                      <a:solidFill>
                                        <a:srgbClr val="000000"/>
                                      </a:solidFill>
                                      <a:latin typeface="Cambria Math" panose="02040503050406030204" pitchFamily="18" charset="0"/>
                                    </a:rPr>
                                    <m:t>𝑖</m:t>
                                  </m:r>
                                </m:e>
                                <m:sub>
                                  <m:r>
                                    <a:rPr lang="zh-CN" altLang="en-US" sz="2200" i="1">
                                      <a:solidFill>
                                        <a:srgbClr val="000000"/>
                                      </a:solidFill>
                                      <a:latin typeface="Cambria Math" panose="02040503050406030204" pitchFamily="18" charset="0"/>
                                    </a:rPr>
                                    <m:t>1</m:t>
                                  </m:r>
                                </m:sub>
                              </m:sSub>
                            </m:e>
                          </m:func>
                        </m:num>
                        <m:den>
                          <m:func>
                            <m:funcPr>
                              <m:ctrlPr>
                                <a:rPr lang="zh-CN" altLang="en-US" sz="2200" i="1">
                                  <a:solidFill>
                                    <a:srgbClr val="000000"/>
                                  </a:solidFill>
                                  <a:latin typeface="Cambria Math" panose="02040503050406030204" pitchFamily="18" charset="0"/>
                                </a:rPr>
                              </m:ctrlPr>
                            </m:funcPr>
                            <m:fName>
                              <m:r>
                                <m:rPr>
                                  <m:sty m:val="p"/>
                                </m:rPr>
                                <a:rPr lang="zh-CN" altLang="en-US" sz="2200" i="0">
                                  <a:solidFill>
                                    <a:srgbClr val="000000"/>
                                  </a:solidFill>
                                  <a:latin typeface="Cambria Math" panose="02040503050406030204" pitchFamily="18" charset="0"/>
                                </a:rPr>
                                <m:t>sin</m:t>
                              </m:r>
                            </m:fName>
                            <m:e>
                              <m:r>
                                <a:rPr lang="zh-CN" altLang="en-US" sz="2200" i="1">
                                  <a:solidFill>
                                    <a:srgbClr val="000000"/>
                                  </a:solidFill>
                                  <a:latin typeface="Cambria Math" panose="02040503050406030204" pitchFamily="18" charset="0"/>
                                </a:rPr>
                                <m:t>(</m:t>
                              </m:r>
                            </m:e>
                          </m:func>
                          <m:sSub>
                            <m:sSubPr>
                              <m:ctrlPr>
                                <a:rPr lang="zh-CN" altLang="en-US" sz="2200" i="1">
                                  <a:solidFill>
                                    <a:srgbClr val="000000"/>
                                  </a:solidFill>
                                  <a:latin typeface="Cambria Math" panose="02040503050406030204" pitchFamily="18" charset="0"/>
                                </a:rPr>
                              </m:ctrlPr>
                            </m:sSubPr>
                            <m:e>
                              <m:r>
                                <a:rPr lang="zh-CN" altLang="en-US" sz="2200" i="1">
                                  <a:solidFill>
                                    <a:srgbClr val="000000"/>
                                  </a:solidFill>
                                  <a:latin typeface="Cambria Math" panose="02040503050406030204" pitchFamily="18" charset="0"/>
                                </a:rPr>
                                <m:t>𝑖</m:t>
                              </m:r>
                            </m:e>
                            <m:sub>
                              <m:r>
                                <a:rPr lang="zh-CN" altLang="en-US" sz="2200" i="1">
                                  <a:solidFill>
                                    <a:srgbClr val="000000"/>
                                  </a:solidFill>
                                  <a:latin typeface="Cambria Math" panose="02040503050406030204" pitchFamily="18" charset="0"/>
                                </a:rPr>
                                <m:t>1</m:t>
                              </m:r>
                            </m:sub>
                          </m:sSub>
                          <m:r>
                            <a:rPr lang="zh-CN" altLang="en-US" sz="2200" i="1">
                              <a:solidFill>
                                <a:srgbClr val="000000"/>
                              </a:solidFill>
                              <a:latin typeface="Cambria Math" panose="02040503050406030204" pitchFamily="18" charset="0"/>
                            </a:rPr>
                            <m:t>+</m:t>
                          </m:r>
                          <m:sSub>
                            <m:sSubPr>
                              <m:ctrlPr>
                                <a:rPr lang="zh-CN" altLang="en-US" sz="2200" i="1">
                                  <a:solidFill>
                                    <a:srgbClr val="000000"/>
                                  </a:solidFill>
                                  <a:latin typeface="Cambria Math" panose="02040503050406030204" pitchFamily="18" charset="0"/>
                                </a:rPr>
                              </m:ctrlPr>
                            </m:sSubPr>
                            <m:e>
                              <m:r>
                                <a:rPr lang="zh-CN" altLang="en-US" sz="2200" i="1">
                                  <a:solidFill>
                                    <a:srgbClr val="000000"/>
                                  </a:solidFill>
                                  <a:latin typeface="Cambria Math" panose="02040503050406030204" pitchFamily="18" charset="0"/>
                                </a:rPr>
                                <m:t>𝑖</m:t>
                              </m:r>
                            </m:e>
                            <m:sub>
                              <m:r>
                                <a:rPr lang="zh-CN" altLang="en-US" sz="2200" i="1">
                                  <a:solidFill>
                                    <a:srgbClr val="000000"/>
                                  </a:solidFill>
                                  <a:latin typeface="Cambria Math" panose="02040503050406030204" pitchFamily="18" charset="0"/>
                                </a:rPr>
                                <m:t>2</m:t>
                              </m:r>
                            </m:sub>
                          </m:sSub>
                          <m:r>
                            <a:rPr lang="zh-CN" altLang="en-US" sz="2200" i="1">
                              <a:solidFill>
                                <a:srgbClr val="000000"/>
                              </a:solidFill>
                              <a:latin typeface="Cambria Math" panose="02040503050406030204" pitchFamily="18" charset="0"/>
                            </a:rPr>
                            <m:t>)</m:t>
                          </m:r>
                        </m:den>
                      </m:f>
                    </m:oMath>
                  </m:oMathPara>
                </a14:m>
                <a:endParaRPr lang="zh-CN" altLang="en-US" sz="2200" dirty="0"/>
              </a:p>
            </p:txBody>
          </p:sp>
        </mc:Choice>
        <mc:Fallback xmlns="">
          <p:sp>
            <p:nvSpPr>
              <p:cNvPr id="58" name="对象 57">
                <a:extLst>
                  <a:ext uri="{FF2B5EF4-FFF2-40B4-BE49-F238E27FC236}">
                    <a16:creationId xmlns:a16="http://schemas.microsoft.com/office/drawing/2014/main" id="{B528F3F2-92A6-42C8-9306-C587898ADA77}"/>
                  </a:ext>
                </a:extLst>
              </p:cNvPr>
              <p:cNvSpPr txBox="1">
                <a:spLocks noRot="1" noChangeAspect="1" noMove="1" noResize="1" noEditPoints="1" noAdjustHandles="1" noChangeArrowheads="1" noChangeShapeType="1" noTextEdit="1"/>
              </p:cNvSpPr>
              <p:nvPr/>
            </p:nvSpPr>
            <p:spPr bwMode="auto">
              <a:xfrm>
                <a:off x="530243" y="4711719"/>
                <a:ext cx="5599113" cy="925512"/>
              </a:xfrm>
              <a:prstGeom prst="rect">
                <a:avLst/>
              </a:prstGeom>
              <a:blipFill>
                <a:blip r:embed="rId4"/>
                <a:stretch>
                  <a:fillRect/>
                </a:stretch>
              </a:blipFill>
              <a:ln>
                <a:noFill/>
              </a:ln>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9" name="对象 58">
                <a:extLst>
                  <a:ext uri="{FF2B5EF4-FFF2-40B4-BE49-F238E27FC236}">
                    <a16:creationId xmlns:a16="http://schemas.microsoft.com/office/drawing/2014/main" id="{82CD2FED-10C0-4992-BC82-9AF36CB6007E}"/>
                  </a:ext>
                </a:extLst>
              </p:cNvPr>
              <p:cNvSpPr txBox="1"/>
              <p:nvPr/>
            </p:nvSpPr>
            <p:spPr bwMode="auto">
              <a:xfrm>
                <a:off x="401631" y="5722773"/>
                <a:ext cx="7282487" cy="949325"/>
              </a:xfrm>
              <a:prstGeom prst="rect">
                <a:avLst/>
              </a:prstGeom>
              <a:noFill/>
              <a:ln>
                <a:noFill/>
              </a:ln>
              <a:extLst/>
            </p:spPr>
            <p:txBody>
              <a:bodyPr>
                <a:noAutofit/>
              </a:bodyPr>
              <a:lstStyle/>
              <a:p>
                <a:pPr/>
                <a14:m>
                  <m:oMathPara xmlns:m="http://schemas.openxmlformats.org/officeDocument/2006/math">
                    <m:oMathParaPr>
                      <m:jc m:val="centerGroup"/>
                    </m:oMathParaPr>
                    <m:oMath xmlns:m="http://schemas.openxmlformats.org/officeDocument/2006/math">
                      <m:sSub>
                        <m:sSubPr>
                          <m:ctrlPr>
                            <a:rPr lang="zh-CN" altLang="en-US" sz="2200" i="1" smtClean="0">
                              <a:solidFill>
                                <a:srgbClr val="000000"/>
                              </a:solidFill>
                              <a:latin typeface="Cambria Math" panose="02040503050406030204" pitchFamily="18" charset="0"/>
                            </a:rPr>
                          </m:ctrlPr>
                        </m:sSubPr>
                        <m:e>
                          <m:r>
                            <a:rPr lang="en-US" altLang="zh-CN" sz="2200" b="0" i="1" smtClean="0">
                              <a:solidFill>
                                <a:srgbClr val="000000"/>
                              </a:solidFill>
                              <a:latin typeface="Cambria Math" panose="02040503050406030204" pitchFamily="18" charset="0"/>
                            </a:rPr>
                            <m:t>𝑡</m:t>
                          </m:r>
                        </m:e>
                        <m:sub>
                          <m:r>
                            <a:rPr lang="zh-CN" altLang="en-US" sz="2200" i="1">
                              <a:solidFill>
                                <a:srgbClr val="000000"/>
                              </a:solidFill>
                              <a:latin typeface="Cambria Math" panose="02040503050406030204" pitchFamily="18" charset="0"/>
                            </a:rPr>
                            <m:t>𝑝</m:t>
                          </m:r>
                        </m:sub>
                      </m:sSub>
                      <m:r>
                        <a:rPr lang="zh-CN" altLang="en-US" sz="2200" i="1">
                          <a:solidFill>
                            <a:srgbClr val="000000"/>
                          </a:solidFill>
                          <a:latin typeface="Cambria Math" panose="02040503050406030204" pitchFamily="18" charset="0"/>
                        </a:rPr>
                        <m:t>=</m:t>
                      </m:r>
                      <m:f>
                        <m:fPr>
                          <m:ctrlPr>
                            <a:rPr lang="zh-CN" altLang="en-US" sz="2200" i="1">
                              <a:solidFill>
                                <a:srgbClr val="000000"/>
                              </a:solidFill>
                              <a:latin typeface="Cambria Math" panose="02040503050406030204" pitchFamily="18" charset="0"/>
                            </a:rPr>
                          </m:ctrlPr>
                        </m:fPr>
                        <m:num>
                          <m:sSub>
                            <m:sSubPr>
                              <m:ctrlPr>
                                <a:rPr lang="zh-CN" altLang="en-US" sz="2200" i="1">
                                  <a:solidFill>
                                    <a:srgbClr val="000000"/>
                                  </a:solidFill>
                                  <a:latin typeface="Cambria Math" panose="02040503050406030204" pitchFamily="18" charset="0"/>
                                </a:rPr>
                              </m:ctrlPr>
                            </m:sSubPr>
                            <m:e>
                              <m:r>
                                <a:rPr lang="zh-CN" altLang="en-US" sz="2200" i="1">
                                  <a:solidFill>
                                    <a:srgbClr val="000000"/>
                                  </a:solidFill>
                                  <a:latin typeface="Cambria Math" panose="02040503050406030204" pitchFamily="18" charset="0"/>
                                </a:rPr>
                                <m:t>𝐸</m:t>
                              </m:r>
                            </m:e>
                            <m:sub>
                              <m:r>
                                <a:rPr lang="zh-CN" altLang="en-US" sz="2200" i="1">
                                  <a:solidFill>
                                    <a:srgbClr val="000000"/>
                                  </a:solidFill>
                                  <a:latin typeface="Cambria Math" panose="02040503050406030204" pitchFamily="18" charset="0"/>
                                </a:rPr>
                                <m:t>2</m:t>
                              </m:r>
                              <m:r>
                                <a:rPr lang="zh-CN" altLang="en-US" sz="2200" i="1">
                                  <a:solidFill>
                                    <a:srgbClr val="000000"/>
                                  </a:solidFill>
                                  <a:latin typeface="Cambria Math" panose="02040503050406030204" pitchFamily="18" charset="0"/>
                                </a:rPr>
                                <m:t>𝑝</m:t>
                              </m:r>
                            </m:sub>
                          </m:sSub>
                        </m:num>
                        <m:den>
                          <m:sSub>
                            <m:sSubPr>
                              <m:ctrlPr>
                                <a:rPr lang="zh-CN" altLang="en-US" sz="2200" i="1">
                                  <a:solidFill>
                                    <a:srgbClr val="000000"/>
                                  </a:solidFill>
                                  <a:latin typeface="Cambria Math" panose="02040503050406030204" pitchFamily="18" charset="0"/>
                                </a:rPr>
                              </m:ctrlPr>
                            </m:sSubPr>
                            <m:e>
                              <m:r>
                                <a:rPr lang="zh-CN" altLang="en-US" sz="2200" i="1">
                                  <a:solidFill>
                                    <a:srgbClr val="000000"/>
                                  </a:solidFill>
                                  <a:latin typeface="Cambria Math" panose="02040503050406030204" pitchFamily="18" charset="0"/>
                                </a:rPr>
                                <m:t>𝐸</m:t>
                              </m:r>
                            </m:e>
                            <m:sub>
                              <m:r>
                                <a:rPr lang="en-US" altLang="zh-CN" sz="2200" b="0" i="1" smtClean="0">
                                  <a:solidFill>
                                    <a:srgbClr val="000000"/>
                                  </a:solidFill>
                                  <a:latin typeface="Cambria Math" panose="02040503050406030204" pitchFamily="18" charset="0"/>
                                </a:rPr>
                                <m:t>1</m:t>
                              </m:r>
                              <m:r>
                                <a:rPr lang="zh-CN" altLang="en-US" sz="2200" i="1">
                                  <a:solidFill>
                                    <a:srgbClr val="000000"/>
                                  </a:solidFill>
                                  <a:latin typeface="Cambria Math" panose="02040503050406030204" pitchFamily="18" charset="0"/>
                                </a:rPr>
                                <m:t>𝑝</m:t>
                              </m:r>
                            </m:sub>
                          </m:sSub>
                        </m:den>
                      </m:f>
                      <m:r>
                        <a:rPr lang="zh-CN" altLang="en-US" sz="2200" i="1">
                          <a:solidFill>
                            <a:srgbClr val="000000"/>
                          </a:solidFill>
                          <a:latin typeface="Cambria Math" panose="02040503050406030204" pitchFamily="18" charset="0"/>
                        </a:rPr>
                        <m:t>=</m:t>
                      </m:r>
                      <m:f>
                        <m:fPr>
                          <m:ctrlPr>
                            <a:rPr lang="zh-CN" altLang="en-US" sz="2200" i="1">
                              <a:solidFill>
                                <a:srgbClr val="000000"/>
                              </a:solidFill>
                              <a:latin typeface="Cambria Math" panose="02040503050406030204" pitchFamily="18" charset="0"/>
                            </a:rPr>
                          </m:ctrlPr>
                        </m:fPr>
                        <m:num>
                          <m:r>
                            <a:rPr lang="zh-CN" altLang="en-US" sz="2200" i="1">
                              <a:solidFill>
                                <a:srgbClr val="000000"/>
                              </a:solidFill>
                              <a:latin typeface="Cambria Math" panose="02040503050406030204" pitchFamily="18" charset="0"/>
                            </a:rPr>
                            <m:t>2</m:t>
                          </m:r>
                          <m:sSub>
                            <m:sSubPr>
                              <m:ctrlPr>
                                <a:rPr lang="zh-CN" altLang="en-US" sz="2200" i="1">
                                  <a:solidFill>
                                    <a:srgbClr val="000000"/>
                                  </a:solidFill>
                                  <a:latin typeface="Cambria Math" panose="02040503050406030204" pitchFamily="18" charset="0"/>
                                </a:rPr>
                              </m:ctrlPr>
                            </m:sSubPr>
                            <m:e>
                              <m:r>
                                <a:rPr lang="zh-CN" altLang="en-US" sz="2200" i="1">
                                  <a:solidFill>
                                    <a:srgbClr val="000000"/>
                                  </a:solidFill>
                                  <a:latin typeface="Cambria Math" panose="02040503050406030204" pitchFamily="18" charset="0"/>
                                </a:rPr>
                                <m:t>𝑛</m:t>
                              </m:r>
                            </m:e>
                            <m:sub>
                              <m:r>
                                <a:rPr lang="zh-CN" altLang="en-US" sz="2200" i="1">
                                  <a:solidFill>
                                    <a:srgbClr val="000000"/>
                                  </a:solidFill>
                                  <a:latin typeface="Cambria Math" panose="02040503050406030204" pitchFamily="18" charset="0"/>
                                </a:rPr>
                                <m:t>1</m:t>
                              </m:r>
                            </m:sub>
                          </m:sSub>
                          <m:sSub>
                            <m:sSubPr>
                              <m:ctrlPr>
                                <a:rPr lang="zh-CN" altLang="en-US" sz="2200" i="1" smtClean="0">
                                  <a:solidFill>
                                    <a:srgbClr val="000000"/>
                                  </a:solidFill>
                                  <a:latin typeface="Cambria Math" panose="02040503050406030204" pitchFamily="18" charset="0"/>
                                </a:rPr>
                              </m:ctrlPr>
                            </m:sSubPr>
                            <m:e>
                              <m:r>
                                <m:rPr>
                                  <m:sty m:val="p"/>
                                </m:rPr>
                                <a:rPr lang="zh-CN" altLang="en-US" sz="2200" i="0">
                                  <a:solidFill>
                                    <a:srgbClr val="000000"/>
                                  </a:solidFill>
                                  <a:latin typeface="Cambria Math" panose="02040503050406030204" pitchFamily="18" charset="0"/>
                                </a:rPr>
                                <m:t>cos</m:t>
                              </m:r>
                              <m:r>
                                <a:rPr lang="zh-CN" altLang="en-US" sz="2200" i="1">
                                  <a:solidFill>
                                    <a:srgbClr val="000000"/>
                                  </a:solidFill>
                                  <a:latin typeface="Cambria Math" panose="02040503050406030204" pitchFamily="18" charset="0"/>
                                </a:rPr>
                                <m:t>𝑖</m:t>
                              </m:r>
                            </m:e>
                            <m:sub>
                              <m:r>
                                <a:rPr lang="zh-CN" altLang="en-US" sz="2200" i="1">
                                  <a:solidFill>
                                    <a:srgbClr val="000000"/>
                                  </a:solidFill>
                                  <a:latin typeface="Cambria Math" panose="02040503050406030204" pitchFamily="18" charset="0"/>
                                </a:rPr>
                                <m:t>1</m:t>
                              </m:r>
                            </m:sub>
                          </m:sSub>
                        </m:num>
                        <m:den>
                          <m:sSub>
                            <m:sSubPr>
                              <m:ctrlPr>
                                <a:rPr lang="zh-CN" altLang="en-US" sz="2200" i="1">
                                  <a:solidFill>
                                    <a:srgbClr val="000000"/>
                                  </a:solidFill>
                                  <a:latin typeface="Cambria Math" panose="02040503050406030204" pitchFamily="18" charset="0"/>
                                </a:rPr>
                              </m:ctrlPr>
                            </m:sSubPr>
                            <m:e>
                              <m:r>
                                <a:rPr lang="zh-CN" altLang="en-US" sz="2200" i="1">
                                  <a:solidFill>
                                    <a:srgbClr val="000000"/>
                                  </a:solidFill>
                                  <a:latin typeface="Cambria Math" panose="02040503050406030204" pitchFamily="18" charset="0"/>
                                </a:rPr>
                                <m:t>𝑛</m:t>
                              </m:r>
                            </m:e>
                            <m:sub>
                              <m:r>
                                <a:rPr lang="zh-CN" altLang="en-US" sz="2200" i="1">
                                  <a:solidFill>
                                    <a:srgbClr val="000000"/>
                                  </a:solidFill>
                                  <a:latin typeface="Cambria Math" panose="02040503050406030204" pitchFamily="18" charset="0"/>
                                </a:rPr>
                                <m:t>2</m:t>
                              </m:r>
                            </m:sub>
                          </m:sSub>
                          <m:func>
                            <m:funcPr>
                              <m:ctrlPr>
                                <a:rPr lang="zh-CN" altLang="en-US" sz="2200" i="1">
                                  <a:solidFill>
                                    <a:srgbClr val="000000"/>
                                  </a:solidFill>
                                  <a:latin typeface="Cambria Math" panose="02040503050406030204" pitchFamily="18" charset="0"/>
                                </a:rPr>
                              </m:ctrlPr>
                            </m:funcPr>
                            <m:fName>
                              <m:sSub>
                                <m:sSubPr>
                                  <m:ctrlPr>
                                    <a:rPr lang="zh-CN" altLang="en-US" sz="2200" i="1">
                                      <a:solidFill>
                                        <a:srgbClr val="000000"/>
                                      </a:solidFill>
                                      <a:latin typeface="Cambria Math" panose="02040503050406030204" pitchFamily="18" charset="0"/>
                                    </a:rPr>
                                  </m:ctrlPr>
                                </m:sSubPr>
                                <m:e>
                                  <m:r>
                                    <m:rPr>
                                      <m:sty m:val="p"/>
                                    </m:rPr>
                                    <a:rPr lang="zh-CN" altLang="en-US" sz="2200" i="0">
                                      <a:solidFill>
                                        <a:srgbClr val="000000"/>
                                      </a:solidFill>
                                      <a:latin typeface="Cambria Math" panose="02040503050406030204" pitchFamily="18" charset="0"/>
                                    </a:rPr>
                                    <m:t>cos</m:t>
                                  </m:r>
                                  <m:r>
                                    <a:rPr lang="zh-CN" altLang="en-US" sz="2200" i="1">
                                      <a:solidFill>
                                        <a:srgbClr val="000000"/>
                                      </a:solidFill>
                                      <a:latin typeface="Cambria Math" panose="02040503050406030204" pitchFamily="18" charset="0"/>
                                    </a:rPr>
                                    <m:t>𝑖</m:t>
                                  </m:r>
                                </m:e>
                                <m:sub>
                                  <m:r>
                                    <a:rPr lang="zh-CN" altLang="en-US" sz="2200" i="1">
                                      <a:solidFill>
                                        <a:srgbClr val="000000"/>
                                      </a:solidFill>
                                      <a:latin typeface="Cambria Math" panose="02040503050406030204" pitchFamily="18" charset="0"/>
                                    </a:rPr>
                                    <m:t>1</m:t>
                                  </m:r>
                                </m:sub>
                              </m:sSub>
                            </m:fName>
                            <m:e>
                              <m:r>
                                <a:rPr lang="zh-CN" altLang="en-US" sz="2200" i="1">
                                  <a:solidFill>
                                    <a:srgbClr val="000000"/>
                                  </a:solidFill>
                                  <a:latin typeface="Cambria Math" panose="02040503050406030204" pitchFamily="18" charset="0"/>
                                </a:rPr>
                                <m:t>+</m:t>
                              </m:r>
                            </m:e>
                          </m:func>
                          <m:sSub>
                            <m:sSubPr>
                              <m:ctrlPr>
                                <a:rPr lang="zh-CN" altLang="en-US" sz="2200" i="1">
                                  <a:solidFill>
                                    <a:srgbClr val="000000"/>
                                  </a:solidFill>
                                  <a:latin typeface="Cambria Math" panose="02040503050406030204" pitchFamily="18" charset="0"/>
                                </a:rPr>
                              </m:ctrlPr>
                            </m:sSubPr>
                            <m:e>
                              <m:r>
                                <a:rPr lang="zh-CN" altLang="en-US" sz="2200" i="1">
                                  <a:solidFill>
                                    <a:srgbClr val="000000"/>
                                  </a:solidFill>
                                  <a:latin typeface="Cambria Math" panose="02040503050406030204" pitchFamily="18" charset="0"/>
                                </a:rPr>
                                <m:t>𝑛</m:t>
                              </m:r>
                            </m:e>
                            <m:sub>
                              <m:r>
                                <a:rPr lang="zh-CN" altLang="en-US" sz="2200" i="1">
                                  <a:solidFill>
                                    <a:srgbClr val="000000"/>
                                  </a:solidFill>
                                  <a:latin typeface="Cambria Math" panose="02040503050406030204" pitchFamily="18" charset="0"/>
                                </a:rPr>
                                <m:t>1</m:t>
                              </m:r>
                            </m:sub>
                          </m:sSub>
                          <m:sSub>
                            <m:sSubPr>
                              <m:ctrlPr>
                                <a:rPr lang="zh-CN" altLang="en-US" sz="2200" i="1" smtClean="0">
                                  <a:solidFill>
                                    <a:srgbClr val="000000"/>
                                  </a:solidFill>
                                  <a:latin typeface="Cambria Math" panose="02040503050406030204" pitchFamily="18" charset="0"/>
                                </a:rPr>
                              </m:ctrlPr>
                            </m:sSubPr>
                            <m:e>
                              <m:r>
                                <m:rPr>
                                  <m:sty m:val="p"/>
                                </m:rPr>
                                <a:rPr lang="zh-CN" altLang="en-US" sz="2200" i="0">
                                  <a:solidFill>
                                    <a:srgbClr val="000000"/>
                                  </a:solidFill>
                                  <a:latin typeface="Cambria Math" panose="02040503050406030204" pitchFamily="18" charset="0"/>
                                </a:rPr>
                                <m:t>cos</m:t>
                              </m:r>
                              <m:r>
                                <a:rPr lang="zh-CN" altLang="en-US" sz="2200" i="1">
                                  <a:solidFill>
                                    <a:srgbClr val="000000"/>
                                  </a:solidFill>
                                  <a:latin typeface="Cambria Math" panose="02040503050406030204" pitchFamily="18" charset="0"/>
                                </a:rPr>
                                <m:t>𝑖</m:t>
                              </m:r>
                            </m:e>
                            <m:sub>
                              <m:r>
                                <a:rPr lang="zh-CN" altLang="en-US" sz="2200" i="1">
                                  <a:solidFill>
                                    <a:srgbClr val="000000"/>
                                  </a:solidFill>
                                  <a:latin typeface="Cambria Math" panose="02040503050406030204" pitchFamily="18" charset="0"/>
                                </a:rPr>
                                <m:t>2</m:t>
                              </m:r>
                            </m:sub>
                          </m:sSub>
                        </m:den>
                      </m:f>
                      <m:r>
                        <a:rPr lang="zh-CN" altLang="en-US" sz="2200" i="1">
                          <a:solidFill>
                            <a:srgbClr val="000000"/>
                          </a:solidFill>
                          <a:latin typeface="Cambria Math" panose="02040503050406030204" pitchFamily="18" charset="0"/>
                        </a:rPr>
                        <m:t>=</m:t>
                      </m:r>
                      <m:f>
                        <m:fPr>
                          <m:ctrlPr>
                            <a:rPr lang="zh-CN" altLang="en-US" sz="2200" i="1">
                              <a:solidFill>
                                <a:srgbClr val="000000"/>
                              </a:solidFill>
                              <a:latin typeface="Cambria Math" panose="02040503050406030204" pitchFamily="18" charset="0"/>
                            </a:rPr>
                          </m:ctrlPr>
                        </m:fPr>
                        <m:num>
                          <m:r>
                            <a:rPr lang="zh-CN" altLang="en-US" sz="2200" i="1">
                              <a:solidFill>
                                <a:srgbClr val="000000"/>
                              </a:solidFill>
                              <a:latin typeface="Cambria Math" panose="02040503050406030204" pitchFamily="18" charset="0"/>
                            </a:rPr>
                            <m:t>2</m:t>
                          </m:r>
                          <m:func>
                            <m:funcPr>
                              <m:ctrlPr>
                                <a:rPr lang="zh-CN" altLang="en-US" sz="2200" i="1">
                                  <a:solidFill>
                                    <a:srgbClr val="000000"/>
                                  </a:solidFill>
                                  <a:latin typeface="Cambria Math" panose="02040503050406030204" pitchFamily="18" charset="0"/>
                                </a:rPr>
                              </m:ctrlPr>
                            </m:funcPr>
                            <m:fName>
                              <m:sSub>
                                <m:sSubPr>
                                  <m:ctrlPr>
                                    <a:rPr lang="zh-CN" altLang="en-US" sz="2200" i="1">
                                      <a:solidFill>
                                        <a:srgbClr val="000000"/>
                                      </a:solidFill>
                                      <a:latin typeface="Cambria Math" panose="02040503050406030204" pitchFamily="18" charset="0"/>
                                    </a:rPr>
                                  </m:ctrlPr>
                                </m:sSubPr>
                                <m:e>
                                  <m:r>
                                    <m:rPr>
                                      <m:sty m:val="p"/>
                                    </m:rPr>
                                    <a:rPr lang="zh-CN" altLang="en-US" sz="2200" i="0">
                                      <a:solidFill>
                                        <a:srgbClr val="000000"/>
                                      </a:solidFill>
                                      <a:latin typeface="Cambria Math" panose="02040503050406030204" pitchFamily="18" charset="0"/>
                                    </a:rPr>
                                    <m:t>sin</m:t>
                                  </m:r>
                                  <m:r>
                                    <a:rPr lang="zh-CN" altLang="en-US" sz="2200" i="1">
                                      <a:solidFill>
                                        <a:srgbClr val="000000"/>
                                      </a:solidFill>
                                      <a:latin typeface="Cambria Math" panose="02040503050406030204" pitchFamily="18" charset="0"/>
                                    </a:rPr>
                                    <m:t>𝑖</m:t>
                                  </m:r>
                                </m:e>
                                <m:sub>
                                  <m:r>
                                    <a:rPr lang="zh-CN" altLang="en-US" sz="2200" i="1">
                                      <a:solidFill>
                                        <a:srgbClr val="000000"/>
                                      </a:solidFill>
                                      <a:latin typeface="Cambria Math" panose="02040503050406030204" pitchFamily="18" charset="0"/>
                                    </a:rPr>
                                    <m:t>2</m:t>
                                  </m:r>
                                </m:sub>
                              </m:sSub>
                            </m:fName>
                            <m:e>
                              <m:sSub>
                                <m:sSubPr>
                                  <m:ctrlPr>
                                    <a:rPr lang="zh-CN" altLang="en-US" sz="2200" i="1" smtClean="0">
                                      <a:solidFill>
                                        <a:srgbClr val="000000"/>
                                      </a:solidFill>
                                      <a:latin typeface="Cambria Math" panose="02040503050406030204" pitchFamily="18" charset="0"/>
                                    </a:rPr>
                                  </m:ctrlPr>
                                </m:sSubPr>
                                <m:e>
                                  <m:r>
                                    <m:rPr>
                                      <m:sty m:val="p"/>
                                    </m:rPr>
                                    <a:rPr lang="zh-CN" altLang="en-US" sz="2200" i="0">
                                      <a:solidFill>
                                        <a:srgbClr val="000000"/>
                                      </a:solidFill>
                                      <a:latin typeface="Cambria Math" panose="02040503050406030204" pitchFamily="18" charset="0"/>
                                    </a:rPr>
                                    <m:t>cos</m:t>
                                  </m:r>
                                  <m:r>
                                    <a:rPr lang="zh-CN" altLang="en-US" sz="2200" i="1">
                                      <a:solidFill>
                                        <a:srgbClr val="000000"/>
                                      </a:solidFill>
                                      <a:latin typeface="Cambria Math" panose="02040503050406030204" pitchFamily="18" charset="0"/>
                                    </a:rPr>
                                    <m:t>𝑖</m:t>
                                  </m:r>
                                </m:e>
                                <m:sub>
                                  <m:r>
                                    <a:rPr lang="zh-CN" altLang="en-US" sz="2200" i="1">
                                      <a:solidFill>
                                        <a:srgbClr val="000000"/>
                                      </a:solidFill>
                                      <a:latin typeface="Cambria Math" panose="02040503050406030204" pitchFamily="18" charset="0"/>
                                    </a:rPr>
                                    <m:t>1</m:t>
                                  </m:r>
                                </m:sub>
                              </m:sSub>
                            </m:e>
                          </m:func>
                        </m:num>
                        <m:den>
                          <m:func>
                            <m:funcPr>
                              <m:ctrlPr>
                                <a:rPr lang="zh-CN" altLang="en-US" sz="2200" i="1">
                                  <a:solidFill>
                                    <a:srgbClr val="000000"/>
                                  </a:solidFill>
                                  <a:latin typeface="Cambria Math" panose="02040503050406030204" pitchFamily="18" charset="0"/>
                                </a:rPr>
                              </m:ctrlPr>
                            </m:funcPr>
                            <m:fName>
                              <m:r>
                                <m:rPr>
                                  <m:sty m:val="p"/>
                                </m:rPr>
                                <a:rPr lang="zh-CN" altLang="en-US" sz="2200" i="0">
                                  <a:solidFill>
                                    <a:srgbClr val="000000"/>
                                  </a:solidFill>
                                  <a:latin typeface="Cambria Math" panose="02040503050406030204" pitchFamily="18" charset="0"/>
                                </a:rPr>
                                <m:t>sin</m:t>
                              </m:r>
                            </m:fName>
                            <m:e>
                              <m:r>
                                <a:rPr lang="zh-CN" altLang="en-US" sz="2200" i="1">
                                  <a:solidFill>
                                    <a:srgbClr val="000000"/>
                                  </a:solidFill>
                                  <a:latin typeface="Cambria Math" panose="02040503050406030204" pitchFamily="18" charset="0"/>
                                </a:rPr>
                                <m:t>(</m:t>
                              </m:r>
                            </m:e>
                          </m:func>
                          <m:sSub>
                            <m:sSubPr>
                              <m:ctrlPr>
                                <a:rPr lang="zh-CN" altLang="en-US" sz="2200" i="1">
                                  <a:solidFill>
                                    <a:srgbClr val="000000"/>
                                  </a:solidFill>
                                  <a:latin typeface="Cambria Math" panose="02040503050406030204" pitchFamily="18" charset="0"/>
                                </a:rPr>
                              </m:ctrlPr>
                            </m:sSubPr>
                            <m:e>
                              <m:r>
                                <a:rPr lang="zh-CN" altLang="en-US" sz="2200" i="1">
                                  <a:solidFill>
                                    <a:srgbClr val="000000"/>
                                  </a:solidFill>
                                  <a:latin typeface="Cambria Math" panose="02040503050406030204" pitchFamily="18" charset="0"/>
                                </a:rPr>
                                <m:t>𝑖</m:t>
                              </m:r>
                            </m:e>
                            <m:sub>
                              <m:r>
                                <a:rPr lang="zh-CN" altLang="en-US" sz="2200" i="1">
                                  <a:solidFill>
                                    <a:srgbClr val="000000"/>
                                  </a:solidFill>
                                  <a:latin typeface="Cambria Math" panose="02040503050406030204" pitchFamily="18" charset="0"/>
                                </a:rPr>
                                <m:t>1</m:t>
                              </m:r>
                            </m:sub>
                          </m:sSub>
                          <m:r>
                            <a:rPr lang="zh-CN" altLang="en-US" sz="2200" i="1">
                              <a:solidFill>
                                <a:srgbClr val="000000"/>
                              </a:solidFill>
                              <a:latin typeface="Cambria Math" panose="02040503050406030204" pitchFamily="18" charset="0"/>
                            </a:rPr>
                            <m:t>+</m:t>
                          </m:r>
                          <m:sSub>
                            <m:sSubPr>
                              <m:ctrlPr>
                                <a:rPr lang="zh-CN" altLang="en-US" sz="2200" i="1">
                                  <a:solidFill>
                                    <a:srgbClr val="000000"/>
                                  </a:solidFill>
                                  <a:latin typeface="Cambria Math" panose="02040503050406030204" pitchFamily="18" charset="0"/>
                                </a:rPr>
                              </m:ctrlPr>
                            </m:sSubPr>
                            <m:e>
                              <m:r>
                                <a:rPr lang="zh-CN" altLang="en-US" sz="2200" i="1">
                                  <a:solidFill>
                                    <a:srgbClr val="000000"/>
                                  </a:solidFill>
                                  <a:latin typeface="Cambria Math" panose="02040503050406030204" pitchFamily="18" charset="0"/>
                                </a:rPr>
                                <m:t>𝑖</m:t>
                              </m:r>
                            </m:e>
                            <m:sub>
                              <m:r>
                                <a:rPr lang="zh-CN" altLang="en-US" sz="2200" i="1">
                                  <a:solidFill>
                                    <a:srgbClr val="000000"/>
                                  </a:solidFill>
                                  <a:latin typeface="Cambria Math" panose="02040503050406030204" pitchFamily="18" charset="0"/>
                                </a:rPr>
                                <m:t>2</m:t>
                              </m:r>
                            </m:sub>
                          </m:sSub>
                          <m:r>
                            <a:rPr lang="zh-CN" altLang="en-US" sz="2200" i="1">
                              <a:solidFill>
                                <a:srgbClr val="000000"/>
                              </a:solidFill>
                              <a:latin typeface="Cambria Math" panose="02040503050406030204" pitchFamily="18" charset="0"/>
                            </a:rPr>
                            <m:t>)</m:t>
                          </m:r>
                          <m:func>
                            <m:funcPr>
                              <m:ctrlPr>
                                <a:rPr lang="zh-CN" altLang="en-US" sz="2200" i="1">
                                  <a:solidFill>
                                    <a:srgbClr val="000000"/>
                                  </a:solidFill>
                                  <a:latin typeface="Cambria Math" panose="02040503050406030204" pitchFamily="18" charset="0"/>
                                </a:rPr>
                              </m:ctrlPr>
                            </m:funcPr>
                            <m:fName>
                              <m:r>
                                <m:rPr>
                                  <m:sty m:val="p"/>
                                </m:rPr>
                                <a:rPr lang="zh-CN" altLang="en-US" sz="2200" i="0">
                                  <a:solidFill>
                                    <a:srgbClr val="000000"/>
                                  </a:solidFill>
                                  <a:latin typeface="Cambria Math" panose="02040503050406030204" pitchFamily="18" charset="0"/>
                                </a:rPr>
                                <m:t>cos</m:t>
                              </m:r>
                            </m:fName>
                            <m:e>
                              <m:r>
                                <a:rPr lang="zh-CN" altLang="en-US" sz="2200" i="1">
                                  <a:solidFill>
                                    <a:srgbClr val="000000"/>
                                  </a:solidFill>
                                  <a:latin typeface="Cambria Math" panose="02040503050406030204" pitchFamily="18" charset="0"/>
                                </a:rPr>
                                <m:t>(</m:t>
                              </m:r>
                            </m:e>
                          </m:func>
                          <m:sSub>
                            <m:sSubPr>
                              <m:ctrlPr>
                                <a:rPr lang="zh-CN" altLang="en-US" sz="2200" i="1">
                                  <a:solidFill>
                                    <a:srgbClr val="000000"/>
                                  </a:solidFill>
                                  <a:latin typeface="Cambria Math" panose="02040503050406030204" pitchFamily="18" charset="0"/>
                                </a:rPr>
                              </m:ctrlPr>
                            </m:sSubPr>
                            <m:e>
                              <m:r>
                                <a:rPr lang="zh-CN" altLang="en-US" sz="2200" i="1">
                                  <a:solidFill>
                                    <a:srgbClr val="000000"/>
                                  </a:solidFill>
                                  <a:latin typeface="Cambria Math" panose="02040503050406030204" pitchFamily="18" charset="0"/>
                                </a:rPr>
                                <m:t>𝑖</m:t>
                              </m:r>
                            </m:e>
                            <m:sub>
                              <m:r>
                                <a:rPr lang="zh-CN" altLang="en-US" sz="2200" i="1">
                                  <a:solidFill>
                                    <a:srgbClr val="000000"/>
                                  </a:solidFill>
                                  <a:latin typeface="Cambria Math" panose="02040503050406030204" pitchFamily="18" charset="0"/>
                                </a:rPr>
                                <m:t>1</m:t>
                              </m:r>
                            </m:sub>
                          </m:sSub>
                          <m:r>
                            <a:rPr lang="zh-CN" altLang="en-US" sz="2200" i="1">
                              <a:solidFill>
                                <a:srgbClr val="000000"/>
                              </a:solidFill>
                              <a:latin typeface="Cambria Math" panose="02040503050406030204" pitchFamily="18" charset="0"/>
                            </a:rPr>
                            <m:t>−</m:t>
                          </m:r>
                          <m:sSub>
                            <m:sSubPr>
                              <m:ctrlPr>
                                <a:rPr lang="zh-CN" altLang="en-US" sz="2200" i="1">
                                  <a:solidFill>
                                    <a:srgbClr val="000000"/>
                                  </a:solidFill>
                                  <a:latin typeface="Cambria Math" panose="02040503050406030204" pitchFamily="18" charset="0"/>
                                </a:rPr>
                              </m:ctrlPr>
                            </m:sSubPr>
                            <m:e>
                              <m:r>
                                <a:rPr lang="zh-CN" altLang="en-US" sz="2200" i="1">
                                  <a:solidFill>
                                    <a:srgbClr val="000000"/>
                                  </a:solidFill>
                                  <a:latin typeface="Cambria Math" panose="02040503050406030204" pitchFamily="18" charset="0"/>
                                </a:rPr>
                                <m:t>𝑖</m:t>
                              </m:r>
                            </m:e>
                            <m:sub>
                              <m:r>
                                <a:rPr lang="zh-CN" altLang="en-US" sz="2200" i="1">
                                  <a:solidFill>
                                    <a:srgbClr val="000000"/>
                                  </a:solidFill>
                                  <a:latin typeface="Cambria Math" panose="02040503050406030204" pitchFamily="18" charset="0"/>
                                </a:rPr>
                                <m:t>2</m:t>
                              </m:r>
                            </m:sub>
                          </m:sSub>
                          <m:r>
                            <a:rPr lang="zh-CN" altLang="en-US" sz="2200" i="1">
                              <a:solidFill>
                                <a:srgbClr val="000000"/>
                              </a:solidFill>
                              <a:latin typeface="Cambria Math" panose="02040503050406030204" pitchFamily="18" charset="0"/>
                            </a:rPr>
                            <m:t>)</m:t>
                          </m:r>
                        </m:den>
                      </m:f>
                    </m:oMath>
                  </m:oMathPara>
                </a14:m>
                <a:endParaRPr lang="zh-CN" altLang="en-US" sz="2200" dirty="0"/>
              </a:p>
            </p:txBody>
          </p:sp>
        </mc:Choice>
        <mc:Fallback xmlns="">
          <p:sp>
            <p:nvSpPr>
              <p:cNvPr id="59" name="对象 58">
                <a:extLst>
                  <a:ext uri="{FF2B5EF4-FFF2-40B4-BE49-F238E27FC236}">
                    <a16:creationId xmlns:a16="http://schemas.microsoft.com/office/drawing/2014/main" id="{82CD2FED-10C0-4992-BC82-9AF36CB6007E}"/>
                  </a:ext>
                </a:extLst>
              </p:cNvPr>
              <p:cNvSpPr txBox="1">
                <a:spLocks noRot="1" noChangeAspect="1" noMove="1" noResize="1" noEditPoints="1" noAdjustHandles="1" noChangeArrowheads="1" noChangeShapeType="1" noTextEdit="1"/>
              </p:cNvSpPr>
              <p:nvPr/>
            </p:nvSpPr>
            <p:spPr bwMode="auto">
              <a:xfrm>
                <a:off x="401631" y="5722773"/>
                <a:ext cx="7282487" cy="949325"/>
              </a:xfrm>
              <a:prstGeom prst="rect">
                <a:avLst/>
              </a:prstGeom>
              <a:blipFill>
                <a:blip r:embed="rId5"/>
                <a:stretch>
                  <a:fillRect/>
                </a:stretch>
              </a:blipFill>
              <a:ln>
                <a:noFill/>
              </a:ln>
              <a:extLst/>
            </p:spPr>
            <p:txBody>
              <a:bodyPr/>
              <a:lstStyle/>
              <a:p>
                <a:r>
                  <a:rPr lang="zh-CN" altLang="en-US">
                    <a:noFill/>
                  </a:rPr>
                  <a:t> </a:t>
                </a:r>
              </a:p>
            </p:txBody>
          </p:sp>
        </mc:Fallback>
      </mc:AlternateContent>
    </p:spTree>
    <p:extLst>
      <p:ext uri="{BB962C8B-B14F-4D97-AF65-F5344CB8AC3E}">
        <p14:creationId xmlns:p14="http://schemas.microsoft.com/office/powerpoint/2010/main" val="9826119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3">
            <a:extLst>
              <a:ext uri="{FF2B5EF4-FFF2-40B4-BE49-F238E27FC236}">
                <a16:creationId xmlns:a16="http://schemas.microsoft.com/office/drawing/2014/main" id="{F52150DE-35B7-41EA-B042-AEA8851CD116}"/>
              </a:ext>
            </a:extLst>
          </p:cNvPr>
          <p:cNvGraphicFramePr>
            <a:graphicFrameLocks noChangeAspect="1"/>
          </p:cNvGraphicFramePr>
          <p:nvPr>
            <p:extLst>
              <p:ext uri="{D42A27DB-BD31-4B8C-83A1-F6EECF244321}">
                <p14:modId xmlns:p14="http://schemas.microsoft.com/office/powerpoint/2010/main" val="4038104262"/>
              </p:ext>
            </p:extLst>
          </p:nvPr>
        </p:nvGraphicFramePr>
        <p:xfrm>
          <a:off x="1172760" y="3043412"/>
          <a:ext cx="4769287" cy="854267"/>
        </p:xfrm>
        <a:graphic>
          <a:graphicData uri="http://schemas.openxmlformats.org/presentationml/2006/ole">
            <mc:AlternateContent xmlns:mc="http://schemas.openxmlformats.org/markup-compatibility/2006">
              <mc:Choice xmlns:v="urn:schemas-microsoft-com:vml" Requires="v">
                <p:oleObj spid="_x0000_s8320" name="Equation" r:id="rId3" imgW="2425700" imgH="431800" progId="Equation.DSMT4">
                  <p:embed/>
                </p:oleObj>
              </mc:Choice>
              <mc:Fallback>
                <p:oleObj name="Equation" r:id="rId3" imgW="2425700" imgH="431800" progId="Equation.DSMT4">
                  <p:embed/>
                  <p:pic>
                    <p:nvPicPr>
                      <p:cNvPr id="64"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72760" y="3043412"/>
                        <a:ext cx="4769287" cy="854267"/>
                      </a:xfrm>
                      <a:prstGeom prst="rect">
                        <a:avLst/>
                      </a:prstGeom>
                      <a:noFill/>
                      <a:ln>
                        <a:noFill/>
                      </a:ln>
                      <a:extLst/>
                    </p:spPr>
                  </p:pic>
                </p:oleObj>
              </mc:Fallback>
            </mc:AlternateContent>
          </a:graphicData>
        </a:graphic>
      </p:graphicFrame>
      <p:graphicFrame>
        <p:nvGraphicFramePr>
          <p:cNvPr id="3" name="Object 4">
            <a:extLst>
              <a:ext uri="{FF2B5EF4-FFF2-40B4-BE49-F238E27FC236}">
                <a16:creationId xmlns:a16="http://schemas.microsoft.com/office/drawing/2014/main" id="{97E6570B-573C-430B-865C-9CFAA5E17220}"/>
              </a:ext>
            </a:extLst>
          </p:cNvPr>
          <p:cNvGraphicFramePr>
            <a:graphicFrameLocks noChangeAspect="1"/>
          </p:cNvGraphicFramePr>
          <p:nvPr>
            <p:extLst>
              <p:ext uri="{D42A27DB-BD31-4B8C-83A1-F6EECF244321}">
                <p14:modId xmlns:p14="http://schemas.microsoft.com/office/powerpoint/2010/main" val="3234772870"/>
              </p:ext>
            </p:extLst>
          </p:nvPr>
        </p:nvGraphicFramePr>
        <p:xfrm>
          <a:off x="689666" y="1060264"/>
          <a:ext cx="7558301" cy="1652080"/>
        </p:xfrm>
        <a:graphic>
          <a:graphicData uri="http://schemas.openxmlformats.org/presentationml/2006/ole">
            <mc:AlternateContent xmlns:mc="http://schemas.openxmlformats.org/markup-compatibility/2006">
              <mc:Choice xmlns:v="urn:schemas-microsoft-com:vml" Requires="v">
                <p:oleObj spid="_x0000_s8321" name="Equation" r:id="rId5" imgW="3860640" imgH="838080" progId="Equation.DSMT4">
                  <p:embed/>
                </p:oleObj>
              </mc:Choice>
              <mc:Fallback>
                <p:oleObj name="Equation" r:id="rId5" imgW="3860640" imgH="838080" progId="Equation.DSMT4">
                  <p:embed/>
                  <p:pic>
                    <p:nvPicPr>
                      <p:cNvPr id="66" name="Object 4"/>
                      <p:cNvPicPr>
                        <a:picLocks noChangeAspect="1" noChangeArrowheads="1"/>
                      </p:cNvPicPr>
                      <p:nvPr/>
                    </p:nvPicPr>
                    <p:blipFill>
                      <a:blip r:embed="rId6"/>
                      <a:srcRect/>
                      <a:stretch>
                        <a:fillRect/>
                      </a:stretch>
                    </p:blipFill>
                    <p:spPr bwMode="auto">
                      <a:xfrm>
                        <a:off x="689666" y="1060264"/>
                        <a:ext cx="7558301" cy="1652080"/>
                      </a:xfrm>
                      <a:prstGeom prst="rect">
                        <a:avLst/>
                      </a:prstGeom>
                      <a:noFill/>
                      <a:ln>
                        <a:noFill/>
                      </a:ln>
                      <a:extLst/>
                    </p:spPr>
                  </p:pic>
                </p:oleObj>
              </mc:Fallback>
            </mc:AlternateContent>
          </a:graphicData>
        </a:graphic>
      </p:graphicFrame>
      <p:sp>
        <p:nvSpPr>
          <p:cNvPr id="4" name="矩形 3">
            <a:extLst>
              <a:ext uri="{FF2B5EF4-FFF2-40B4-BE49-F238E27FC236}">
                <a16:creationId xmlns:a16="http://schemas.microsoft.com/office/drawing/2014/main" id="{E0348543-20CC-45EA-B13B-920F6D04FAE5}"/>
              </a:ext>
            </a:extLst>
          </p:cNvPr>
          <p:cNvSpPr/>
          <p:nvPr/>
        </p:nvSpPr>
        <p:spPr>
          <a:xfrm>
            <a:off x="249228" y="485722"/>
            <a:ext cx="2815194" cy="461665"/>
          </a:xfrm>
          <a:prstGeom prst="rect">
            <a:avLst/>
          </a:prstGeom>
        </p:spPr>
        <p:txBody>
          <a:bodyPr wrap="none">
            <a:spAutoFit/>
          </a:bodyPr>
          <a:lstStyle/>
          <a:p>
            <a:r>
              <a:rPr lang="en-US" altLang="zh-CN" sz="2400" b="1" dirty="0">
                <a:solidFill>
                  <a:srgbClr val="0066FF"/>
                </a:solidFill>
                <a:latin typeface="黑体" panose="02010609060101010101" pitchFamily="49" charset="-122"/>
                <a:ea typeface="黑体" panose="02010609060101010101" pitchFamily="49" charset="-122"/>
              </a:rPr>
              <a:t>S</a:t>
            </a:r>
            <a:r>
              <a:rPr lang="zh-CN" altLang="en-US" sz="2400" b="1" dirty="0">
                <a:solidFill>
                  <a:srgbClr val="0066FF"/>
                </a:solidFill>
                <a:latin typeface="黑体" panose="02010609060101010101" pitchFamily="49" charset="-122"/>
                <a:ea typeface="黑体" panose="02010609060101010101" pitchFamily="49" charset="-122"/>
              </a:rPr>
              <a:t>分量振幅反射系数</a:t>
            </a:r>
            <a:endParaRPr lang="zh-CN" altLang="en-US" sz="2400" b="1" dirty="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15250637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E7DB6AB3-5398-4D77-B813-37F97C56DAE7}"/>
              </a:ext>
            </a:extLst>
          </p:cNvPr>
          <p:cNvSpPr/>
          <p:nvPr/>
        </p:nvSpPr>
        <p:spPr>
          <a:xfrm>
            <a:off x="249228" y="485722"/>
            <a:ext cx="2815194" cy="461665"/>
          </a:xfrm>
          <a:prstGeom prst="rect">
            <a:avLst/>
          </a:prstGeom>
        </p:spPr>
        <p:txBody>
          <a:bodyPr wrap="none">
            <a:spAutoFit/>
          </a:bodyPr>
          <a:lstStyle/>
          <a:p>
            <a:r>
              <a:rPr lang="en-US" altLang="zh-CN" sz="2400" b="1" dirty="0">
                <a:solidFill>
                  <a:srgbClr val="0066FF"/>
                </a:solidFill>
                <a:latin typeface="黑体" panose="02010609060101010101" pitchFamily="49" charset="-122"/>
                <a:ea typeface="黑体" panose="02010609060101010101" pitchFamily="49" charset="-122"/>
              </a:rPr>
              <a:t>P</a:t>
            </a:r>
            <a:r>
              <a:rPr lang="zh-CN" altLang="en-US" sz="2400" b="1" dirty="0">
                <a:solidFill>
                  <a:srgbClr val="0066FF"/>
                </a:solidFill>
                <a:latin typeface="黑体" panose="02010609060101010101" pitchFamily="49" charset="-122"/>
                <a:ea typeface="黑体" panose="02010609060101010101" pitchFamily="49" charset="-122"/>
              </a:rPr>
              <a:t>分量振幅反射系数</a:t>
            </a:r>
            <a:endParaRPr lang="zh-CN" altLang="en-US" sz="2400" b="1" dirty="0">
              <a:latin typeface="黑体" panose="02010609060101010101" pitchFamily="49" charset="-122"/>
              <a:ea typeface="黑体" panose="02010609060101010101" pitchFamily="49" charset="-122"/>
            </a:endParaRPr>
          </a:p>
        </p:txBody>
      </p:sp>
      <p:graphicFrame>
        <p:nvGraphicFramePr>
          <p:cNvPr id="3" name="Object 5">
            <a:extLst>
              <a:ext uri="{FF2B5EF4-FFF2-40B4-BE49-F238E27FC236}">
                <a16:creationId xmlns:a16="http://schemas.microsoft.com/office/drawing/2014/main" id="{EE0B4C30-E3F5-4F39-8CEE-CEDB29B72BB8}"/>
              </a:ext>
            </a:extLst>
          </p:cNvPr>
          <p:cNvGraphicFramePr>
            <a:graphicFrameLocks noChangeAspect="1"/>
          </p:cNvGraphicFramePr>
          <p:nvPr>
            <p:extLst>
              <p:ext uri="{D42A27DB-BD31-4B8C-83A1-F6EECF244321}">
                <p14:modId xmlns:p14="http://schemas.microsoft.com/office/powerpoint/2010/main" val="153569458"/>
              </p:ext>
            </p:extLst>
          </p:nvPr>
        </p:nvGraphicFramePr>
        <p:xfrm>
          <a:off x="574853" y="1134879"/>
          <a:ext cx="8097718" cy="1760897"/>
        </p:xfrm>
        <a:graphic>
          <a:graphicData uri="http://schemas.openxmlformats.org/presentationml/2006/ole">
            <mc:AlternateContent xmlns:mc="http://schemas.openxmlformats.org/markup-compatibility/2006">
              <mc:Choice xmlns:v="urn:schemas-microsoft-com:vml" Requires="v">
                <p:oleObj spid="_x0000_s9401" name="Equation" r:id="rId3" imgW="3873240" imgH="838080" progId="Equation.DSMT4">
                  <p:embed/>
                </p:oleObj>
              </mc:Choice>
              <mc:Fallback>
                <p:oleObj name="Equation" r:id="rId3" imgW="3873240" imgH="838080" progId="Equation.DSMT4">
                  <p:embed/>
                  <p:pic>
                    <p:nvPicPr>
                      <p:cNvPr id="67" name="Object 5"/>
                      <p:cNvPicPr>
                        <a:picLocks noChangeAspect="1" noChangeArrowheads="1"/>
                      </p:cNvPicPr>
                      <p:nvPr/>
                    </p:nvPicPr>
                    <p:blipFill>
                      <a:blip r:embed="rId4"/>
                      <a:srcRect/>
                      <a:stretch>
                        <a:fillRect/>
                      </a:stretch>
                    </p:blipFill>
                    <p:spPr bwMode="auto">
                      <a:xfrm>
                        <a:off x="574853" y="1134879"/>
                        <a:ext cx="8097718" cy="1760897"/>
                      </a:xfrm>
                      <a:prstGeom prst="rect">
                        <a:avLst/>
                      </a:prstGeom>
                      <a:noFill/>
                      <a:ln>
                        <a:noFill/>
                      </a:ln>
                      <a:extLst/>
                    </p:spPr>
                  </p:pic>
                </p:oleObj>
              </mc:Fallback>
            </mc:AlternateContent>
          </a:graphicData>
        </a:graphic>
      </p:graphicFrame>
      <p:graphicFrame>
        <p:nvGraphicFramePr>
          <p:cNvPr id="4" name="Object 6">
            <a:extLst>
              <a:ext uri="{FF2B5EF4-FFF2-40B4-BE49-F238E27FC236}">
                <a16:creationId xmlns:a16="http://schemas.microsoft.com/office/drawing/2014/main" id="{84409E27-83FA-4368-B313-1EA5A8439470}"/>
              </a:ext>
            </a:extLst>
          </p:cNvPr>
          <p:cNvGraphicFramePr>
            <a:graphicFrameLocks noChangeAspect="1"/>
          </p:cNvGraphicFramePr>
          <p:nvPr>
            <p:extLst>
              <p:ext uri="{D42A27DB-BD31-4B8C-83A1-F6EECF244321}">
                <p14:modId xmlns:p14="http://schemas.microsoft.com/office/powerpoint/2010/main" val="2146774889"/>
              </p:ext>
            </p:extLst>
          </p:nvPr>
        </p:nvGraphicFramePr>
        <p:xfrm>
          <a:off x="1103758" y="4578693"/>
          <a:ext cx="4465503" cy="881984"/>
        </p:xfrm>
        <a:graphic>
          <a:graphicData uri="http://schemas.openxmlformats.org/presentationml/2006/ole">
            <mc:AlternateContent xmlns:mc="http://schemas.openxmlformats.org/markup-compatibility/2006">
              <mc:Choice xmlns:v="urn:schemas-microsoft-com:vml" Requires="v">
                <p:oleObj spid="_x0000_s9402" name="Equation" r:id="rId5" imgW="2197100" imgH="431800" progId="Equation.DSMT4">
                  <p:embed/>
                </p:oleObj>
              </mc:Choice>
              <mc:Fallback>
                <p:oleObj name="Equation" r:id="rId5" imgW="2197100" imgH="431800" progId="Equation.DSMT4">
                  <p:embed/>
                  <p:pic>
                    <p:nvPicPr>
                      <p:cNvPr id="68"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03758" y="4578693"/>
                        <a:ext cx="4465503" cy="881984"/>
                      </a:xfrm>
                      <a:prstGeom prst="rect">
                        <a:avLst/>
                      </a:prstGeom>
                      <a:noFill/>
                      <a:ln>
                        <a:noFill/>
                      </a:ln>
                      <a:extLst/>
                    </p:spPr>
                  </p:pic>
                </p:oleObj>
              </mc:Fallback>
            </mc:AlternateContent>
          </a:graphicData>
        </a:graphic>
      </p:graphicFrame>
      <p:graphicFrame>
        <p:nvGraphicFramePr>
          <p:cNvPr id="5" name="Object 7">
            <a:extLst>
              <a:ext uri="{FF2B5EF4-FFF2-40B4-BE49-F238E27FC236}">
                <a16:creationId xmlns:a16="http://schemas.microsoft.com/office/drawing/2014/main" id="{EA6D0B57-F47E-4991-8D53-5D19462C374A}"/>
              </a:ext>
            </a:extLst>
          </p:cNvPr>
          <p:cNvGraphicFramePr>
            <a:graphicFrameLocks noChangeAspect="1"/>
          </p:cNvGraphicFramePr>
          <p:nvPr>
            <p:extLst>
              <p:ext uri="{D42A27DB-BD31-4B8C-83A1-F6EECF244321}">
                <p14:modId xmlns:p14="http://schemas.microsoft.com/office/powerpoint/2010/main" val="342785497"/>
              </p:ext>
            </p:extLst>
          </p:nvPr>
        </p:nvGraphicFramePr>
        <p:xfrm>
          <a:off x="1103758" y="3109475"/>
          <a:ext cx="5674451" cy="945481"/>
        </p:xfrm>
        <a:graphic>
          <a:graphicData uri="http://schemas.openxmlformats.org/presentationml/2006/ole">
            <mc:AlternateContent xmlns:mc="http://schemas.openxmlformats.org/markup-compatibility/2006">
              <mc:Choice xmlns:v="urn:schemas-microsoft-com:vml" Requires="v">
                <p:oleObj spid="_x0000_s9403" name="Equation" r:id="rId7" imgW="2603160" imgH="431640" progId="Equation.DSMT4">
                  <p:embed/>
                </p:oleObj>
              </mc:Choice>
              <mc:Fallback>
                <p:oleObj name="Equation" r:id="rId7" imgW="2603160" imgH="431640" progId="Equation.DSMT4">
                  <p:embed/>
                  <p:pic>
                    <p:nvPicPr>
                      <p:cNvPr id="71" name="Object 7"/>
                      <p:cNvPicPr>
                        <a:picLocks noChangeAspect="1" noChangeArrowheads="1"/>
                      </p:cNvPicPr>
                      <p:nvPr/>
                    </p:nvPicPr>
                    <p:blipFill>
                      <a:blip r:embed="rId8"/>
                      <a:srcRect/>
                      <a:stretch>
                        <a:fillRect/>
                      </a:stretch>
                    </p:blipFill>
                    <p:spPr bwMode="auto">
                      <a:xfrm>
                        <a:off x="1103758" y="3109475"/>
                        <a:ext cx="5674451" cy="945481"/>
                      </a:xfrm>
                      <a:prstGeom prst="rect">
                        <a:avLst/>
                      </a:prstGeom>
                      <a:noFill/>
                      <a:ln>
                        <a:noFill/>
                      </a:ln>
                      <a:extLst/>
                    </p:spPr>
                  </p:pic>
                </p:oleObj>
              </mc:Fallback>
            </mc:AlternateContent>
          </a:graphicData>
        </a:graphic>
      </p:graphicFrame>
    </p:spTree>
    <p:extLst>
      <p:ext uri="{BB962C8B-B14F-4D97-AF65-F5344CB8AC3E}">
        <p14:creationId xmlns:p14="http://schemas.microsoft.com/office/powerpoint/2010/main" val="38248995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5D71AD9D-B176-4B82-AE74-480184C90C69}"/>
              </a:ext>
            </a:extLst>
          </p:cNvPr>
          <p:cNvSpPr/>
          <p:nvPr/>
        </p:nvSpPr>
        <p:spPr>
          <a:xfrm>
            <a:off x="376150" y="259691"/>
            <a:ext cx="2815194" cy="461665"/>
          </a:xfrm>
          <a:prstGeom prst="rect">
            <a:avLst/>
          </a:prstGeom>
        </p:spPr>
        <p:txBody>
          <a:bodyPr wrap="none">
            <a:spAutoFit/>
          </a:bodyPr>
          <a:lstStyle/>
          <a:p>
            <a:r>
              <a:rPr lang="en-US" altLang="zh-CN" sz="2400" b="1" dirty="0">
                <a:solidFill>
                  <a:srgbClr val="0066FF"/>
                </a:solidFill>
                <a:latin typeface="黑体" panose="02010609060101010101" pitchFamily="49" charset="-122"/>
                <a:ea typeface="黑体" panose="02010609060101010101" pitchFamily="49" charset="-122"/>
              </a:rPr>
              <a:t>S</a:t>
            </a:r>
            <a:r>
              <a:rPr lang="zh-CN" altLang="en-US" sz="2400" b="1" dirty="0">
                <a:solidFill>
                  <a:srgbClr val="0066FF"/>
                </a:solidFill>
                <a:latin typeface="黑体" panose="02010609060101010101" pitchFamily="49" charset="-122"/>
                <a:ea typeface="黑体" panose="02010609060101010101" pitchFamily="49" charset="-122"/>
              </a:rPr>
              <a:t>分量振幅透射系数</a:t>
            </a:r>
            <a:endParaRPr lang="zh-CN" altLang="en-US" sz="2400" b="1" dirty="0">
              <a:latin typeface="黑体" panose="02010609060101010101" pitchFamily="49" charset="-122"/>
              <a:ea typeface="黑体" panose="02010609060101010101" pitchFamily="49" charset="-122"/>
            </a:endParaRPr>
          </a:p>
        </p:txBody>
      </p:sp>
      <p:graphicFrame>
        <p:nvGraphicFramePr>
          <p:cNvPr id="3" name="Object 2">
            <a:extLst>
              <a:ext uri="{FF2B5EF4-FFF2-40B4-BE49-F238E27FC236}">
                <a16:creationId xmlns:a16="http://schemas.microsoft.com/office/drawing/2014/main" id="{53DC3893-7C6D-479B-948F-5D88ECB74E46}"/>
              </a:ext>
            </a:extLst>
          </p:cNvPr>
          <p:cNvGraphicFramePr>
            <a:graphicFrameLocks noChangeAspect="1"/>
          </p:cNvGraphicFramePr>
          <p:nvPr>
            <p:extLst>
              <p:ext uri="{D42A27DB-BD31-4B8C-83A1-F6EECF244321}">
                <p14:modId xmlns:p14="http://schemas.microsoft.com/office/powerpoint/2010/main" val="87358759"/>
              </p:ext>
            </p:extLst>
          </p:nvPr>
        </p:nvGraphicFramePr>
        <p:xfrm>
          <a:off x="919142" y="1376153"/>
          <a:ext cx="2462213" cy="925512"/>
        </p:xfrm>
        <a:graphic>
          <a:graphicData uri="http://schemas.openxmlformats.org/presentationml/2006/ole">
            <mc:AlternateContent xmlns:mc="http://schemas.openxmlformats.org/markup-compatibility/2006">
              <mc:Choice xmlns:v="urn:schemas-microsoft-com:vml" Requires="v">
                <p:oleObj spid="_x0000_s10537" name="Equation" r:id="rId3" imgW="1155600" imgH="431640" progId="Equation.DSMT4">
                  <p:embed/>
                </p:oleObj>
              </mc:Choice>
              <mc:Fallback>
                <p:oleObj name="Equation" r:id="rId3" imgW="1155600" imgH="431640" progId="Equation.DSMT4">
                  <p:embed/>
                  <p:pic>
                    <p:nvPicPr>
                      <p:cNvPr id="10" name="Object 2"/>
                      <p:cNvPicPr>
                        <a:picLocks noChangeAspect="1" noChangeArrowheads="1"/>
                      </p:cNvPicPr>
                      <p:nvPr/>
                    </p:nvPicPr>
                    <p:blipFill>
                      <a:blip r:embed="rId4"/>
                      <a:srcRect/>
                      <a:stretch>
                        <a:fillRect/>
                      </a:stretch>
                    </p:blipFill>
                    <p:spPr bwMode="auto">
                      <a:xfrm>
                        <a:off x="919142" y="1376153"/>
                        <a:ext cx="2462213" cy="925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 name="Object 3">
            <a:extLst>
              <a:ext uri="{FF2B5EF4-FFF2-40B4-BE49-F238E27FC236}">
                <a16:creationId xmlns:a16="http://schemas.microsoft.com/office/drawing/2014/main" id="{2E615D3F-6186-4DF1-9084-6FBA9F1B9868}"/>
              </a:ext>
            </a:extLst>
          </p:cNvPr>
          <p:cNvGraphicFramePr>
            <a:graphicFrameLocks noChangeAspect="1"/>
          </p:cNvGraphicFramePr>
          <p:nvPr>
            <p:extLst>
              <p:ext uri="{D42A27DB-BD31-4B8C-83A1-F6EECF244321}">
                <p14:modId xmlns:p14="http://schemas.microsoft.com/office/powerpoint/2010/main" val="215365014"/>
              </p:ext>
            </p:extLst>
          </p:nvPr>
        </p:nvGraphicFramePr>
        <p:xfrm>
          <a:off x="3295630" y="1376153"/>
          <a:ext cx="3328987" cy="925512"/>
        </p:xfrm>
        <a:graphic>
          <a:graphicData uri="http://schemas.openxmlformats.org/presentationml/2006/ole">
            <mc:AlternateContent xmlns:mc="http://schemas.openxmlformats.org/markup-compatibility/2006">
              <mc:Choice xmlns:v="urn:schemas-microsoft-com:vml" Requires="v">
                <p:oleObj spid="_x0000_s10538" name="Equation" r:id="rId5" imgW="1562100" imgH="431800" progId="Equation.DSMT4">
                  <p:embed/>
                </p:oleObj>
              </mc:Choice>
              <mc:Fallback>
                <p:oleObj name="Equation" r:id="rId5" imgW="1562100" imgH="431800" progId="Equation.DSMT4">
                  <p:embed/>
                  <p:pic>
                    <p:nvPicPr>
                      <p:cNvPr id="11"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95630" y="1376153"/>
                        <a:ext cx="3328987" cy="925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 name="Object 4">
            <a:extLst>
              <a:ext uri="{FF2B5EF4-FFF2-40B4-BE49-F238E27FC236}">
                <a16:creationId xmlns:a16="http://schemas.microsoft.com/office/drawing/2014/main" id="{5F7CE292-219E-48A9-9544-582AA380B6C3}"/>
              </a:ext>
            </a:extLst>
          </p:cNvPr>
          <p:cNvGraphicFramePr>
            <a:graphicFrameLocks noChangeAspect="1"/>
          </p:cNvGraphicFramePr>
          <p:nvPr>
            <p:extLst>
              <p:ext uri="{D42A27DB-BD31-4B8C-83A1-F6EECF244321}">
                <p14:modId xmlns:p14="http://schemas.microsoft.com/office/powerpoint/2010/main" val="706239682"/>
              </p:ext>
            </p:extLst>
          </p:nvPr>
        </p:nvGraphicFramePr>
        <p:xfrm>
          <a:off x="1500078" y="2865906"/>
          <a:ext cx="2732087" cy="1333500"/>
        </p:xfrm>
        <a:graphic>
          <a:graphicData uri="http://schemas.openxmlformats.org/presentationml/2006/ole">
            <mc:AlternateContent xmlns:mc="http://schemas.openxmlformats.org/markup-compatibility/2006">
              <mc:Choice xmlns:v="urn:schemas-microsoft-com:vml" Requires="v">
                <p:oleObj spid="_x0000_s10539" name="Equation" r:id="rId7" imgW="1282700" imgH="622300" progId="Equation.DSMT4">
                  <p:embed/>
                </p:oleObj>
              </mc:Choice>
              <mc:Fallback>
                <p:oleObj name="Equation" r:id="rId7" imgW="1282700" imgH="622300" progId="Equation.DSMT4">
                  <p:embed/>
                  <p:pic>
                    <p:nvPicPr>
                      <p:cNvPr id="12"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00078" y="2865906"/>
                        <a:ext cx="2732087" cy="133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 name="Object 5">
            <a:extLst>
              <a:ext uri="{FF2B5EF4-FFF2-40B4-BE49-F238E27FC236}">
                <a16:creationId xmlns:a16="http://schemas.microsoft.com/office/drawing/2014/main" id="{8DDAA6B9-A623-433F-834C-5DB34374490E}"/>
              </a:ext>
            </a:extLst>
          </p:cNvPr>
          <p:cNvGraphicFramePr>
            <a:graphicFrameLocks noChangeAspect="1"/>
          </p:cNvGraphicFramePr>
          <p:nvPr>
            <p:extLst>
              <p:ext uri="{D42A27DB-BD31-4B8C-83A1-F6EECF244321}">
                <p14:modId xmlns:p14="http://schemas.microsoft.com/office/powerpoint/2010/main" val="1685095039"/>
              </p:ext>
            </p:extLst>
          </p:nvPr>
        </p:nvGraphicFramePr>
        <p:xfrm>
          <a:off x="1500078" y="4507944"/>
          <a:ext cx="2379662" cy="1333500"/>
        </p:xfrm>
        <a:graphic>
          <a:graphicData uri="http://schemas.openxmlformats.org/presentationml/2006/ole">
            <mc:AlternateContent xmlns:mc="http://schemas.openxmlformats.org/markup-compatibility/2006">
              <mc:Choice xmlns:v="urn:schemas-microsoft-com:vml" Requires="v">
                <p:oleObj spid="_x0000_s10540" name="Equation" r:id="rId9" imgW="1117115" imgH="622030" progId="Equation.DSMT4">
                  <p:embed/>
                </p:oleObj>
              </mc:Choice>
              <mc:Fallback>
                <p:oleObj name="Equation" r:id="rId9" imgW="1117115" imgH="622030" progId="Equation.DSMT4">
                  <p:embed/>
                  <p:pic>
                    <p:nvPicPr>
                      <p:cNvPr id="13"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500078" y="4507944"/>
                        <a:ext cx="2379662" cy="133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 name="Object 6">
            <a:extLst>
              <a:ext uri="{FF2B5EF4-FFF2-40B4-BE49-F238E27FC236}">
                <a16:creationId xmlns:a16="http://schemas.microsoft.com/office/drawing/2014/main" id="{24A519F6-7E10-4665-B63C-F5BD4D27A243}"/>
              </a:ext>
            </a:extLst>
          </p:cNvPr>
          <p:cNvGraphicFramePr>
            <a:graphicFrameLocks noChangeAspect="1"/>
          </p:cNvGraphicFramePr>
          <p:nvPr>
            <p:extLst>
              <p:ext uri="{D42A27DB-BD31-4B8C-83A1-F6EECF244321}">
                <p14:modId xmlns:p14="http://schemas.microsoft.com/office/powerpoint/2010/main" val="732573132"/>
              </p:ext>
            </p:extLst>
          </p:nvPr>
        </p:nvGraphicFramePr>
        <p:xfrm>
          <a:off x="3844815" y="4507944"/>
          <a:ext cx="2624138" cy="925512"/>
        </p:xfrm>
        <a:graphic>
          <a:graphicData uri="http://schemas.openxmlformats.org/presentationml/2006/ole">
            <mc:AlternateContent xmlns:mc="http://schemas.openxmlformats.org/markup-compatibility/2006">
              <mc:Choice xmlns:v="urn:schemas-microsoft-com:vml" Requires="v">
                <p:oleObj spid="_x0000_s10541" name="Equation" r:id="rId11" imgW="1231366" imgH="431613" progId="Equation.DSMT4">
                  <p:embed/>
                </p:oleObj>
              </mc:Choice>
              <mc:Fallback>
                <p:oleObj name="Equation" r:id="rId11" imgW="1231366" imgH="431613" progId="Equation.DSMT4">
                  <p:embed/>
                  <p:pic>
                    <p:nvPicPr>
                      <p:cNvPr id="14" name="Object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844815" y="4507944"/>
                        <a:ext cx="2624138" cy="925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789013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53EE3891-AD48-404A-AA47-11DCCAF7DC98}"/>
              </a:ext>
            </a:extLst>
          </p:cNvPr>
          <p:cNvSpPr/>
          <p:nvPr/>
        </p:nvSpPr>
        <p:spPr>
          <a:xfrm>
            <a:off x="376150" y="259691"/>
            <a:ext cx="2815194" cy="461665"/>
          </a:xfrm>
          <a:prstGeom prst="rect">
            <a:avLst/>
          </a:prstGeom>
        </p:spPr>
        <p:txBody>
          <a:bodyPr wrap="none">
            <a:spAutoFit/>
          </a:bodyPr>
          <a:lstStyle/>
          <a:p>
            <a:r>
              <a:rPr lang="en-US" altLang="zh-CN" sz="2400" b="1" dirty="0">
                <a:solidFill>
                  <a:srgbClr val="0066FF"/>
                </a:solidFill>
                <a:latin typeface="黑体" panose="02010609060101010101" pitchFamily="49" charset="-122"/>
                <a:ea typeface="黑体" panose="02010609060101010101" pitchFamily="49" charset="-122"/>
              </a:rPr>
              <a:t>P</a:t>
            </a:r>
            <a:r>
              <a:rPr lang="zh-CN" altLang="en-US" sz="2400" b="1" dirty="0">
                <a:solidFill>
                  <a:srgbClr val="0066FF"/>
                </a:solidFill>
                <a:latin typeface="黑体" panose="02010609060101010101" pitchFamily="49" charset="-122"/>
                <a:ea typeface="黑体" panose="02010609060101010101" pitchFamily="49" charset="-122"/>
              </a:rPr>
              <a:t>分量振幅透射系数</a:t>
            </a:r>
            <a:endParaRPr lang="zh-CN" altLang="en-US" sz="2400" b="1" dirty="0">
              <a:latin typeface="黑体" panose="02010609060101010101" pitchFamily="49" charset="-122"/>
              <a:ea typeface="黑体" panose="02010609060101010101" pitchFamily="49" charset="-122"/>
            </a:endParaRPr>
          </a:p>
        </p:txBody>
      </p:sp>
      <p:graphicFrame>
        <p:nvGraphicFramePr>
          <p:cNvPr id="3" name="Object 7">
            <a:extLst>
              <a:ext uri="{FF2B5EF4-FFF2-40B4-BE49-F238E27FC236}">
                <a16:creationId xmlns:a16="http://schemas.microsoft.com/office/drawing/2014/main" id="{A7F4855F-63D6-4FEC-A0BA-F24671074EF6}"/>
              </a:ext>
            </a:extLst>
          </p:cNvPr>
          <p:cNvGraphicFramePr>
            <a:graphicFrameLocks noChangeAspect="1"/>
          </p:cNvGraphicFramePr>
          <p:nvPr>
            <p:extLst>
              <p:ext uri="{D42A27DB-BD31-4B8C-83A1-F6EECF244321}">
                <p14:modId xmlns:p14="http://schemas.microsoft.com/office/powerpoint/2010/main" val="3797153558"/>
              </p:ext>
            </p:extLst>
          </p:nvPr>
        </p:nvGraphicFramePr>
        <p:xfrm>
          <a:off x="3533344" y="4089579"/>
          <a:ext cx="2473325" cy="873125"/>
        </p:xfrm>
        <a:graphic>
          <a:graphicData uri="http://schemas.openxmlformats.org/presentationml/2006/ole">
            <mc:AlternateContent xmlns:mc="http://schemas.openxmlformats.org/markup-compatibility/2006">
              <mc:Choice xmlns:v="urn:schemas-microsoft-com:vml" Requires="v">
                <p:oleObj spid="_x0000_s11556" name="Equation" r:id="rId3" imgW="1231366" imgH="431613" progId="Equation.DSMT4">
                  <p:embed/>
                </p:oleObj>
              </mc:Choice>
              <mc:Fallback>
                <p:oleObj name="Equation" r:id="rId3" imgW="1231366" imgH="431613" progId="Equation.DSMT4">
                  <p:embed/>
                  <p:pic>
                    <p:nvPicPr>
                      <p:cNvPr id="15"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33344" y="4089579"/>
                        <a:ext cx="2473325" cy="873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 name="Object 8">
            <a:extLst>
              <a:ext uri="{FF2B5EF4-FFF2-40B4-BE49-F238E27FC236}">
                <a16:creationId xmlns:a16="http://schemas.microsoft.com/office/drawing/2014/main" id="{CA5E1910-718A-409B-A900-CC8A1152D817}"/>
              </a:ext>
            </a:extLst>
          </p:cNvPr>
          <p:cNvGraphicFramePr>
            <a:graphicFrameLocks noChangeAspect="1"/>
          </p:cNvGraphicFramePr>
          <p:nvPr>
            <p:extLst>
              <p:ext uri="{D42A27DB-BD31-4B8C-83A1-F6EECF244321}">
                <p14:modId xmlns:p14="http://schemas.microsoft.com/office/powerpoint/2010/main" val="207226041"/>
              </p:ext>
            </p:extLst>
          </p:nvPr>
        </p:nvGraphicFramePr>
        <p:xfrm>
          <a:off x="811262" y="1081088"/>
          <a:ext cx="3414713" cy="873125"/>
        </p:xfrm>
        <a:graphic>
          <a:graphicData uri="http://schemas.openxmlformats.org/presentationml/2006/ole">
            <mc:AlternateContent xmlns:mc="http://schemas.openxmlformats.org/markup-compatibility/2006">
              <mc:Choice xmlns:v="urn:schemas-microsoft-com:vml" Requires="v">
                <p:oleObj spid="_x0000_s11557" name="Equation" r:id="rId5" imgW="1701720" imgH="431640" progId="Equation.DSMT4">
                  <p:embed/>
                </p:oleObj>
              </mc:Choice>
              <mc:Fallback>
                <p:oleObj name="Equation" r:id="rId5" imgW="1701720" imgH="431640" progId="Equation.DSMT4">
                  <p:embed/>
                  <p:pic>
                    <p:nvPicPr>
                      <p:cNvPr id="16" name="Object 8"/>
                      <p:cNvPicPr>
                        <a:picLocks noChangeAspect="1" noChangeArrowheads="1"/>
                      </p:cNvPicPr>
                      <p:nvPr/>
                    </p:nvPicPr>
                    <p:blipFill>
                      <a:blip r:embed="rId6"/>
                      <a:srcRect/>
                      <a:stretch>
                        <a:fillRect/>
                      </a:stretch>
                    </p:blipFill>
                    <p:spPr bwMode="auto">
                      <a:xfrm>
                        <a:off x="811262" y="1081088"/>
                        <a:ext cx="3414713" cy="873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 name="Object 9">
            <a:extLst>
              <a:ext uri="{FF2B5EF4-FFF2-40B4-BE49-F238E27FC236}">
                <a16:creationId xmlns:a16="http://schemas.microsoft.com/office/drawing/2014/main" id="{DC828A63-6454-47B7-8604-FB9E3009F106}"/>
              </a:ext>
            </a:extLst>
          </p:cNvPr>
          <p:cNvGraphicFramePr>
            <a:graphicFrameLocks noChangeAspect="1"/>
          </p:cNvGraphicFramePr>
          <p:nvPr>
            <p:extLst>
              <p:ext uri="{D42A27DB-BD31-4B8C-83A1-F6EECF244321}">
                <p14:modId xmlns:p14="http://schemas.microsoft.com/office/powerpoint/2010/main" val="2861634819"/>
              </p:ext>
            </p:extLst>
          </p:nvPr>
        </p:nvGraphicFramePr>
        <p:xfrm>
          <a:off x="4124375" y="1089025"/>
          <a:ext cx="2573337" cy="1181100"/>
        </p:xfrm>
        <a:graphic>
          <a:graphicData uri="http://schemas.openxmlformats.org/presentationml/2006/ole">
            <mc:AlternateContent xmlns:mc="http://schemas.openxmlformats.org/markup-compatibility/2006">
              <mc:Choice xmlns:v="urn:schemas-microsoft-com:vml" Requires="v">
                <p:oleObj spid="_x0000_s11558" name="Equation" r:id="rId7" imgW="1282700" imgH="584200" progId="Equation.DSMT4">
                  <p:embed/>
                </p:oleObj>
              </mc:Choice>
              <mc:Fallback>
                <p:oleObj name="Equation" r:id="rId7" imgW="1282700" imgH="584200" progId="Equation.DSMT4">
                  <p:embed/>
                  <p:pic>
                    <p:nvPicPr>
                      <p:cNvPr id="17"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124375" y="1089025"/>
                        <a:ext cx="2573337" cy="1181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 name="Object 10">
            <a:extLst>
              <a:ext uri="{FF2B5EF4-FFF2-40B4-BE49-F238E27FC236}">
                <a16:creationId xmlns:a16="http://schemas.microsoft.com/office/drawing/2014/main" id="{6B644410-03BF-4F88-9FCD-7DE07F6A1DEC}"/>
              </a:ext>
            </a:extLst>
          </p:cNvPr>
          <p:cNvGraphicFramePr>
            <a:graphicFrameLocks noChangeAspect="1"/>
          </p:cNvGraphicFramePr>
          <p:nvPr>
            <p:extLst>
              <p:ext uri="{D42A27DB-BD31-4B8C-83A1-F6EECF244321}">
                <p14:modId xmlns:p14="http://schemas.microsoft.com/office/powerpoint/2010/main" val="476869885"/>
              </p:ext>
            </p:extLst>
          </p:nvPr>
        </p:nvGraphicFramePr>
        <p:xfrm>
          <a:off x="1315606" y="2488631"/>
          <a:ext cx="3211512" cy="1258887"/>
        </p:xfrm>
        <a:graphic>
          <a:graphicData uri="http://schemas.openxmlformats.org/presentationml/2006/ole">
            <mc:AlternateContent xmlns:mc="http://schemas.openxmlformats.org/markup-compatibility/2006">
              <mc:Choice xmlns:v="urn:schemas-microsoft-com:vml" Requires="v">
                <p:oleObj spid="_x0000_s11559" name="Equation" r:id="rId9" imgW="1600200" imgH="622300" progId="Equation.DSMT4">
                  <p:embed/>
                </p:oleObj>
              </mc:Choice>
              <mc:Fallback>
                <p:oleObj name="Equation" r:id="rId9" imgW="1600200" imgH="622300" progId="Equation.DSMT4">
                  <p:embed/>
                  <p:pic>
                    <p:nvPicPr>
                      <p:cNvPr id="18" name="Object 1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315606" y="2488631"/>
                        <a:ext cx="3211512" cy="1258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 name="Object 11">
            <a:extLst>
              <a:ext uri="{FF2B5EF4-FFF2-40B4-BE49-F238E27FC236}">
                <a16:creationId xmlns:a16="http://schemas.microsoft.com/office/drawing/2014/main" id="{06EF1EB6-9655-4AC0-A9CB-31AEE24B3A2C}"/>
              </a:ext>
            </a:extLst>
          </p:cNvPr>
          <p:cNvGraphicFramePr>
            <a:graphicFrameLocks noChangeAspect="1"/>
          </p:cNvGraphicFramePr>
          <p:nvPr>
            <p:extLst>
              <p:ext uri="{D42A27DB-BD31-4B8C-83A1-F6EECF244321}">
                <p14:modId xmlns:p14="http://schemas.microsoft.com/office/powerpoint/2010/main" val="3340912427"/>
              </p:ext>
            </p:extLst>
          </p:nvPr>
        </p:nvGraphicFramePr>
        <p:xfrm>
          <a:off x="1315606" y="4089579"/>
          <a:ext cx="2243138" cy="1258887"/>
        </p:xfrm>
        <a:graphic>
          <a:graphicData uri="http://schemas.openxmlformats.org/presentationml/2006/ole">
            <mc:AlternateContent xmlns:mc="http://schemas.openxmlformats.org/markup-compatibility/2006">
              <mc:Choice xmlns:v="urn:schemas-microsoft-com:vml" Requires="v">
                <p:oleObj spid="_x0000_s11560" name="Equation" r:id="rId11" imgW="1117115" imgH="622030" progId="Equation.DSMT4">
                  <p:embed/>
                </p:oleObj>
              </mc:Choice>
              <mc:Fallback>
                <p:oleObj name="Equation" r:id="rId11" imgW="1117115" imgH="622030" progId="Equation.DSMT4">
                  <p:embed/>
                  <p:pic>
                    <p:nvPicPr>
                      <p:cNvPr id="19" name="Object 1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315606" y="4089579"/>
                        <a:ext cx="2243138" cy="1258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0383508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2">
            <a:extLst>
              <a:ext uri="{FF2B5EF4-FFF2-40B4-BE49-F238E27FC236}">
                <a16:creationId xmlns:a16="http://schemas.microsoft.com/office/drawing/2014/main" id="{EBF4EF59-7387-41A2-AF84-0D651FC06854}"/>
              </a:ext>
            </a:extLst>
          </p:cNvPr>
          <p:cNvSpPr txBox="1">
            <a:spLocks noChangeArrowheads="1"/>
          </p:cNvSpPr>
          <p:nvPr/>
        </p:nvSpPr>
        <p:spPr bwMode="auto">
          <a:xfrm>
            <a:off x="328843" y="954372"/>
            <a:ext cx="3888432" cy="43088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cap="rnd">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a:defRPr sz="2200" b="1">
                <a:solidFill>
                  <a:srgbClr val="FF0000"/>
                </a:solidFill>
                <a:latin typeface="微软雅黑" panose="020B0503020204020204" pitchFamily="34" charset="-122"/>
                <a:ea typeface="微软雅黑" panose="020B0503020204020204" pitchFamily="34" charset="-122"/>
                <a:cs typeface="Times New Roman" pitchFamily="18" charset="0"/>
              </a:defRPr>
            </a:lvl1pPr>
            <a:lvl2pPr marL="742950" indent="-285750" eaLnBrk="0" hangingPunct="0">
              <a:defRPr>
                <a:latin typeface="Calibri" pitchFamily="34" charset="0"/>
                <a:ea typeface="宋体" pitchFamily="2" charset="-122"/>
              </a:defRPr>
            </a:lvl2pPr>
            <a:lvl3pPr marL="1143000" indent="-228600" eaLnBrk="0" hangingPunct="0">
              <a:defRPr>
                <a:latin typeface="Calibri" pitchFamily="34" charset="0"/>
                <a:ea typeface="宋体" pitchFamily="2" charset="-122"/>
              </a:defRPr>
            </a:lvl3pPr>
            <a:lvl4pPr marL="1600200" indent="-228600" eaLnBrk="0" hangingPunct="0">
              <a:defRPr>
                <a:latin typeface="Calibri" pitchFamily="34" charset="0"/>
                <a:ea typeface="宋体" pitchFamily="2" charset="-122"/>
              </a:defRPr>
            </a:lvl4pPr>
            <a:lvl5pPr marL="2057400" indent="-228600" eaLnBrk="0" hangingPunct="0">
              <a:defRPr>
                <a:latin typeface="Calibri" pitchFamily="34" charset="0"/>
                <a:ea typeface="宋体" pitchFamily="2" charset="-122"/>
              </a:defRPr>
            </a:lvl5pPr>
            <a:lvl6pPr marL="2514600" indent="-228600" eaLnBrk="0" fontAlgn="base" hangingPunct="0">
              <a:spcBef>
                <a:spcPct val="0"/>
              </a:spcBef>
              <a:spcAft>
                <a:spcPct val="0"/>
              </a:spcAft>
              <a:defRPr>
                <a:latin typeface="Calibri" pitchFamily="34" charset="0"/>
                <a:ea typeface="宋体" pitchFamily="2" charset="-122"/>
              </a:defRPr>
            </a:lvl6pPr>
            <a:lvl7pPr marL="2971800" indent="-228600" eaLnBrk="0" fontAlgn="base" hangingPunct="0">
              <a:spcBef>
                <a:spcPct val="0"/>
              </a:spcBef>
              <a:spcAft>
                <a:spcPct val="0"/>
              </a:spcAft>
              <a:defRPr>
                <a:latin typeface="Calibri" pitchFamily="34" charset="0"/>
                <a:ea typeface="宋体" pitchFamily="2" charset="-122"/>
              </a:defRPr>
            </a:lvl7pPr>
            <a:lvl8pPr marL="3429000" indent="-228600" eaLnBrk="0" fontAlgn="base" hangingPunct="0">
              <a:spcBef>
                <a:spcPct val="0"/>
              </a:spcBef>
              <a:spcAft>
                <a:spcPct val="0"/>
              </a:spcAft>
              <a:defRPr>
                <a:latin typeface="Calibri" pitchFamily="34" charset="0"/>
                <a:ea typeface="宋体" pitchFamily="2" charset="-122"/>
              </a:defRPr>
            </a:lvl8pPr>
            <a:lvl9pPr marL="3886200" indent="-228600" eaLnBrk="0" fontAlgn="base" hangingPunct="0">
              <a:spcBef>
                <a:spcPct val="0"/>
              </a:spcBef>
              <a:spcAft>
                <a:spcPct val="0"/>
              </a:spcAft>
              <a:defRPr>
                <a:latin typeface="Calibri" pitchFamily="34" charset="0"/>
                <a:ea typeface="宋体"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22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itchFamily="18" charset="0"/>
              </a:rPr>
              <a:t>菲涅耳公式的物理意义</a:t>
            </a:r>
          </a:p>
        </p:txBody>
      </p:sp>
      <p:sp>
        <p:nvSpPr>
          <p:cNvPr id="3" name="矩形 2">
            <a:extLst>
              <a:ext uri="{FF2B5EF4-FFF2-40B4-BE49-F238E27FC236}">
                <a16:creationId xmlns:a16="http://schemas.microsoft.com/office/drawing/2014/main" id="{7E396FAE-B427-4136-9549-CDE3C20BE9D8}"/>
              </a:ext>
            </a:extLst>
          </p:cNvPr>
          <p:cNvSpPr/>
          <p:nvPr/>
        </p:nvSpPr>
        <p:spPr>
          <a:xfrm>
            <a:off x="215900" y="1628800"/>
            <a:ext cx="8604572" cy="2160591"/>
          </a:xfrm>
          <a:prstGeom prst="rect">
            <a:avLst/>
          </a:prstGeom>
        </p:spPr>
        <p:txBody>
          <a:bodyPr wrap="square">
            <a:spAutoFit/>
          </a:bodyPr>
          <a:lstStyle/>
          <a:p>
            <a:pPr marL="457200" indent="-457200" algn="just">
              <a:lnSpc>
                <a:spcPct val="130000"/>
              </a:lnSpc>
              <a:spcBef>
                <a:spcPts val="1200"/>
              </a:spcBef>
              <a:buFontTx/>
              <a:buAutoNum type="arabicParenBoth"/>
            </a:pPr>
            <a:r>
              <a:rPr lang="zh-CN" altLang="en-US" sz="22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菲涅耳公式反应了反射、折射瞬间，反射光、折射光与入射光之间</a:t>
            </a:r>
            <a:r>
              <a:rPr lang="zh-CN" altLang="en-US" sz="2200" dirty="0">
                <a:solidFill>
                  <a:srgbClr val="0066FF"/>
                </a:solidFill>
                <a:latin typeface="Times New Roman" panose="02020603050405020304" pitchFamily="18" charset="0"/>
                <a:ea typeface="微软雅黑" panose="020B0503020204020204" pitchFamily="34" charset="-122"/>
                <a:cs typeface="Times New Roman" panose="02020603050405020304" pitchFamily="18" charset="0"/>
              </a:rPr>
              <a:t>电场强度</a:t>
            </a:r>
            <a:r>
              <a:rPr lang="zh-CN" altLang="en-US" sz="22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的关系。</a:t>
            </a:r>
            <a:endParaRPr lang="en-US" altLang="zh-CN" sz="22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endParaRPr>
          </a:p>
          <a:p>
            <a:pPr marL="457200" indent="-457200" algn="just">
              <a:lnSpc>
                <a:spcPct val="130000"/>
              </a:lnSpc>
              <a:spcBef>
                <a:spcPts val="1200"/>
              </a:spcBef>
              <a:buFontTx/>
              <a:buAutoNum type="arabicParenBoth"/>
            </a:pPr>
            <a:r>
              <a:rPr lang="zh-CN" altLang="en-US" sz="22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公式中的电场分量，是电矢量或光矢量的比值。</a:t>
            </a:r>
            <a:endParaRPr lang="en-US" altLang="zh-CN" sz="22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endParaRPr>
          </a:p>
          <a:p>
            <a:pPr marL="457200" indent="-457200" algn="just">
              <a:lnSpc>
                <a:spcPct val="130000"/>
              </a:lnSpc>
              <a:spcBef>
                <a:spcPts val="1200"/>
              </a:spcBef>
              <a:buFontTx/>
              <a:buAutoNum type="arabicParenBoth"/>
            </a:pPr>
            <a:r>
              <a:rPr lang="zh-CN" altLang="en-US" sz="22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由于光矢量与复振幅的关系可以描述为</a:t>
            </a:r>
          </a:p>
        </p:txBody>
      </p:sp>
      <p:graphicFrame>
        <p:nvGraphicFramePr>
          <p:cNvPr id="4" name="对象 3">
            <a:extLst>
              <a:ext uri="{FF2B5EF4-FFF2-40B4-BE49-F238E27FC236}">
                <a16:creationId xmlns:a16="http://schemas.microsoft.com/office/drawing/2014/main" id="{4F301464-91C4-458D-98AA-4699083B7A19}"/>
              </a:ext>
            </a:extLst>
          </p:cNvPr>
          <p:cNvGraphicFramePr>
            <a:graphicFrameLocks noChangeAspect="1"/>
          </p:cNvGraphicFramePr>
          <p:nvPr>
            <p:extLst>
              <p:ext uri="{D42A27DB-BD31-4B8C-83A1-F6EECF244321}">
                <p14:modId xmlns:p14="http://schemas.microsoft.com/office/powerpoint/2010/main" val="533983897"/>
              </p:ext>
            </p:extLst>
          </p:nvPr>
        </p:nvGraphicFramePr>
        <p:xfrm>
          <a:off x="5652120" y="3328637"/>
          <a:ext cx="2968823" cy="460403"/>
        </p:xfrm>
        <a:graphic>
          <a:graphicData uri="http://schemas.openxmlformats.org/presentationml/2006/ole">
            <mc:AlternateContent xmlns:mc="http://schemas.openxmlformats.org/markup-compatibility/2006">
              <mc:Choice xmlns:v="urn:schemas-microsoft-com:vml" Requires="v">
                <p:oleObj spid="_x0000_s12347" name="Equation" r:id="rId3" imgW="1193760" imgH="228600" progId="Equation.DSMT4">
                  <p:embed/>
                </p:oleObj>
              </mc:Choice>
              <mc:Fallback>
                <p:oleObj name="Equation" r:id="rId3" imgW="1193760" imgH="228600" progId="Equation.DSMT4">
                  <p:embed/>
                  <p:pic>
                    <p:nvPicPr>
                      <p:cNvPr id="3" name="对象 2"/>
                      <p:cNvPicPr/>
                      <p:nvPr/>
                    </p:nvPicPr>
                    <p:blipFill>
                      <a:blip r:embed="rId4"/>
                      <a:stretch>
                        <a:fillRect/>
                      </a:stretch>
                    </p:blipFill>
                    <p:spPr>
                      <a:xfrm>
                        <a:off x="5652120" y="3328637"/>
                        <a:ext cx="2968823" cy="460403"/>
                      </a:xfrm>
                      <a:prstGeom prst="rect">
                        <a:avLst/>
                      </a:prstGeom>
                    </p:spPr>
                  </p:pic>
                </p:oleObj>
              </mc:Fallback>
            </mc:AlternateContent>
          </a:graphicData>
        </a:graphic>
      </p:graphicFrame>
      <p:sp>
        <p:nvSpPr>
          <p:cNvPr id="5" name="矩形 4">
            <a:extLst>
              <a:ext uri="{FF2B5EF4-FFF2-40B4-BE49-F238E27FC236}">
                <a16:creationId xmlns:a16="http://schemas.microsoft.com/office/drawing/2014/main" id="{A733B7C8-997A-4416-B150-AD0EF78E612E}"/>
              </a:ext>
            </a:extLst>
          </p:cNvPr>
          <p:cNvSpPr/>
          <p:nvPr/>
        </p:nvSpPr>
        <p:spPr>
          <a:xfrm>
            <a:off x="719956" y="3845587"/>
            <a:ext cx="8100516" cy="972574"/>
          </a:xfrm>
          <a:prstGeom prst="rect">
            <a:avLst/>
          </a:prstGeom>
        </p:spPr>
        <p:txBody>
          <a:bodyPr wrap="square">
            <a:spAutoFit/>
          </a:bodyPr>
          <a:lstStyle/>
          <a:p>
            <a:pPr algn="just">
              <a:lnSpc>
                <a:spcPct val="130000"/>
              </a:lnSpc>
              <a:spcBef>
                <a:spcPts val="1200"/>
              </a:spcBef>
            </a:pPr>
            <a:r>
              <a:rPr lang="zh-CN" altLang="en-US" sz="22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对于定态光波来说 </a:t>
            </a:r>
            <a:r>
              <a:rPr lang="en-US" altLang="zh-CN" sz="2200" i="1"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e</a:t>
            </a:r>
            <a:r>
              <a:rPr lang="en-US" altLang="zh-CN" sz="2200" i="1" baseline="30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i="1" baseline="30000" dirty="0" err="1">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i</a:t>
            </a:r>
            <a:r>
              <a:rPr lang="el-GR" altLang="zh-CN" sz="2200" i="1" baseline="30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ω</a:t>
            </a:r>
            <a:r>
              <a:rPr lang="en-US" altLang="zh-CN" sz="2200" i="1" baseline="30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t </a:t>
            </a:r>
            <a:r>
              <a:rPr lang="zh-CN" altLang="en-US" sz="22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相同，因此，菲涅耳公式也反映了分界面处</a:t>
            </a:r>
            <a:r>
              <a:rPr lang="zh-CN" altLang="en-US" sz="22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复振幅</a:t>
            </a:r>
            <a:r>
              <a:rPr lang="zh-CN" altLang="en-US" sz="22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的比值，是复振幅的透射率和反射率。</a:t>
            </a:r>
          </a:p>
        </p:txBody>
      </p:sp>
    </p:spTree>
    <p:extLst>
      <p:ext uri="{BB962C8B-B14F-4D97-AF65-F5344CB8AC3E}">
        <p14:creationId xmlns:p14="http://schemas.microsoft.com/office/powerpoint/2010/main" val="22750608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2">
            <a:extLst>
              <a:ext uri="{FF2B5EF4-FFF2-40B4-BE49-F238E27FC236}">
                <a16:creationId xmlns:a16="http://schemas.microsoft.com/office/drawing/2014/main" id="{10F5E90D-799D-49DF-88AC-3C3343AED72C}"/>
              </a:ext>
            </a:extLst>
          </p:cNvPr>
          <p:cNvSpPr txBox="1">
            <a:spLocks noChangeArrowheads="1"/>
          </p:cNvSpPr>
          <p:nvPr/>
        </p:nvSpPr>
        <p:spPr bwMode="auto">
          <a:xfrm>
            <a:off x="272335" y="692578"/>
            <a:ext cx="3888432" cy="43088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cap="rnd">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a:defRPr sz="2200" b="1">
                <a:solidFill>
                  <a:srgbClr val="FF0000"/>
                </a:solidFill>
                <a:latin typeface="微软雅黑" panose="020B0503020204020204" pitchFamily="34" charset="-122"/>
                <a:ea typeface="微软雅黑" panose="020B0503020204020204" pitchFamily="34" charset="-122"/>
                <a:cs typeface="Times New Roman" pitchFamily="18" charset="0"/>
              </a:defRPr>
            </a:lvl1pPr>
            <a:lvl2pPr marL="742950" indent="-285750" eaLnBrk="0" hangingPunct="0">
              <a:defRPr>
                <a:latin typeface="Calibri" pitchFamily="34" charset="0"/>
                <a:ea typeface="宋体" pitchFamily="2" charset="-122"/>
              </a:defRPr>
            </a:lvl2pPr>
            <a:lvl3pPr marL="1143000" indent="-228600" eaLnBrk="0" hangingPunct="0">
              <a:defRPr>
                <a:latin typeface="Calibri" pitchFamily="34" charset="0"/>
                <a:ea typeface="宋体" pitchFamily="2" charset="-122"/>
              </a:defRPr>
            </a:lvl3pPr>
            <a:lvl4pPr marL="1600200" indent="-228600" eaLnBrk="0" hangingPunct="0">
              <a:defRPr>
                <a:latin typeface="Calibri" pitchFamily="34" charset="0"/>
                <a:ea typeface="宋体" pitchFamily="2" charset="-122"/>
              </a:defRPr>
            </a:lvl4pPr>
            <a:lvl5pPr marL="2057400" indent="-228600" eaLnBrk="0" hangingPunct="0">
              <a:defRPr>
                <a:latin typeface="Calibri" pitchFamily="34" charset="0"/>
                <a:ea typeface="宋体" pitchFamily="2" charset="-122"/>
              </a:defRPr>
            </a:lvl5pPr>
            <a:lvl6pPr marL="2514600" indent="-228600" eaLnBrk="0" fontAlgn="base" hangingPunct="0">
              <a:spcBef>
                <a:spcPct val="0"/>
              </a:spcBef>
              <a:spcAft>
                <a:spcPct val="0"/>
              </a:spcAft>
              <a:defRPr>
                <a:latin typeface="Calibri" pitchFamily="34" charset="0"/>
                <a:ea typeface="宋体" pitchFamily="2" charset="-122"/>
              </a:defRPr>
            </a:lvl6pPr>
            <a:lvl7pPr marL="2971800" indent="-228600" eaLnBrk="0" fontAlgn="base" hangingPunct="0">
              <a:spcBef>
                <a:spcPct val="0"/>
              </a:spcBef>
              <a:spcAft>
                <a:spcPct val="0"/>
              </a:spcAft>
              <a:defRPr>
                <a:latin typeface="Calibri" pitchFamily="34" charset="0"/>
                <a:ea typeface="宋体" pitchFamily="2" charset="-122"/>
              </a:defRPr>
            </a:lvl7pPr>
            <a:lvl8pPr marL="3429000" indent="-228600" eaLnBrk="0" fontAlgn="base" hangingPunct="0">
              <a:spcBef>
                <a:spcPct val="0"/>
              </a:spcBef>
              <a:spcAft>
                <a:spcPct val="0"/>
              </a:spcAft>
              <a:defRPr>
                <a:latin typeface="Calibri" pitchFamily="34" charset="0"/>
                <a:ea typeface="宋体" pitchFamily="2" charset="-122"/>
              </a:defRPr>
            </a:lvl8pPr>
            <a:lvl9pPr marL="3886200" indent="-228600" eaLnBrk="0" fontAlgn="base" hangingPunct="0">
              <a:spcBef>
                <a:spcPct val="0"/>
              </a:spcBef>
              <a:spcAft>
                <a:spcPct val="0"/>
              </a:spcAft>
              <a:defRPr>
                <a:latin typeface="Calibri" pitchFamily="34" charset="0"/>
                <a:ea typeface="宋体"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22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itchFamily="18" charset="0"/>
              </a:rPr>
              <a:t>菲涅耳公式适用的条件</a:t>
            </a:r>
          </a:p>
        </p:txBody>
      </p:sp>
      <mc:AlternateContent xmlns:mc="http://schemas.openxmlformats.org/markup-compatibility/2006" xmlns:a14="http://schemas.microsoft.com/office/drawing/2010/main">
        <mc:Choice Requires="a14">
          <p:sp>
            <p:nvSpPr>
              <p:cNvPr id="3" name="矩形 2">
                <a:extLst>
                  <a:ext uri="{FF2B5EF4-FFF2-40B4-BE49-F238E27FC236}">
                    <a16:creationId xmlns:a16="http://schemas.microsoft.com/office/drawing/2014/main" id="{002E5C7E-E620-44CB-8E9F-31E28C42862E}"/>
                  </a:ext>
                </a:extLst>
              </p:cNvPr>
              <p:cNvSpPr/>
              <p:nvPr/>
            </p:nvSpPr>
            <p:spPr>
              <a:xfrm>
                <a:off x="215900" y="1387091"/>
                <a:ext cx="8604572" cy="4980146"/>
              </a:xfrm>
              <a:prstGeom prst="rect">
                <a:avLst/>
              </a:prstGeom>
            </p:spPr>
            <p:txBody>
              <a:bodyPr wrap="square">
                <a:spAutoFit/>
              </a:bodyPr>
              <a:lstStyle/>
              <a:p>
                <a:pPr marL="457200" indent="-457200" algn="just">
                  <a:lnSpc>
                    <a:spcPct val="130000"/>
                  </a:lnSpc>
                  <a:spcBef>
                    <a:spcPts val="1200"/>
                  </a:spcBef>
                  <a:buFontTx/>
                  <a:buAutoNum type="arabicParenBoth"/>
                </a:pPr>
                <a:r>
                  <a:rPr lang="zh-CN" altLang="en-US" sz="22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适用于</a:t>
                </a:r>
                <a:r>
                  <a:rPr lang="zh-CN" altLang="en-US" sz="22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绝缘介质</a:t>
                </a:r>
                <a:r>
                  <a:rPr lang="zh-CN" altLang="en-US" sz="22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。这是相对于导电介质而言的，例如光波入射于金属表面，则情况大为不同。</a:t>
                </a:r>
                <a:endParaRPr lang="en-US" altLang="zh-CN" sz="22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endParaRPr>
              </a:p>
              <a:p>
                <a:pPr marL="457200" indent="-457200" algn="just">
                  <a:lnSpc>
                    <a:spcPct val="130000"/>
                  </a:lnSpc>
                  <a:spcBef>
                    <a:spcPts val="1200"/>
                  </a:spcBef>
                  <a:buFontTx/>
                  <a:buAutoNum type="arabicParenBoth"/>
                </a:pPr>
                <a:r>
                  <a:rPr lang="zh-CN" altLang="en-US" sz="22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适用于</a:t>
                </a:r>
                <a:r>
                  <a:rPr lang="zh-CN" altLang="en-US" sz="22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各向同性介质</a:t>
                </a:r>
                <a:r>
                  <a:rPr lang="zh-CN" altLang="en-US" sz="22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。如果光波入射到晶体表面，则情况不同于目前的分析，理论上要用介电张量代替介电常数</a:t>
                </a:r>
                <a:r>
                  <a:rPr lang="el-GR" altLang="zh-CN" sz="2200" i="1" dirty="0">
                    <a:solidFill>
                      <a:prstClr val="black"/>
                    </a:solidFill>
                    <a:latin typeface="Times New Roman" panose="02020603050405020304" pitchFamily="18" charset="0"/>
                    <a:ea typeface="微软雅黑"/>
                    <a:cs typeface="Times New Roman" panose="02020603050405020304" pitchFamily="18" charset="0"/>
                  </a:rPr>
                  <a:t>ε</a:t>
                </a:r>
                <a:r>
                  <a:rPr lang="zh-CN" altLang="en-US" sz="2200" dirty="0">
                    <a:solidFill>
                      <a:prstClr val="black"/>
                    </a:solidFill>
                    <a:latin typeface="Times New Roman" panose="02020603050405020304" pitchFamily="18" charset="0"/>
                    <a:ea typeface="微软雅黑"/>
                    <a:cs typeface="Times New Roman" panose="02020603050405020304" pitchFamily="18" charset="0"/>
                  </a:rPr>
                  <a:t>，得到更复杂的类菲涅耳公式。</a:t>
                </a:r>
                <a:endParaRPr lang="en-US" altLang="zh-CN" sz="22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endParaRPr>
              </a:p>
              <a:p>
                <a:pPr marL="457200" indent="-457200" algn="just">
                  <a:lnSpc>
                    <a:spcPct val="130000"/>
                  </a:lnSpc>
                  <a:spcBef>
                    <a:spcPts val="1200"/>
                  </a:spcBef>
                  <a:buFontTx/>
                  <a:buAutoNum type="arabicParenBoth"/>
                </a:pPr>
                <a:r>
                  <a:rPr lang="zh-CN" altLang="en-US" sz="22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适用于</a:t>
                </a:r>
                <a:r>
                  <a:rPr lang="zh-CN" altLang="en-US" sz="22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弱场或线性介质</a:t>
                </a:r>
                <a:r>
                  <a:rPr lang="zh-CN" altLang="en-US" sz="22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。若是在强电场作用下，介质极化出现了非线性项，则</a:t>
                </a:r>
                <a:r>
                  <a:rPr lang="en-US" altLang="zh-CN" sz="2200" i="1"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D=</a:t>
                </a:r>
                <a:r>
                  <a:rPr lang="el-GR" altLang="zh-CN" sz="2200" i="1" dirty="0">
                    <a:solidFill>
                      <a:prstClr val="black"/>
                    </a:solidFill>
                    <a:latin typeface="Times New Roman" panose="02020603050405020304" pitchFamily="18" charset="0"/>
                    <a:ea typeface="微软雅黑"/>
                    <a:cs typeface="Times New Roman" panose="02020603050405020304" pitchFamily="18" charset="0"/>
                  </a:rPr>
                  <a:t>εε</a:t>
                </a:r>
                <a:r>
                  <a:rPr lang="en-US" altLang="zh-CN" sz="2200" i="1" baseline="-25000" dirty="0">
                    <a:solidFill>
                      <a:prstClr val="black"/>
                    </a:solidFill>
                    <a:latin typeface="Times New Roman" panose="02020603050405020304" pitchFamily="18" charset="0"/>
                    <a:ea typeface="微软雅黑"/>
                    <a:cs typeface="Times New Roman" panose="02020603050405020304" pitchFamily="18" charset="0"/>
                  </a:rPr>
                  <a:t>0</a:t>
                </a:r>
                <a:r>
                  <a:rPr lang="en-US" altLang="zh-CN" sz="2200" i="1" dirty="0">
                    <a:solidFill>
                      <a:prstClr val="black"/>
                    </a:solidFill>
                    <a:latin typeface="Times New Roman" panose="02020603050405020304" pitchFamily="18" charset="0"/>
                    <a:ea typeface="微软雅黑"/>
                    <a:cs typeface="Times New Roman" panose="02020603050405020304" pitchFamily="18" charset="0"/>
                  </a:rPr>
                  <a:t>E </a:t>
                </a:r>
                <a:r>
                  <a:rPr lang="zh-CN" altLang="en-US" sz="2200" dirty="0">
                    <a:solidFill>
                      <a:prstClr val="black"/>
                    </a:solidFill>
                    <a:latin typeface="Times New Roman" panose="02020603050405020304" pitchFamily="18" charset="0"/>
                    <a:ea typeface="微软雅黑"/>
                    <a:cs typeface="Times New Roman" panose="02020603050405020304" pitchFamily="18" charset="0"/>
                  </a:rPr>
                  <a:t>的线性关系就不再成立了。</a:t>
                </a:r>
                <a:endParaRPr lang="en-US" altLang="zh-CN" sz="2200" dirty="0">
                  <a:solidFill>
                    <a:prstClr val="black"/>
                  </a:solidFill>
                  <a:latin typeface="Times New Roman" panose="02020603050405020304" pitchFamily="18" charset="0"/>
                  <a:ea typeface="微软雅黑"/>
                  <a:cs typeface="Times New Roman" panose="02020603050405020304" pitchFamily="18" charset="0"/>
                </a:endParaRPr>
              </a:p>
              <a:p>
                <a:pPr marL="457200" indent="-457200" algn="just">
                  <a:lnSpc>
                    <a:spcPct val="130000"/>
                  </a:lnSpc>
                  <a:spcBef>
                    <a:spcPts val="1200"/>
                  </a:spcBef>
                  <a:buFontTx/>
                  <a:buAutoNum type="arabicParenBoth"/>
                </a:pPr>
                <a:r>
                  <a:rPr lang="zh-CN" altLang="en-US" sz="2200" dirty="0">
                    <a:solidFill>
                      <a:prstClr val="black"/>
                    </a:solidFill>
                    <a:latin typeface="Times New Roman" panose="02020603050405020304" pitchFamily="18" charset="0"/>
                    <a:ea typeface="微软雅黑"/>
                    <a:cs typeface="Times New Roman" panose="02020603050405020304" pitchFamily="18" charset="0"/>
                  </a:rPr>
                  <a:t>适用于</a:t>
                </a:r>
                <a:r>
                  <a:rPr lang="zh-CN" altLang="en-US" sz="2200" dirty="0">
                    <a:solidFill>
                      <a:srgbClr val="FF0000"/>
                    </a:solidFill>
                    <a:latin typeface="Times New Roman" panose="02020603050405020304" pitchFamily="18" charset="0"/>
                    <a:ea typeface="微软雅黑"/>
                    <a:cs typeface="Times New Roman" panose="02020603050405020304" pitchFamily="18" charset="0"/>
                  </a:rPr>
                  <a:t>光波频段</a:t>
                </a:r>
                <a:r>
                  <a:rPr lang="zh-CN" altLang="en-US" sz="2200" dirty="0">
                    <a:solidFill>
                      <a:prstClr val="black"/>
                    </a:solidFill>
                    <a:latin typeface="Times New Roman" panose="02020603050405020304" pitchFamily="18" charset="0"/>
                    <a:ea typeface="微软雅黑"/>
                    <a:cs typeface="Times New Roman" panose="02020603050405020304" pitchFamily="18" charset="0"/>
                  </a:rPr>
                  <a:t>，在这一高频段，介质的磁化机制几乎冻结，磁导率 </a:t>
                </a:r>
                <a:r>
                  <a:rPr lang="el-GR" altLang="zh-CN" sz="2200" i="1" dirty="0">
                    <a:solidFill>
                      <a:prstClr val="black"/>
                    </a:solidFill>
                    <a:latin typeface="Times New Roman" panose="02020603050405020304" pitchFamily="18" charset="0"/>
                    <a:ea typeface="微软雅黑"/>
                    <a:cs typeface="Times New Roman" panose="02020603050405020304" pitchFamily="18" charset="0"/>
                  </a:rPr>
                  <a:t>μ</a:t>
                </a:r>
                <a:r>
                  <a:rPr lang="el-GR" altLang="zh-CN" sz="2200" dirty="0">
                    <a:solidFill>
                      <a:prstClr val="black"/>
                    </a:solidFill>
                    <a:latin typeface="Times New Roman" panose="02020603050405020304" pitchFamily="18" charset="0"/>
                    <a:ea typeface="微软雅黑"/>
                    <a:cs typeface="Times New Roman" panose="02020603050405020304" pitchFamily="18" charset="0"/>
                  </a:rPr>
                  <a:t>≈</a:t>
                </a:r>
                <a:r>
                  <a:rPr lang="en-US" altLang="zh-CN" sz="2200" dirty="0">
                    <a:solidFill>
                      <a:prstClr val="black"/>
                    </a:solidFill>
                    <a:latin typeface="Times New Roman" panose="02020603050405020304" pitchFamily="18" charset="0"/>
                    <a:ea typeface="微软雅黑"/>
                    <a:cs typeface="Times New Roman" panose="02020603050405020304" pitchFamily="18" charset="0"/>
                  </a:rPr>
                  <a:t>1</a:t>
                </a:r>
                <a:r>
                  <a:rPr lang="zh-CN" altLang="en-US" sz="2200" dirty="0">
                    <a:solidFill>
                      <a:prstClr val="black"/>
                    </a:solidFill>
                    <a:latin typeface="Times New Roman" panose="02020603050405020304" pitchFamily="18" charset="0"/>
                    <a:ea typeface="微软雅黑"/>
                    <a:cs typeface="Times New Roman" panose="02020603050405020304" pitchFamily="18" charset="0"/>
                  </a:rPr>
                  <a:t>，此时</a:t>
                </a:r>
                <a:r>
                  <a:rPr lang="zh-CN" altLang="en-US" sz="22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光学折射率</a:t>
                </a:r>
                <a14:m>
                  <m:oMath xmlns:m="http://schemas.openxmlformats.org/officeDocument/2006/math">
                    <m:r>
                      <a:rPr lang="en-US" altLang="zh-CN" sz="2200">
                        <a:solidFill>
                          <a:prstClr val="black"/>
                        </a:solidFill>
                        <a:latin typeface="Cambria Math"/>
                        <a:ea typeface="微软雅黑" panose="020B0503020204020204" pitchFamily="34" charset="-122"/>
                        <a:cs typeface="Times New Roman" panose="02020603050405020304" pitchFamily="18" charset="0"/>
                      </a:rPr>
                      <m:t>𝑛</m:t>
                    </m:r>
                    <m:r>
                      <a:rPr lang="en-US" altLang="zh-CN" sz="2200">
                        <a:solidFill>
                          <a:prstClr val="black"/>
                        </a:solidFill>
                        <a:latin typeface="Cambria Math"/>
                        <a:ea typeface="微软雅黑" panose="020B0503020204020204" pitchFamily="34" charset="-122"/>
                        <a:cs typeface="Times New Roman" panose="02020603050405020304" pitchFamily="18" charset="0"/>
                      </a:rPr>
                      <m:t>=</m:t>
                    </m:r>
                    <m:rad>
                      <m:radPr>
                        <m:degHide m:val="on"/>
                        <m:ctrlPr>
                          <a:rPr lang="en-US" altLang="zh-CN" sz="2200" i="1">
                            <a:solidFill>
                              <a:prstClr val="black"/>
                            </a:solidFill>
                            <a:latin typeface="Cambria Math" panose="02040503050406030204" pitchFamily="18" charset="0"/>
                            <a:ea typeface="微软雅黑" panose="020B0503020204020204" pitchFamily="34" charset="-122"/>
                            <a:cs typeface="Times New Roman" panose="02020603050405020304" pitchFamily="18" charset="0"/>
                          </a:rPr>
                        </m:ctrlPr>
                      </m:radPr>
                      <m:deg/>
                      <m:e>
                        <m:r>
                          <a:rPr lang="zh-CN" altLang="en-US" sz="2200">
                            <a:solidFill>
                              <a:prstClr val="black"/>
                            </a:solidFill>
                            <a:latin typeface="Cambria Math"/>
                            <a:ea typeface="微软雅黑" panose="020B0503020204020204" pitchFamily="34" charset="-122"/>
                            <a:cs typeface="Times New Roman" panose="02020603050405020304" pitchFamily="18" charset="0"/>
                          </a:rPr>
                          <m:t>𝜀𝜇</m:t>
                        </m:r>
                        <m:r>
                          <m:rPr>
                            <m:nor/>
                          </m:rPr>
                          <a:rPr lang="zh-CN" altLang="en-US" sz="22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m:t> </m:t>
                        </m:r>
                      </m:e>
                    </m:rad>
                    <m:r>
                      <a:rPr lang="en-US" altLang="zh-CN" sz="2200">
                        <a:solidFill>
                          <a:prstClr val="black"/>
                        </a:solidFill>
                        <a:latin typeface="Cambria Math"/>
                        <a:ea typeface="微软雅黑" panose="020B0503020204020204" pitchFamily="34" charset="-122"/>
                        <a:cs typeface="Times New Roman" panose="02020603050405020304" pitchFamily="18" charset="0"/>
                      </a:rPr>
                      <m:t>≈</m:t>
                    </m:r>
                    <m:rad>
                      <m:radPr>
                        <m:degHide m:val="on"/>
                        <m:ctrlPr>
                          <a:rPr lang="en-US" altLang="zh-CN" sz="2200" i="1">
                            <a:solidFill>
                              <a:prstClr val="black"/>
                            </a:solidFill>
                            <a:latin typeface="Cambria Math" panose="02040503050406030204" pitchFamily="18" charset="0"/>
                            <a:ea typeface="微软雅黑" panose="020B0503020204020204" pitchFamily="34" charset="-122"/>
                            <a:cs typeface="Times New Roman" panose="02020603050405020304" pitchFamily="18" charset="0"/>
                          </a:rPr>
                        </m:ctrlPr>
                      </m:radPr>
                      <m:deg/>
                      <m:e>
                        <m:r>
                          <a:rPr lang="zh-CN" altLang="en-US" sz="2200">
                            <a:solidFill>
                              <a:prstClr val="black"/>
                            </a:solidFill>
                            <a:latin typeface="Cambria Math"/>
                            <a:ea typeface="微软雅黑" panose="020B0503020204020204" pitchFamily="34" charset="-122"/>
                            <a:cs typeface="Times New Roman" panose="02020603050405020304" pitchFamily="18" charset="0"/>
                          </a:rPr>
                          <m:t>𝜀</m:t>
                        </m:r>
                      </m:e>
                    </m:rad>
                  </m:oMath>
                </a14:m>
                <a:r>
                  <a:rPr lang="zh-CN" altLang="en-US" sz="22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。如果考虑磁导率，则可以得到包含</a:t>
                </a:r>
                <a:r>
                  <a:rPr lang="en-US" altLang="zh-CN" sz="22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a:t>
                </a:r>
                <a:r>
                  <a:rPr lang="el-GR" altLang="zh-CN" sz="2200" i="1"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ε</a:t>
                </a:r>
                <a:r>
                  <a:rPr lang="en-US" altLang="zh-CN" sz="2200" baseline="-25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1</a:t>
                </a:r>
                <a:r>
                  <a:rPr lang="en-US" altLang="zh-CN" sz="2200" i="1"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a:t>
                </a:r>
                <a:r>
                  <a:rPr lang="el-GR" altLang="zh-CN" sz="2200" i="1"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μ</a:t>
                </a:r>
                <a:r>
                  <a:rPr lang="en-US" altLang="zh-CN" sz="2200" baseline="-25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1</a:t>
                </a:r>
                <a:r>
                  <a:rPr lang="en-US" altLang="zh-CN" sz="22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a:t>
                </a:r>
                <a:r>
                  <a:rPr lang="el-GR" altLang="zh-CN" sz="2200" i="1"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ε</a:t>
                </a:r>
                <a:r>
                  <a:rPr lang="en-US" altLang="zh-CN" sz="2200" baseline="-25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2</a:t>
                </a:r>
                <a:r>
                  <a:rPr lang="en-US" altLang="zh-CN" sz="2200" i="1"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a:t>
                </a:r>
                <a:r>
                  <a:rPr lang="el-GR" altLang="zh-CN" sz="2200" i="1"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μ</a:t>
                </a:r>
                <a:r>
                  <a:rPr lang="en-US" altLang="zh-CN" sz="2200" baseline="-25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2</a:t>
                </a:r>
                <a:r>
                  <a:rPr lang="en-US" altLang="zh-CN" sz="22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2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的更为复杂的菲涅耳公式。</a:t>
                </a:r>
              </a:p>
            </p:txBody>
          </p:sp>
        </mc:Choice>
        <mc:Fallback xmlns="">
          <p:sp>
            <p:nvSpPr>
              <p:cNvPr id="3" name="矩形 2">
                <a:extLst>
                  <a:ext uri="{FF2B5EF4-FFF2-40B4-BE49-F238E27FC236}">
                    <a16:creationId xmlns:a16="http://schemas.microsoft.com/office/drawing/2014/main" id="{002E5C7E-E620-44CB-8E9F-31E28C42862E}"/>
                  </a:ext>
                </a:extLst>
              </p:cNvPr>
              <p:cNvSpPr>
                <a:spLocks noRot="1" noChangeAspect="1" noMove="1" noResize="1" noEditPoints="1" noAdjustHandles="1" noChangeArrowheads="1" noChangeShapeType="1" noTextEdit="1"/>
              </p:cNvSpPr>
              <p:nvPr/>
            </p:nvSpPr>
            <p:spPr>
              <a:xfrm>
                <a:off x="215900" y="1387091"/>
                <a:ext cx="8604572" cy="4980146"/>
              </a:xfrm>
              <a:prstGeom prst="rect">
                <a:avLst/>
              </a:prstGeom>
              <a:blipFill>
                <a:blip r:embed="rId2"/>
                <a:stretch>
                  <a:fillRect l="-779" r="-921" b="-73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7776677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2">
            <a:extLst>
              <a:ext uri="{FF2B5EF4-FFF2-40B4-BE49-F238E27FC236}">
                <a16:creationId xmlns:a16="http://schemas.microsoft.com/office/drawing/2014/main" id="{A417FAFF-4FEF-4EEA-A687-F8C038920F4C}"/>
              </a:ext>
            </a:extLst>
          </p:cNvPr>
          <p:cNvSpPr txBox="1">
            <a:spLocks noChangeArrowheads="1"/>
          </p:cNvSpPr>
          <p:nvPr/>
        </p:nvSpPr>
        <p:spPr bwMode="auto">
          <a:xfrm>
            <a:off x="374328" y="480985"/>
            <a:ext cx="8496944" cy="43088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cap="rnd">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a:defRPr sz="2200" b="1">
                <a:solidFill>
                  <a:srgbClr val="FF0000"/>
                </a:solidFill>
                <a:latin typeface="微软雅黑" panose="020B0503020204020204" pitchFamily="34" charset="-122"/>
                <a:ea typeface="微软雅黑" panose="020B0503020204020204" pitchFamily="34" charset="-122"/>
                <a:cs typeface="Times New Roman" pitchFamily="18" charset="0"/>
              </a:defRPr>
            </a:lvl1pPr>
            <a:lvl2pPr marL="742950" indent="-285750" eaLnBrk="0" hangingPunct="0">
              <a:defRPr>
                <a:latin typeface="Calibri" pitchFamily="34" charset="0"/>
                <a:ea typeface="宋体" pitchFamily="2" charset="-122"/>
              </a:defRPr>
            </a:lvl2pPr>
            <a:lvl3pPr marL="1143000" indent="-228600" eaLnBrk="0" hangingPunct="0">
              <a:defRPr>
                <a:latin typeface="Calibri" pitchFamily="34" charset="0"/>
                <a:ea typeface="宋体" pitchFamily="2" charset="-122"/>
              </a:defRPr>
            </a:lvl3pPr>
            <a:lvl4pPr marL="1600200" indent="-228600" eaLnBrk="0" hangingPunct="0">
              <a:defRPr>
                <a:latin typeface="Calibri" pitchFamily="34" charset="0"/>
                <a:ea typeface="宋体" pitchFamily="2" charset="-122"/>
              </a:defRPr>
            </a:lvl4pPr>
            <a:lvl5pPr marL="2057400" indent="-228600" eaLnBrk="0" hangingPunct="0">
              <a:defRPr>
                <a:latin typeface="Calibri" pitchFamily="34" charset="0"/>
                <a:ea typeface="宋体" pitchFamily="2" charset="-122"/>
              </a:defRPr>
            </a:lvl5pPr>
            <a:lvl6pPr marL="2514600" indent="-228600" eaLnBrk="0" fontAlgn="base" hangingPunct="0">
              <a:spcBef>
                <a:spcPct val="0"/>
              </a:spcBef>
              <a:spcAft>
                <a:spcPct val="0"/>
              </a:spcAft>
              <a:defRPr>
                <a:latin typeface="Calibri" pitchFamily="34" charset="0"/>
                <a:ea typeface="宋体" pitchFamily="2" charset="-122"/>
              </a:defRPr>
            </a:lvl6pPr>
            <a:lvl7pPr marL="2971800" indent="-228600" eaLnBrk="0" fontAlgn="base" hangingPunct="0">
              <a:spcBef>
                <a:spcPct val="0"/>
              </a:spcBef>
              <a:spcAft>
                <a:spcPct val="0"/>
              </a:spcAft>
              <a:defRPr>
                <a:latin typeface="Calibri" pitchFamily="34" charset="0"/>
                <a:ea typeface="宋体" pitchFamily="2" charset="-122"/>
              </a:defRPr>
            </a:lvl7pPr>
            <a:lvl8pPr marL="3429000" indent="-228600" eaLnBrk="0" fontAlgn="base" hangingPunct="0">
              <a:spcBef>
                <a:spcPct val="0"/>
              </a:spcBef>
              <a:spcAft>
                <a:spcPct val="0"/>
              </a:spcAft>
              <a:defRPr>
                <a:latin typeface="Calibri" pitchFamily="34" charset="0"/>
                <a:ea typeface="宋体" pitchFamily="2" charset="-122"/>
              </a:defRPr>
            </a:lvl8pPr>
            <a:lvl9pPr marL="3886200" indent="-228600" eaLnBrk="0" fontAlgn="base" hangingPunct="0">
              <a:spcBef>
                <a:spcPct val="0"/>
              </a:spcBef>
              <a:spcAft>
                <a:spcPct val="0"/>
              </a:spcAft>
              <a:defRPr>
                <a:latin typeface="Calibri" pitchFamily="34" charset="0"/>
                <a:ea typeface="宋体"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22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itchFamily="18" charset="0"/>
              </a:rPr>
              <a:t>问题</a:t>
            </a:r>
            <a:r>
              <a:rPr kumimoji="0" lang="en-US" altLang="zh-CN" sz="22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itchFamily="18" charset="0"/>
              </a:rPr>
              <a:t>1</a:t>
            </a:r>
            <a:r>
              <a:rPr kumimoji="0" lang="zh-CN" altLang="en-US" sz="22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itchFamily="18" charset="0"/>
              </a:rPr>
              <a:t>：</a:t>
            </a:r>
            <a:r>
              <a:rPr kumimoji="0" lang="zh-CN" altLang="en-US" sz="2200" b="0" i="0" u="none" strike="noStrike" kern="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itchFamily="18" charset="0"/>
              </a:rPr>
              <a:t>正入射时，</a:t>
            </a:r>
            <a:r>
              <a:rPr kumimoji="0" lang="en-US" altLang="zh-CN" sz="2200" b="1" i="1" u="none" strike="noStrike" kern="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itchFamily="18" charset="0"/>
              </a:rPr>
              <a:t>i</a:t>
            </a:r>
            <a:r>
              <a:rPr kumimoji="0" lang="en-US" altLang="zh-CN" sz="2200" b="1" i="1" u="none" strike="noStrike" kern="0" cap="none" spc="0" normalizeH="0" baseline="-2500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itchFamily="18" charset="0"/>
              </a:rPr>
              <a:t>1</a:t>
            </a:r>
            <a:r>
              <a:rPr kumimoji="0" lang="en-US" altLang="zh-CN" sz="2200" b="1" i="1" u="none" strike="noStrike" kern="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itchFamily="18" charset="0"/>
              </a:rPr>
              <a:t>=i</a:t>
            </a:r>
            <a:r>
              <a:rPr kumimoji="0" lang="en-US" altLang="zh-CN" sz="2200" b="1" i="1" u="none" strike="noStrike" kern="0" cap="none" spc="0" normalizeH="0" baseline="-2500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itchFamily="18" charset="0"/>
              </a:rPr>
              <a:t>2</a:t>
            </a:r>
            <a:r>
              <a:rPr kumimoji="0" lang="en-US" altLang="zh-CN" sz="2200" b="1" i="0" u="none" strike="noStrike" kern="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itchFamily="18" charset="0"/>
              </a:rPr>
              <a:t>=0</a:t>
            </a:r>
            <a:r>
              <a:rPr kumimoji="0" lang="zh-CN" altLang="en-US" sz="2200" b="0" i="0" u="none" strike="noStrike" kern="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itchFamily="18" charset="0"/>
              </a:rPr>
              <a:t>，此时透、反射率计算公式可以简化为</a:t>
            </a:r>
          </a:p>
        </p:txBody>
      </p:sp>
      <mc:AlternateContent xmlns:mc="http://schemas.openxmlformats.org/markup-compatibility/2006" xmlns:a14="http://schemas.microsoft.com/office/drawing/2010/main">
        <mc:Choice Requires="a14">
          <p:sp>
            <p:nvSpPr>
              <p:cNvPr id="3" name="对象 2">
                <a:extLst>
                  <a:ext uri="{FF2B5EF4-FFF2-40B4-BE49-F238E27FC236}">
                    <a16:creationId xmlns:a16="http://schemas.microsoft.com/office/drawing/2014/main" id="{878935E7-E0A7-47A6-A552-6103C23C0C4C}"/>
                  </a:ext>
                </a:extLst>
              </p:cNvPr>
              <p:cNvSpPr txBox="1"/>
              <p:nvPr/>
            </p:nvSpPr>
            <p:spPr>
              <a:xfrm>
                <a:off x="503502" y="1296178"/>
                <a:ext cx="2827515" cy="1644864"/>
              </a:xfrm>
              <a:prstGeom prst="rect">
                <a:avLst/>
              </a:prstGeom>
            </p:spPr>
            <p:txBody>
              <a:bodyPr>
                <a:noAutofit/>
              </a:bodyPr>
              <a:lstStyle/>
              <a:p>
                <a:pPr/>
                <a14:m>
                  <m:oMathPara xmlns:m="http://schemas.openxmlformats.org/officeDocument/2006/math">
                    <m:oMathParaPr>
                      <m:jc m:val="centerGroup"/>
                    </m:oMathParaPr>
                    <m:oMath xmlns:m="http://schemas.openxmlformats.org/officeDocument/2006/math">
                      <m:d>
                        <m:dPr>
                          <m:begChr m:val="{"/>
                          <m:endChr m:val=""/>
                          <m:ctrlPr>
                            <a:rPr lang="zh-CN" altLang="en-US" sz="2200" i="1" smtClean="0">
                              <a:solidFill>
                                <a:srgbClr val="000000"/>
                              </a:solidFill>
                              <a:latin typeface="Cambria Math" panose="02040503050406030204" pitchFamily="18" charset="0"/>
                            </a:rPr>
                          </m:ctrlPr>
                        </m:dPr>
                        <m:e>
                          <m:eqArr>
                            <m:eqArrPr>
                              <m:ctrlPr>
                                <a:rPr lang="zh-CN" altLang="en-US" sz="2200" i="1">
                                  <a:solidFill>
                                    <a:srgbClr val="000000"/>
                                  </a:solidFill>
                                  <a:latin typeface="Cambria Math" panose="02040503050406030204" pitchFamily="18" charset="0"/>
                                </a:rPr>
                              </m:ctrlPr>
                            </m:eqArrPr>
                            <m:e>
                              <m:sSub>
                                <m:sSubPr>
                                  <m:ctrlPr>
                                    <a:rPr lang="zh-CN" altLang="en-US" sz="2200" i="1">
                                      <a:solidFill>
                                        <a:srgbClr val="000000"/>
                                      </a:solidFill>
                                      <a:latin typeface="Cambria Math" panose="02040503050406030204" pitchFamily="18" charset="0"/>
                                    </a:rPr>
                                  </m:ctrlPr>
                                </m:sSubPr>
                                <m:e>
                                  <m:r>
                                    <a:rPr lang="en-US" altLang="zh-CN" sz="2200" b="0" i="1" smtClean="0">
                                      <a:solidFill>
                                        <a:srgbClr val="000000"/>
                                      </a:solidFill>
                                      <a:latin typeface="Cambria Math" panose="02040503050406030204" pitchFamily="18" charset="0"/>
                                    </a:rPr>
                                    <m:t>𝑟</m:t>
                                  </m:r>
                                </m:e>
                                <m:sub>
                                  <m:r>
                                    <a:rPr lang="zh-CN" altLang="en-US" sz="2200" i="1">
                                      <a:solidFill>
                                        <a:srgbClr val="000000"/>
                                      </a:solidFill>
                                      <a:latin typeface="Cambria Math" panose="02040503050406030204" pitchFamily="18" charset="0"/>
                                    </a:rPr>
                                    <m:t>𝑝</m:t>
                                  </m:r>
                                </m:sub>
                              </m:sSub>
                              <m:r>
                                <a:rPr lang="zh-CN" altLang="en-US" sz="2200" i="1">
                                  <a:solidFill>
                                    <a:srgbClr val="000000"/>
                                  </a:solidFill>
                                  <a:latin typeface="Cambria Math" panose="02040503050406030204" pitchFamily="18" charset="0"/>
                                </a:rPr>
                                <m:t>=</m:t>
                              </m:r>
                              <m:f>
                                <m:fPr>
                                  <m:ctrlPr>
                                    <a:rPr lang="zh-CN" altLang="en-US" sz="2200" i="1">
                                      <a:solidFill>
                                        <a:srgbClr val="000000"/>
                                      </a:solidFill>
                                      <a:latin typeface="Cambria Math" panose="02040503050406030204" pitchFamily="18" charset="0"/>
                                    </a:rPr>
                                  </m:ctrlPr>
                                </m:fPr>
                                <m:num>
                                  <m:sSub>
                                    <m:sSubPr>
                                      <m:ctrlPr>
                                        <a:rPr lang="zh-CN" altLang="en-US" sz="2200" i="1">
                                          <a:solidFill>
                                            <a:srgbClr val="000000"/>
                                          </a:solidFill>
                                          <a:latin typeface="Cambria Math" panose="02040503050406030204" pitchFamily="18" charset="0"/>
                                        </a:rPr>
                                      </m:ctrlPr>
                                    </m:sSubPr>
                                    <m:e>
                                      <m:r>
                                        <a:rPr lang="zh-CN" altLang="en-US" sz="2200" i="1">
                                          <a:solidFill>
                                            <a:srgbClr val="000000"/>
                                          </a:solidFill>
                                          <a:latin typeface="Cambria Math" panose="02040503050406030204" pitchFamily="18" charset="0"/>
                                        </a:rPr>
                                        <m:t>𝑛</m:t>
                                      </m:r>
                                    </m:e>
                                    <m:sub>
                                      <m:r>
                                        <a:rPr lang="zh-CN" altLang="en-US" sz="2200" i="1">
                                          <a:solidFill>
                                            <a:srgbClr val="000000"/>
                                          </a:solidFill>
                                          <a:latin typeface="Cambria Math" panose="02040503050406030204" pitchFamily="18" charset="0"/>
                                        </a:rPr>
                                        <m:t>2</m:t>
                                      </m:r>
                                    </m:sub>
                                  </m:sSub>
                                  <m:r>
                                    <a:rPr lang="zh-CN" altLang="en-US" sz="2200" i="1">
                                      <a:solidFill>
                                        <a:srgbClr val="000000"/>
                                      </a:solidFill>
                                      <a:latin typeface="Cambria Math" panose="02040503050406030204" pitchFamily="18" charset="0"/>
                                    </a:rPr>
                                    <m:t>−</m:t>
                                  </m:r>
                                  <m:sSub>
                                    <m:sSubPr>
                                      <m:ctrlPr>
                                        <a:rPr lang="zh-CN" altLang="en-US" sz="2200" i="1">
                                          <a:solidFill>
                                            <a:srgbClr val="000000"/>
                                          </a:solidFill>
                                          <a:latin typeface="Cambria Math" panose="02040503050406030204" pitchFamily="18" charset="0"/>
                                        </a:rPr>
                                      </m:ctrlPr>
                                    </m:sSubPr>
                                    <m:e>
                                      <m:r>
                                        <a:rPr lang="zh-CN" altLang="en-US" sz="2200" i="1">
                                          <a:solidFill>
                                            <a:srgbClr val="000000"/>
                                          </a:solidFill>
                                          <a:latin typeface="Cambria Math" panose="02040503050406030204" pitchFamily="18" charset="0"/>
                                        </a:rPr>
                                        <m:t>𝑛</m:t>
                                      </m:r>
                                    </m:e>
                                    <m:sub>
                                      <m:r>
                                        <a:rPr lang="zh-CN" altLang="en-US" sz="2200" i="1">
                                          <a:solidFill>
                                            <a:srgbClr val="000000"/>
                                          </a:solidFill>
                                          <a:latin typeface="Cambria Math" panose="02040503050406030204" pitchFamily="18" charset="0"/>
                                        </a:rPr>
                                        <m:t>1</m:t>
                                      </m:r>
                                    </m:sub>
                                  </m:sSub>
                                </m:num>
                                <m:den>
                                  <m:sSub>
                                    <m:sSubPr>
                                      <m:ctrlPr>
                                        <a:rPr lang="zh-CN" altLang="en-US" sz="2200" i="1">
                                          <a:solidFill>
                                            <a:srgbClr val="000000"/>
                                          </a:solidFill>
                                          <a:latin typeface="Cambria Math" panose="02040503050406030204" pitchFamily="18" charset="0"/>
                                        </a:rPr>
                                      </m:ctrlPr>
                                    </m:sSubPr>
                                    <m:e>
                                      <m:r>
                                        <a:rPr lang="zh-CN" altLang="en-US" sz="2200" i="1">
                                          <a:solidFill>
                                            <a:srgbClr val="000000"/>
                                          </a:solidFill>
                                          <a:latin typeface="Cambria Math" panose="02040503050406030204" pitchFamily="18" charset="0"/>
                                        </a:rPr>
                                        <m:t>𝑛</m:t>
                                      </m:r>
                                    </m:e>
                                    <m:sub>
                                      <m:r>
                                        <a:rPr lang="zh-CN" altLang="en-US" sz="2200" i="1">
                                          <a:solidFill>
                                            <a:srgbClr val="000000"/>
                                          </a:solidFill>
                                          <a:latin typeface="Cambria Math" panose="02040503050406030204" pitchFamily="18" charset="0"/>
                                        </a:rPr>
                                        <m:t>2</m:t>
                                      </m:r>
                                    </m:sub>
                                  </m:sSub>
                                  <m:r>
                                    <a:rPr lang="zh-CN" altLang="en-US" sz="2200" i="1">
                                      <a:solidFill>
                                        <a:srgbClr val="000000"/>
                                      </a:solidFill>
                                      <a:latin typeface="Cambria Math" panose="02040503050406030204" pitchFamily="18" charset="0"/>
                                    </a:rPr>
                                    <m:t>+</m:t>
                                  </m:r>
                                  <m:sSub>
                                    <m:sSubPr>
                                      <m:ctrlPr>
                                        <a:rPr lang="zh-CN" altLang="en-US" sz="2200" i="1">
                                          <a:solidFill>
                                            <a:srgbClr val="000000"/>
                                          </a:solidFill>
                                          <a:latin typeface="Cambria Math" panose="02040503050406030204" pitchFamily="18" charset="0"/>
                                        </a:rPr>
                                      </m:ctrlPr>
                                    </m:sSubPr>
                                    <m:e>
                                      <m:r>
                                        <a:rPr lang="zh-CN" altLang="en-US" sz="2200" i="1">
                                          <a:solidFill>
                                            <a:srgbClr val="000000"/>
                                          </a:solidFill>
                                          <a:latin typeface="Cambria Math" panose="02040503050406030204" pitchFamily="18" charset="0"/>
                                        </a:rPr>
                                        <m:t>𝑛</m:t>
                                      </m:r>
                                    </m:e>
                                    <m:sub>
                                      <m:r>
                                        <a:rPr lang="zh-CN" altLang="en-US" sz="2200" i="1">
                                          <a:solidFill>
                                            <a:srgbClr val="000000"/>
                                          </a:solidFill>
                                          <a:latin typeface="Cambria Math" panose="02040503050406030204" pitchFamily="18" charset="0"/>
                                        </a:rPr>
                                        <m:t>1</m:t>
                                      </m:r>
                                    </m:sub>
                                  </m:sSub>
                                </m:den>
                              </m:f>
                              <m:r>
                                <a:rPr lang="zh-CN" altLang="en-US" sz="2200" i="1">
                                  <a:solidFill>
                                    <a:srgbClr val="000000"/>
                                  </a:solidFill>
                                  <a:latin typeface="Cambria Math" panose="02040503050406030204" pitchFamily="18" charset="0"/>
                                </a:rPr>
                                <m:t>=−</m:t>
                              </m:r>
                              <m:sSub>
                                <m:sSubPr>
                                  <m:ctrlPr>
                                    <a:rPr lang="zh-CN" altLang="en-US" sz="2200" i="1" smtClean="0">
                                      <a:solidFill>
                                        <a:srgbClr val="000000"/>
                                      </a:solidFill>
                                      <a:latin typeface="Cambria Math" panose="02040503050406030204" pitchFamily="18" charset="0"/>
                                    </a:rPr>
                                  </m:ctrlPr>
                                </m:sSubPr>
                                <m:e>
                                  <m:r>
                                    <a:rPr lang="en-US" altLang="zh-CN" sz="2200" b="0" i="1" smtClean="0">
                                      <a:solidFill>
                                        <a:srgbClr val="000000"/>
                                      </a:solidFill>
                                      <a:latin typeface="Cambria Math" panose="02040503050406030204" pitchFamily="18" charset="0"/>
                                    </a:rPr>
                                    <m:t>𝑟</m:t>
                                  </m:r>
                                </m:e>
                                <m:sub>
                                  <m:r>
                                    <a:rPr lang="zh-CN" altLang="en-US" sz="2200" i="1">
                                      <a:solidFill>
                                        <a:srgbClr val="000000"/>
                                      </a:solidFill>
                                      <a:latin typeface="Cambria Math" panose="02040503050406030204" pitchFamily="18" charset="0"/>
                                    </a:rPr>
                                    <m:t>𝑠</m:t>
                                  </m:r>
                                </m:sub>
                              </m:sSub>
                            </m:e>
                            <m:e>
                              <m:sSub>
                                <m:sSubPr>
                                  <m:ctrlPr>
                                    <a:rPr lang="zh-CN" altLang="en-US" sz="2200" i="1">
                                      <a:solidFill>
                                        <a:srgbClr val="000000"/>
                                      </a:solidFill>
                                      <a:latin typeface="Cambria Math" panose="02040503050406030204" pitchFamily="18" charset="0"/>
                                    </a:rPr>
                                  </m:ctrlPr>
                                </m:sSubPr>
                                <m:e>
                                  <m:r>
                                    <a:rPr lang="en-US" altLang="zh-CN" sz="2200" b="0" i="1" smtClean="0">
                                      <a:solidFill>
                                        <a:srgbClr val="000000"/>
                                      </a:solidFill>
                                      <a:latin typeface="Cambria Math" panose="02040503050406030204" pitchFamily="18" charset="0"/>
                                    </a:rPr>
                                    <m:t>𝑡</m:t>
                                  </m:r>
                                </m:e>
                                <m:sub>
                                  <m:r>
                                    <a:rPr lang="zh-CN" altLang="en-US" sz="2200" i="1">
                                      <a:solidFill>
                                        <a:srgbClr val="000000"/>
                                      </a:solidFill>
                                      <a:latin typeface="Cambria Math" panose="02040503050406030204" pitchFamily="18" charset="0"/>
                                    </a:rPr>
                                    <m:t>𝑝</m:t>
                                  </m:r>
                                </m:sub>
                              </m:sSub>
                              <m:r>
                                <a:rPr lang="zh-CN" altLang="en-US" sz="2200" i="1">
                                  <a:solidFill>
                                    <a:srgbClr val="000000"/>
                                  </a:solidFill>
                                  <a:latin typeface="Cambria Math" panose="02040503050406030204" pitchFamily="18" charset="0"/>
                                </a:rPr>
                                <m:t>=</m:t>
                              </m:r>
                              <m:sSub>
                                <m:sSubPr>
                                  <m:ctrlPr>
                                    <a:rPr lang="zh-CN" altLang="en-US" sz="2200" i="1">
                                      <a:solidFill>
                                        <a:srgbClr val="000000"/>
                                      </a:solidFill>
                                      <a:latin typeface="Cambria Math" panose="02040503050406030204" pitchFamily="18" charset="0"/>
                                    </a:rPr>
                                  </m:ctrlPr>
                                </m:sSubPr>
                                <m:e>
                                  <m:r>
                                    <a:rPr lang="en-US" altLang="zh-CN" sz="2200" b="0" i="1" smtClean="0">
                                      <a:solidFill>
                                        <a:srgbClr val="000000"/>
                                      </a:solidFill>
                                      <a:latin typeface="Cambria Math" panose="02040503050406030204" pitchFamily="18" charset="0"/>
                                    </a:rPr>
                                    <m:t>𝑡</m:t>
                                  </m:r>
                                </m:e>
                                <m:sub>
                                  <m:r>
                                    <a:rPr lang="zh-CN" altLang="en-US" sz="2200" i="1">
                                      <a:solidFill>
                                        <a:srgbClr val="000000"/>
                                      </a:solidFill>
                                      <a:latin typeface="Cambria Math" panose="02040503050406030204" pitchFamily="18" charset="0"/>
                                    </a:rPr>
                                    <m:t>𝑠</m:t>
                                  </m:r>
                                </m:sub>
                              </m:sSub>
                              <m:r>
                                <a:rPr lang="zh-CN" altLang="en-US" sz="2200" i="1">
                                  <a:solidFill>
                                    <a:srgbClr val="000000"/>
                                  </a:solidFill>
                                  <a:latin typeface="Cambria Math" panose="02040503050406030204" pitchFamily="18" charset="0"/>
                                </a:rPr>
                                <m:t>=</m:t>
                              </m:r>
                              <m:f>
                                <m:fPr>
                                  <m:ctrlPr>
                                    <a:rPr lang="zh-CN" altLang="en-US" sz="2200" i="1">
                                      <a:solidFill>
                                        <a:srgbClr val="000000"/>
                                      </a:solidFill>
                                      <a:latin typeface="Cambria Math" panose="02040503050406030204" pitchFamily="18" charset="0"/>
                                    </a:rPr>
                                  </m:ctrlPr>
                                </m:fPr>
                                <m:num>
                                  <m:r>
                                    <a:rPr lang="zh-CN" altLang="en-US" sz="2200" i="1">
                                      <a:solidFill>
                                        <a:srgbClr val="000000"/>
                                      </a:solidFill>
                                      <a:latin typeface="Cambria Math" panose="02040503050406030204" pitchFamily="18" charset="0"/>
                                    </a:rPr>
                                    <m:t>2</m:t>
                                  </m:r>
                                  <m:sSub>
                                    <m:sSubPr>
                                      <m:ctrlPr>
                                        <a:rPr lang="zh-CN" altLang="en-US" sz="2200" i="1">
                                          <a:solidFill>
                                            <a:srgbClr val="000000"/>
                                          </a:solidFill>
                                          <a:latin typeface="Cambria Math" panose="02040503050406030204" pitchFamily="18" charset="0"/>
                                        </a:rPr>
                                      </m:ctrlPr>
                                    </m:sSubPr>
                                    <m:e>
                                      <m:r>
                                        <a:rPr lang="zh-CN" altLang="en-US" sz="2200" i="1">
                                          <a:solidFill>
                                            <a:srgbClr val="000000"/>
                                          </a:solidFill>
                                          <a:latin typeface="Cambria Math" panose="02040503050406030204" pitchFamily="18" charset="0"/>
                                        </a:rPr>
                                        <m:t>𝑛</m:t>
                                      </m:r>
                                    </m:e>
                                    <m:sub>
                                      <m:r>
                                        <a:rPr lang="zh-CN" altLang="en-US" sz="2200" i="1">
                                          <a:solidFill>
                                            <a:srgbClr val="000000"/>
                                          </a:solidFill>
                                          <a:latin typeface="Cambria Math" panose="02040503050406030204" pitchFamily="18" charset="0"/>
                                        </a:rPr>
                                        <m:t>1</m:t>
                                      </m:r>
                                    </m:sub>
                                  </m:sSub>
                                </m:num>
                                <m:den>
                                  <m:sSub>
                                    <m:sSubPr>
                                      <m:ctrlPr>
                                        <a:rPr lang="zh-CN" altLang="en-US" sz="2200" i="1">
                                          <a:solidFill>
                                            <a:srgbClr val="000000"/>
                                          </a:solidFill>
                                          <a:latin typeface="Cambria Math" panose="02040503050406030204" pitchFamily="18" charset="0"/>
                                        </a:rPr>
                                      </m:ctrlPr>
                                    </m:sSubPr>
                                    <m:e>
                                      <m:r>
                                        <a:rPr lang="zh-CN" altLang="en-US" sz="2200" i="1">
                                          <a:solidFill>
                                            <a:srgbClr val="000000"/>
                                          </a:solidFill>
                                          <a:latin typeface="Cambria Math" panose="02040503050406030204" pitchFamily="18" charset="0"/>
                                        </a:rPr>
                                        <m:t>𝑛</m:t>
                                      </m:r>
                                    </m:e>
                                    <m:sub>
                                      <m:r>
                                        <a:rPr lang="zh-CN" altLang="en-US" sz="2200" i="1">
                                          <a:solidFill>
                                            <a:srgbClr val="000000"/>
                                          </a:solidFill>
                                          <a:latin typeface="Cambria Math" panose="02040503050406030204" pitchFamily="18" charset="0"/>
                                        </a:rPr>
                                        <m:t>2</m:t>
                                      </m:r>
                                    </m:sub>
                                  </m:sSub>
                                  <m:r>
                                    <a:rPr lang="zh-CN" altLang="en-US" sz="2200" i="1">
                                      <a:solidFill>
                                        <a:srgbClr val="000000"/>
                                      </a:solidFill>
                                      <a:latin typeface="Cambria Math" panose="02040503050406030204" pitchFamily="18" charset="0"/>
                                    </a:rPr>
                                    <m:t>+</m:t>
                                  </m:r>
                                  <m:sSub>
                                    <m:sSubPr>
                                      <m:ctrlPr>
                                        <a:rPr lang="zh-CN" altLang="en-US" sz="2200" i="1">
                                          <a:solidFill>
                                            <a:srgbClr val="000000"/>
                                          </a:solidFill>
                                          <a:latin typeface="Cambria Math" panose="02040503050406030204" pitchFamily="18" charset="0"/>
                                        </a:rPr>
                                      </m:ctrlPr>
                                    </m:sSubPr>
                                    <m:e>
                                      <m:r>
                                        <a:rPr lang="zh-CN" altLang="en-US" sz="2200" i="1">
                                          <a:solidFill>
                                            <a:srgbClr val="000000"/>
                                          </a:solidFill>
                                          <a:latin typeface="Cambria Math" panose="02040503050406030204" pitchFamily="18" charset="0"/>
                                        </a:rPr>
                                        <m:t>𝑛</m:t>
                                      </m:r>
                                    </m:e>
                                    <m:sub>
                                      <m:r>
                                        <a:rPr lang="zh-CN" altLang="en-US" sz="2200" i="1">
                                          <a:solidFill>
                                            <a:srgbClr val="000000"/>
                                          </a:solidFill>
                                          <a:latin typeface="Cambria Math" panose="02040503050406030204" pitchFamily="18" charset="0"/>
                                        </a:rPr>
                                        <m:t>1</m:t>
                                      </m:r>
                                    </m:sub>
                                  </m:sSub>
                                </m:den>
                              </m:f>
                            </m:e>
                          </m:eqArr>
                        </m:e>
                      </m:d>
                    </m:oMath>
                  </m:oMathPara>
                </a14:m>
                <a:endParaRPr lang="zh-CN" altLang="en-US" sz="2200" dirty="0"/>
              </a:p>
            </p:txBody>
          </p:sp>
        </mc:Choice>
        <mc:Fallback xmlns="">
          <p:sp>
            <p:nvSpPr>
              <p:cNvPr id="3" name="对象 2">
                <a:extLst>
                  <a:ext uri="{FF2B5EF4-FFF2-40B4-BE49-F238E27FC236}">
                    <a16:creationId xmlns:a16="http://schemas.microsoft.com/office/drawing/2014/main" id="{878935E7-E0A7-47A6-A552-6103C23C0C4C}"/>
                  </a:ext>
                </a:extLst>
              </p:cNvPr>
              <p:cNvSpPr txBox="1">
                <a:spLocks noRot="1" noChangeAspect="1" noMove="1" noResize="1" noEditPoints="1" noAdjustHandles="1" noChangeArrowheads="1" noChangeShapeType="1" noTextEdit="1"/>
              </p:cNvSpPr>
              <p:nvPr/>
            </p:nvSpPr>
            <p:spPr>
              <a:xfrm>
                <a:off x="503502" y="1296178"/>
                <a:ext cx="2827515" cy="1644864"/>
              </a:xfrm>
              <a:prstGeom prst="rect">
                <a:avLst/>
              </a:prstGeom>
              <a:blipFill>
                <a:blip r:embed="rId2"/>
                <a:stretch>
                  <a:fillRect/>
                </a:stretch>
              </a:blipFill>
            </p:spPr>
            <p:txBody>
              <a:bodyPr/>
              <a:lstStyle/>
              <a:p>
                <a:r>
                  <a:rPr lang="zh-CN" altLang="en-US">
                    <a:noFill/>
                  </a:rPr>
                  <a:t> </a:t>
                </a:r>
              </a:p>
            </p:txBody>
          </p:sp>
        </mc:Fallback>
      </mc:AlternateContent>
      <p:sp>
        <p:nvSpPr>
          <p:cNvPr id="4" name="Text Box 12">
            <a:extLst>
              <a:ext uri="{FF2B5EF4-FFF2-40B4-BE49-F238E27FC236}">
                <a16:creationId xmlns:a16="http://schemas.microsoft.com/office/drawing/2014/main" id="{B36926BF-F58D-470B-A487-23BD2C04DEE2}"/>
              </a:ext>
            </a:extLst>
          </p:cNvPr>
          <p:cNvSpPr txBox="1">
            <a:spLocks noChangeArrowheads="1"/>
          </p:cNvSpPr>
          <p:nvPr/>
        </p:nvSpPr>
        <p:spPr bwMode="auto">
          <a:xfrm>
            <a:off x="4005236" y="1330887"/>
            <a:ext cx="4536504" cy="141269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cap="rnd">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a:defRPr sz="2200" b="1">
                <a:solidFill>
                  <a:srgbClr val="FF0000"/>
                </a:solidFill>
                <a:latin typeface="微软雅黑" panose="020B0503020204020204" pitchFamily="34" charset="-122"/>
                <a:ea typeface="微软雅黑" panose="020B0503020204020204" pitchFamily="34" charset="-122"/>
                <a:cs typeface="Times New Roman" pitchFamily="18" charset="0"/>
              </a:defRPr>
            </a:lvl1pPr>
            <a:lvl2pPr marL="742950" indent="-285750" eaLnBrk="0" hangingPunct="0">
              <a:defRPr>
                <a:latin typeface="Calibri" pitchFamily="34" charset="0"/>
                <a:ea typeface="宋体" pitchFamily="2" charset="-122"/>
              </a:defRPr>
            </a:lvl2pPr>
            <a:lvl3pPr marL="1143000" indent="-228600" eaLnBrk="0" hangingPunct="0">
              <a:defRPr>
                <a:latin typeface="Calibri" pitchFamily="34" charset="0"/>
                <a:ea typeface="宋体" pitchFamily="2" charset="-122"/>
              </a:defRPr>
            </a:lvl3pPr>
            <a:lvl4pPr marL="1600200" indent="-228600" eaLnBrk="0" hangingPunct="0">
              <a:defRPr>
                <a:latin typeface="Calibri" pitchFamily="34" charset="0"/>
                <a:ea typeface="宋体" pitchFamily="2" charset="-122"/>
              </a:defRPr>
            </a:lvl4pPr>
            <a:lvl5pPr marL="2057400" indent="-228600" eaLnBrk="0" hangingPunct="0">
              <a:defRPr>
                <a:latin typeface="Calibri" pitchFamily="34" charset="0"/>
                <a:ea typeface="宋体" pitchFamily="2" charset="-122"/>
              </a:defRPr>
            </a:lvl5pPr>
            <a:lvl6pPr marL="2514600" indent="-228600" eaLnBrk="0" fontAlgn="base" hangingPunct="0">
              <a:spcBef>
                <a:spcPct val="0"/>
              </a:spcBef>
              <a:spcAft>
                <a:spcPct val="0"/>
              </a:spcAft>
              <a:defRPr>
                <a:latin typeface="Calibri" pitchFamily="34" charset="0"/>
                <a:ea typeface="宋体" pitchFamily="2" charset="-122"/>
              </a:defRPr>
            </a:lvl6pPr>
            <a:lvl7pPr marL="2971800" indent="-228600" eaLnBrk="0" fontAlgn="base" hangingPunct="0">
              <a:spcBef>
                <a:spcPct val="0"/>
              </a:spcBef>
              <a:spcAft>
                <a:spcPct val="0"/>
              </a:spcAft>
              <a:defRPr>
                <a:latin typeface="Calibri" pitchFamily="34" charset="0"/>
                <a:ea typeface="宋体" pitchFamily="2" charset="-122"/>
              </a:defRPr>
            </a:lvl7pPr>
            <a:lvl8pPr marL="3429000" indent="-228600" eaLnBrk="0" fontAlgn="base" hangingPunct="0">
              <a:spcBef>
                <a:spcPct val="0"/>
              </a:spcBef>
              <a:spcAft>
                <a:spcPct val="0"/>
              </a:spcAft>
              <a:defRPr>
                <a:latin typeface="Calibri" pitchFamily="34" charset="0"/>
                <a:ea typeface="宋体" pitchFamily="2" charset="-122"/>
              </a:defRPr>
            </a:lvl8pPr>
            <a:lvl9pPr marL="3886200" indent="-228600" eaLnBrk="0" fontAlgn="base" hangingPunct="0">
              <a:spcBef>
                <a:spcPct val="0"/>
              </a:spcBef>
              <a:spcAft>
                <a:spcPct val="0"/>
              </a:spcAft>
              <a:defRPr>
                <a:latin typeface="Calibri" pitchFamily="34" charset="0"/>
                <a:ea typeface="宋体" pitchFamily="2" charset="-122"/>
              </a:defRPr>
            </a:lvl9pPr>
          </a:lstStyle>
          <a:p>
            <a:pPr>
              <a:lnSpc>
                <a:spcPct val="130000"/>
              </a:lnSpc>
            </a:pPr>
            <a:r>
              <a:rPr lang="zh-CN" altLang="en-US" b="0" dirty="0">
                <a:solidFill>
                  <a:prstClr val="black"/>
                </a:solidFill>
                <a:latin typeface="Times New Roman" panose="02020603050405020304" pitchFamily="18" charset="0"/>
              </a:rPr>
              <a:t>如果光线从空气（</a:t>
            </a:r>
            <a:r>
              <a:rPr lang="en-US" altLang="zh-CN" b="0" i="1" dirty="0">
                <a:solidFill>
                  <a:prstClr val="black"/>
                </a:solidFill>
                <a:latin typeface="Times New Roman" panose="02020603050405020304" pitchFamily="18" charset="0"/>
              </a:rPr>
              <a:t>n</a:t>
            </a:r>
            <a:r>
              <a:rPr lang="en-US" altLang="zh-CN" b="0" baseline="-25000" dirty="0">
                <a:solidFill>
                  <a:prstClr val="black"/>
                </a:solidFill>
                <a:latin typeface="Times New Roman" panose="02020603050405020304" pitchFamily="18" charset="0"/>
              </a:rPr>
              <a:t>1</a:t>
            </a:r>
            <a:r>
              <a:rPr lang="en-US" altLang="zh-CN" b="0" dirty="0">
                <a:solidFill>
                  <a:prstClr val="black"/>
                </a:solidFill>
                <a:latin typeface="Times New Roman" panose="02020603050405020304" pitchFamily="18" charset="0"/>
              </a:rPr>
              <a:t>=1</a:t>
            </a:r>
            <a:r>
              <a:rPr lang="zh-CN" altLang="en-US" b="0" dirty="0">
                <a:solidFill>
                  <a:prstClr val="black"/>
                </a:solidFill>
                <a:latin typeface="Times New Roman" panose="02020603050405020304" pitchFamily="18" charset="0"/>
              </a:rPr>
              <a:t>）入射到玻璃（</a:t>
            </a:r>
            <a:r>
              <a:rPr lang="en-US" altLang="zh-CN" b="0" i="1" dirty="0">
                <a:solidFill>
                  <a:prstClr val="black"/>
                </a:solidFill>
                <a:latin typeface="Times New Roman" panose="02020603050405020304" pitchFamily="18" charset="0"/>
              </a:rPr>
              <a:t>n</a:t>
            </a:r>
            <a:r>
              <a:rPr lang="en-US" altLang="zh-CN" b="0" baseline="-25000" dirty="0">
                <a:solidFill>
                  <a:prstClr val="black"/>
                </a:solidFill>
                <a:latin typeface="Times New Roman" panose="02020603050405020304" pitchFamily="18" charset="0"/>
              </a:rPr>
              <a:t>2</a:t>
            </a:r>
            <a:r>
              <a:rPr lang="en-US" altLang="zh-CN" b="0" dirty="0">
                <a:solidFill>
                  <a:prstClr val="black"/>
                </a:solidFill>
                <a:latin typeface="Times New Roman" panose="02020603050405020304" pitchFamily="18" charset="0"/>
              </a:rPr>
              <a:t>=1.5</a:t>
            </a:r>
            <a:r>
              <a:rPr lang="zh-CN" altLang="en-US" b="0" dirty="0">
                <a:solidFill>
                  <a:prstClr val="black"/>
                </a:solidFill>
                <a:latin typeface="Times New Roman" panose="02020603050405020304" pitchFamily="18" charset="0"/>
              </a:rPr>
              <a:t>）表面时，此时可以计算得到</a:t>
            </a:r>
            <a:r>
              <a:rPr lang="en-US" altLang="zh-CN" b="0" i="1" dirty="0" err="1">
                <a:solidFill>
                  <a:prstClr val="black"/>
                </a:solidFill>
                <a:latin typeface="Times New Roman" panose="02020603050405020304" pitchFamily="18" charset="0"/>
              </a:rPr>
              <a:t>r</a:t>
            </a:r>
            <a:r>
              <a:rPr lang="en-US" altLang="zh-CN" b="0" i="1" baseline="-25000" dirty="0" err="1">
                <a:solidFill>
                  <a:prstClr val="black"/>
                </a:solidFill>
                <a:latin typeface="Times New Roman" panose="02020603050405020304" pitchFamily="18" charset="0"/>
              </a:rPr>
              <a:t>p</a:t>
            </a:r>
            <a:r>
              <a:rPr lang="en-US" altLang="zh-CN" b="0" dirty="0">
                <a:solidFill>
                  <a:prstClr val="black"/>
                </a:solidFill>
                <a:latin typeface="Times New Roman" panose="02020603050405020304" pitchFamily="18" charset="0"/>
              </a:rPr>
              <a:t>=20%</a:t>
            </a:r>
            <a:r>
              <a:rPr lang="zh-CN" altLang="en-US" b="0" dirty="0">
                <a:solidFill>
                  <a:prstClr val="black"/>
                </a:solidFill>
                <a:latin typeface="Times New Roman" panose="02020603050405020304" pitchFamily="18" charset="0"/>
              </a:rPr>
              <a:t>，</a:t>
            </a:r>
            <a:r>
              <a:rPr lang="en-US" altLang="zh-CN" b="0" i="1" dirty="0" err="1">
                <a:solidFill>
                  <a:prstClr val="black"/>
                </a:solidFill>
                <a:latin typeface="Times New Roman" panose="02020603050405020304" pitchFamily="18" charset="0"/>
              </a:rPr>
              <a:t>r</a:t>
            </a:r>
            <a:r>
              <a:rPr lang="en-US" altLang="zh-CN" b="0" i="1" baseline="-25000" dirty="0" err="1">
                <a:solidFill>
                  <a:prstClr val="black"/>
                </a:solidFill>
                <a:latin typeface="Times New Roman" panose="02020603050405020304" pitchFamily="18" charset="0"/>
              </a:rPr>
              <a:t>s</a:t>
            </a:r>
            <a:r>
              <a:rPr lang="en-US" altLang="zh-CN" b="0" dirty="0">
                <a:solidFill>
                  <a:prstClr val="black"/>
                </a:solidFill>
                <a:latin typeface="Times New Roman" panose="02020603050405020304" pitchFamily="18" charset="0"/>
              </a:rPr>
              <a:t>=-20%.</a:t>
            </a:r>
            <a:endParaRPr lang="zh-CN" altLang="en-US" b="0" dirty="0">
              <a:solidFill>
                <a:srgbClr val="0066FF"/>
              </a:solidFill>
              <a:latin typeface="Times New Roman" panose="02020603050405020304" pitchFamily="18" charset="0"/>
            </a:endParaRPr>
          </a:p>
        </p:txBody>
      </p:sp>
      <p:sp>
        <p:nvSpPr>
          <p:cNvPr id="5" name="Text Box 12">
            <a:extLst>
              <a:ext uri="{FF2B5EF4-FFF2-40B4-BE49-F238E27FC236}">
                <a16:creationId xmlns:a16="http://schemas.microsoft.com/office/drawing/2014/main" id="{457DF747-2B82-4B48-B38F-7FBA5D06BDD8}"/>
              </a:ext>
            </a:extLst>
          </p:cNvPr>
          <p:cNvSpPr txBox="1">
            <a:spLocks noChangeArrowheads="1"/>
          </p:cNvSpPr>
          <p:nvPr/>
        </p:nvSpPr>
        <p:spPr bwMode="auto">
          <a:xfrm>
            <a:off x="457554" y="3237735"/>
            <a:ext cx="7897440" cy="141269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cap="rnd">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a:defRPr sz="2200" b="1">
                <a:solidFill>
                  <a:srgbClr val="FF0000"/>
                </a:solidFill>
                <a:latin typeface="微软雅黑" panose="020B0503020204020204" pitchFamily="34" charset="-122"/>
                <a:ea typeface="微软雅黑" panose="020B0503020204020204" pitchFamily="34" charset="-122"/>
                <a:cs typeface="Times New Roman" pitchFamily="18" charset="0"/>
              </a:defRPr>
            </a:lvl1pPr>
            <a:lvl2pPr marL="742950" indent="-285750" eaLnBrk="0" hangingPunct="0">
              <a:defRPr>
                <a:latin typeface="Calibri" pitchFamily="34" charset="0"/>
                <a:ea typeface="宋体" pitchFamily="2" charset="-122"/>
              </a:defRPr>
            </a:lvl2pPr>
            <a:lvl3pPr marL="1143000" indent="-228600" eaLnBrk="0" hangingPunct="0">
              <a:defRPr>
                <a:latin typeface="Calibri" pitchFamily="34" charset="0"/>
                <a:ea typeface="宋体" pitchFamily="2" charset="-122"/>
              </a:defRPr>
            </a:lvl3pPr>
            <a:lvl4pPr marL="1600200" indent="-228600" eaLnBrk="0" hangingPunct="0">
              <a:defRPr>
                <a:latin typeface="Calibri" pitchFamily="34" charset="0"/>
                <a:ea typeface="宋体" pitchFamily="2" charset="-122"/>
              </a:defRPr>
            </a:lvl4pPr>
            <a:lvl5pPr marL="2057400" indent="-228600" eaLnBrk="0" hangingPunct="0">
              <a:defRPr>
                <a:latin typeface="Calibri" pitchFamily="34" charset="0"/>
                <a:ea typeface="宋体" pitchFamily="2" charset="-122"/>
              </a:defRPr>
            </a:lvl5pPr>
            <a:lvl6pPr marL="2514600" indent="-228600" eaLnBrk="0" fontAlgn="base" hangingPunct="0">
              <a:spcBef>
                <a:spcPct val="0"/>
              </a:spcBef>
              <a:spcAft>
                <a:spcPct val="0"/>
              </a:spcAft>
              <a:defRPr>
                <a:latin typeface="Calibri" pitchFamily="34" charset="0"/>
                <a:ea typeface="宋体" pitchFamily="2" charset="-122"/>
              </a:defRPr>
            </a:lvl6pPr>
            <a:lvl7pPr marL="2971800" indent="-228600" eaLnBrk="0" fontAlgn="base" hangingPunct="0">
              <a:spcBef>
                <a:spcPct val="0"/>
              </a:spcBef>
              <a:spcAft>
                <a:spcPct val="0"/>
              </a:spcAft>
              <a:defRPr>
                <a:latin typeface="Calibri" pitchFamily="34" charset="0"/>
                <a:ea typeface="宋体" pitchFamily="2" charset="-122"/>
              </a:defRPr>
            </a:lvl7pPr>
            <a:lvl8pPr marL="3429000" indent="-228600" eaLnBrk="0" fontAlgn="base" hangingPunct="0">
              <a:spcBef>
                <a:spcPct val="0"/>
              </a:spcBef>
              <a:spcAft>
                <a:spcPct val="0"/>
              </a:spcAft>
              <a:defRPr>
                <a:latin typeface="Calibri" pitchFamily="34" charset="0"/>
                <a:ea typeface="宋体" pitchFamily="2" charset="-122"/>
              </a:defRPr>
            </a:lvl8pPr>
            <a:lvl9pPr marL="3886200" indent="-228600" eaLnBrk="0" fontAlgn="base" hangingPunct="0">
              <a:spcBef>
                <a:spcPct val="0"/>
              </a:spcBef>
              <a:spcAft>
                <a:spcPct val="0"/>
              </a:spcAft>
              <a:defRPr>
                <a:latin typeface="Calibri" pitchFamily="34" charset="0"/>
                <a:ea typeface="宋体" pitchFamily="2" charset="-122"/>
              </a:defRPr>
            </a:lvl9pPr>
          </a:lstStyle>
          <a:p>
            <a:pPr>
              <a:lnSpc>
                <a:spcPct val="130000"/>
              </a:lnSpc>
            </a:pPr>
            <a:r>
              <a:rPr lang="zh-CN" altLang="en-US" b="0" dirty="0">
                <a:solidFill>
                  <a:prstClr val="black"/>
                </a:solidFill>
                <a:latin typeface="Times New Roman" panose="02020603050405020304" pitchFamily="18" charset="0"/>
              </a:rPr>
              <a:t>回顾前面提到的局部坐标架的概念。当复振幅 </a:t>
            </a:r>
            <a:r>
              <a:rPr lang="en-US" altLang="zh-CN" b="0" i="1" dirty="0">
                <a:solidFill>
                  <a:prstClr val="black"/>
                </a:solidFill>
                <a:latin typeface="Times New Roman" panose="02020603050405020304" pitchFamily="18" charset="0"/>
              </a:rPr>
              <a:t>r </a:t>
            </a:r>
            <a:r>
              <a:rPr lang="zh-CN" altLang="en-US" b="0" dirty="0">
                <a:solidFill>
                  <a:prstClr val="black"/>
                </a:solidFill>
                <a:latin typeface="Times New Roman" panose="02020603050405020304" pitchFamily="18" charset="0"/>
              </a:rPr>
              <a:t>反射率为正时，意味着反射电场的振动方向与反射光线的局部坐标架中的正方向一致；</a:t>
            </a:r>
            <a:r>
              <a:rPr lang="en-US" altLang="zh-CN" b="0" i="1" dirty="0">
                <a:solidFill>
                  <a:prstClr val="black"/>
                </a:solidFill>
                <a:latin typeface="Times New Roman" panose="02020603050405020304" pitchFamily="18" charset="0"/>
              </a:rPr>
              <a:t> r </a:t>
            </a:r>
            <a:r>
              <a:rPr lang="zh-CN" altLang="en-US" b="0" dirty="0">
                <a:solidFill>
                  <a:prstClr val="black"/>
                </a:solidFill>
                <a:latin typeface="Times New Roman" panose="02020603050405020304" pitchFamily="18" charset="0"/>
              </a:rPr>
              <a:t>为负数时，则意味着相反。</a:t>
            </a:r>
          </a:p>
        </p:txBody>
      </p:sp>
      <p:grpSp>
        <p:nvGrpSpPr>
          <p:cNvPr id="6" name="组合 5">
            <a:extLst>
              <a:ext uri="{FF2B5EF4-FFF2-40B4-BE49-F238E27FC236}">
                <a16:creationId xmlns:a16="http://schemas.microsoft.com/office/drawing/2014/main" id="{ADBE9D82-4CFA-4B9C-97F8-51EFE098DD8F}"/>
              </a:ext>
            </a:extLst>
          </p:cNvPr>
          <p:cNvGrpSpPr/>
          <p:nvPr/>
        </p:nvGrpSpPr>
        <p:grpSpPr>
          <a:xfrm>
            <a:off x="1018447" y="5252834"/>
            <a:ext cx="1314910" cy="961696"/>
            <a:chOff x="792166" y="4466858"/>
            <a:chExt cx="1314910" cy="961696"/>
          </a:xfrm>
        </p:grpSpPr>
        <p:pic>
          <p:nvPicPr>
            <p:cNvPr id="7" name="图片 6">
              <a:extLst>
                <a:ext uri="{FF2B5EF4-FFF2-40B4-BE49-F238E27FC236}">
                  <a16:creationId xmlns:a16="http://schemas.microsoft.com/office/drawing/2014/main" id="{A5B7C53A-2C38-4094-A9AA-CA9B4C4A00F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856569" y="5111414"/>
              <a:ext cx="250507" cy="3171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8" name="图片 7">
              <a:extLst>
                <a:ext uri="{FF2B5EF4-FFF2-40B4-BE49-F238E27FC236}">
                  <a16:creationId xmlns:a16="http://schemas.microsoft.com/office/drawing/2014/main" id="{6E49B364-961C-4F91-800D-834494634376}"/>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92166" y="4885892"/>
              <a:ext cx="273646" cy="3171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9" name="Line 49">
              <a:extLst>
                <a:ext uri="{FF2B5EF4-FFF2-40B4-BE49-F238E27FC236}">
                  <a16:creationId xmlns:a16="http://schemas.microsoft.com/office/drawing/2014/main" id="{9AC46D27-4333-4836-8730-51BAEF8AEACF}"/>
                </a:ext>
              </a:extLst>
            </p:cNvPr>
            <p:cNvSpPr>
              <a:spLocks noChangeShapeType="1"/>
            </p:cNvSpPr>
            <p:nvPr/>
          </p:nvSpPr>
          <p:spPr bwMode="auto">
            <a:xfrm rot="2151871" flipV="1">
              <a:off x="1574308" y="4559380"/>
              <a:ext cx="0" cy="579914"/>
            </a:xfrm>
            <a:prstGeom prst="line">
              <a:avLst/>
            </a:prstGeom>
            <a:noFill/>
            <a:ln w="19050">
              <a:solidFill>
                <a:sysClr val="windowText" lastClr="000000"/>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10" name="Line 50">
              <a:extLst>
                <a:ext uri="{FF2B5EF4-FFF2-40B4-BE49-F238E27FC236}">
                  <a16:creationId xmlns:a16="http://schemas.microsoft.com/office/drawing/2014/main" id="{D7A46BAE-77BA-430F-9C10-2EE7226D2453}"/>
                </a:ext>
              </a:extLst>
            </p:cNvPr>
            <p:cNvSpPr>
              <a:spLocks noChangeShapeType="1"/>
            </p:cNvSpPr>
            <p:nvPr/>
          </p:nvSpPr>
          <p:spPr bwMode="auto">
            <a:xfrm rot="2151871">
              <a:off x="1379907" y="5254936"/>
              <a:ext cx="579486" cy="0"/>
            </a:xfrm>
            <a:prstGeom prst="line">
              <a:avLst/>
            </a:prstGeom>
            <a:noFill/>
            <a:ln w="19050">
              <a:solidFill>
                <a:sysClr val="windowText" lastClr="000000"/>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11" name="Line 51">
              <a:extLst>
                <a:ext uri="{FF2B5EF4-FFF2-40B4-BE49-F238E27FC236}">
                  <a16:creationId xmlns:a16="http://schemas.microsoft.com/office/drawing/2014/main" id="{ED24F48B-EFE3-4170-A482-26FBCD759639}"/>
                </a:ext>
              </a:extLst>
            </p:cNvPr>
            <p:cNvSpPr>
              <a:spLocks noChangeShapeType="1"/>
            </p:cNvSpPr>
            <p:nvPr/>
          </p:nvSpPr>
          <p:spPr bwMode="auto">
            <a:xfrm rot="2151871" flipH="1">
              <a:off x="1182017" y="5011011"/>
              <a:ext cx="176059" cy="214447"/>
            </a:xfrm>
            <a:prstGeom prst="line">
              <a:avLst/>
            </a:prstGeom>
            <a:noFill/>
            <a:ln w="19050">
              <a:solidFill>
                <a:sysClr val="windowText" lastClr="000000"/>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12" name="Line 50">
              <a:extLst>
                <a:ext uri="{FF2B5EF4-FFF2-40B4-BE49-F238E27FC236}">
                  <a16:creationId xmlns:a16="http://schemas.microsoft.com/office/drawing/2014/main" id="{2E983EEF-EAED-47DD-A649-8E4029960FD6}"/>
                </a:ext>
              </a:extLst>
            </p:cNvPr>
            <p:cNvSpPr>
              <a:spLocks noChangeShapeType="1"/>
            </p:cNvSpPr>
            <p:nvPr/>
          </p:nvSpPr>
          <p:spPr bwMode="auto">
            <a:xfrm rot="2151871" flipV="1">
              <a:off x="1075340" y="4983831"/>
              <a:ext cx="368930" cy="7357"/>
            </a:xfrm>
            <a:prstGeom prst="line">
              <a:avLst/>
            </a:prstGeom>
            <a:noFill/>
            <a:ln w="19050">
              <a:solidFill>
                <a:sysClr val="windowText" lastClr="000000"/>
              </a:solidFill>
              <a:prstDash val="sysDash"/>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pic>
          <p:nvPicPr>
            <p:cNvPr id="13" name="图片 12">
              <a:extLst>
                <a:ext uri="{FF2B5EF4-FFF2-40B4-BE49-F238E27FC236}">
                  <a16:creationId xmlns:a16="http://schemas.microsoft.com/office/drawing/2014/main" id="{EBFD763D-D51D-415A-B56F-0ADC8955DE55}"/>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708176" y="4466858"/>
              <a:ext cx="296785" cy="2949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grpSp>
      <p:grpSp>
        <p:nvGrpSpPr>
          <p:cNvPr id="14" name="组合 13">
            <a:extLst>
              <a:ext uri="{FF2B5EF4-FFF2-40B4-BE49-F238E27FC236}">
                <a16:creationId xmlns:a16="http://schemas.microsoft.com/office/drawing/2014/main" id="{7BA4583F-0F68-468D-891F-F93DC3EF6934}"/>
              </a:ext>
            </a:extLst>
          </p:cNvPr>
          <p:cNvGrpSpPr/>
          <p:nvPr/>
        </p:nvGrpSpPr>
        <p:grpSpPr>
          <a:xfrm>
            <a:off x="3272586" y="4895700"/>
            <a:ext cx="2508980" cy="1554063"/>
            <a:chOff x="3272586" y="5028224"/>
            <a:chExt cx="2508980" cy="1554063"/>
          </a:xfrm>
        </p:grpSpPr>
        <p:cxnSp>
          <p:nvCxnSpPr>
            <p:cNvPr id="15" name="直接箭头连接符 14">
              <a:extLst>
                <a:ext uri="{FF2B5EF4-FFF2-40B4-BE49-F238E27FC236}">
                  <a16:creationId xmlns:a16="http://schemas.microsoft.com/office/drawing/2014/main" id="{532106E9-5612-4672-8316-560B615164DE}"/>
                </a:ext>
              </a:extLst>
            </p:cNvPr>
            <p:cNvCxnSpPr/>
            <p:nvPr/>
          </p:nvCxnSpPr>
          <p:spPr>
            <a:xfrm>
              <a:off x="4132504" y="5118234"/>
              <a:ext cx="151464" cy="803126"/>
            </a:xfrm>
            <a:prstGeom prst="straightConnector1">
              <a:avLst/>
            </a:prstGeom>
            <a:noFill/>
            <a:ln w="19050" cap="flat" cmpd="sng" algn="ctr">
              <a:solidFill>
                <a:sysClr val="windowText" lastClr="000000"/>
              </a:solidFill>
              <a:prstDash val="solid"/>
              <a:headEnd type="none" w="med" len="med"/>
              <a:tailEnd type="triangle" w="med" len="med"/>
            </a:ln>
            <a:effectLst/>
          </p:spPr>
        </p:cxnSp>
        <p:cxnSp>
          <p:nvCxnSpPr>
            <p:cNvPr id="16" name="直接箭头连接符 15">
              <a:extLst>
                <a:ext uri="{FF2B5EF4-FFF2-40B4-BE49-F238E27FC236}">
                  <a16:creationId xmlns:a16="http://schemas.microsoft.com/office/drawing/2014/main" id="{FD9A0957-68F9-4128-8FA6-034E343AD2CF}"/>
                </a:ext>
              </a:extLst>
            </p:cNvPr>
            <p:cNvCxnSpPr/>
            <p:nvPr/>
          </p:nvCxnSpPr>
          <p:spPr>
            <a:xfrm>
              <a:off x="3578634" y="5915456"/>
              <a:ext cx="2115852" cy="0"/>
            </a:xfrm>
            <a:prstGeom prst="straightConnector1">
              <a:avLst/>
            </a:prstGeom>
            <a:noFill/>
            <a:ln w="19050" cap="flat" cmpd="sng" algn="ctr">
              <a:solidFill>
                <a:sysClr val="windowText" lastClr="000000"/>
              </a:solidFill>
              <a:prstDash val="solid"/>
              <a:headEnd type="none" w="med" len="med"/>
              <a:tailEnd type="none" w="med" len="med"/>
            </a:ln>
            <a:effectLst/>
          </p:spPr>
        </p:cxnSp>
        <p:cxnSp>
          <p:nvCxnSpPr>
            <p:cNvPr id="17" name="直接箭头连接符 16">
              <a:extLst>
                <a:ext uri="{FF2B5EF4-FFF2-40B4-BE49-F238E27FC236}">
                  <a16:creationId xmlns:a16="http://schemas.microsoft.com/office/drawing/2014/main" id="{79A16214-BF80-4385-A928-61CAEC3984B1}"/>
                </a:ext>
              </a:extLst>
            </p:cNvPr>
            <p:cNvCxnSpPr/>
            <p:nvPr/>
          </p:nvCxnSpPr>
          <p:spPr>
            <a:xfrm flipV="1">
              <a:off x="4487152" y="5028224"/>
              <a:ext cx="298816" cy="893136"/>
            </a:xfrm>
            <a:prstGeom prst="straightConnector1">
              <a:avLst/>
            </a:prstGeom>
            <a:noFill/>
            <a:ln w="19050" cap="flat" cmpd="sng" algn="ctr">
              <a:solidFill>
                <a:sysClr val="windowText" lastClr="000000"/>
              </a:solidFill>
              <a:prstDash val="solid"/>
              <a:headEnd type="none" w="med" len="med"/>
              <a:tailEnd type="triangle" w="med" len="med"/>
            </a:ln>
            <a:effectLst/>
          </p:spPr>
        </p:cxnSp>
        <p:cxnSp>
          <p:nvCxnSpPr>
            <p:cNvPr id="18" name="直接箭头连接符 17">
              <a:extLst>
                <a:ext uri="{FF2B5EF4-FFF2-40B4-BE49-F238E27FC236}">
                  <a16:creationId xmlns:a16="http://schemas.microsoft.com/office/drawing/2014/main" id="{07DBBF70-EAA0-4C1D-A3D6-1202877127EE}"/>
                </a:ext>
              </a:extLst>
            </p:cNvPr>
            <p:cNvCxnSpPr/>
            <p:nvPr/>
          </p:nvCxnSpPr>
          <p:spPr>
            <a:xfrm flipV="1">
              <a:off x="4005236" y="5255383"/>
              <a:ext cx="352408" cy="81257"/>
            </a:xfrm>
            <a:prstGeom prst="straightConnector1">
              <a:avLst/>
            </a:prstGeom>
            <a:noFill/>
            <a:ln w="19050" cap="flat" cmpd="sng" algn="ctr">
              <a:solidFill>
                <a:sysClr val="windowText" lastClr="000000"/>
              </a:solidFill>
              <a:prstDash val="solid"/>
              <a:headEnd type="none" w="med" len="med"/>
              <a:tailEnd type="triangle" w="med" len="med"/>
            </a:ln>
            <a:effectLst/>
          </p:spPr>
        </p:cxnSp>
        <p:sp>
          <p:nvSpPr>
            <p:cNvPr id="19" name="椭圆 18">
              <a:extLst>
                <a:ext uri="{FF2B5EF4-FFF2-40B4-BE49-F238E27FC236}">
                  <a16:creationId xmlns:a16="http://schemas.microsoft.com/office/drawing/2014/main" id="{5E42FBAD-0D4E-43C0-A9E1-2F85EF77211A}"/>
                </a:ext>
              </a:extLst>
            </p:cNvPr>
            <p:cNvSpPr/>
            <p:nvPr/>
          </p:nvSpPr>
          <p:spPr>
            <a:xfrm>
              <a:off x="4169288" y="5433032"/>
              <a:ext cx="72008" cy="72008"/>
            </a:xfrm>
            <a:prstGeom prst="ellipse">
              <a:avLst/>
            </a:prstGeom>
            <a:solidFill>
              <a:sysClr val="windowText" lastClr="000000"/>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cxnSp>
          <p:nvCxnSpPr>
            <p:cNvPr id="20" name="直接箭头连接符 19">
              <a:extLst>
                <a:ext uri="{FF2B5EF4-FFF2-40B4-BE49-F238E27FC236}">
                  <a16:creationId xmlns:a16="http://schemas.microsoft.com/office/drawing/2014/main" id="{E0945EFF-DB9C-4C7F-BFE5-D7E8BE52BF69}"/>
                </a:ext>
              </a:extLst>
            </p:cNvPr>
            <p:cNvCxnSpPr/>
            <p:nvPr/>
          </p:nvCxnSpPr>
          <p:spPr>
            <a:xfrm flipH="1" flipV="1">
              <a:off x="4511040" y="5205984"/>
              <a:ext cx="346020" cy="126967"/>
            </a:xfrm>
            <a:prstGeom prst="straightConnector1">
              <a:avLst/>
            </a:prstGeom>
            <a:noFill/>
            <a:ln w="19050" cap="flat" cmpd="sng" algn="ctr">
              <a:solidFill>
                <a:sysClr val="windowText" lastClr="000000"/>
              </a:solidFill>
              <a:prstDash val="solid"/>
              <a:headEnd type="none" w="med" len="med"/>
              <a:tailEnd type="triangle" w="med" len="med"/>
            </a:ln>
            <a:effectLst/>
          </p:spPr>
        </p:cxnSp>
        <p:sp>
          <p:nvSpPr>
            <p:cNvPr id="21" name="椭圆 20">
              <a:extLst>
                <a:ext uri="{FF2B5EF4-FFF2-40B4-BE49-F238E27FC236}">
                  <a16:creationId xmlns:a16="http://schemas.microsoft.com/office/drawing/2014/main" id="{5F63175F-A806-490C-9480-E9A2C989B3CD}"/>
                </a:ext>
              </a:extLst>
            </p:cNvPr>
            <p:cNvSpPr/>
            <p:nvPr/>
          </p:nvSpPr>
          <p:spPr>
            <a:xfrm>
              <a:off x="4600556" y="5446227"/>
              <a:ext cx="72008" cy="72008"/>
            </a:xfrm>
            <a:prstGeom prst="ellipse">
              <a:avLst/>
            </a:prstGeom>
            <a:solidFill>
              <a:sysClr val="windowText" lastClr="000000"/>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22" name="Text Box 12">
              <a:extLst>
                <a:ext uri="{FF2B5EF4-FFF2-40B4-BE49-F238E27FC236}">
                  <a16:creationId xmlns:a16="http://schemas.microsoft.com/office/drawing/2014/main" id="{EF675968-08BD-494C-AC84-05F913DA28F6}"/>
                </a:ext>
              </a:extLst>
            </p:cNvPr>
            <p:cNvSpPr txBox="1">
              <a:spLocks noChangeArrowheads="1"/>
            </p:cNvSpPr>
            <p:nvPr/>
          </p:nvSpPr>
          <p:spPr bwMode="auto">
            <a:xfrm>
              <a:off x="3272586" y="6049834"/>
              <a:ext cx="859918" cy="48859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cap="rnd">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a:defRPr sz="2200" b="1">
                  <a:solidFill>
                    <a:srgbClr val="FF0000"/>
                  </a:solidFill>
                  <a:latin typeface="微软雅黑" panose="020B0503020204020204" pitchFamily="34" charset="-122"/>
                  <a:ea typeface="微软雅黑" panose="020B0503020204020204" pitchFamily="34" charset="-122"/>
                  <a:cs typeface="Times New Roman" pitchFamily="18" charset="0"/>
                </a:defRPr>
              </a:lvl1pPr>
              <a:lvl2pPr marL="742950" indent="-285750" eaLnBrk="0" hangingPunct="0">
                <a:defRPr>
                  <a:latin typeface="Calibri" pitchFamily="34" charset="0"/>
                  <a:ea typeface="宋体" pitchFamily="2" charset="-122"/>
                </a:defRPr>
              </a:lvl2pPr>
              <a:lvl3pPr marL="1143000" indent="-228600" eaLnBrk="0" hangingPunct="0">
                <a:defRPr>
                  <a:latin typeface="Calibri" pitchFamily="34" charset="0"/>
                  <a:ea typeface="宋体" pitchFamily="2" charset="-122"/>
                </a:defRPr>
              </a:lvl3pPr>
              <a:lvl4pPr marL="1600200" indent="-228600" eaLnBrk="0" hangingPunct="0">
                <a:defRPr>
                  <a:latin typeface="Calibri" pitchFamily="34" charset="0"/>
                  <a:ea typeface="宋体" pitchFamily="2" charset="-122"/>
                </a:defRPr>
              </a:lvl4pPr>
              <a:lvl5pPr marL="2057400" indent="-228600" eaLnBrk="0" hangingPunct="0">
                <a:defRPr>
                  <a:latin typeface="Calibri" pitchFamily="34" charset="0"/>
                  <a:ea typeface="宋体" pitchFamily="2" charset="-122"/>
                </a:defRPr>
              </a:lvl5pPr>
              <a:lvl6pPr marL="2514600" indent="-228600" eaLnBrk="0" fontAlgn="base" hangingPunct="0">
                <a:spcBef>
                  <a:spcPct val="0"/>
                </a:spcBef>
                <a:spcAft>
                  <a:spcPct val="0"/>
                </a:spcAft>
                <a:defRPr>
                  <a:latin typeface="Calibri" pitchFamily="34" charset="0"/>
                  <a:ea typeface="宋体" pitchFamily="2" charset="-122"/>
                </a:defRPr>
              </a:lvl6pPr>
              <a:lvl7pPr marL="2971800" indent="-228600" eaLnBrk="0" fontAlgn="base" hangingPunct="0">
                <a:spcBef>
                  <a:spcPct val="0"/>
                </a:spcBef>
                <a:spcAft>
                  <a:spcPct val="0"/>
                </a:spcAft>
                <a:defRPr>
                  <a:latin typeface="Calibri" pitchFamily="34" charset="0"/>
                  <a:ea typeface="宋体" pitchFamily="2" charset="-122"/>
                </a:defRPr>
              </a:lvl7pPr>
              <a:lvl8pPr marL="3429000" indent="-228600" eaLnBrk="0" fontAlgn="base" hangingPunct="0">
                <a:spcBef>
                  <a:spcPct val="0"/>
                </a:spcBef>
                <a:spcAft>
                  <a:spcPct val="0"/>
                </a:spcAft>
                <a:defRPr>
                  <a:latin typeface="Calibri" pitchFamily="34" charset="0"/>
                  <a:ea typeface="宋体" pitchFamily="2" charset="-122"/>
                </a:defRPr>
              </a:lvl8pPr>
              <a:lvl9pPr marL="3886200" indent="-228600" eaLnBrk="0" fontAlgn="base" hangingPunct="0">
                <a:spcBef>
                  <a:spcPct val="0"/>
                </a:spcBef>
                <a:spcAft>
                  <a:spcPct val="0"/>
                </a:spcAft>
                <a:defRPr>
                  <a:latin typeface="Calibri" pitchFamily="34" charset="0"/>
                  <a:ea typeface="宋体" pitchFamily="2" charset="-122"/>
                </a:defRPr>
              </a:lvl9pPr>
            </a:lstStyle>
            <a:p>
              <a:pPr marL="0" marR="0" lvl="0" indent="0" defTabSz="914400" eaLnBrk="1" fontAlgn="auto" latinLnBrk="0" hangingPunct="1">
                <a:lnSpc>
                  <a:spcPct val="130000"/>
                </a:lnSpc>
                <a:spcBef>
                  <a:spcPts val="0"/>
                </a:spcBef>
                <a:spcAft>
                  <a:spcPts val="0"/>
                </a:spcAft>
                <a:buClrTx/>
                <a:buSzTx/>
                <a:buFontTx/>
                <a:buNone/>
                <a:tabLst/>
                <a:defRPr/>
              </a:pPr>
              <a:r>
                <a:rPr kumimoji="0" lang="en-US" altLang="zh-CN" sz="2200" b="1" i="0" u="none" strike="noStrike" kern="0" cap="none" spc="0" normalizeH="0" baseline="0" noProof="0" dirty="0">
                  <a:ln>
                    <a:noFill/>
                  </a:ln>
                  <a:solidFill>
                    <a:srgbClr val="0066FF"/>
                  </a:solidFill>
                  <a:effectLst/>
                  <a:uLnTx/>
                  <a:uFillTx/>
                  <a:latin typeface="Times New Roman" panose="02020603050405020304" pitchFamily="18" charset="0"/>
                  <a:ea typeface="微软雅黑" panose="020B0503020204020204" pitchFamily="34" charset="-122"/>
                  <a:cs typeface="Times New Roman" pitchFamily="18" charset="0"/>
                </a:rPr>
                <a:t>n</a:t>
              </a:r>
              <a:r>
                <a:rPr kumimoji="0" lang="en-US" altLang="zh-CN" sz="2200" b="1" i="0" u="none" strike="noStrike" kern="0" cap="none" spc="0" normalizeH="0" baseline="-25000" noProof="0" dirty="0">
                  <a:ln>
                    <a:noFill/>
                  </a:ln>
                  <a:solidFill>
                    <a:srgbClr val="0066FF"/>
                  </a:solidFill>
                  <a:effectLst/>
                  <a:uLnTx/>
                  <a:uFillTx/>
                  <a:latin typeface="Times New Roman" panose="02020603050405020304" pitchFamily="18" charset="0"/>
                  <a:ea typeface="微软雅黑" panose="020B0503020204020204" pitchFamily="34" charset="-122"/>
                  <a:cs typeface="Times New Roman" pitchFamily="18" charset="0"/>
                </a:rPr>
                <a:t>1</a:t>
              </a:r>
              <a:r>
                <a:rPr kumimoji="0" lang="en-US" altLang="zh-CN" sz="2200" b="1" i="0" u="none" strike="noStrike" kern="0" cap="none" spc="0" normalizeH="0" baseline="0" noProof="0" dirty="0">
                  <a:ln>
                    <a:noFill/>
                  </a:ln>
                  <a:solidFill>
                    <a:srgbClr val="0066FF"/>
                  </a:solidFill>
                  <a:effectLst/>
                  <a:uLnTx/>
                  <a:uFillTx/>
                  <a:latin typeface="Times New Roman" panose="02020603050405020304" pitchFamily="18" charset="0"/>
                  <a:ea typeface="微软雅黑" panose="020B0503020204020204" pitchFamily="34" charset="-122"/>
                  <a:cs typeface="Times New Roman" pitchFamily="18" charset="0"/>
                </a:rPr>
                <a:t>&lt;n</a:t>
              </a:r>
              <a:r>
                <a:rPr kumimoji="0" lang="en-US" altLang="zh-CN" sz="2200" b="1" i="0" u="none" strike="noStrike" kern="0" cap="none" spc="0" normalizeH="0" baseline="-25000" noProof="0" dirty="0">
                  <a:ln>
                    <a:noFill/>
                  </a:ln>
                  <a:solidFill>
                    <a:srgbClr val="0066FF"/>
                  </a:solidFill>
                  <a:effectLst/>
                  <a:uLnTx/>
                  <a:uFillTx/>
                  <a:latin typeface="Times New Roman" panose="02020603050405020304" pitchFamily="18" charset="0"/>
                  <a:ea typeface="微软雅黑" panose="020B0503020204020204" pitchFamily="34" charset="-122"/>
                  <a:cs typeface="Times New Roman" pitchFamily="18" charset="0"/>
                </a:rPr>
                <a:t>2</a:t>
              </a:r>
              <a:endParaRPr kumimoji="0" lang="zh-CN" altLang="en-US" sz="2200" b="1" i="0" u="none" strike="noStrike" kern="0" cap="none" spc="0" normalizeH="0" baseline="-25000" noProof="0" dirty="0">
                <a:ln>
                  <a:noFill/>
                </a:ln>
                <a:solidFill>
                  <a:srgbClr val="0066FF"/>
                </a:solidFill>
                <a:effectLst/>
                <a:uLnTx/>
                <a:uFillTx/>
                <a:latin typeface="Times New Roman" panose="02020603050405020304" pitchFamily="18" charset="0"/>
                <a:ea typeface="微软雅黑" panose="020B0503020204020204" pitchFamily="34" charset="-122"/>
                <a:cs typeface="Times New Roman" pitchFamily="18" charset="0"/>
              </a:endParaRPr>
            </a:p>
          </p:txBody>
        </p:sp>
        <p:sp>
          <p:nvSpPr>
            <p:cNvPr id="23" name="Text Box 12">
              <a:extLst>
                <a:ext uri="{FF2B5EF4-FFF2-40B4-BE49-F238E27FC236}">
                  <a16:creationId xmlns:a16="http://schemas.microsoft.com/office/drawing/2014/main" id="{DCA5A2D7-7D99-4E36-8C05-BA0BBF3BF350}"/>
                </a:ext>
              </a:extLst>
            </p:cNvPr>
            <p:cNvSpPr txBox="1">
              <a:spLocks noChangeArrowheads="1"/>
            </p:cNvSpPr>
            <p:nvPr/>
          </p:nvSpPr>
          <p:spPr bwMode="auto">
            <a:xfrm>
              <a:off x="4283968" y="6068761"/>
              <a:ext cx="859918" cy="48859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cap="rnd">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a:defRPr sz="2200" b="1">
                  <a:solidFill>
                    <a:srgbClr val="FF0000"/>
                  </a:solidFill>
                  <a:latin typeface="微软雅黑" panose="020B0503020204020204" pitchFamily="34" charset="-122"/>
                  <a:ea typeface="微软雅黑" panose="020B0503020204020204" pitchFamily="34" charset="-122"/>
                  <a:cs typeface="Times New Roman" pitchFamily="18" charset="0"/>
                </a:defRPr>
              </a:lvl1pPr>
              <a:lvl2pPr marL="742950" indent="-285750" eaLnBrk="0" hangingPunct="0">
                <a:defRPr>
                  <a:latin typeface="Calibri" pitchFamily="34" charset="0"/>
                  <a:ea typeface="宋体" pitchFamily="2" charset="-122"/>
                </a:defRPr>
              </a:lvl2pPr>
              <a:lvl3pPr marL="1143000" indent="-228600" eaLnBrk="0" hangingPunct="0">
                <a:defRPr>
                  <a:latin typeface="Calibri" pitchFamily="34" charset="0"/>
                  <a:ea typeface="宋体" pitchFamily="2" charset="-122"/>
                </a:defRPr>
              </a:lvl3pPr>
              <a:lvl4pPr marL="1600200" indent="-228600" eaLnBrk="0" hangingPunct="0">
                <a:defRPr>
                  <a:latin typeface="Calibri" pitchFamily="34" charset="0"/>
                  <a:ea typeface="宋体" pitchFamily="2" charset="-122"/>
                </a:defRPr>
              </a:lvl4pPr>
              <a:lvl5pPr marL="2057400" indent="-228600" eaLnBrk="0" hangingPunct="0">
                <a:defRPr>
                  <a:latin typeface="Calibri" pitchFamily="34" charset="0"/>
                  <a:ea typeface="宋体" pitchFamily="2" charset="-122"/>
                </a:defRPr>
              </a:lvl5pPr>
              <a:lvl6pPr marL="2514600" indent="-228600" eaLnBrk="0" fontAlgn="base" hangingPunct="0">
                <a:spcBef>
                  <a:spcPct val="0"/>
                </a:spcBef>
                <a:spcAft>
                  <a:spcPct val="0"/>
                </a:spcAft>
                <a:defRPr>
                  <a:latin typeface="Calibri" pitchFamily="34" charset="0"/>
                  <a:ea typeface="宋体" pitchFamily="2" charset="-122"/>
                </a:defRPr>
              </a:lvl6pPr>
              <a:lvl7pPr marL="2971800" indent="-228600" eaLnBrk="0" fontAlgn="base" hangingPunct="0">
                <a:spcBef>
                  <a:spcPct val="0"/>
                </a:spcBef>
                <a:spcAft>
                  <a:spcPct val="0"/>
                </a:spcAft>
                <a:defRPr>
                  <a:latin typeface="Calibri" pitchFamily="34" charset="0"/>
                  <a:ea typeface="宋体" pitchFamily="2" charset="-122"/>
                </a:defRPr>
              </a:lvl7pPr>
              <a:lvl8pPr marL="3429000" indent="-228600" eaLnBrk="0" fontAlgn="base" hangingPunct="0">
                <a:spcBef>
                  <a:spcPct val="0"/>
                </a:spcBef>
                <a:spcAft>
                  <a:spcPct val="0"/>
                </a:spcAft>
                <a:defRPr>
                  <a:latin typeface="Calibri" pitchFamily="34" charset="0"/>
                  <a:ea typeface="宋体" pitchFamily="2" charset="-122"/>
                </a:defRPr>
              </a:lvl8pPr>
              <a:lvl9pPr marL="3886200" indent="-228600" eaLnBrk="0" fontAlgn="base" hangingPunct="0">
                <a:spcBef>
                  <a:spcPct val="0"/>
                </a:spcBef>
                <a:spcAft>
                  <a:spcPct val="0"/>
                </a:spcAft>
                <a:defRPr>
                  <a:latin typeface="Calibri" pitchFamily="34" charset="0"/>
                  <a:ea typeface="宋体" pitchFamily="2" charset="-122"/>
                </a:defRPr>
              </a:lvl9pPr>
            </a:lstStyle>
            <a:p>
              <a:pPr marL="0" marR="0" lvl="0" indent="0" defTabSz="914400" eaLnBrk="1" fontAlgn="auto" latinLnBrk="0" hangingPunct="1">
                <a:lnSpc>
                  <a:spcPct val="130000"/>
                </a:lnSpc>
                <a:spcBef>
                  <a:spcPts val="0"/>
                </a:spcBef>
                <a:spcAft>
                  <a:spcPts val="0"/>
                </a:spcAft>
                <a:buClrTx/>
                <a:buSzTx/>
                <a:buFontTx/>
                <a:buNone/>
                <a:tabLst/>
                <a:defRPr/>
              </a:pPr>
              <a:r>
                <a:rPr kumimoji="0" lang="en-US" altLang="zh-CN" sz="22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panose="020B0503020204020204" pitchFamily="34" charset="-122"/>
                  <a:cs typeface="Times New Roman" pitchFamily="18" charset="0"/>
                </a:rPr>
                <a:t>r</a:t>
              </a:r>
              <a:r>
                <a:rPr kumimoji="0" lang="en-US" altLang="zh-CN" sz="2200" b="0" i="0" u="none" strike="noStrike" kern="0" cap="none" spc="0" normalizeH="0" baseline="-25000" noProof="0" dirty="0" err="1">
                  <a:ln>
                    <a:noFill/>
                  </a:ln>
                  <a:solidFill>
                    <a:prstClr val="black"/>
                  </a:solidFill>
                  <a:effectLst/>
                  <a:uLnTx/>
                  <a:uFillTx/>
                  <a:latin typeface="Times New Roman" panose="02020603050405020304" pitchFamily="18" charset="0"/>
                  <a:ea typeface="微软雅黑" panose="020B0503020204020204" pitchFamily="34" charset="-122"/>
                  <a:cs typeface="Times New Roman" pitchFamily="18" charset="0"/>
                </a:rPr>
                <a:t>s</a:t>
              </a:r>
              <a:r>
                <a:rPr kumimoji="0" lang="en-US" altLang="zh-CN" sz="2200" b="0" i="0" u="none" strike="noStrike" kern="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itchFamily="18" charset="0"/>
                </a:rPr>
                <a:t>&gt;0</a:t>
              </a:r>
              <a:endParaRPr kumimoji="0" lang="zh-CN" altLang="en-US" sz="2200" b="0" i="0" u="none" strike="noStrike" kern="0" cap="none" spc="0" normalizeH="0" baseline="-2500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itchFamily="18" charset="0"/>
              </a:endParaRPr>
            </a:p>
          </p:txBody>
        </p:sp>
        <p:sp>
          <p:nvSpPr>
            <p:cNvPr id="24" name="任意多边形 145407">
              <a:extLst>
                <a:ext uri="{FF2B5EF4-FFF2-40B4-BE49-F238E27FC236}">
                  <a16:creationId xmlns:a16="http://schemas.microsoft.com/office/drawing/2014/main" id="{535747F0-4FAB-4F56-9E2B-1F697C25BBAB}"/>
                </a:ext>
              </a:extLst>
            </p:cNvPr>
            <p:cNvSpPr/>
            <p:nvPr/>
          </p:nvSpPr>
          <p:spPr>
            <a:xfrm>
              <a:off x="4622800" y="5669280"/>
              <a:ext cx="133116" cy="508000"/>
            </a:xfrm>
            <a:custGeom>
              <a:avLst/>
              <a:gdLst>
                <a:gd name="connsiteX0" fmla="*/ 50800 w 133116"/>
                <a:gd name="connsiteY0" fmla="*/ 508000 h 508000"/>
                <a:gd name="connsiteX1" fmla="*/ 132080 w 133116"/>
                <a:gd name="connsiteY1" fmla="*/ 111760 h 508000"/>
                <a:gd name="connsiteX2" fmla="*/ 0 w 133116"/>
                <a:gd name="connsiteY2" fmla="*/ 0 h 508000"/>
                <a:gd name="connsiteX3" fmla="*/ 0 w 133116"/>
                <a:gd name="connsiteY3" fmla="*/ 0 h 508000"/>
              </a:gdLst>
              <a:ahLst/>
              <a:cxnLst>
                <a:cxn ang="0">
                  <a:pos x="connsiteX0" y="connsiteY0"/>
                </a:cxn>
                <a:cxn ang="0">
                  <a:pos x="connsiteX1" y="connsiteY1"/>
                </a:cxn>
                <a:cxn ang="0">
                  <a:pos x="connsiteX2" y="connsiteY2"/>
                </a:cxn>
                <a:cxn ang="0">
                  <a:pos x="connsiteX3" y="connsiteY3"/>
                </a:cxn>
              </a:cxnLst>
              <a:rect l="l" t="t" r="r" b="b"/>
              <a:pathLst>
                <a:path w="133116" h="508000">
                  <a:moveTo>
                    <a:pt x="50800" y="508000"/>
                  </a:moveTo>
                  <a:cubicBezTo>
                    <a:pt x="95673" y="352213"/>
                    <a:pt x="140547" y="196427"/>
                    <a:pt x="132080" y="111760"/>
                  </a:cubicBezTo>
                  <a:cubicBezTo>
                    <a:pt x="123613" y="27093"/>
                    <a:pt x="0" y="0"/>
                    <a:pt x="0" y="0"/>
                  </a:cubicBezTo>
                  <a:lnTo>
                    <a:pt x="0" y="0"/>
                  </a:lnTo>
                </a:path>
              </a:pathLst>
            </a:custGeom>
            <a:noFill/>
            <a:ln w="19050" cap="flat" cmpd="sng" algn="ctr">
              <a:solidFill>
                <a:srgbClr val="FF0000"/>
              </a:solidFill>
              <a:prstDash val="solid"/>
              <a:headEnd type="none" w="med" len="med"/>
              <a:tailEnd type="triangl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cxnSp>
          <p:nvCxnSpPr>
            <p:cNvPr id="25" name="直接箭头连接符 24">
              <a:extLst>
                <a:ext uri="{FF2B5EF4-FFF2-40B4-BE49-F238E27FC236}">
                  <a16:creationId xmlns:a16="http://schemas.microsoft.com/office/drawing/2014/main" id="{E5586300-159F-4E92-89B2-AE55CFF6B0BF}"/>
                </a:ext>
              </a:extLst>
            </p:cNvPr>
            <p:cNvCxnSpPr/>
            <p:nvPr/>
          </p:nvCxnSpPr>
          <p:spPr>
            <a:xfrm flipV="1">
              <a:off x="4921648" y="5028224"/>
              <a:ext cx="298816" cy="893136"/>
            </a:xfrm>
            <a:prstGeom prst="straightConnector1">
              <a:avLst/>
            </a:prstGeom>
            <a:noFill/>
            <a:ln w="19050" cap="flat" cmpd="sng" algn="ctr">
              <a:solidFill>
                <a:sysClr val="windowText" lastClr="000000"/>
              </a:solidFill>
              <a:prstDash val="solid"/>
              <a:headEnd type="none" w="med" len="med"/>
              <a:tailEnd type="triangle" w="med" len="med"/>
            </a:ln>
            <a:effectLst/>
          </p:spPr>
        </p:cxnSp>
        <p:cxnSp>
          <p:nvCxnSpPr>
            <p:cNvPr id="26" name="直接箭头连接符 25">
              <a:extLst>
                <a:ext uri="{FF2B5EF4-FFF2-40B4-BE49-F238E27FC236}">
                  <a16:creationId xmlns:a16="http://schemas.microsoft.com/office/drawing/2014/main" id="{E4B16CE4-BDCD-48E9-860E-F80D10D47FB6}"/>
                </a:ext>
              </a:extLst>
            </p:cNvPr>
            <p:cNvCxnSpPr/>
            <p:nvPr/>
          </p:nvCxnSpPr>
          <p:spPr>
            <a:xfrm flipH="1" flipV="1">
              <a:off x="4945536" y="5205984"/>
              <a:ext cx="346020" cy="126967"/>
            </a:xfrm>
            <a:prstGeom prst="straightConnector1">
              <a:avLst/>
            </a:prstGeom>
            <a:noFill/>
            <a:ln w="19050" cap="flat" cmpd="sng" algn="ctr">
              <a:solidFill>
                <a:sysClr val="windowText" lastClr="000000"/>
              </a:solidFill>
              <a:prstDash val="solid"/>
              <a:headEnd type="none" w="med" len="med"/>
              <a:tailEnd type="triangle" w="med" len="med"/>
            </a:ln>
            <a:effectLst/>
          </p:spPr>
        </p:cxnSp>
        <p:grpSp>
          <p:nvGrpSpPr>
            <p:cNvPr id="27" name="组合 26">
              <a:extLst>
                <a:ext uri="{FF2B5EF4-FFF2-40B4-BE49-F238E27FC236}">
                  <a16:creationId xmlns:a16="http://schemas.microsoft.com/office/drawing/2014/main" id="{C827B758-877B-432B-B0C5-0E67F0CB3357}"/>
                </a:ext>
              </a:extLst>
            </p:cNvPr>
            <p:cNvGrpSpPr/>
            <p:nvPr/>
          </p:nvGrpSpPr>
          <p:grpSpPr>
            <a:xfrm>
              <a:off x="4997660" y="5436015"/>
              <a:ext cx="120886" cy="118576"/>
              <a:chOff x="5508104" y="5587366"/>
              <a:chExt cx="120886" cy="118576"/>
            </a:xfrm>
          </p:grpSpPr>
          <p:cxnSp>
            <p:nvCxnSpPr>
              <p:cNvPr id="30" name="直接箭头连接符 29">
                <a:extLst>
                  <a:ext uri="{FF2B5EF4-FFF2-40B4-BE49-F238E27FC236}">
                    <a16:creationId xmlns:a16="http://schemas.microsoft.com/office/drawing/2014/main" id="{974ED8B3-2634-48DE-B2BC-12E8C70094CE}"/>
                  </a:ext>
                </a:extLst>
              </p:cNvPr>
              <p:cNvCxnSpPr/>
              <p:nvPr/>
            </p:nvCxnSpPr>
            <p:spPr>
              <a:xfrm flipV="1">
                <a:off x="5508104" y="5587366"/>
                <a:ext cx="120886" cy="118576"/>
              </a:xfrm>
              <a:prstGeom prst="straightConnector1">
                <a:avLst/>
              </a:prstGeom>
              <a:noFill/>
              <a:ln w="19050" cap="flat" cmpd="sng" algn="ctr">
                <a:solidFill>
                  <a:sysClr val="windowText" lastClr="000000"/>
                </a:solidFill>
                <a:prstDash val="solid"/>
                <a:headEnd type="none" w="med" len="med"/>
                <a:tailEnd type="none" w="med" len="med"/>
              </a:ln>
              <a:effectLst/>
            </p:spPr>
          </p:cxnSp>
          <p:cxnSp>
            <p:nvCxnSpPr>
              <p:cNvPr id="31" name="直接箭头连接符 30">
                <a:extLst>
                  <a:ext uri="{FF2B5EF4-FFF2-40B4-BE49-F238E27FC236}">
                    <a16:creationId xmlns:a16="http://schemas.microsoft.com/office/drawing/2014/main" id="{BDBC04B7-62C5-4E39-9DEA-3488A4F82C70}"/>
                  </a:ext>
                </a:extLst>
              </p:cNvPr>
              <p:cNvCxnSpPr/>
              <p:nvPr/>
            </p:nvCxnSpPr>
            <p:spPr>
              <a:xfrm flipH="1" flipV="1">
                <a:off x="5522569" y="5587810"/>
                <a:ext cx="106421" cy="118132"/>
              </a:xfrm>
              <a:prstGeom prst="straightConnector1">
                <a:avLst/>
              </a:prstGeom>
              <a:noFill/>
              <a:ln w="19050" cap="flat" cmpd="sng" algn="ctr">
                <a:solidFill>
                  <a:sysClr val="windowText" lastClr="000000"/>
                </a:solidFill>
                <a:prstDash val="solid"/>
                <a:headEnd type="none" w="med" len="med"/>
                <a:tailEnd type="none" w="med" len="med"/>
              </a:ln>
              <a:effectLst/>
            </p:spPr>
          </p:cxnSp>
        </p:grpSp>
        <p:sp>
          <p:nvSpPr>
            <p:cNvPr id="28" name="任意多边形 46">
              <a:extLst>
                <a:ext uri="{FF2B5EF4-FFF2-40B4-BE49-F238E27FC236}">
                  <a16:creationId xmlns:a16="http://schemas.microsoft.com/office/drawing/2014/main" id="{FC059188-E64B-4D2E-B6F2-DE33DB81EDD2}"/>
                </a:ext>
              </a:extLst>
            </p:cNvPr>
            <p:cNvSpPr/>
            <p:nvPr/>
          </p:nvSpPr>
          <p:spPr>
            <a:xfrm>
              <a:off x="5004791" y="5654078"/>
              <a:ext cx="346815" cy="658979"/>
            </a:xfrm>
            <a:custGeom>
              <a:avLst/>
              <a:gdLst>
                <a:gd name="connsiteX0" fmla="*/ 50800 w 133116"/>
                <a:gd name="connsiteY0" fmla="*/ 508000 h 508000"/>
                <a:gd name="connsiteX1" fmla="*/ 132080 w 133116"/>
                <a:gd name="connsiteY1" fmla="*/ 111760 h 508000"/>
                <a:gd name="connsiteX2" fmla="*/ 0 w 133116"/>
                <a:gd name="connsiteY2" fmla="*/ 0 h 508000"/>
                <a:gd name="connsiteX3" fmla="*/ 0 w 133116"/>
                <a:gd name="connsiteY3" fmla="*/ 0 h 508000"/>
              </a:gdLst>
              <a:ahLst/>
              <a:cxnLst>
                <a:cxn ang="0">
                  <a:pos x="connsiteX0" y="connsiteY0"/>
                </a:cxn>
                <a:cxn ang="0">
                  <a:pos x="connsiteX1" y="connsiteY1"/>
                </a:cxn>
                <a:cxn ang="0">
                  <a:pos x="connsiteX2" y="connsiteY2"/>
                </a:cxn>
                <a:cxn ang="0">
                  <a:pos x="connsiteX3" y="connsiteY3"/>
                </a:cxn>
              </a:cxnLst>
              <a:rect l="l" t="t" r="r" b="b"/>
              <a:pathLst>
                <a:path w="133116" h="508000">
                  <a:moveTo>
                    <a:pt x="50800" y="508000"/>
                  </a:moveTo>
                  <a:cubicBezTo>
                    <a:pt x="95673" y="352213"/>
                    <a:pt x="140547" y="196427"/>
                    <a:pt x="132080" y="111760"/>
                  </a:cubicBezTo>
                  <a:cubicBezTo>
                    <a:pt x="123613" y="27093"/>
                    <a:pt x="0" y="0"/>
                    <a:pt x="0" y="0"/>
                  </a:cubicBezTo>
                  <a:lnTo>
                    <a:pt x="0" y="0"/>
                  </a:lnTo>
                </a:path>
              </a:pathLst>
            </a:custGeom>
            <a:noFill/>
            <a:ln w="19050" cap="flat" cmpd="sng" algn="ctr">
              <a:solidFill>
                <a:srgbClr val="FF0000"/>
              </a:solidFill>
              <a:prstDash val="solid"/>
              <a:headEnd type="none" w="med" len="med"/>
              <a:tailEnd type="triangl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29" name="Text Box 12">
              <a:extLst>
                <a:ext uri="{FF2B5EF4-FFF2-40B4-BE49-F238E27FC236}">
                  <a16:creationId xmlns:a16="http://schemas.microsoft.com/office/drawing/2014/main" id="{12AF69BF-7619-4A26-9A3F-F4989B91CAA0}"/>
                </a:ext>
              </a:extLst>
            </p:cNvPr>
            <p:cNvSpPr txBox="1">
              <a:spLocks noChangeArrowheads="1"/>
            </p:cNvSpPr>
            <p:nvPr/>
          </p:nvSpPr>
          <p:spPr bwMode="auto">
            <a:xfrm>
              <a:off x="4921648" y="6093692"/>
              <a:ext cx="859918" cy="48859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cap="rnd">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a:defRPr sz="2200" b="1">
                  <a:solidFill>
                    <a:srgbClr val="FF0000"/>
                  </a:solidFill>
                  <a:latin typeface="微软雅黑" panose="020B0503020204020204" pitchFamily="34" charset="-122"/>
                  <a:ea typeface="微软雅黑" panose="020B0503020204020204" pitchFamily="34" charset="-122"/>
                  <a:cs typeface="Times New Roman" pitchFamily="18" charset="0"/>
                </a:defRPr>
              </a:lvl1pPr>
              <a:lvl2pPr marL="742950" indent="-285750" eaLnBrk="0" hangingPunct="0">
                <a:defRPr>
                  <a:latin typeface="Calibri" pitchFamily="34" charset="0"/>
                  <a:ea typeface="宋体" pitchFamily="2" charset="-122"/>
                </a:defRPr>
              </a:lvl2pPr>
              <a:lvl3pPr marL="1143000" indent="-228600" eaLnBrk="0" hangingPunct="0">
                <a:defRPr>
                  <a:latin typeface="Calibri" pitchFamily="34" charset="0"/>
                  <a:ea typeface="宋体" pitchFamily="2" charset="-122"/>
                </a:defRPr>
              </a:lvl3pPr>
              <a:lvl4pPr marL="1600200" indent="-228600" eaLnBrk="0" hangingPunct="0">
                <a:defRPr>
                  <a:latin typeface="Calibri" pitchFamily="34" charset="0"/>
                  <a:ea typeface="宋体" pitchFamily="2" charset="-122"/>
                </a:defRPr>
              </a:lvl4pPr>
              <a:lvl5pPr marL="2057400" indent="-228600" eaLnBrk="0" hangingPunct="0">
                <a:defRPr>
                  <a:latin typeface="Calibri" pitchFamily="34" charset="0"/>
                  <a:ea typeface="宋体" pitchFamily="2" charset="-122"/>
                </a:defRPr>
              </a:lvl5pPr>
              <a:lvl6pPr marL="2514600" indent="-228600" eaLnBrk="0" fontAlgn="base" hangingPunct="0">
                <a:spcBef>
                  <a:spcPct val="0"/>
                </a:spcBef>
                <a:spcAft>
                  <a:spcPct val="0"/>
                </a:spcAft>
                <a:defRPr>
                  <a:latin typeface="Calibri" pitchFamily="34" charset="0"/>
                  <a:ea typeface="宋体" pitchFamily="2" charset="-122"/>
                </a:defRPr>
              </a:lvl6pPr>
              <a:lvl7pPr marL="2971800" indent="-228600" eaLnBrk="0" fontAlgn="base" hangingPunct="0">
                <a:spcBef>
                  <a:spcPct val="0"/>
                </a:spcBef>
                <a:spcAft>
                  <a:spcPct val="0"/>
                </a:spcAft>
                <a:defRPr>
                  <a:latin typeface="Calibri" pitchFamily="34" charset="0"/>
                  <a:ea typeface="宋体" pitchFamily="2" charset="-122"/>
                </a:defRPr>
              </a:lvl7pPr>
              <a:lvl8pPr marL="3429000" indent="-228600" eaLnBrk="0" fontAlgn="base" hangingPunct="0">
                <a:spcBef>
                  <a:spcPct val="0"/>
                </a:spcBef>
                <a:spcAft>
                  <a:spcPct val="0"/>
                </a:spcAft>
                <a:defRPr>
                  <a:latin typeface="Calibri" pitchFamily="34" charset="0"/>
                  <a:ea typeface="宋体" pitchFamily="2" charset="-122"/>
                </a:defRPr>
              </a:lvl8pPr>
              <a:lvl9pPr marL="3886200" indent="-228600" eaLnBrk="0" fontAlgn="base" hangingPunct="0">
                <a:spcBef>
                  <a:spcPct val="0"/>
                </a:spcBef>
                <a:spcAft>
                  <a:spcPct val="0"/>
                </a:spcAft>
                <a:defRPr>
                  <a:latin typeface="Calibri" pitchFamily="34" charset="0"/>
                  <a:ea typeface="宋体" pitchFamily="2" charset="-122"/>
                </a:defRPr>
              </a:lvl9pPr>
            </a:lstStyle>
            <a:p>
              <a:pPr marL="0" marR="0" lvl="0" indent="0" defTabSz="914400" eaLnBrk="1" fontAlgn="auto" latinLnBrk="0" hangingPunct="1">
                <a:lnSpc>
                  <a:spcPct val="130000"/>
                </a:lnSpc>
                <a:spcBef>
                  <a:spcPts val="0"/>
                </a:spcBef>
                <a:spcAft>
                  <a:spcPts val="0"/>
                </a:spcAft>
                <a:buClrTx/>
                <a:buSzTx/>
                <a:buFontTx/>
                <a:buNone/>
                <a:tabLst/>
                <a:defRPr/>
              </a:pPr>
              <a:r>
                <a:rPr kumimoji="0" lang="en-US" altLang="zh-CN" sz="22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panose="020B0503020204020204" pitchFamily="34" charset="-122"/>
                  <a:cs typeface="Times New Roman" pitchFamily="18" charset="0"/>
                </a:rPr>
                <a:t>r</a:t>
              </a:r>
              <a:r>
                <a:rPr kumimoji="0" lang="en-US" altLang="zh-CN" sz="2200" b="0" i="0" u="none" strike="noStrike" kern="0" cap="none" spc="0" normalizeH="0" baseline="-25000" noProof="0" dirty="0" err="1">
                  <a:ln>
                    <a:noFill/>
                  </a:ln>
                  <a:solidFill>
                    <a:prstClr val="black"/>
                  </a:solidFill>
                  <a:effectLst/>
                  <a:uLnTx/>
                  <a:uFillTx/>
                  <a:latin typeface="Times New Roman" panose="02020603050405020304" pitchFamily="18" charset="0"/>
                  <a:ea typeface="微软雅黑" panose="020B0503020204020204" pitchFamily="34" charset="-122"/>
                  <a:cs typeface="Times New Roman" pitchFamily="18" charset="0"/>
                </a:rPr>
                <a:t>s</a:t>
              </a:r>
              <a:r>
                <a:rPr kumimoji="0" lang="en-US" altLang="zh-CN" sz="2200" b="0" i="0" u="none" strike="noStrike" kern="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itchFamily="18" charset="0"/>
                </a:rPr>
                <a:t>&lt;0</a:t>
              </a:r>
              <a:endParaRPr kumimoji="0" lang="zh-CN" altLang="en-US" sz="2200" b="0" i="0" u="none" strike="noStrike" kern="0" cap="none" spc="0" normalizeH="0" baseline="-2500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itchFamily="18" charset="0"/>
              </a:endParaRPr>
            </a:p>
          </p:txBody>
        </p:sp>
      </p:grpSp>
      <p:grpSp>
        <p:nvGrpSpPr>
          <p:cNvPr id="32" name="组合 31">
            <a:extLst>
              <a:ext uri="{FF2B5EF4-FFF2-40B4-BE49-F238E27FC236}">
                <a16:creationId xmlns:a16="http://schemas.microsoft.com/office/drawing/2014/main" id="{50A2CE55-7204-484E-8D7E-04D35E0811BC}"/>
              </a:ext>
            </a:extLst>
          </p:cNvPr>
          <p:cNvGrpSpPr/>
          <p:nvPr/>
        </p:nvGrpSpPr>
        <p:grpSpPr>
          <a:xfrm>
            <a:off x="6084558" y="4895700"/>
            <a:ext cx="2357516" cy="1554063"/>
            <a:chOff x="6084558" y="5028224"/>
            <a:chExt cx="2357516" cy="1554063"/>
          </a:xfrm>
        </p:grpSpPr>
        <p:cxnSp>
          <p:nvCxnSpPr>
            <p:cNvPr id="33" name="直接箭头连接符 32">
              <a:extLst>
                <a:ext uri="{FF2B5EF4-FFF2-40B4-BE49-F238E27FC236}">
                  <a16:creationId xmlns:a16="http://schemas.microsoft.com/office/drawing/2014/main" id="{C775AFE1-142B-4388-85C7-E917D5D22321}"/>
                </a:ext>
              </a:extLst>
            </p:cNvPr>
            <p:cNvCxnSpPr/>
            <p:nvPr/>
          </p:nvCxnSpPr>
          <p:spPr>
            <a:xfrm>
              <a:off x="6793012" y="5118234"/>
              <a:ext cx="151464" cy="803126"/>
            </a:xfrm>
            <a:prstGeom prst="straightConnector1">
              <a:avLst/>
            </a:prstGeom>
            <a:noFill/>
            <a:ln w="19050" cap="flat" cmpd="sng" algn="ctr">
              <a:solidFill>
                <a:sysClr val="windowText" lastClr="000000"/>
              </a:solidFill>
              <a:prstDash val="solid"/>
              <a:headEnd type="none" w="med" len="med"/>
              <a:tailEnd type="triangle" w="med" len="med"/>
            </a:ln>
            <a:effectLst/>
          </p:spPr>
        </p:cxnSp>
        <p:cxnSp>
          <p:nvCxnSpPr>
            <p:cNvPr id="34" name="直接箭头连接符 33">
              <a:extLst>
                <a:ext uri="{FF2B5EF4-FFF2-40B4-BE49-F238E27FC236}">
                  <a16:creationId xmlns:a16="http://schemas.microsoft.com/office/drawing/2014/main" id="{68647523-E4ED-40E8-BD75-D27C0D677266}"/>
                </a:ext>
              </a:extLst>
            </p:cNvPr>
            <p:cNvCxnSpPr/>
            <p:nvPr/>
          </p:nvCxnSpPr>
          <p:spPr>
            <a:xfrm>
              <a:off x="6239142" y="5915456"/>
              <a:ext cx="2115852" cy="0"/>
            </a:xfrm>
            <a:prstGeom prst="straightConnector1">
              <a:avLst/>
            </a:prstGeom>
            <a:noFill/>
            <a:ln w="19050" cap="flat" cmpd="sng" algn="ctr">
              <a:solidFill>
                <a:sysClr val="windowText" lastClr="000000"/>
              </a:solidFill>
              <a:prstDash val="solid"/>
              <a:headEnd type="none" w="med" len="med"/>
              <a:tailEnd type="none" w="med" len="med"/>
            </a:ln>
            <a:effectLst/>
          </p:spPr>
        </p:cxnSp>
        <p:cxnSp>
          <p:nvCxnSpPr>
            <p:cNvPr id="35" name="直接箭头连接符 34">
              <a:extLst>
                <a:ext uri="{FF2B5EF4-FFF2-40B4-BE49-F238E27FC236}">
                  <a16:creationId xmlns:a16="http://schemas.microsoft.com/office/drawing/2014/main" id="{D2669C73-A80E-4A29-93EC-2747BC863612}"/>
                </a:ext>
              </a:extLst>
            </p:cNvPr>
            <p:cNvCxnSpPr/>
            <p:nvPr/>
          </p:nvCxnSpPr>
          <p:spPr>
            <a:xfrm flipV="1">
              <a:off x="7147660" y="5028224"/>
              <a:ext cx="298816" cy="893136"/>
            </a:xfrm>
            <a:prstGeom prst="straightConnector1">
              <a:avLst/>
            </a:prstGeom>
            <a:noFill/>
            <a:ln w="19050" cap="flat" cmpd="sng" algn="ctr">
              <a:solidFill>
                <a:sysClr val="windowText" lastClr="000000"/>
              </a:solidFill>
              <a:prstDash val="solid"/>
              <a:headEnd type="none" w="med" len="med"/>
              <a:tailEnd type="triangle" w="med" len="med"/>
            </a:ln>
            <a:effectLst/>
          </p:spPr>
        </p:cxnSp>
        <p:cxnSp>
          <p:nvCxnSpPr>
            <p:cNvPr id="36" name="直接箭头连接符 35">
              <a:extLst>
                <a:ext uri="{FF2B5EF4-FFF2-40B4-BE49-F238E27FC236}">
                  <a16:creationId xmlns:a16="http://schemas.microsoft.com/office/drawing/2014/main" id="{295311A7-D379-4112-A8D8-DA1A4FAE8CB2}"/>
                </a:ext>
              </a:extLst>
            </p:cNvPr>
            <p:cNvCxnSpPr/>
            <p:nvPr/>
          </p:nvCxnSpPr>
          <p:spPr>
            <a:xfrm flipV="1">
              <a:off x="6665744" y="5255383"/>
              <a:ext cx="352408" cy="81257"/>
            </a:xfrm>
            <a:prstGeom prst="straightConnector1">
              <a:avLst/>
            </a:prstGeom>
            <a:noFill/>
            <a:ln w="19050" cap="flat" cmpd="sng" algn="ctr">
              <a:solidFill>
                <a:sysClr val="windowText" lastClr="000000"/>
              </a:solidFill>
              <a:prstDash val="solid"/>
              <a:headEnd type="none" w="med" len="med"/>
              <a:tailEnd type="triangle" w="med" len="med"/>
            </a:ln>
            <a:effectLst/>
          </p:spPr>
        </p:cxnSp>
        <p:sp>
          <p:nvSpPr>
            <p:cNvPr id="37" name="椭圆 36">
              <a:extLst>
                <a:ext uri="{FF2B5EF4-FFF2-40B4-BE49-F238E27FC236}">
                  <a16:creationId xmlns:a16="http://schemas.microsoft.com/office/drawing/2014/main" id="{5F6A1BA9-613E-4294-8131-0071B11F7133}"/>
                </a:ext>
              </a:extLst>
            </p:cNvPr>
            <p:cNvSpPr/>
            <p:nvPr/>
          </p:nvSpPr>
          <p:spPr>
            <a:xfrm>
              <a:off x="6829796" y="5433032"/>
              <a:ext cx="72008" cy="72008"/>
            </a:xfrm>
            <a:prstGeom prst="ellipse">
              <a:avLst/>
            </a:prstGeom>
            <a:solidFill>
              <a:sysClr val="windowText" lastClr="000000"/>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cxnSp>
          <p:nvCxnSpPr>
            <p:cNvPr id="38" name="直接箭头连接符 37">
              <a:extLst>
                <a:ext uri="{FF2B5EF4-FFF2-40B4-BE49-F238E27FC236}">
                  <a16:creationId xmlns:a16="http://schemas.microsoft.com/office/drawing/2014/main" id="{D860413F-F332-4BE1-A4A5-989C84424D8F}"/>
                </a:ext>
              </a:extLst>
            </p:cNvPr>
            <p:cNvCxnSpPr/>
            <p:nvPr/>
          </p:nvCxnSpPr>
          <p:spPr>
            <a:xfrm flipH="1" flipV="1">
              <a:off x="7171548" y="5205984"/>
              <a:ext cx="346020" cy="126967"/>
            </a:xfrm>
            <a:prstGeom prst="straightConnector1">
              <a:avLst/>
            </a:prstGeom>
            <a:noFill/>
            <a:ln w="19050" cap="flat" cmpd="sng" algn="ctr">
              <a:solidFill>
                <a:sysClr val="windowText" lastClr="000000"/>
              </a:solidFill>
              <a:prstDash val="solid"/>
              <a:headEnd type="none" w="med" len="med"/>
              <a:tailEnd type="triangle" w="med" len="med"/>
            </a:ln>
            <a:effectLst/>
          </p:spPr>
        </p:cxnSp>
        <p:sp>
          <p:nvSpPr>
            <p:cNvPr id="39" name="椭圆 38">
              <a:extLst>
                <a:ext uri="{FF2B5EF4-FFF2-40B4-BE49-F238E27FC236}">
                  <a16:creationId xmlns:a16="http://schemas.microsoft.com/office/drawing/2014/main" id="{A033EFCB-E726-42E0-A9FA-D02E83E99FAA}"/>
                </a:ext>
              </a:extLst>
            </p:cNvPr>
            <p:cNvSpPr/>
            <p:nvPr/>
          </p:nvSpPr>
          <p:spPr>
            <a:xfrm>
              <a:off x="7261064" y="5446227"/>
              <a:ext cx="72008" cy="72008"/>
            </a:xfrm>
            <a:prstGeom prst="ellipse">
              <a:avLst/>
            </a:prstGeom>
            <a:solidFill>
              <a:sysClr val="windowText" lastClr="000000"/>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40" name="Text Box 12">
              <a:extLst>
                <a:ext uri="{FF2B5EF4-FFF2-40B4-BE49-F238E27FC236}">
                  <a16:creationId xmlns:a16="http://schemas.microsoft.com/office/drawing/2014/main" id="{924D7ED7-066A-49F5-B271-73FDEF258F5A}"/>
                </a:ext>
              </a:extLst>
            </p:cNvPr>
            <p:cNvSpPr txBox="1">
              <a:spLocks noChangeArrowheads="1"/>
            </p:cNvSpPr>
            <p:nvPr/>
          </p:nvSpPr>
          <p:spPr bwMode="auto">
            <a:xfrm>
              <a:off x="6084558" y="6067368"/>
              <a:ext cx="859918" cy="48859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cap="rnd">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a:defRPr sz="2200" b="1">
                  <a:solidFill>
                    <a:srgbClr val="FF0000"/>
                  </a:solidFill>
                  <a:latin typeface="微软雅黑" panose="020B0503020204020204" pitchFamily="34" charset="-122"/>
                  <a:ea typeface="微软雅黑" panose="020B0503020204020204" pitchFamily="34" charset="-122"/>
                  <a:cs typeface="Times New Roman" pitchFamily="18" charset="0"/>
                </a:defRPr>
              </a:lvl1pPr>
              <a:lvl2pPr marL="742950" indent="-285750" eaLnBrk="0" hangingPunct="0">
                <a:defRPr>
                  <a:latin typeface="Calibri" pitchFamily="34" charset="0"/>
                  <a:ea typeface="宋体" pitchFamily="2" charset="-122"/>
                </a:defRPr>
              </a:lvl2pPr>
              <a:lvl3pPr marL="1143000" indent="-228600" eaLnBrk="0" hangingPunct="0">
                <a:defRPr>
                  <a:latin typeface="Calibri" pitchFamily="34" charset="0"/>
                  <a:ea typeface="宋体" pitchFamily="2" charset="-122"/>
                </a:defRPr>
              </a:lvl3pPr>
              <a:lvl4pPr marL="1600200" indent="-228600" eaLnBrk="0" hangingPunct="0">
                <a:defRPr>
                  <a:latin typeface="Calibri" pitchFamily="34" charset="0"/>
                  <a:ea typeface="宋体" pitchFamily="2" charset="-122"/>
                </a:defRPr>
              </a:lvl4pPr>
              <a:lvl5pPr marL="2057400" indent="-228600" eaLnBrk="0" hangingPunct="0">
                <a:defRPr>
                  <a:latin typeface="Calibri" pitchFamily="34" charset="0"/>
                  <a:ea typeface="宋体" pitchFamily="2" charset="-122"/>
                </a:defRPr>
              </a:lvl5pPr>
              <a:lvl6pPr marL="2514600" indent="-228600" eaLnBrk="0" fontAlgn="base" hangingPunct="0">
                <a:spcBef>
                  <a:spcPct val="0"/>
                </a:spcBef>
                <a:spcAft>
                  <a:spcPct val="0"/>
                </a:spcAft>
                <a:defRPr>
                  <a:latin typeface="Calibri" pitchFamily="34" charset="0"/>
                  <a:ea typeface="宋体" pitchFamily="2" charset="-122"/>
                </a:defRPr>
              </a:lvl6pPr>
              <a:lvl7pPr marL="2971800" indent="-228600" eaLnBrk="0" fontAlgn="base" hangingPunct="0">
                <a:spcBef>
                  <a:spcPct val="0"/>
                </a:spcBef>
                <a:spcAft>
                  <a:spcPct val="0"/>
                </a:spcAft>
                <a:defRPr>
                  <a:latin typeface="Calibri" pitchFamily="34" charset="0"/>
                  <a:ea typeface="宋体" pitchFamily="2" charset="-122"/>
                </a:defRPr>
              </a:lvl7pPr>
              <a:lvl8pPr marL="3429000" indent="-228600" eaLnBrk="0" fontAlgn="base" hangingPunct="0">
                <a:spcBef>
                  <a:spcPct val="0"/>
                </a:spcBef>
                <a:spcAft>
                  <a:spcPct val="0"/>
                </a:spcAft>
                <a:defRPr>
                  <a:latin typeface="Calibri" pitchFamily="34" charset="0"/>
                  <a:ea typeface="宋体" pitchFamily="2" charset="-122"/>
                </a:defRPr>
              </a:lvl8pPr>
              <a:lvl9pPr marL="3886200" indent="-228600" eaLnBrk="0" fontAlgn="base" hangingPunct="0">
                <a:spcBef>
                  <a:spcPct val="0"/>
                </a:spcBef>
                <a:spcAft>
                  <a:spcPct val="0"/>
                </a:spcAft>
                <a:defRPr>
                  <a:latin typeface="Calibri" pitchFamily="34" charset="0"/>
                  <a:ea typeface="宋体" pitchFamily="2" charset="-122"/>
                </a:defRPr>
              </a:lvl9pPr>
            </a:lstStyle>
            <a:p>
              <a:pPr marL="0" marR="0" lvl="0" indent="0" defTabSz="914400" eaLnBrk="1" fontAlgn="auto" latinLnBrk="0" hangingPunct="1">
                <a:lnSpc>
                  <a:spcPct val="130000"/>
                </a:lnSpc>
                <a:spcBef>
                  <a:spcPts val="0"/>
                </a:spcBef>
                <a:spcAft>
                  <a:spcPts val="0"/>
                </a:spcAft>
                <a:buClrTx/>
                <a:buSzTx/>
                <a:buFontTx/>
                <a:buNone/>
                <a:tabLst/>
                <a:defRPr/>
              </a:pPr>
              <a:r>
                <a:rPr kumimoji="0" lang="en-US" altLang="zh-CN" sz="2200" b="1" i="0" u="none" strike="noStrike" kern="0" cap="none" spc="0" normalizeH="0" baseline="0" noProof="0" dirty="0">
                  <a:ln>
                    <a:noFill/>
                  </a:ln>
                  <a:solidFill>
                    <a:srgbClr val="0066FF"/>
                  </a:solidFill>
                  <a:effectLst/>
                  <a:uLnTx/>
                  <a:uFillTx/>
                  <a:latin typeface="Times New Roman" panose="02020603050405020304" pitchFamily="18" charset="0"/>
                  <a:ea typeface="微软雅黑" panose="020B0503020204020204" pitchFamily="34" charset="-122"/>
                  <a:cs typeface="Times New Roman" pitchFamily="18" charset="0"/>
                </a:rPr>
                <a:t>n</a:t>
              </a:r>
              <a:r>
                <a:rPr kumimoji="0" lang="en-US" altLang="zh-CN" sz="2200" b="1" i="0" u="none" strike="noStrike" kern="0" cap="none" spc="0" normalizeH="0" baseline="-25000" noProof="0" dirty="0">
                  <a:ln>
                    <a:noFill/>
                  </a:ln>
                  <a:solidFill>
                    <a:srgbClr val="0066FF"/>
                  </a:solidFill>
                  <a:effectLst/>
                  <a:uLnTx/>
                  <a:uFillTx/>
                  <a:latin typeface="Times New Roman" panose="02020603050405020304" pitchFamily="18" charset="0"/>
                  <a:ea typeface="微软雅黑" panose="020B0503020204020204" pitchFamily="34" charset="-122"/>
                  <a:cs typeface="Times New Roman" pitchFamily="18" charset="0"/>
                </a:rPr>
                <a:t>1&gt;</a:t>
              </a:r>
              <a:r>
                <a:rPr kumimoji="0" lang="en-US" altLang="zh-CN" sz="2200" b="1" i="0" u="none" strike="noStrike" kern="0" cap="none" spc="0" normalizeH="0" baseline="0" noProof="0" dirty="0">
                  <a:ln>
                    <a:noFill/>
                  </a:ln>
                  <a:solidFill>
                    <a:srgbClr val="0066FF"/>
                  </a:solidFill>
                  <a:effectLst/>
                  <a:uLnTx/>
                  <a:uFillTx/>
                  <a:latin typeface="Times New Roman" panose="02020603050405020304" pitchFamily="18" charset="0"/>
                  <a:ea typeface="微软雅黑" panose="020B0503020204020204" pitchFamily="34" charset="-122"/>
                  <a:cs typeface="Times New Roman" pitchFamily="18" charset="0"/>
                </a:rPr>
                <a:t>n</a:t>
              </a:r>
              <a:r>
                <a:rPr kumimoji="0" lang="en-US" altLang="zh-CN" sz="2200" b="1" i="0" u="none" strike="noStrike" kern="0" cap="none" spc="0" normalizeH="0" baseline="-25000" noProof="0" dirty="0">
                  <a:ln>
                    <a:noFill/>
                  </a:ln>
                  <a:solidFill>
                    <a:srgbClr val="0066FF"/>
                  </a:solidFill>
                  <a:effectLst/>
                  <a:uLnTx/>
                  <a:uFillTx/>
                  <a:latin typeface="Times New Roman" panose="02020603050405020304" pitchFamily="18" charset="0"/>
                  <a:ea typeface="微软雅黑" panose="020B0503020204020204" pitchFamily="34" charset="-122"/>
                  <a:cs typeface="Times New Roman" pitchFamily="18" charset="0"/>
                </a:rPr>
                <a:t>2</a:t>
              </a:r>
              <a:endParaRPr kumimoji="0" lang="zh-CN" altLang="en-US" sz="2200" b="1" i="0" u="none" strike="noStrike" kern="0" cap="none" spc="0" normalizeH="0" baseline="-25000" noProof="0" dirty="0">
                <a:ln>
                  <a:noFill/>
                </a:ln>
                <a:solidFill>
                  <a:srgbClr val="0066FF"/>
                </a:solidFill>
                <a:effectLst/>
                <a:uLnTx/>
                <a:uFillTx/>
                <a:latin typeface="Times New Roman" panose="02020603050405020304" pitchFamily="18" charset="0"/>
                <a:ea typeface="微软雅黑" panose="020B0503020204020204" pitchFamily="34" charset="-122"/>
                <a:cs typeface="Times New Roman" pitchFamily="18" charset="0"/>
              </a:endParaRPr>
            </a:p>
          </p:txBody>
        </p:sp>
        <p:sp>
          <p:nvSpPr>
            <p:cNvPr id="41" name="Text Box 12">
              <a:extLst>
                <a:ext uri="{FF2B5EF4-FFF2-40B4-BE49-F238E27FC236}">
                  <a16:creationId xmlns:a16="http://schemas.microsoft.com/office/drawing/2014/main" id="{23983922-8612-4181-ABDF-1C01E6C88DC5}"/>
                </a:ext>
              </a:extLst>
            </p:cNvPr>
            <p:cNvSpPr txBox="1">
              <a:spLocks noChangeArrowheads="1"/>
            </p:cNvSpPr>
            <p:nvPr/>
          </p:nvSpPr>
          <p:spPr bwMode="auto">
            <a:xfrm>
              <a:off x="6944476" y="6068761"/>
              <a:ext cx="859918" cy="48859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cap="rnd">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a:defRPr sz="2200" b="1">
                  <a:solidFill>
                    <a:srgbClr val="FF0000"/>
                  </a:solidFill>
                  <a:latin typeface="微软雅黑" panose="020B0503020204020204" pitchFamily="34" charset="-122"/>
                  <a:ea typeface="微软雅黑" panose="020B0503020204020204" pitchFamily="34" charset="-122"/>
                  <a:cs typeface="Times New Roman" pitchFamily="18" charset="0"/>
                </a:defRPr>
              </a:lvl1pPr>
              <a:lvl2pPr marL="742950" indent="-285750" eaLnBrk="0" hangingPunct="0">
                <a:defRPr>
                  <a:latin typeface="Calibri" pitchFamily="34" charset="0"/>
                  <a:ea typeface="宋体" pitchFamily="2" charset="-122"/>
                </a:defRPr>
              </a:lvl2pPr>
              <a:lvl3pPr marL="1143000" indent="-228600" eaLnBrk="0" hangingPunct="0">
                <a:defRPr>
                  <a:latin typeface="Calibri" pitchFamily="34" charset="0"/>
                  <a:ea typeface="宋体" pitchFamily="2" charset="-122"/>
                </a:defRPr>
              </a:lvl3pPr>
              <a:lvl4pPr marL="1600200" indent="-228600" eaLnBrk="0" hangingPunct="0">
                <a:defRPr>
                  <a:latin typeface="Calibri" pitchFamily="34" charset="0"/>
                  <a:ea typeface="宋体" pitchFamily="2" charset="-122"/>
                </a:defRPr>
              </a:lvl4pPr>
              <a:lvl5pPr marL="2057400" indent="-228600" eaLnBrk="0" hangingPunct="0">
                <a:defRPr>
                  <a:latin typeface="Calibri" pitchFamily="34" charset="0"/>
                  <a:ea typeface="宋体" pitchFamily="2" charset="-122"/>
                </a:defRPr>
              </a:lvl5pPr>
              <a:lvl6pPr marL="2514600" indent="-228600" eaLnBrk="0" fontAlgn="base" hangingPunct="0">
                <a:spcBef>
                  <a:spcPct val="0"/>
                </a:spcBef>
                <a:spcAft>
                  <a:spcPct val="0"/>
                </a:spcAft>
                <a:defRPr>
                  <a:latin typeface="Calibri" pitchFamily="34" charset="0"/>
                  <a:ea typeface="宋体" pitchFamily="2" charset="-122"/>
                </a:defRPr>
              </a:lvl6pPr>
              <a:lvl7pPr marL="2971800" indent="-228600" eaLnBrk="0" fontAlgn="base" hangingPunct="0">
                <a:spcBef>
                  <a:spcPct val="0"/>
                </a:spcBef>
                <a:spcAft>
                  <a:spcPct val="0"/>
                </a:spcAft>
                <a:defRPr>
                  <a:latin typeface="Calibri" pitchFamily="34" charset="0"/>
                  <a:ea typeface="宋体" pitchFamily="2" charset="-122"/>
                </a:defRPr>
              </a:lvl7pPr>
              <a:lvl8pPr marL="3429000" indent="-228600" eaLnBrk="0" fontAlgn="base" hangingPunct="0">
                <a:spcBef>
                  <a:spcPct val="0"/>
                </a:spcBef>
                <a:spcAft>
                  <a:spcPct val="0"/>
                </a:spcAft>
                <a:defRPr>
                  <a:latin typeface="Calibri" pitchFamily="34" charset="0"/>
                  <a:ea typeface="宋体" pitchFamily="2" charset="-122"/>
                </a:defRPr>
              </a:lvl8pPr>
              <a:lvl9pPr marL="3886200" indent="-228600" eaLnBrk="0" fontAlgn="base" hangingPunct="0">
                <a:spcBef>
                  <a:spcPct val="0"/>
                </a:spcBef>
                <a:spcAft>
                  <a:spcPct val="0"/>
                </a:spcAft>
                <a:defRPr>
                  <a:latin typeface="Calibri" pitchFamily="34" charset="0"/>
                  <a:ea typeface="宋体" pitchFamily="2" charset="-122"/>
                </a:defRPr>
              </a:lvl9pPr>
            </a:lstStyle>
            <a:p>
              <a:pPr marL="0" marR="0" lvl="0" indent="0" defTabSz="914400" eaLnBrk="1" fontAlgn="auto" latinLnBrk="0" hangingPunct="1">
                <a:lnSpc>
                  <a:spcPct val="130000"/>
                </a:lnSpc>
                <a:spcBef>
                  <a:spcPts val="0"/>
                </a:spcBef>
                <a:spcAft>
                  <a:spcPts val="0"/>
                </a:spcAft>
                <a:buClrTx/>
                <a:buSzTx/>
                <a:buFontTx/>
                <a:buNone/>
                <a:tabLst/>
                <a:defRPr/>
              </a:pPr>
              <a:r>
                <a:rPr kumimoji="0" lang="en-US" altLang="zh-CN" sz="22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panose="020B0503020204020204" pitchFamily="34" charset="-122"/>
                  <a:cs typeface="Times New Roman" pitchFamily="18" charset="0"/>
                </a:rPr>
                <a:t>r</a:t>
              </a:r>
              <a:r>
                <a:rPr kumimoji="0" lang="en-US" altLang="zh-CN" sz="2200" b="0" i="0" u="none" strike="noStrike" kern="0" cap="none" spc="0" normalizeH="0" baseline="-25000" noProof="0" dirty="0" err="1">
                  <a:ln>
                    <a:noFill/>
                  </a:ln>
                  <a:solidFill>
                    <a:prstClr val="black"/>
                  </a:solidFill>
                  <a:effectLst/>
                  <a:uLnTx/>
                  <a:uFillTx/>
                  <a:latin typeface="Times New Roman" panose="02020603050405020304" pitchFamily="18" charset="0"/>
                  <a:ea typeface="微软雅黑" panose="020B0503020204020204" pitchFamily="34" charset="-122"/>
                  <a:cs typeface="Times New Roman" pitchFamily="18" charset="0"/>
                </a:rPr>
                <a:t>p</a:t>
              </a:r>
              <a:r>
                <a:rPr kumimoji="0" lang="en-US" altLang="zh-CN" sz="2200" b="0" i="0" u="none" strike="noStrike" kern="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itchFamily="18" charset="0"/>
                </a:rPr>
                <a:t>&gt;0</a:t>
              </a:r>
              <a:endParaRPr kumimoji="0" lang="zh-CN" altLang="en-US" sz="2200" b="0" i="0" u="none" strike="noStrike" kern="0" cap="none" spc="0" normalizeH="0" baseline="-2500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itchFamily="18" charset="0"/>
              </a:endParaRPr>
            </a:p>
          </p:txBody>
        </p:sp>
        <p:sp>
          <p:nvSpPr>
            <p:cNvPr id="42" name="任意多边形 57">
              <a:extLst>
                <a:ext uri="{FF2B5EF4-FFF2-40B4-BE49-F238E27FC236}">
                  <a16:creationId xmlns:a16="http://schemas.microsoft.com/office/drawing/2014/main" id="{862E7CD7-B39D-4067-847F-69D905E8E04D}"/>
                </a:ext>
              </a:extLst>
            </p:cNvPr>
            <p:cNvSpPr/>
            <p:nvPr/>
          </p:nvSpPr>
          <p:spPr>
            <a:xfrm>
              <a:off x="7283308" y="5669280"/>
              <a:ext cx="133116" cy="508000"/>
            </a:xfrm>
            <a:custGeom>
              <a:avLst/>
              <a:gdLst>
                <a:gd name="connsiteX0" fmla="*/ 50800 w 133116"/>
                <a:gd name="connsiteY0" fmla="*/ 508000 h 508000"/>
                <a:gd name="connsiteX1" fmla="*/ 132080 w 133116"/>
                <a:gd name="connsiteY1" fmla="*/ 111760 h 508000"/>
                <a:gd name="connsiteX2" fmla="*/ 0 w 133116"/>
                <a:gd name="connsiteY2" fmla="*/ 0 h 508000"/>
                <a:gd name="connsiteX3" fmla="*/ 0 w 133116"/>
                <a:gd name="connsiteY3" fmla="*/ 0 h 508000"/>
              </a:gdLst>
              <a:ahLst/>
              <a:cxnLst>
                <a:cxn ang="0">
                  <a:pos x="connsiteX0" y="connsiteY0"/>
                </a:cxn>
                <a:cxn ang="0">
                  <a:pos x="connsiteX1" y="connsiteY1"/>
                </a:cxn>
                <a:cxn ang="0">
                  <a:pos x="connsiteX2" y="connsiteY2"/>
                </a:cxn>
                <a:cxn ang="0">
                  <a:pos x="connsiteX3" y="connsiteY3"/>
                </a:cxn>
              </a:cxnLst>
              <a:rect l="l" t="t" r="r" b="b"/>
              <a:pathLst>
                <a:path w="133116" h="508000">
                  <a:moveTo>
                    <a:pt x="50800" y="508000"/>
                  </a:moveTo>
                  <a:cubicBezTo>
                    <a:pt x="95673" y="352213"/>
                    <a:pt x="140547" y="196427"/>
                    <a:pt x="132080" y="111760"/>
                  </a:cubicBezTo>
                  <a:cubicBezTo>
                    <a:pt x="123613" y="27093"/>
                    <a:pt x="0" y="0"/>
                    <a:pt x="0" y="0"/>
                  </a:cubicBezTo>
                  <a:lnTo>
                    <a:pt x="0" y="0"/>
                  </a:lnTo>
                </a:path>
              </a:pathLst>
            </a:custGeom>
            <a:noFill/>
            <a:ln w="19050" cap="flat" cmpd="sng" algn="ctr">
              <a:solidFill>
                <a:srgbClr val="FF0000"/>
              </a:solidFill>
              <a:prstDash val="solid"/>
              <a:headEnd type="none" w="med" len="med"/>
              <a:tailEnd type="triangl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cxnSp>
          <p:nvCxnSpPr>
            <p:cNvPr id="43" name="直接箭头连接符 42">
              <a:extLst>
                <a:ext uri="{FF2B5EF4-FFF2-40B4-BE49-F238E27FC236}">
                  <a16:creationId xmlns:a16="http://schemas.microsoft.com/office/drawing/2014/main" id="{A4F5EB2A-F968-4743-9450-438E9C0A206D}"/>
                </a:ext>
              </a:extLst>
            </p:cNvPr>
            <p:cNvCxnSpPr/>
            <p:nvPr/>
          </p:nvCxnSpPr>
          <p:spPr>
            <a:xfrm flipV="1">
              <a:off x="7582156" y="5028224"/>
              <a:ext cx="298816" cy="893136"/>
            </a:xfrm>
            <a:prstGeom prst="straightConnector1">
              <a:avLst/>
            </a:prstGeom>
            <a:noFill/>
            <a:ln w="19050" cap="flat" cmpd="sng" algn="ctr">
              <a:solidFill>
                <a:sysClr val="windowText" lastClr="000000"/>
              </a:solidFill>
              <a:prstDash val="solid"/>
              <a:headEnd type="none" w="med" len="med"/>
              <a:tailEnd type="triangle" w="med" len="med"/>
            </a:ln>
            <a:effectLst/>
          </p:spPr>
        </p:cxnSp>
        <p:cxnSp>
          <p:nvCxnSpPr>
            <p:cNvPr id="44" name="直接箭头连接符 43">
              <a:extLst>
                <a:ext uri="{FF2B5EF4-FFF2-40B4-BE49-F238E27FC236}">
                  <a16:creationId xmlns:a16="http://schemas.microsoft.com/office/drawing/2014/main" id="{8B1776A5-2692-4558-9D0D-C13A5B68F8AB}"/>
                </a:ext>
              </a:extLst>
            </p:cNvPr>
            <p:cNvCxnSpPr/>
            <p:nvPr/>
          </p:nvCxnSpPr>
          <p:spPr>
            <a:xfrm>
              <a:off x="7663447" y="5229444"/>
              <a:ext cx="292344" cy="103507"/>
            </a:xfrm>
            <a:prstGeom prst="straightConnector1">
              <a:avLst/>
            </a:prstGeom>
            <a:noFill/>
            <a:ln w="19050" cap="flat" cmpd="sng" algn="ctr">
              <a:solidFill>
                <a:sysClr val="windowText" lastClr="000000"/>
              </a:solidFill>
              <a:prstDash val="solid"/>
              <a:headEnd type="none" w="med" len="med"/>
              <a:tailEnd type="triangle" w="med" len="med"/>
            </a:ln>
            <a:effectLst/>
          </p:spPr>
        </p:cxnSp>
        <p:sp>
          <p:nvSpPr>
            <p:cNvPr id="45" name="任意多边形 63">
              <a:extLst>
                <a:ext uri="{FF2B5EF4-FFF2-40B4-BE49-F238E27FC236}">
                  <a16:creationId xmlns:a16="http://schemas.microsoft.com/office/drawing/2014/main" id="{8F2513FB-4039-4DA2-8D30-962215854CB8}"/>
                </a:ext>
              </a:extLst>
            </p:cNvPr>
            <p:cNvSpPr/>
            <p:nvPr/>
          </p:nvSpPr>
          <p:spPr>
            <a:xfrm>
              <a:off x="7665299" y="5654078"/>
              <a:ext cx="346815" cy="658979"/>
            </a:xfrm>
            <a:custGeom>
              <a:avLst/>
              <a:gdLst>
                <a:gd name="connsiteX0" fmla="*/ 50800 w 133116"/>
                <a:gd name="connsiteY0" fmla="*/ 508000 h 508000"/>
                <a:gd name="connsiteX1" fmla="*/ 132080 w 133116"/>
                <a:gd name="connsiteY1" fmla="*/ 111760 h 508000"/>
                <a:gd name="connsiteX2" fmla="*/ 0 w 133116"/>
                <a:gd name="connsiteY2" fmla="*/ 0 h 508000"/>
                <a:gd name="connsiteX3" fmla="*/ 0 w 133116"/>
                <a:gd name="connsiteY3" fmla="*/ 0 h 508000"/>
              </a:gdLst>
              <a:ahLst/>
              <a:cxnLst>
                <a:cxn ang="0">
                  <a:pos x="connsiteX0" y="connsiteY0"/>
                </a:cxn>
                <a:cxn ang="0">
                  <a:pos x="connsiteX1" y="connsiteY1"/>
                </a:cxn>
                <a:cxn ang="0">
                  <a:pos x="connsiteX2" y="connsiteY2"/>
                </a:cxn>
                <a:cxn ang="0">
                  <a:pos x="connsiteX3" y="connsiteY3"/>
                </a:cxn>
              </a:cxnLst>
              <a:rect l="l" t="t" r="r" b="b"/>
              <a:pathLst>
                <a:path w="133116" h="508000">
                  <a:moveTo>
                    <a:pt x="50800" y="508000"/>
                  </a:moveTo>
                  <a:cubicBezTo>
                    <a:pt x="95673" y="352213"/>
                    <a:pt x="140547" y="196427"/>
                    <a:pt x="132080" y="111760"/>
                  </a:cubicBezTo>
                  <a:cubicBezTo>
                    <a:pt x="123613" y="27093"/>
                    <a:pt x="0" y="0"/>
                    <a:pt x="0" y="0"/>
                  </a:cubicBezTo>
                  <a:lnTo>
                    <a:pt x="0" y="0"/>
                  </a:lnTo>
                </a:path>
              </a:pathLst>
            </a:custGeom>
            <a:noFill/>
            <a:ln w="19050" cap="flat" cmpd="sng" algn="ctr">
              <a:solidFill>
                <a:srgbClr val="FF0000"/>
              </a:solidFill>
              <a:prstDash val="solid"/>
              <a:headEnd type="none" w="med" len="med"/>
              <a:tailEnd type="triangl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46" name="Text Box 12">
              <a:extLst>
                <a:ext uri="{FF2B5EF4-FFF2-40B4-BE49-F238E27FC236}">
                  <a16:creationId xmlns:a16="http://schemas.microsoft.com/office/drawing/2014/main" id="{845A2E33-F61A-4EC7-AD90-C1167D2D561D}"/>
                </a:ext>
              </a:extLst>
            </p:cNvPr>
            <p:cNvSpPr txBox="1">
              <a:spLocks noChangeArrowheads="1"/>
            </p:cNvSpPr>
            <p:nvPr/>
          </p:nvSpPr>
          <p:spPr bwMode="auto">
            <a:xfrm>
              <a:off x="7582156" y="6093692"/>
              <a:ext cx="859918" cy="48859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cap="rnd">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a:defRPr sz="2200" b="1">
                  <a:solidFill>
                    <a:srgbClr val="FF0000"/>
                  </a:solidFill>
                  <a:latin typeface="微软雅黑" panose="020B0503020204020204" pitchFamily="34" charset="-122"/>
                  <a:ea typeface="微软雅黑" panose="020B0503020204020204" pitchFamily="34" charset="-122"/>
                  <a:cs typeface="Times New Roman" pitchFamily="18" charset="0"/>
                </a:defRPr>
              </a:lvl1pPr>
              <a:lvl2pPr marL="742950" indent="-285750" eaLnBrk="0" hangingPunct="0">
                <a:defRPr>
                  <a:latin typeface="Calibri" pitchFamily="34" charset="0"/>
                  <a:ea typeface="宋体" pitchFamily="2" charset="-122"/>
                </a:defRPr>
              </a:lvl2pPr>
              <a:lvl3pPr marL="1143000" indent="-228600" eaLnBrk="0" hangingPunct="0">
                <a:defRPr>
                  <a:latin typeface="Calibri" pitchFamily="34" charset="0"/>
                  <a:ea typeface="宋体" pitchFamily="2" charset="-122"/>
                </a:defRPr>
              </a:lvl3pPr>
              <a:lvl4pPr marL="1600200" indent="-228600" eaLnBrk="0" hangingPunct="0">
                <a:defRPr>
                  <a:latin typeface="Calibri" pitchFamily="34" charset="0"/>
                  <a:ea typeface="宋体" pitchFamily="2" charset="-122"/>
                </a:defRPr>
              </a:lvl4pPr>
              <a:lvl5pPr marL="2057400" indent="-228600" eaLnBrk="0" hangingPunct="0">
                <a:defRPr>
                  <a:latin typeface="Calibri" pitchFamily="34" charset="0"/>
                  <a:ea typeface="宋体" pitchFamily="2" charset="-122"/>
                </a:defRPr>
              </a:lvl5pPr>
              <a:lvl6pPr marL="2514600" indent="-228600" eaLnBrk="0" fontAlgn="base" hangingPunct="0">
                <a:spcBef>
                  <a:spcPct val="0"/>
                </a:spcBef>
                <a:spcAft>
                  <a:spcPct val="0"/>
                </a:spcAft>
                <a:defRPr>
                  <a:latin typeface="Calibri" pitchFamily="34" charset="0"/>
                  <a:ea typeface="宋体" pitchFamily="2" charset="-122"/>
                </a:defRPr>
              </a:lvl6pPr>
              <a:lvl7pPr marL="2971800" indent="-228600" eaLnBrk="0" fontAlgn="base" hangingPunct="0">
                <a:spcBef>
                  <a:spcPct val="0"/>
                </a:spcBef>
                <a:spcAft>
                  <a:spcPct val="0"/>
                </a:spcAft>
                <a:defRPr>
                  <a:latin typeface="Calibri" pitchFamily="34" charset="0"/>
                  <a:ea typeface="宋体" pitchFamily="2" charset="-122"/>
                </a:defRPr>
              </a:lvl7pPr>
              <a:lvl8pPr marL="3429000" indent="-228600" eaLnBrk="0" fontAlgn="base" hangingPunct="0">
                <a:spcBef>
                  <a:spcPct val="0"/>
                </a:spcBef>
                <a:spcAft>
                  <a:spcPct val="0"/>
                </a:spcAft>
                <a:defRPr>
                  <a:latin typeface="Calibri" pitchFamily="34" charset="0"/>
                  <a:ea typeface="宋体" pitchFamily="2" charset="-122"/>
                </a:defRPr>
              </a:lvl8pPr>
              <a:lvl9pPr marL="3886200" indent="-228600" eaLnBrk="0" fontAlgn="base" hangingPunct="0">
                <a:spcBef>
                  <a:spcPct val="0"/>
                </a:spcBef>
                <a:spcAft>
                  <a:spcPct val="0"/>
                </a:spcAft>
                <a:defRPr>
                  <a:latin typeface="Calibri" pitchFamily="34" charset="0"/>
                  <a:ea typeface="宋体" pitchFamily="2" charset="-122"/>
                </a:defRPr>
              </a:lvl9pPr>
            </a:lstStyle>
            <a:p>
              <a:pPr marL="0" marR="0" lvl="0" indent="0" defTabSz="914400" eaLnBrk="1" fontAlgn="auto" latinLnBrk="0" hangingPunct="1">
                <a:lnSpc>
                  <a:spcPct val="130000"/>
                </a:lnSpc>
                <a:spcBef>
                  <a:spcPts val="0"/>
                </a:spcBef>
                <a:spcAft>
                  <a:spcPts val="0"/>
                </a:spcAft>
                <a:buClrTx/>
                <a:buSzTx/>
                <a:buFontTx/>
                <a:buNone/>
                <a:tabLst/>
                <a:defRPr/>
              </a:pPr>
              <a:r>
                <a:rPr kumimoji="0" lang="en-US" altLang="zh-CN" sz="2200" b="0" i="0" u="none" strike="noStrike" kern="0" cap="none" spc="0" normalizeH="0" baseline="0" noProof="0" dirty="0" err="1">
                  <a:ln>
                    <a:noFill/>
                  </a:ln>
                  <a:solidFill>
                    <a:prstClr val="black"/>
                  </a:solidFill>
                  <a:effectLst/>
                  <a:uLnTx/>
                  <a:uFillTx/>
                  <a:latin typeface="Times New Roman" panose="02020603050405020304" pitchFamily="18" charset="0"/>
                  <a:ea typeface="微软雅黑" panose="020B0503020204020204" pitchFamily="34" charset="-122"/>
                  <a:cs typeface="Times New Roman" pitchFamily="18" charset="0"/>
                </a:rPr>
                <a:t>r</a:t>
              </a:r>
              <a:r>
                <a:rPr kumimoji="0" lang="en-US" altLang="zh-CN" sz="2200" b="0" i="0" u="none" strike="noStrike" kern="0" cap="none" spc="0" normalizeH="0" baseline="-25000" noProof="0" dirty="0" err="1">
                  <a:ln>
                    <a:noFill/>
                  </a:ln>
                  <a:solidFill>
                    <a:prstClr val="black"/>
                  </a:solidFill>
                  <a:effectLst/>
                  <a:uLnTx/>
                  <a:uFillTx/>
                  <a:latin typeface="Times New Roman" panose="02020603050405020304" pitchFamily="18" charset="0"/>
                  <a:ea typeface="微软雅黑" panose="020B0503020204020204" pitchFamily="34" charset="-122"/>
                  <a:cs typeface="Times New Roman" pitchFamily="18" charset="0"/>
                </a:rPr>
                <a:t>p</a:t>
              </a:r>
              <a:r>
                <a:rPr kumimoji="0" lang="en-US" altLang="zh-CN" sz="2200" b="0" i="0" u="none" strike="noStrike" kern="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itchFamily="18" charset="0"/>
                </a:rPr>
                <a:t>&lt;0</a:t>
              </a:r>
              <a:endParaRPr kumimoji="0" lang="zh-CN" altLang="en-US" sz="2200" b="0" i="0" u="none" strike="noStrike" kern="0" cap="none" spc="0" normalizeH="0" baseline="-2500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itchFamily="18" charset="0"/>
              </a:endParaRPr>
            </a:p>
          </p:txBody>
        </p:sp>
        <p:sp>
          <p:nvSpPr>
            <p:cNvPr id="47" name="椭圆 46">
              <a:extLst>
                <a:ext uri="{FF2B5EF4-FFF2-40B4-BE49-F238E27FC236}">
                  <a16:creationId xmlns:a16="http://schemas.microsoft.com/office/drawing/2014/main" id="{77FF997B-057E-4E3E-A06D-A0C48F75E2F7}"/>
                </a:ext>
              </a:extLst>
            </p:cNvPr>
            <p:cNvSpPr/>
            <p:nvPr/>
          </p:nvSpPr>
          <p:spPr>
            <a:xfrm>
              <a:off x="7691204" y="5445224"/>
              <a:ext cx="72008" cy="72008"/>
            </a:xfrm>
            <a:prstGeom prst="ellipse">
              <a:avLst/>
            </a:prstGeom>
            <a:solidFill>
              <a:sysClr val="windowText" lastClr="000000"/>
            </a:solidFill>
            <a:ln w="25400"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grpSp>
    </p:spTree>
    <p:extLst>
      <p:ext uri="{BB962C8B-B14F-4D97-AF65-F5344CB8AC3E}">
        <p14:creationId xmlns:p14="http://schemas.microsoft.com/office/powerpoint/2010/main" val="34404580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6" presetClass="entr" presetSubtype="21" fill="hold" nodeType="click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barn(inVertical)">
                                      <p:cBhvr>
                                        <p:cTn id="13" dur="500"/>
                                        <p:tgtEl>
                                          <p:spTgt spid="14"/>
                                        </p:tgtEl>
                                      </p:cBhvr>
                                    </p:animEffect>
                                  </p:childTnLst>
                                </p:cTn>
                              </p:par>
                            </p:childTnLst>
                          </p:cTn>
                        </p:par>
                      </p:childTnLst>
                    </p:cTn>
                  </p:par>
                  <p:par>
                    <p:cTn id="14" fill="hold">
                      <p:stCondLst>
                        <p:cond delay="indefinite"/>
                      </p:stCondLst>
                      <p:childTnLst>
                        <p:par>
                          <p:cTn id="15" fill="hold">
                            <p:stCondLst>
                              <p:cond delay="0"/>
                            </p:stCondLst>
                            <p:childTnLst>
                              <p:par>
                                <p:cTn id="16" presetID="16" presetClass="entr" presetSubtype="21" fill="hold" nodeType="clickEffect">
                                  <p:stCondLst>
                                    <p:cond delay="0"/>
                                  </p:stCondLst>
                                  <p:childTnLst>
                                    <p:set>
                                      <p:cBhvr>
                                        <p:cTn id="17" dur="1" fill="hold">
                                          <p:stCondLst>
                                            <p:cond delay="0"/>
                                          </p:stCondLst>
                                        </p:cTn>
                                        <p:tgtEl>
                                          <p:spTgt spid="32"/>
                                        </p:tgtEl>
                                        <p:attrNameLst>
                                          <p:attrName>style.visibility</p:attrName>
                                        </p:attrNameLst>
                                      </p:cBhvr>
                                      <p:to>
                                        <p:strVal val="visible"/>
                                      </p:to>
                                    </p:set>
                                    <p:animEffect transition="in" filter="barn(inVertical)">
                                      <p:cBhvr>
                                        <p:cTn id="18"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2">
            <a:extLst>
              <a:ext uri="{FF2B5EF4-FFF2-40B4-BE49-F238E27FC236}">
                <a16:creationId xmlns:a16="http://schemas.microsoft.com/office/drawing/2014/main" id="{9FE50E8B-3333-4DF1-9EAE-8B536AA52367}"/>
              </a:ext>
            </a:extLst>
          </p:cNvPr>
          <p:cNvSpPr txBox="1">
            <a:spLocks noChangeArrowheads="1"/>
          </p:cNvSpPr>
          <p:nvPr/>
        </p:nvSpPr>
        <p:spPr bwMode="auto">
          <a:xfrm>
            <a:off x="215900" y="256129"/>
            <a:ext cx="8812832" cy="117262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cap="rnd">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a:defRPr sz="2200" b="1">
                <a:solidFill>
                  <a:srgbClr val="FF0000"/>
                </a:solidFill>
                <a:latin typeface="微软雅黑" panose="020B0503020204020204" pitchFamily="34" charset="-122"/>
                <a:ea typeface="微软雅黑" panose="020B0503020204020204" pitchFamily="34" charset="-122"/>
                <a:cs typeface="Times New Roman" pitchFamily="18" charset="0"/>
              </a:defRPr>
            </a:lvl1pPr>
            <a:lvl2pPr marL="742950" indent="-285750" eaLnBrk="0" hangingPunct="0">
              <a:defRPr>
                <a:latin typeface="Calibri" pitchFamily="34" charset="0"/>
                <a:ea typeface="宋体" pitchFamily="2" charset="-122"/>
              </a:defRPr>
            </a:lvl2pPr>
            <a:lvl3pPr marL="1143000" indent="-228600" eaLnBrk="0" hangingPunct="0">
              <a:defRPr>
                <a:latin typeface="Calibri" pitchFamily="34" charset="0"/>
                <a:ea typeface="宋体" pitchFamily="2" charset="-122"/>
              </a:defRPr>
            </a:lvl3pPr>
            <a:lvl4pPr marL="1600200" indent="-228600" eaLnBrk="0" hangingPunct="0">
              <a:defRPr>
                <a:latin typeface="Calibri" pitchFamily="34" charset="0"/>
                <a:ea typeface="宋体" pitchFamily="2" charset="-122"/>
              </a:defRPr>
            </a:lvl4pPr>
            <a:lvl5pPr marL="2057400" indent="-228600" eaLnBrk="0" hangingPunct="0">
              <a:defRPr>
                <a:latin typeface="Calibri" pitchFamily="34" charset="0"/>
                <a:ea typeface="宋体" pitchFamily="2" charset="-122"/>
              </a:defRPr>
            </a:lvl5pPr>
            <a:lvl6pPr marL="2514600" indent="-228600" eaLnBrk="0" fontAlgn="base" hangingPunct="0">
              <a:spcBef>
                <a:spcPct val="0"/>
              </a:spcBef>
              <a:spcAft>
                <a:spcPct val="0"/>
              </a:spcAft>
              <a:defRPr>
                <a:latin typeface="Calibri" pitchFamily="34" charset="0"/>
                <a:ea typeface="宋体" pitchFamily="2" charset="-122"/>
              </a:defRPr>
            </a:lvl6pPr>
            <a:lvl7pPr marL="2971800" indent="-228600" eaLnBrk="0" fontAlgn="base" hangingPunct="0">
              <a:spcBef>
                <a:spcPct val="0"/>
              </a:spcBef>
              <a:spcAft>
                <a:spcPct val="0"/>
              </a:spcAft>
              <a:defRPr>
                <a:latin typeface="Calibri" pitchFamily="34" charset="0"/>
                <a:ea typeface="宋体" pitchFamily="2" charset="-122"/>
              </a:defRPr>
            </a:lvl7pPr>
            <a:lvl8pPr marL="3429000" indent="-228600" eaLnBrk="0" fontAlgn="base" hangingPunct="0">
              <a:spcBef>
                <a:spcPct val="0"/>
              </a:spcBef>
              <a:spcAft>
                <a:spcPct val="0"/>
              </a:spcAft>
              <a:defRPr>
                <a:latin typeface="Calibri" pitchFamily="34" charset="0"/>
                <a:ea typeface="宋体" pitchFamily="2" charset="-122"/>
              </a:defRPr>
            </a:lvl8pPr>
            <a:lvl9pPr marL="3886200" indent="-228600" eaLnBrk="0" fontAlgn="base" hangingPunct="0">
              <a:spcBef>
                <a:spcPct val="0"/>
              </a:spcBef>
              <a:spcAft>
                <a:spcPct val="0"/>
              </a:spcAft>
              <a:defRPr>
                <a:latin typeface="Calibri" pitchFamily="34" charset="0"/>
                <a:ea typeface="宋体" pitchFamily="2" charset="-122"/>
              </a:defRPr>
            </a:lvl9pPr>
          </a:lstStyle>
          <a:p>
            <a:pPr marL="0" marR="0" lvl="0" indent="0" defTabSz="914400" eaLnBrk="1" fontAlgn="auto" latinLnBrk="0" hangingPunct="1">
              <a:lnSpc>
                <a:spcPct val="130000"/>
              </a:lnSpc>
              <a:spcBef>
                <a:spcPts val="0"/>
              </a:spcBef>
              <a:spcAft>
                <a:spcPts val="0"/>
              </a:spcAft>
              <a:buClrTx/>
              <a:buSzTx/>
              <a:buFontTx/>
              <a:buNone/>
              <a:tabLst/>
              <a:defRPr/>
            </a:pPr>
            <a:r>
              <a:rPr kumimoji="0" lang="zh-CN" altLang="en-US" sz="18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itchFamily="18" charset="0"/>
              </a:rPr>
              <a:t>问题</a:t>
            </a:r>
            <a:r>
              <a:rPr kumimoji="0" lang="en-US" altLang="zh-CN" sz="18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itchFamily="18" charset="0"/>
              </a:rPr>
              <a:t>2</a:t>
            </a:r>
            <a:r>
              <a:rPr kumimoji="0" lang="zh-CN" altLang="en-US" sz="18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itchFamily="18" charset="0"/>
              </a:rPr>
              <a:t>：</a:t>
            </a:r>
            <a:r>
              <a:rPr kumimoji="0" lang="zh-CN" altLang="en-US" sz="1800" b="0" i="0" u="none" strike="noStrike" kern="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itchFamily="18" charset="0"/>
              </a:rPr>
              <a:t>如果光线从玻璃（</a:t>
            </a:r>
            <a:r>
              <a:rPr kumimoji="0" lang="en-US" altLang="zh-CN" sz="1800" b="0" i="1" u="none" strike="noStrike" kern="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itchFamily="18" charset="0"/>
              </a:rPr>
              <a:t>n</a:t>
            </a:r>
            <a:r>
              <a:rPr kumimoji="0" lang="en-US" altLang="zh-CN" sz="1800" b="0" i="0" u="none" strike="noStrike" kern="0" cap="none" spc="0" normalizeH="0" baseline="-2500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itchFamily="18" charset="0"/>
              </a:rPr>
              <a:t>1</a:t>
            </a:r>
            <a:r>
              <a:rPr kumimoji="0" lang="en-US" altLang="zh-CN" sz="1800" b="0" i="0" u="none" strike="noStrike" kern="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itchFamily="18" charset="0"/>
              </a:rPr>
              <a:t>=1.5</a:t>
            </a:r>
            <a:r>
              <a:rPr kumimoji="0" lang="zh-CN" altLang="en-US" sz="1800" b="0" i="0" u="none" strike="noStrike" kern="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itchFamily="18" charset="0"/>
              </a:rPr>
              <a:t>）正入射到空气（</a:t>
            </a:r>
            <a:r>
              <a:rPr kumimoji="0" lang="en-US" altLang="zh-CN" sz="1800" b="0" i="1" u="none" strike="noStrike" kern="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itchFamily="18" charset="0"/>
              </a:rPr>
              <a:t>n</a:t>
            </a:r>
            <a:r>
              <a:rPr kumimoji="0" lang="en-US" altLang="zh-CN" sz="1800" b="0" i="0" u="none" strike="noStrike" kern="0" cap="none" spc="0" normalizeH="0" baseline="-2500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itchFamily="18" charset="0"/>
              </a:rPr>
              <a:t>2</a:t>
            </a:r>
            <a:r>
              <a:rPr kumimoji="0" lang="en-US" altLang="zh-CN" sz="1800" b="0" i="0" u="none" strike="noStrike" kern="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itchFamily="18" charset="0"/>
              </a:rPr>
              <a:t>=1</a:t>
            </a:r>
            <a:r>
              <a:rPr kumimoji="0" lang="zh-CN" altLang="en-US" sz="1800" b="0" i="0" u="none" strike="noStrike" kern="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itchFamily="18" charset="0"/>
              </a:rPr>
              <a:t>）表面时，此时可以计算得到</a:t>
            </a:r>
            <a:r>
              <a:rPr kumimoji="0" lang="en-US" altLang="zh-CN" sz="1800" b="0" i="1" u="none" strike="noStrike" kern="0" cap="none" spc="0" normalizeH="0" baseline="0" noProof="0" dirty="0" err="1">
                <a:ln>
                  <a:noFill/>
                </a:ln>
                <a:solidFill>
                  <a:prstClr val="black"/>
                </a:solidFill>
                <a:effectLst/>
                <a:uLnTx/>
                <a:uFillTx/>
                <a:latin typeface="Times New Roman" panose="02020603050405020304" pitchFamily="18" charset="0"/>
                <a:ea typeface="微软雅黑" panose="020B0503020204020204" pitchFamily="34" charset="-122"/>
                <a:cs typeface="Times New Roman" pitchFamily="18" charset="0"/>
              </a:rPr>
              <a:t>r</a:t>
            </a:r>
            <a:r>
              <a:rPr kumimoji="0" lang="en-US" altLang="zh-CN" sz="1800" b="0" i="1" u="none" strike="noStrike" kern="0" cap="none" spc="0" normalizeH="0" baseline="-25000" noProof="0" dirty="0" err="1">
                <a:ln>
                  <a:noFill/>
                </a:ln>
                <a:solidFill>
                  <a:prstClr val="black"/>
                </a:solidFill>
                <a:effectLst/>
                <a:uLnTx/>
                <a:uFillTx/>
                <a:latin typeface="Times New Roman" panose="02020603050405020304" pitchFamily="18" charset="0"/>
                <a:ea typeface="微软雅黑" panose="020B0503020204020204" pitchFamily="34" charset="-122"/>
                <a:cs typeface="Times New Roman" pitchFamily="18" charset="0"/>
              </a:rPr>
              <a:t>p</a:t>
            </a:r>
            <a:r>
              <a:rPr kumimoji="0" lang="en-US" altLang="zh-CN" sz="1800" b="0" i="0" u="none" strike="noStrike" kern="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itchFamily="18" charset="0"/>
              </a:rPr>
              <a:t>=-20%</a:t>
            </a:r>
            <a:r>
              <a:rPr kumimoji="0" lang="zh-CN" altLang="en-US" sz="1800" b="0" i="0" u="none" strike="noStrike" kern="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itchFamily="18" charset="0"/>
              </a:rPr>
              <a:t>，</a:t>
            </a:r>
            <a:r>
              <a:rPr kumimoji="0" lang="en-US" altLang="zh-CN" sz="1800" b="0" i="1" u="none" strike="noStrike" kern="0" cap="none" spc="0" normalizeH="0" baseline="0" noProof="0" dirty="0" err="1">
                <a:ln>
                  <a:noFill/>
                </a:ln>
                <a:solidFill>
                  <a:prstClr val="black"/>
                </a:solidFill>
                <a:effectLst/>
                <a:uLnTx/>
                <a:uFillTx/>
                <a:latin typeface="Times New Roman" panose="02020603050405020304" pitchFamily="18" charset="0"/>
                <a:ea typeface="微软雅黑" panose="020B0503020204020204" pitchFamily="34" charset="-122"/>
                <a:cs typeface="Times New Roman" pitchFamily="18" charset="0"/>
              </a:rPr>
              <a:t>r</a:t>
            </a:r>
            <a:r>
              <a:rPr kumimoji="0" lang="en-US" altLang="zh-CN" sz="1800" b="0" i="1" u="none" strike="noStrike" kern="0" cap="none" spc="0" normalizeH="0" baseline="-25000" noProof="0" dirty="0" err="1">
                <a:ln>
                  <a:noFill/>
                </a:ln>
                <a:solidFill>
                  <a:prstClr val="black"/>
                </a:solidFill>
                <a:effectLst/>
                <a:uLnTx/>
                <a:uFillTx/>
                <a:latin typeface="Times New Roman" panose="02020603050405020304" pitchFamily="18" charset="0"/>
                <a:ea typeface="微软雅黑" panose="020B0503020204020204" pitchFamily="34" charset="-122"/>
                <a:cs typeface="Times New Roman" pitchFamily="18" charset="0"/>
              </a:rPr>
              <a:t>s</a:t>
            </a:r>
            <a:r>
              <a:rPr kumimoji="0" lang="en-US" altLang="zh-CN" sz="1800" b="0" i="0" u="none" strike="noStrike" kern="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itchFamily="18" charset="0"/>
              </a:rPr>
              <a:t>=20%</a:t>
            </a:r>
            <a:r>
              <a:rPr kumimoji="0" lang="zh-CN" altLang="en-US" sz="1800" b="0" i="0" u="none" strike="noStrike" kern="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itchFamily="18" charset="0"/>
              </a:rPr>
              <a:t>，</a:t>
            </a:r>
            <a:r>
              <a:rPr kumimoji="0" lang="en-US" altLang="zh-CN" sz="1800" b="0" i="1" u="none" strike="noStrike" kern="0" cap="none" spc="0" normalizeH="0" baseline="0" noProof="0" dirty="0" err="1">
                <a:ln>
                  <a:noFill/>
                </a:ln>
                <a:solidFill>
                  <a:prstClr val="black"/>
                </a:solidFill>
                <a:effectLst/>
                <a:uLnTx/>
                <a:uFillTx/>
                <a:latin typeface="Times New Roman" panose="02020603050405020304" pitchFamily="18" charset="0"/>
                <a:ea typeface="微软雅黑" panose="020B0503020204020204" pitchFamily="34" charset="-122"/>
                <a:cs typeface="Times New Roman" pitchFamily="18" charset="0"/>
              </a:rPr>
              <a:t>t</a:t>
            </a:r>
            <a:r>
              <a:rPr kumimoji="0" lang="en-US" altLang="zh-CN" sz="1800" b="0" i="1" u="none" strike="noStrike" kern="0" cap="none" spc="0" normalizeH="0" baseline="-25000" noProof="0" dirty="0" err="1">
                <a:ln>
                  <a:noFill/>
                </a:ln>
                <a:solidFill>
                  <a:prstClr val="black"/>
                </a:solidFill>
                <a:effectLst/>
                <a:uLnTx/>
                <a:uFillTx/>
                <a:latin typeface="Times New Roman" panose="02020603050405020304" pitchFamily="18" charset="0"/>
                <a:ea typeface="微软雅黑" panose="020B0503020204020204" pitchFamily="34" charset="-122"/>
                <a:cs typeface="Times New Roman" pitchFamily="18" charset="0"/>
              </a:rPr>
              <a:t>p</a:t>
            </a:r>
            <a:r>
              <a:rPr kumimoji="0" lang="en-US" altLang="zh-CN" sz="1800" b="0" i="0" u="none" strike="noStrike" kern="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itchFamily="18" charset="0"/>
              </a:rPr>
              <a:t>=</a:t>
            </a:r>
            <a:r>
              <a:rPr kumimoji="0" lang="en-US" altLang="zh-CN" sz="1800" b="0" i="1" u="none" strike="noStrike" kern="0" cap="none" spc="0" normalizeH="0" baseline="0" noProof="0" dirty="0" err="1">
                <a:ln>
                  <a:noFill/>
                </a:ln>
                <a:solidFill>
                  <a:prstClr val="black"/>
                </a:solidFill>
                <a:effectLst/>
                <a:uLnTx/>
                <a:uFillTx/>
                <a:latin typeface="Times New Roman" panose="02020603050405020304" pitchFamily="18" charset="0"/>
                <a:ea typeface="微软雅黑" panose="020B0503020204020204" pitchFamily="34" charset="-122"/>
                <a:cs typeface="Times New Roman" pitchFamily="18" charset="0"/>
              </a:rPr>
              <a:t>t</a:t>
            </a:r>
            <a:r>
              <a:rPr kumimoji="0" lang="en-US" altLang="zh-CN" sz="1800" b="0" i="1" u="none" strike="noStrike" kern="0" cap="none" spc="0" normalizeH="0" baseline="-25000" noProof="0" dirty="0" err="1">
                <a:ln>
                  <a:noFill/>
                </a:ln>
                <a:solidFill>
                  <a:prstClr val="black"/>
                </a:solidFill>
                <a:effectLst/>
                <a:uLnTx/>
                <a:uFillTx/>
                <a:latin typeface="Times New Roman" panose="02020603050405020304" pitchFamily="18" charset="0"/>
                <a:ea typeface="微软雅黑" panose="020B0503020204020204" pitchFamily="34" charset="-122"/>
                <a:cs typeface="Times New Roman" pitchFamily="18" charset="0"/>
              </a:rPr>
              <a:t>s</a:t>
            </a:r>
            <a:r>
              <a:rPr kumimoji="0" lang="en-US" altLang="zh-CN" sz="1800" b="0" i="0" u="none" strike="noStrike" kern="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itchFamily="18" charset="0"/>
              </a:rPr>
              <a:t>=1.2</a:t>
            </a:r>
            <a:r>
              <a:rPr kumimoji="0" lang="zh-CN" altLang="en-US" sz="1800" b="0" i="0" u="none" strike="noStrike" kern="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itchFamily="18" charset="0"/>
              </a:rPr>
              <a:t>，</a:t>
            </a:r>
            <a:r>
              <a:rPr kumimoji="0" lang="zh-CN" altLang="en-US" sz="1800" b="0" i="0" u="none" strike="noStrike" kern="0" cap="none" spc="0" normalizeH="0" baseline="0" noProof="0" dirty="0">
                <a:ln>
                  <a:noFill/>
                </a:ln>
                <a:solidFill>
                  <a:srgbClr val="0066FF"/>
                </a:solidFill>
                <a:effectLst/>
                <a:uLnTx/>
                <a:uFillTx/>
                <a:latin typeface="Times New Roman" panose="02020603050405020304" pitchFamily="18" charset="0"/>
                <a:ea typeface="微软雅黑" panose="020B0503020204020204" pitchFamily="34" charset="-122"/>
                <a:cs typeface="Times New Roman" pitchFamily="18" charset="0"/>
              </a:rPr>
              <a:t>此时出现了复振幅透射率大于</a:t>
            </a:r>
            <a:r>
              <a:rPr kumimoji="0" lang="en-US" altLang="zh-CN" sz="1800" b="0" i="0" u="none" strike="noStrike" kern="0" cap="none" spc="0" normalizeH="0" baseline="0" noProof="0" dirty="0">
                <a:ln>
                  <a:noFill/>
                </a:ln>
                <a:solidFill>
                  <a:srgbClr val="0066FF"/>
                </a:solidFill>
                <a:effectLst/>
                <a:uLnTx/>
                <a:uFillTx/>
                <a:latin typeface="Times New Roman" panose="02020603050405020304" pitchFamily="18" charset="0"/>
                <a:ea typeface="微软雅黑" panose="020B0503020204020204" pitchFamily="34" charset="-122"/>
                <a:cs typeface="Times New Roman" pitchFamily="18" charset="0"/>
              </a:rPr>
              <a:t>1</a:t>
            </a:r>
            <a:r>
              <a:rPr kumimoji="0" lang="zh-CN" altLang="en-US" sz="1800" b="0" i="0" u="none" strike="noStrike" kern="0" cap="none" spc="0" normalizeH="0" baseline="0" noProof="0" dirty="0">
                <a:ln>
                  <a:noFill/>
                </a:ln>
                <a:solidFill>
                  <a:srgbClr val="0066FF"/>
                </a:solidFill>
                <a:effectLst/>
                <a:uLnTx/>
                <a:uFillTx/>
                <a:latin typeface="Times New Roman" panose="02020603050405020304" pitchFamily="18" charset="0"/>
                <a:ea typeface="微软雅黑" panose="020B0503020204020204" pitchFamily="34" charset="-122"/>
                <a:cs typeface="Times New Roman" pitchFamily="18" charset="0"/>
              </a:rPr>
              <a:t>的情况。</a:t>
            </a:r>
            <a:r>
              <a:rPr kumimoji="0" lang="zh-CN" altLang="en-US" sz="1800" b="0" i="0" u="none" strike="noStrike" kern="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itchFamily="18" charset="0"/>
              </a:rPr>
              <a:t>更一般的，由</a:t>
            </a:r>
          </a:p>
          <a:p>
            <a:pPr marL="0" marR="0" lvl="0" indent="0" defTabSz="914400" eaLnBrk="1" fontAlgn="auto" latinLnBrk="0" hangingPunct="1">
              <a:lnSpc>
                <a:spcPct val="13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itchFamily="18" charset="0"/>
            </a:endParaRPr>
          </a:p>
        </p:txBody>
      </p:sp>
      <p:sp>
        <p:nvSpPr>
          <p:cNvPr id="3" name="Rectangle 4">
            <a:extLst>
              <a:ext uri="{FF2B5EF4-FFF2-40B4-BE49-F238E27FC236}">
                <a16:creationId xmlns:a16="http://schemas.microsoft.com/office/drawing/2014/main" id="{6DB66820-C782-46B0-8BAD-0C7CEDAB3060}"/>
              </a:ext>
            </a:extLst>
          </p:cNvPr>
          <p:cNvSpPr>
            <a:spLocks noChangeArrowheads="1"/>
          </p:cNvSpPr>
          <p:nvPr/>
        </p:nvSpPr>
        <p:spPr bwMode="auto">
          <a:xfrm>
            <a:off x="347001" y="1338430"/>
            <a:ext cx="20447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a:lnSpc>
                <a:spcPct val="120000"/>
              </a:lnSpc>
            </a:pPr>
            <a:r>
              <a:rPr lang="zh-CN" altLang="en-US" dirty="0">
                <a:solidFill>
                  <a:prstClr val="black"/>
                </a:solidFill>
                <a:latin typeface="微软雅黑" panose="020B0503020204020204" pitchFamily="34" charset="-122"/>
                <a:ea typeface="微软雅黑" panose="020B0503020204020204" pitchFamily="34" charset="-122"/>
              </a:rPr>
              <a:t>强度反射率</a:t>
            </a:r>
          </a:p>
        </p:txBody>
      </p:sp>
      <p:sp>
        <p:nvSpPr>
          <p:cNvPr id="4" name="Rectangle 7">
            <a:extLst>
              <a:ext uri="{FF2B5EF4-FFF2-40B4-BE49-F238E27FC236}">
                <a16:creationId xmlns:a16="http://schemas.microsoft.com/office/drawing/2014/main" id="{30D4D6D4-A73D-4D33-822B-58BF895CFAEC}"/>
              </a:ext>
            </a:extLst>
          </p:cNvPr>
          <p:cNvSpPr>
            <a:spLocks noChangeArrowheads="1"/>
          </p:cNvSpPr>
          <p:nvPr/>
        </p:nvSpPr>
        <p:spPr bwMode="auto">
          <a:xfrm>
            <a:off x="359701" y="1795630"/>
            <a:ext cx="20193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a:lnSpc>
                <a:spcPct val="120000"/>
              </a:lnSpc>
            </a:pPr>
            <a:r>
              <a:rPr lang="zh-CN" altLang="en-US" dirty="0">
                <a:solidFill>
                  <a:prstClr val="black"/>
                </a:solidFill>
                <a:latin typeface="微软雅黑" panose="020B0503020204020204" pitchFamily="34" charset="-122"/>
                <a:ea typeface="微软雅黑" panose="020B0503020204020204" pitchFamily="34" charset="-122"/>
              </a:rPr>
              <a:t>强度透射率</a:t>
            </a:r>
          </a:p>
        </p:txBody>
      </p:sp>
      <p:graphicFrame>
        <p:nvGraphicFramePr>
          <p:cNvPr id="5" name="对象 4">
            <a:extLst>
              <a:ext uri="{FF2B5EF4-FFF2-40B4-BE49-F238E27FC236}">
                <a16:creationId xmlns:a16="http://schemas.microsoft.com/office/drawing/2014/main" id="{90A6DB50-91DE-4B22-8F6F-1B37AA16823E}"/>
              </a:ext>
            </a:extLst>
          </p:cNvPr>
          <p:cNvGraphicFramePr>
            <a:graphicFrameLocks noChangeAspect="1"/>
          </p:cNvGraphicFramePr>
          <p:nvPr>
            <p:extLst>
              <p:ext uri="{D42A27DB-BD31-4B8C-83A1-F6EECF244321}">
                <p14:modId xmlns:p14="http://schemas.microsoft.com/office/powerpoint/2010/main" val="2745414398"/>
              </p:ext>
            </p:extLst>
          </p:nvPr>
        </p:nvGraphicFramePr>
        <p:xfrm>
          <a:off x="1704065" y="1245560"/>
          <a:ext cx="2205038" cy="519113"/>
        </p:xfrm>
        <a:graphic>
          <a:graphicData uri="http://schemas.openxmlformats.org/presentationml/2006/ole">
            <mc:AlternateContent xmlns:mc="http://schemas.openxmlformats.org/markup-compatibility/2006">
              <mc:Choice xmlns:v="urn:schemas-microsoft-com:vml" Requires="v">
                <p:oleObj spid="_x0000_s14644" name="Equation" r:id="rId4" imgW="1295280" imgH="304560" progId="Equation.DSMT4">
                  <p:embed/>
                </p:oleObj>
              </mc:Choice>
              <mc:Fallback>
                <p:oleObj name="Equation" r:id="rId4" imgW="1295280" imgH="304560" progId="Equation.DSMT4">
                  <p:embed/>
                  <p:pic>
                    <p:nvPicPr>
                      <p:cNvPr id="8" name="对象 7"/>
                      <p:cNvPicPr/>
                      <p:nvPr/>
                    </p:nvPicPr>
                    <p:blipFill>
                      <a:blip r:embed="rId5"/>
                      <a:stretch>
                        <a:fillRect/>
                      </a:stretch>
                    </p:blipFill>
                    <p:spPr>
                      <a:xfrm>
                        <a:off x="1704065" y="1245560"/>
                        <a:ext cx="2205038" cy="519113"/>
                      </a:xfrm>
                      <a:prstGeom prst="rect">
                        <a:avLst/>
                      </a:prstGeom>
                    </p:spPr>
                  </p:pic>
                </p:oleObj>
              </mc:Fallback>
            </mc:AlternateContent>
          </a:graphicData>
        </a:graphic>
      </p:graphicFrame>
      <p:graphicFrame>
        <p:nvGraphicFramePr>
          <p:cNvPr id="6" name="对象 5">
            <a:extLst>
              <a:ext uri="{FF2B5EF4-FFF2-40B4-BE49-F238E27FC236}">
                <a16:creationId xmlns:a16="http://schemas.microsoft.com/office/drawing/2014/main" id="{4CA9E8AB-BA77-429F-97AC-1A1A4A1DE51E}"/>
              </a:ext>
            </a:extLst>
          </p:cNvPr>
          <p:cNvGraphicFramePr>
            <a:graphicFrameLocks noChangeAspect="1"/>
          </p:cNvGraphicFramePr>
          <p:nvPr>
            <p:extLst>
              <p:ext uri="{D42A27DB-BD31-4B8C-83A1-F6EECF244321}">
                <p14:modId xmlns:p14="http://schemas.microsoft.com/office/powerpoint/2010/main" val="3435573175"/>
              </p:ext>
            </p:extLst>
          </p:nvPr>
        </p:nvGraphicFramePr>
        <p:xfrm>
          <a:off x="1699303" y="1677360"/>
          <a:ext cx="2493962" cy="673100"/>
        </p:xfrm>
        <a:graphic>
          <a:graphicData uri="http://schemas.openxmlformats.org/presentationml/2006/ole">
            <mc:AlternateContent xmlns:mc="http://schemas.openxmlformats.org/markup-compatibility/2006">
              <mc:Choice xmlns:v="urn:schemas-microsoft-com:vml" Requires="v">
                <p:oleObj spid="_x0000_s14645" name="Equation" r:id="rId6" imgW="1600200" imgH="431640" progId="Equation.DSMT4">
                  <p:embed/>
                </p:oleObj>
              </mc:Choice>
              <mc:Fallback>
                <p:oleObj name="Equation" r:id="rId6" imgW="1600200" imgH="431640" progId="Equation.DSMT4">
                  <p:embed/>
                  <p:pic>
                    <p:nvPicPr>
                      <p:cNvPr id="14" name="对象 13"/>
                      <p:cNvPicPr/>
                      <p:nvPr/>
                    </p:nvPicPr>
                    <p:blipFill>
                      <a:blip r:embed="rId7"/>
                      <a:stretch>
                        <a:fillRect/>
                      </a:stretch>
                    </p:blipFill>
                    <p:spPr>
                      <a:xfrm>
                        <a:off x="1699303" y="1677360"/>
                        <a:ext cx="2493962" cy="673100"/>
                      </a:xfrm>
                      <a:prstGeom prst="rect">
                        <a:avLst/>
                      </a:prstGeom>
                    </p:spPr>
                  </p:pic>
                </p:oleObj>
              </mc:Fallback>
            </mc:AlternateContent>
          </a:graphicData>
        </a:graphic>
      </p:graphicFrame>
      <p:sp>
        <p:nvSpPr>
          <p:cNvPr id="7" name="Rectangle 4">
            <a:extLst>
              <a:ext uri="{FF2B5EF4-FFF2-40B4-BE49-F238E27FC236}">
                <a16:creationId xmlns:a16="http://schemas.microsoft.com/office/drawing/2014/main" id="{27B0DF70-1D14-4CF5-8C65-6953A4BA3AA7}"/>
              </a:ext>
            </a:extLst>
          </p:cNvPr>
          <p:cNvSpPr>
            <a:spLocks noChangeArrowheads="1"/>
          </p:cNvSpPr>
          <p:nvPr/>
        </p:nvSpPr>
        <p:spPr bwMode="auto">
          <a:xfrm>
            <a:off x="4379449" y="1334576"/>
            <a:ext cx="216024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a:lnSpc>
                <a:spcPct val="120000"/>
              </a:lnSpc>
            </a:pPr>
            <a:r>
              <a:rPr lang="zh-CN" altLang="en-US" dirty="0">
                <a:solidFill>
                  <a:prstClr val="black"/>
                </a:solidFill>
                <a:latin typeface="微软雅黑" panose="020B0503020204020204" pitchFamily="34" charset="-122"/>
                <a:ea typeface="微软雅黑" panose="020B0503020204020204" pitchFamily="34" charset="-122"/>
              </a:rPr>
              <a:t>得到当</a:t>
            </a:r>
            <a:r>
              <a:rPr lang="en-US" altLang="zh-CN" b="1" i="1" dirty="0">
                <a:solidFill>
                  <a:prstClr val="black"/>
                </a:solidFill>
                <a:latin typeface="Times New Roman" pitchFamily="18" charset="0"/>
                <a:ea typeface="宋体" panose="02010600030101010101" pitchFamily="2" charset="-122"/>
                <a:cs typeface="Times New Roman" pitchFamily="18" charset="0"/>
              </a:rPr>
              <a:t>i</a:t>
            </a:r>
            <a:r>
              <a:rPr lang="en-US" altLang="zh-CN" b="1" baseline="-30000" dirty="0">
                <a:solidFill>
                  <a:prstClr val="black"/>
                </a:solidFill>
                <a:latin typeface="Times New Roman" pitchFamily="18" charset="0"/>
                <a:ea typeface="宋体" panose="02010600030101010101" pitchFamily="2" charset="-122"/>
                <a:cs typeface="Times New Roman" pitchFamily="18" charset="0"/>
              </a:rPr>
              <a:t>1</a:t>
            </a:r>
            <a:r>
              <a:rPr lang="zh-CN" altLang="en-US" b="1" dirty="0">
                <a:solidFill>
                  <a:prstClr val="black"/>
                </a:solidFill>
                <a:latin typeface="宋体" pitchFamily="2" charset="-122"/>
                <a:ea typeface="宋体" panose="02010600030101010101" pitchFamily="2" charset="-122"/>
              </a:rPr>
              <a:t>，</a:t>
            </a:r>
            <a:r>
              <a:rPr lang="en-US" altLang="zh-CN" b="1" i="1" dirty="0">
                <a:solidFill>
                  <a:prstClr val="black"/>
                </a:solidFill>
                <a:latin typeface="Times New Roman" pitchFamily="18" charset="0"/>
                <a:ea typeface="宋体" panose="02010600030101010101" pitchFamily="2" charset="-122"/>
                <a:cs typeface="Times New Roman" pitchFamily="18" charset="0"/>
              </a:rPr>
              <a:t>i</a:t>
            </a:r>
            <a:r>
              <a:rPr lang="en-US" altLang="zh-CN" b="1" baseline="-30000" dirty="0">
                <a:solidFill>
                  <a:prstClr val="black"/>
                </a:solidFill>
                <a:latin typeface="Times New Roman" pitchFamily="18" charset="0"/>
                <a:ea typeface="宋体" panose="02010600030101010101" pitchFamily="2" charset="-122"/>
                <a:cs typeface="Times New Roman" pitchFamily="18" charset="0"/>
              </a:rPr>
              <a:t>2</a:t>
            </a:r>
            <a:r>
              <a:rPr lang="en-US" altLang="zh-CN" b="1" dirty="0">
                <a:solidFill>
                  <a:prstClr val="black"/>
                </a:solidFill>
                <a:latin typeface="Times New Roman" pitchFamily="18" charset="0"/>
                <a:ea typeface="宋体" panose="02010600030101010101" pitchFamily="2" charset="-122"/>
                <a:cs typeface="Times New Roman" pitchFamily="18" charset="0"/>
              </a:rPr>
              <a:t>≠0 </a:t>
            </a:r>
            <a:r>
              <a:rPr lang="zh-CN" altLang="en-US" dirty="0">
                <a:solidFill>
                  <a:prstClr val="black"/>
                </a:solidFill>
                <a:latin typeface="微软雅黑" panose="020B0503020204020204" pitchFamily="34" charset="-122"/>
                <a:ea typeface="微软雅黑" panose="020B0503020204020204" pitchFamily="34" charset="-122"/>
              </a:rPr>
              <a:t>时，</a:t>
            </a:r>
          </a:p>
        </p:txBody>
      </p:sp>
      <p:graphicFrame>
        <p:nvGraphicFramePr>
          <p:cNvPr id="8" name="对象 7">
            <a:extLst>
              <a:ext uri="{FF2B5EF4-FFF2-40B4-BE49-F238E27FC236}">
                <a16:creationId xmlns:a16="http://schemas.microsoft.com/office/drawing/2014/main" id="{190B061A-7514-40F2-BCD2-A2D09163B4F5}"/>
              </a:ext>
            </a:extLst>
          </p:cNvPr>
          <p:cNvGraphicFramePr>
            <a:graphicFrameLocks noChangeAspect="1"/>
          </p:cNvGraphicFramePr>
          <p:nvPr>
            <p:extLst>
              <p:ext uri="{D42A27DB-BD31-4B8C-83A1-F6EECF244321}">
                <p14:modId xmlns:p14="http://schemas.microsoft.com/office/powerpoint/2010/main" val="630876822"/>
              </p:ext>
            </p:extLst>
          </p:nvPr>
        </p:nvGraphicFramePr>
        <p:xfrm>
          <a:off x="6360954" y="1334576"/>
          <a:ext cx="2424915" cy="383602"/>
        </p:xfrm>
        <a:graphic>
          <a:graphicData uri="http://schemas.openxmlformats.org/presentationml/2006/ole">
            <mc:AlternateContent xmlns:mc="http://schemas.openxmlformats.org/markup-compatibility/2006">
              <mc:Choice xmlns:v="urn:schemas-microsoft-com:vml" Requires="v">
                <p:oleObj spid="_x0000_s14646" name="Equation" r:id="rId8" imgW="1523880" imgH="241200" progId="Equation.DSMT4">
                  <p:embed/>
                </p:oleObj>
              </mc:Choice>
              <mc:Fallback>
                <p:oleObj name="Equation" r:id="rId8" imgW="1523880" imgH="241200" progId="Equation.DSMT4">
                  <p:embed/>
                  <p:pic>
                    <p:nvPicPr>
                      <p:cNvPr id="18" name="对象 17"/>
                      <p:cNvPicPr/>
                      <p:nvPr/>
                    </p:nvPicPr>
                    <p:blipFill>
                      <a:blip r:embed="rId9"/>
                      <a:stretch>
                        <a:fillRect/>
                      </a:stretch>
                    </p:blipFill>
                    <p:spPr>
                      <a:xfrm>
                        <a:off x="6360954" y="1334576"/>
                        <a:ext cx="2424915" cy="383602"/>
                      </a:xfrm>
                      <a:prstGeom prst="rect">
                        <a:avLst/>
                      </a:prstGeom>
                    </p:spPr>
                  </p:pic>
                </p:oleObj>
              </mc:Fallback>
            </mc:AlternateContent>
          </a:graphicData>
        </a:graphic>
      </p:graphicFrame>
      <p:sp>
        <p:nvSpPr>
          <p:cNvPr id="9" name="矩形 8">
            <a:extLst>
              <a:ext uri="{FF2B5EF4-FFF2-40B4-BE49-F238E27FC236}">
                <a16:creationId xmlns:a16="http://schemas.microsoft.com/office/drawing/2014/main" id="{21AA6A17-DDED-4C8C-A549-1BEDEE104C32}"/>
              </a:ext>
            </a:extLst>
          </p:cNvPr>
          <p:cNvSpPr/>
          <p:nvPr/>
        </p:nvSpPr>
        <p:spPr>
          <a:xfrm>
            <a:off x="2739823" y="1272503"/>
            <a:ext cx="1835819" cy="4301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a:lnSpc>
                <a:spcPct val="120000"/>
              </a:lnSpc>
            </a:pPr>
            <a:endParaRPr lang="zh-CN" altLang="en-US" dirty="0">
              <a:solidFill>
                <a:prstClr val="black"/>
              </a:solidFill>
              <a:latin typeface="微软雅黑" panose="020B0503020204020204" pitchFamily="34" charset="-122"/>
              <a:ea typeface="微软雅黑" panose="020B0503020204020204" pitchFamily="34" charset="-122"/>
            </a:endParaRPr>
          </a:p>
        </p:txBody>
      </p:sp>
      <p:sp>
        <p:nvSpPr>
          <p:cNvPr id="10" name="矩形 9">
            <a:extLst>
              <a:ext uri="{FF2B5EF4-FFF2-40B4-BE49-F238E27FC236}">
                <a16:creationId xmlns:a16="http://schemas.microsoft.com/office/drawing/2014/main" id="{21B5E0F3-6532-4771-B6B0-381E34F4D2CD}"/>
              </a:ext>
            </a:extLst>
          </p:cNvPr>
          <p:cNvSpPr/>
          <p:nvPr/>
        </p:nvSpPr>
        <p:spPr>
          <a:xfrm>
            <a:off x="5600381" y="1761324"/>
            <a:ext cx="3185487" cy="417358"/>
          </a:xfrm>
          <a:prstGeom prst="rect">
            <a:avLst/>
          </a:prstGeom>
        </p:spPr>
        <p:txBody>
          <a:bodyPr wrap="none">
            <a:spAutoFit/>
          </a:bodyPr>
          <a:lstStyle/>
          <a:p>
            <a:pPr>
              <a:lnSpc>
                <a:spcPct val="130000"/>
              </a:lnSpc>
            </a:pPr>
            <a:r>
              <a:rPr lang="zh-CN" altLang="en-US" dirty="0">
                <a:solidFill>
                  <a:srgbClr val="0066FF"/>
                </a:solidFill>
                <a:latin typeface="微软雅黑" panose="020B0503020204020204" pitchFamily="34" charset="-122"/>
                <a:ea typeface="微软雅黑" panose="020B0503020204020204" pitchFamily="34" charset="-122"/>
              </a:rPr>
              <a:t>是否违背光的能量守恒定律？</a:t>
            </a:r>
            <a:endParaRPr lang="zh-CN" altLang="en-US" dirty="0">
              <a:solidFill>
                <a:prstClr val="black"/>
              </a:solidFill>
              <a:latin typeface="微软雅黑" panose="020B0503020204020204" pitchFamily="34" charset="-122"/>
              <a:ea typeface="微软雅黑" panose="020B0503020204020204" pitchFamily="34" charset="-122"/>
            </a:endParaRPr>
          </a:p>
        </p:txBody>
      </p:sp>
      <p:pic>
        <p:nvPicPr>
          <p:cNvPr id="11" name="Picture 3">
            <a:extLst>
              <a:ext uri="{FF2B5EF4-FFF2-40B4-BE49-F238E27FC236}">
                <a16:creationId xmlns:a16="http://schemas.microsoft.com/office/drawing/2014/main" id="{DE03826D-8FC3-48BD-9FC8-894B814F9996}"/>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4181" y="4005064"/>
            <a:ext cx="3454840" cy="235769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2" name="矩形 11">
            <a:extLst>
              <a:ext uri="{FF2B5EF4-FFF2-40B4-BE49-F238E27FC236}">
                <a16:creationId xmlns:a16="http://schemas.microsoft.com/office/drawing/2014/main" id="{AA715315-D771-480D-BEBB-8FA6FD019A70}"/>
              </a:ext>
            </a:extLst>
          </p:cNvPr>
          <p:cNvSpPr/>
          <p:nvPr/>
        </p:nvSpPr>
        <p:spPr>
          <a:xfrm>
            <a:off x="215900" y="2507205"/>
            <a:ext cx="8667148" cy="1172629"/>
          </a:xfrm>
          <a:prstGeom prst="rect">
            <a:avLst/>
          </a:prstGeom>
        </p:spPr>
        <p:txBody>
          <a:bodyPr wrap="square">
            <a:spAutoFit/>
          </a:bodyPr>
          <a:lstStyle/>
          <a:p>
            <a:pPr>
              <a:lnSpc>
                <a:spcPct val="130000"/>
              </a:lnSpc>
            </a:pPr>
            <a:r>
              <a:rPr lang="zh-CN" altLang="en-US" dirty="0">
                <a:solidFill>
                  <a:srgbClr val="0066FF"/>
                </a:solidFill>
                <a:latin typeface="微软雅黑" panose="020B0503020204020204" pitchFamily="34" charset="-122"/>
                <a:ea typeface="微软雅黑" panose="020B0503020204020204" pitchFamily="34" charset="-122"/>
              </a:rPr>
              <a:t>问题的解释：</a:t>
            </a:r>
            <a:r>
              <a:rPr lang="zh-CN" altLang="en-US" dirty="0">
                <a:solidFill>
                  <a:prstClr val="black"/>
                </a:solidFill>
                <a:latin typeface="微软雅黑" panose="020B0503020204020204" pitchFamily="34" charset="-122"/>
                <a:ea typeface="微软雅黑" panose="020B0503020204020204" pitchFamily="34" charset="-122"/>
              </a:rPr>
              <a:t>光在不同介质中的传播速度不同，导致斜入射时透射光束的横截面与入射光束不同，能量守恒定律是指功率的守恒，而强度表示</a:t>
            </a:r>
            <a:r>
              <a:rPr lang="zh-CN" altLang="en-US" b="1" dirty="0">
                <a:solidFill>
                  <a:srgbClr val="FF0000"/>
                </a:solidFill>
                <a:latin typeface="微软雅黑" panose="020B0503020204020204" pitchFamily="34" charset="-122"/>
                <a:ea typeface="微软雅黑" panose="020B0503020204020204" pitchFamily="34" charset="-122"/>
              </a:rPr>
              <a:t>单位面积</a:t>
            </a:r>
            <a:r>
              <a:rPr lang="zh-CN" altLang="en-US" dirty="0">
                <a:solidFill>
                  <a:prstClr val="black"/>
                </a:solidFill>
                <a:latin typeface="微软雅黑" panose="020B0503020204020204" pitchFamily="34" charset="-122"/>
                <a:ea typeface="微软雅黑" panose="020B0503020204020204" pitchFamily="34" charset="-122"/>
              </a:rPr>
              <a:t>上的平均能流密度，并不是总的能流，故有可能不满足守恒定律。</a:t>
            </a:r>
          </a:p>
        </p:txBody>
      </p:sp>
      <p:sp>
        <p:nvSpPr>
          <p:cNvPr id="13" name="矩形 12">
            <a:extLst>
              <a:ext uri="{FF2B5EF4-FFF2-40B4-BE49-F238E27FC236}">
                <a16:creationId xmlns:a16="http://schemas.microsoft.com/office/drawing/2014/main" id="{6D69118F-6A8C-4595-B74F-5239DD6EA04F}"/>
              </a:ext>
            </a:extLst>
          </p:cNvPr>
          <p:cNvSpPr/>
          <p:nvPr/>
        </p:nvSpPr>
        <p:spPr>
          <a:xfrm>
            <a:off x="3686681" y="3901525"/>
            <a:ext cx="5342051" cy="812530"/>
          </a:xfrm>
          <a:prstGeom prst="rect">
            <a:avLst/>
          </a:prstGeom>
        </p:spPr>
        <p:txBody>
          <a:bodyPr wrap="square">
            <a:spAutoFit/>
          </a:bodyPr>
          <a:lstStyle/>
          <a:p>
            <a:pPr algn="just">
              <a:lnSpc>
                <a:spcPct val="130000"/>
              </a:lnSpc>
            </a:pPr>
            <a:r>
              <a:rPr lang="zh-CN" altLang="en-US"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以</a:t>
            </a:r>
            <a:r>
              <a:rPr lang="en-US" altLang="zh-CN" i="1"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s</a:t>
            </a:r>
            <a:r>
              <a:rPr lang="zh-CN" altLang="en-US"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表示光束的横截面积，则光束的总能流</a:t>
            </a:r>
            <a:r>
              <a:rPr lang="en-US" altLang="zh-CN" i="1"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W=Is</a:t>
            </a:r>
            <a:r>
              <a:rPr lang="zh-CN" altLang="en-US"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。对于反射光，</a:t>
            </a:r>
            <a:r>
              <a:rPr lang="en-US" altLang="zh-CN" i="1"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s'=s</a:t>
            </a:r>
            <a:r>
              <a:rPr lang="zh-CN" altLang="en-US"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，故有</a:t>
            </a:r>
            <a:r>
              <a:rPr lang="en-US" altLang="zh-CN" dirty="0" err="1">
                <a:solidFill>
                  <a:prstClr val="black"/>
                </a:solidFill>
                <a:latin typeface="Script MT Bold" panose="03040602040607080904" pitchFamily="66" charset="0"/>
                <a:ea typeface="微软雅黑" panose="020B0503020204020204" pitchFamily="34" charset="-122"/>
                <a:cs typeface="Times New Roman" panose="02020603050405020304" pitchFamily="18" charset="0"/>
              </a:rPr>
              <a:t>R</a:t>
            </a:r>
            <a:r>
              <a:rPr lang="en-US" altLang="zh-CN" i="1" baseline="-25000" dirty="0" err="1">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i="1" dirty="0" err="1">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R</a:t>
            </a:r>
            <a:r>
              <a:rPr lang="en-US" altLang="zh-CN" i="1" baseline="-25000" dirty="0" err="1">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p</a:t>
            </a:r>
            <a:r>
              <a:rPr lang="zh-CN" altLang="en-US"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dirty="0" err="1">
                <a:solidFill>
                  <a:prstClr val="black"/>
                </a:solidFill>
                <a:latin typeface="Script MT Bold" panose="03040602040607080904" pitchFamily="66" charset="0"/>
                <a:ea typeface="微软雅黑" panose="020B0503020204020204" pitchFamily="34" charset="-122"/>
                <a:cs typeface="Times New Roman" panose="02020603050405020304" pitchFamily="18" charset="0"/>
              </a:rPr>
              <a:t>R</a:t>
            </a:r>
            <a:r>
              <a:rPr lang="en-US" altLang="zh-CN" i="1" baseline="-25000" dirty="0" err="1">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s</a:t>
            </a:r>
            <a:r>
              <a:rPr lang="en-US" altLang="zh-CN"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i="1" dirty="0" err="1">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R</a:t>
            </a:r>
            <a:r>
              <a:rPr lang="en-US" altLang="zh-CN" i="1" baseline="-25000" dirty="0" err="1">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s</a:t>
            </a:r>
            <a:r>
              <a:rPr lang="zh-CN" altLang="en-US" baseline="-25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4" name="矩形 13">
            <a:extLst>
              <a:ext uri="{FF2B5EF4-FFF2-40B4-BE49-F238E27FC236}">
                <a16:creationId xmlns:a16="http://schemas.microsoft.com/office/drawing/2014/main" id="{2BBC8333-1780-42E9-82CD-0F1A98530100}"/>
              </a:ext>
            </a:extLst>
          </p:cNvPr>
          <p:cNvSpPr/>
          <p:nvPr/>
        </p:nvSpPr>
        <p:spPr>
          <a:xfrm>
            <a:off x="3686681" y="4714055"/>
            <a:ext cx="3924472" cy="452432"/>
          </a:xfrm>
          <a:prstGeom prst="rect">
            <a:avLst/>
          </a:prstGeom>
        </p:spPr>
        <p:txBody>
          <a:bodyPr wrap="square">
            <a:spAutoFit/>
          </a:bodyPr>
          <a:lstStyle/>
          <a:p>
            <a:pPr algn="just">
              <a:lnSpc>
                <a:spcPct val="130000"/>
              </a:lnSpc>
            </a:pPr>
            <a:r>
              <a:rPr lang="zh-CN" altLang="en-US"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对于透射光，</a:t>
            </a:r>
            <a:r>
              <a:rPr lang="en-US" altLang="zh-CN" i="1"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 s'=</a:t>
            </a:r>
            <a:r>
              <a:rPr lang="en-US" altLang="zh-CN"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i="1"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cosi</a:t>
            </a:r>
            <a:r>
              <a:rPr lang="en-US" altLang="zh-CN" i="1" baseline="-25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2</a:t>
            </a:r>
            <a:r>
              <a:rPr lang="en-US" altLang="zh-CN"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i="1"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cosi</a:t>
            </a:r>
            <a:r>
              <a:rPr lang="en-US" altLang="zh-CN" i="1" baseline="-25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1</a:t>
            </a:r>
            <a:r>
              <a:rPr lang="en-US" altLang="zh-CN"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i="1"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s</a:t>
            </a:r>
            <a:r>
              <a:rPr lang="zh-CN" altLang="en-US"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，故有</a:t>
            </a:r>
          </a:p>
        </p:txBody>
      </p:sp>
      <p:graphicFrame>
        <p:nvGraphicFramePr>
          <p:cNvPr id="15" name="对象 14">
            <a:extLst>
              <a:ext uri="{FF2B5EF4-FFF2-40B4-BE49-F238E27FC236}">
                <a16:creationId xmlns:a16="http://schemas.microsoft.com/office/drawing/2014/main" id="{74C75E59-0D20-4E72-99D5-39C09566922B}"/>
              </a:ext>
            </a:extLst>
          </p:cNvPr>
          <p:cNvGraphicFramePr>
            <a:graphicFrameLocks noChangeAspect="1"/>
          </p:cNvGraphicFramePr>
          <p:nvPr>
            <p:extLst>
              <p:ext uri="{D42A27DB-BD31-4B8C-83A1-F6EECF244321}">
                <p14:modId xmlns:p14="http://schemas.microsoft.com/office/powerpoint/2010/main" val="2012982547"/>
              </p:ext>
            </p:extLst>
          </p:nvPr>
        </p:nvGraphicFramePr>
        <p:xfrm>
          <a:off x="3703638" y="5165725"/>
          <a:ext cx="4959350" cy="639763"/>
        </p:xfrm>
        <a:graphic>
          <a:graphicData uri="http://schemas.openxmlformats.org/presentationml/2006/ole">
            <mc:AlternateContent xmlns:mc="http://schemas.openxmlformats.org/markup-compatibility/2006">
              <mc:Choice xmlns:v="urn:schemas-microsoft-com:vml" Requires="v">
                <p:oleObj spid="_x0000_s14647" name="Equation" r:id="rId11" imgW="3352680" imgH="431640" progId="Equation.DSMT4">
                  <p:embed/>
                </p:oleObj>
              </mc:Choice>
              <mc:Fallback>
                <p:oleObj name="Equation" r:id="rId11" imgW="3352680" imgH="431640" progId="Equation.DSMT4">
                  <p:embed/>
                  <p:pic>
                    <p:nvPicPr>
                      <p:cNvPr id="27" name="对象 26"/>
                      <p:cNvPicPr/>
                      <p:nvPr/>
                    </p:nvPicPr>
                    <p:blipFill>
                      <a:blip r:embed="rId12"/>
                      <a:stretch>
                        <a:fillRect/>
                      </a:stretch>
                    </p:blipFill>
                    <p:spPr>
                      <a:xfrm>
                        <a:off x="3703638" y="5165725"/>
                        <a:ext cx="4959350" cy="639763"/>
                      </a:xfrm>
                      <a:prstGeom prst="rect">
                        <a:avLst/>
                      </a:prstGeom>
                    </p:spPr>
                  </p:pic>
                </p:oleObj>
              </mc:Fallback>
            </mc:AlternateContent>
          </a:graphicData>
        </a:graphic>
      </p:graphicFrame>
      <p:sp>
        <p:nvSpPr>
          <p:cNvPr id="16" name="矩形 15">
            <a:extLst>
              <a:ext uri="{FF2B5EF4-FFF2-40B4-BE49-F238E27FC236}">
                <a16:creationId xmlns:a16="http://schemas.microsoft.com/office/drawing/2014/main" id="{43BD466E-F5CE-4C07-80CA-69F97BDAAC40}"/>
              </a:ext>
            </a:extLst>
          </p:cNvPr>
          <p:cNvSpPr/>
          <p:nvPr/>
        </p:nvSpPr>
        <p:spPr>
          <a:xfrm>
            <a:off x="3635896" y="5918585"/>
            <a:ext cx="2681706" cy="452432"/>
          </a:xfrm>
          <a:prstGeom prst="rect">
            <a:avLst/>
          </a:prstGeom>
        </p:spPr>
        <p:txBody>
          <a:bodyPr wrap="square">
            <a:spAutoFit/>
          </a:bodyPr>
          <a:lstStyle/>
          <a:p>
            <a:pPr algn="just">
              <a:lnSpc>
                <a:spcPct val="130000"/>
              </a:lnSpc>
            </a:pPr>
            <a:r>
              <a:rPr lang="zh-CN" altLang="en-US"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根据能量守恒定律，有</a:t>
            </a:r>
          </a:p>
        </p:txBody>
      </p:sp>
      <p:graphicFrame>
        <p:nvGraphicFramePr>
          <p:cNvPr id="17" name="对象 16">
            <a:extLst>
              <a:ext uri="{FF2B5EF4-FFF2-40B4-BE49-F238E27FC236}">
                <a16:creationId xmlns:a16="http://schemas.microsoft.com/office/drawing/2014/main" id="{1D83B7DC-0FFF-496A-A593-8B833580B7CC}"/>
              </a:ext>
            </a:extLst>
          </p:cNvPr>
          <p:cNvGraphicFramePr>
            <a:graphicFrameLocks noChangeAspect="1"/>
          </p:cNvGraphicFramePr>
          <p:nvPr>
            <p:extLst>
              <p:ext uri="{D42A27DB-BD31-4B8C-83A1-F6EECF244321}">
                <p14:modId xmlns:p14="http://schemas.microsoft.com/office/powerpoint/2010/main" val="1689381092"/>
              </p:ext>
            </p:extLst>
          </p:nvPr>
        </p:nvGraphicFramePr>
        <p:xfrm>
          <a:off x="6360954" y="5917229"/>
          <a:ext cx="1400175" cy="830263"/>
        </p:xfrm>
        <a:graphic>
          <a:graphicData uri="http://schemas.openxmlformats.org/presentationml/2006/ole">
            <mc:AlternateContent xmlns:mc="http://schemas.openxmlformats.org/markup-compatibility/2006">
              <mc:Choice xmlns:v="urn:schemas-microsoft-com:vml" Requires="v">
                <p:oleObj spid="_x0000_s14648" name="Equation" r:id="rId13" imgW="812520" imgH="482400" progId="Equation.DSMT4">
                  <p:embed/>
                </p:oleObj>
              </mc:Choice>
              <mc:Fallback>
                <p:oleObj name="Equation" r:id="rId13" imgW="812520" imgH="482400" progId="Equation.DSMT4">
                  <p:embed/>
                  <p:pic>
                    <p:nvPicPr>
                      <p:cNvPr id="28" name="对象 27"/>
                      <p:cNvPicPr>
                        <a:picLocks noChangeAspect="1" noChangeArrowheads="1"/>
                      </p:cNvPicPr>
                      <p:nvPr/>
                    </p:nvPicPr>
                    <p:blipFill>
                      <a:blip r:embed="rId14"/>
                      <a:srcRect/>
                      <a:stretch>
                        <a:fillRect/>
                      </a:stretch>
                    </p:blipFill>
                    <p:spPr bwMode="auto">
                      <a:xfrm>
                        <a:off x="6360954" y="5917229"/>
                        <a:ext cx="1400175" cy="830263"/>
                      </a:xfrm>
                      <a:prstGeom prst="rect">
                        <a:avLst/>
                      </a:prstGeom>
                      <a:noFill/>
                      <a:ln>
                        <a:noFill/>
                      </a:ln>
                    </p:spPr>
                  </p:pic>
                </p:oleObj>
              </mc:Fallback>
            </mc:AlternateContent>
          </a:graphicData>
        </a:graphic>
      </p:graphicFrame>
      <p:graphicFrame>
        <p:nvGraphicFramePr>
          <p:cNvPr id="18" name="对象 17">
            <a:extLst>
              <a:ext uri="{FF2B5EF4-FFF2-40B4-BE49-F238E27FC236}">
                <a16:creationId xmlns:a16="http://schemas.microsoft.com/office/drawing/2014/main" id="{E4FF926C-7B3A-4795-B38A-3F1CD5E2D1CB}"/>
              </a:ext>
            </a:extLst>
          </p:cNvPr>
          <p:cNvGraphicFramePr>
            <a:graphicFrameLocks noChangeAspect="1"/>
          </p:cNvGraphicFramePr>
          <p:nvPr>
            <p:extLst>
              <p:ext uri="{D42A27DB-BD31-4B8C-83A1-F6EECF244321}">
                <p14:modId xmlns:p14="http://schemas.microsoft.com/office/powerpoint/2010/main" val="1250911037"/>
              </p:ext>
            </p:extLst>
          </p:nvPr>
        </p:nvGraphicFramePr>
        <p:xfrm>
          <a:off x="4212315" y="1763085"/>
          <a:ext cx="1182688" cy="465138"/>
        </p:xfrm>
        <a:graphic>
          <a:graphicData uri="http://schemas.openxmlformats.org/presentationml/2006/ole">
            <mc:AlternateContent xmlns:mc="http://schemas.openxmlformats.org/markup-compatibility/2006">
              <mc:Choice xmlns:v="urn:schemas-microsoft-com:vml" Requires="v">
                <p:oleObj spid="_x0000_s14649" name="Equation" r:id="rId15" imgW="711000" imgH="279360" progId="Equation.DSMT4">
                  <p:embed/>
                </p:oleObj>
              </mc:Choice>
              <mc:Fallback>
                <p:oleObj name="Equation" r:id="rId15" imgW="711000" imgH="279360" progId="Equation.DSMT4">
                  <p:embed/>
                  <p:pic>
                    <p:nvPicPr>
                      <p:cNvPr id="6" name="对象 5"/>
                      <p:cNvPicPr>
                        <a:picLocks noChangeAspect="1" noChangeArrowheads="1"/>
                      </p:cNvPicPr>
                      <p:nvPr/>
                    </p:nvPicPr>
                    <p:blipFill>
                      <a:blip r:embed="rId16"/>
                      <a:srcRect/>
                      <a:stretch>
                        <a:fillRect/>
                      </a:stretch>
                    </p:blipFill>
                    <p:spPr bwMode="auto">
                      <a:xfrm>
                        <a:off x="4212315" y="1763085"/>
                        <a:ext cx="1182688" cy="465138"/>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35898723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barn(inVertical)">
                                      <p:cBhvr>
                                        <p:cTn id="7" dur="500"/>
                                        <p:tgtEl>
                                          <p:spTgt spid="12"/>
                                        </p:tgtEl>
                                      </p:cBhvr>
                                    </p:animEffect>
                                  </p:childTnLst>
                                </p:cTn>
                              </p:par>
                              <p:par>
                                <p:cTn id="8" presetID="16" presetClass="entr" presetSubtype="21"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barn(inVertical)">
                                      <p:cBhvr>
                                        <p:cTn id="10"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wipe(left)">
                                      <p:cBhvr>
                                        <p:cTn id="15" dur="500"/>
                                        <p:tgtEl>
                                          <p:spTgt spid="13"/>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14"/>
                                        </p:tgtEl>
                                        <p:attrNameLst>
                                          <p:attrName>style.visibility</p:attrName>
                                        </p:attrNameLst>
                                      </p:cBhvr>
                                      <p:to>
                                        <p:strVal val="visible"/>
                                      </p:to>
                                    </p:set>
                                    <p:animEffect transition="in" filter="wipe(left)">
                                      <p:cBhvr>
                                        <p:cTn id="20" dur="500"/>
                                        <p:tgtEl>
                                          <p:spTgt spid="14"/>
                                        </p:tgtEl>
                                      </p:cBhvr>
                                    </p:animEffect>
                                  </p:childTnLst>
                                </p:cTn>
                              </p:par>
                              <p:par>
                                <p:cTn id="21" presetID="22" presetClass="entr" presetSubtype="8" fill="hold" nodeType="with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ipe(left)">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16" presetClass="entr" presetSubtype="21" fill="hold" grpId="0" nodeType="clickEffect">
                                  <p:stCondLst>
                                    <p:cond delay="0"/>
                                  </p:stCondLst>
                                  <p:childTnLst>
                                    <p:set>
                                      <p:cBhvr>
                                        <p:cTn id="27" dur="1" fill="hold">
                                          <p:stCondLst>
                                            <p:cond delay="0"/>
                                          </p:stCondLst>
                                        </p:cTn>
                                        <p:tgtEl>
                                          <p:spTgt spid="16"/>
                                        </p:tgtEl>
                                        <p:attrNameLst>
                                          <p:attrName>style.visibility</p:attrName>
                                        </p:attrNameLst>
                                      </p:cBhvr>
                                      <p:to>
                                        <p:strVal val="visible"/>
                                      </p:to>
                                    </p:set>
                                    <p:animEffect transition="in" filter="barn(inVertical)">
                                      <p:cBhvr>
                                        <p:cTn id="28" dur="500"/>
                                        <p:tgtEl>
                                          <p:spTgt spid="16"/>
                                        </p:tgtEl>
                                      </p:cBhvr>
                                    </p:animEffect>
                                  </p:childTnLst>
                                </p:cTn>
                              </p:par>
                              <p:par>
                                <p:cTn id="29" presetID="16" presetClass="entr" presetSubtype="21" fill="hold" nodeType="withEffect">
                                  <p:stCondLst>
                                    <p:cond delay="0"/>
                                  </p:stCondLst>
                                  <p:childTnLst>
                                    <p:set>
                                      <p:cBhvr>
                                        <p:cTn id="30" dur="1" fill="hold">
                                          <p:stCondLst>
                                            <p:cond delay="0"/>
                                          </p:stCondLst>
                                        </p:cTn>
                                        <p:tgtEl>
                                          <p:spTgt spid="17"/>
                                        </p:tgtEl>
                                        <p:attrNameLst>
                                          <p:attrName>style.visibility</p:attrName>
                                        </p:attrNameLst>
                                      </p:cBhvr>
                                      <p:to>
                                        <p:strVal val="visible"/>
                                      </p:to>
                                    </p:set>
                                    <p:animEffect transition="in" filter="barn(inVertical)">
                                      <p:cBhvr>
                                        <p:cTn id="31"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4" grpId="0"/>
      <p:bldP spid="16"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EB7814CA-C504-4DC8-92BE-584CE13B81B8}"/>
              </a:ext>
            </a:extLst>
          </p:cNvPr>
          <p:cNvSpPr txBox="1"/>
          <p:nvPr/>
        </p:nvSpPr>
        <p:spPr>
          <a:xfrm>
            <a:off x="416103" y="339048"/>
            <a:ext cx="2954655" cy="461665"/>
          </a:xfrm>
          <a:prstGeom prst="rect">
            <a:avLst/>
          </a:prstGeom>
          <a:noFill/>
        </p:spPr>
        <p:txBody>
          <a:bodyPr wrap="none" rtlCol="0">
            <a:spAutoFit/>
          </a:bodyPr>
          <a:lstStyle/>
          <a:p>
            <a:r>
              <a:rPr lang="zh-CN" altLang="en-US" sz="2400" dirty="0">
                <a:latin typeface="黑体" panose="02010609060101010101" pitchFamily="49" charset="-122"/>
                <a:ea typeface="黑体" panose="02010609060101010101" pitchFamily="49" charset="-122"/>
              </a:rPr>
              <a:t>也就是说，可以验证</a:t>
            </a:r>
          </a:p>
        </p:txBody>
      </p:sp>
      <p:pic>
        <p:nvPicPr>
          <p:cNvPr id="3" name="图片 2">
            <a:extLst>
              <a:ext uri="{FF2B5EF4-FFF2-40B4-BE49-F238E27FC236}">
                <a16:creationId xmlns:a16="http://schemas.microsoft.com/office/drawing/2014/main" id="{384590C6-52F2-43CF-96B1-8600B69350E8}"/>
              </a:ext>
            </a:extLst>
          </p:cNvPr>
          <p:cNvPicPr>
            <a:picLocks noChangeAspect="1"/>
          </p:cNvPicPr>
          <p:nvPr/>
        </p:nvPicPr>
        <p:blipFill>
          <a:blip r:embed="rId3"/>
          <a:stretch>
            <a:fillRect/>
          </a:stretch>
        </p:blipFill>
        <p:spPr>
          <a:xfrm>
            <a:off x="736615" y="1144883"/>
            <a:ext cx="7855976" cy="1737018"/>
          </a:xfrm>
          <a:prstGeom prst="rect">
            <a:avLst/>
          </a:prstGeom>
        </p:spPr>
      </p:pic>
      <p:sp>
        <p:nvSpPr>
          <p:cNvPr id="4" name="文本框 3">
            <a:extLst>
              <a:ext uri="{FF2B5EF4-FFF2-40B4-BE49-F238E27FC236}">
                <a16:creationId xmlns:a16="http://schemas.microsoft.com/office/drawing/2014/main" id="{23D3236B-142F-4CBC-90B3-E2F89CF35DF7}"/>
              </a:ext>
            </a:extLst>
          </p:cNvPr>
          <p:cNvSpPr txBox="1"/>
          <p:nvPr/>
        </p:nvSpPr>
        <p:spPr>
          <a:xfrm>
            <a:off x="683231" y="3482939"/>
            <a:ext cx="2646878" cy="461665"/>
          </a:xfrm>
          <a:prstGeom prst="rect">
            <a:avLst/>
          </a:prstGeom>
          <a:noFill/>
        </p:spPr>
        <p:txBody>
          <a:bodyPr wrap="none" rtlCol="0">
            <a:spAutoFit/>
          </a:bodyPr>
          <a:lstStyle/>
          <a:p>
            <a:r>
              <a:rPr lang="zh-CN" altLang="en-US" sz="2400" dirty="0">
                <a:latin typeface="黑体" panose="02010609060101010101" pitchFamily="49" charset="-122"/>
                <a:ea typeface="黑体" panose="02010609060101010101" pitchFamily="49" charset="-122"/>
              </a:rPr>
              <a:t>即，能量守恒定律</a:t>
            </a:r>
          </a:p>
        </p:txBody>
      </p:sp>
      <p:graphicFrame>
        <p:nvGraphicFramePr>
          <p:cNvPr id="5" name="对象 4">
            <a:extLst>
              <a:ext uri="{FF2B5EF4-FFF2-40B4-BE49-F238E27FC236}">
                <a16:creationId xmlns:a16="http://schemas.microsoft.com/office/drawing/2014/main" id="{FFAFCB8E-B339-46DD-996A-AE11A43EB3CB}"/>
              </a:ext>
            </a:extLst>
          </p:cNvPr>
          <p:cNvGraphicFramePr>
            <a:graphicFrameLocks noChangeAspect="1"/>
          </p:cNvGraphicFramePr>
          <p:nvPr>
            <p:extLst>
              <p:ext uri="{D42A27DB-BD31-4B8C-83A1-F6EECF244321}">
                <p14:modId xmlns:p14="http://schemas.microsoft.com/office/powerpoint/2010/main" val="4029579608"/>
              </p:ext>
            </p:extLst>
          </p:nvPr>
        </p:nvGraphicFramePr>
        <p:xfrm>
          <a:off x="3047539" y="4288774"/>
          <a:ext cx="2212830" cy="1312144"/>
        </p:xfrm>
        <a:graphic>
          <a:graphicData uri="http://schemas.openxmlformats.org/presentationml/2006/ole">
            <mc:AlternateContent xmlns:mc="http://schemas.openxmlformats.org/markup-compatibility/2006">
              <mc:Choice xmlns:v="urn:schemas-microsoft-com:vml" Requires="v">
                <p:oleObj spid="_x0000_s15407" name="Equation" r:id="rId4" imgW="812520" imgH="482400" progId="Equation.DSMT4">
                  <p:embed/>
                </p:oleObj>
              </mc:Choice>
              <mc:Fallback>
                <p:oleObj name="Equation" r:id="rId4" imgW="812520" imgH="482400" progId="Equation.DSMT4">
                  <p:embed/>
                  <p:pic>
                    <p:nvPicPr>
                      <p:cNvPr id="17" name="对象 16">
                        <a:extLst>
                          <a:ext uri="{FF2B5EF4-FFF2-40B4-BE49-F238E27FC236}">
                            <a16:creationId xmlns:a16="http://schemas.microsoft.com/office/drawing/2014/main" id="{1D83B7DC-0FFF-496A-A593-8B833580B7CC}"/>
                          </a:ext>
                        </a:extLst>
                      </p:cNvPr>
                      <p:cNvPicPr>
                        <a:picLocks noChangeAspect="1" noChangeArrowheads="1"/>
                      </p:cNvPicPr>
                      <p:nvPr/>
                    </p:nvPicPr>
                    <p:blipFill>
                      <a:blip r:embed="rId5"/>
                      <a:srcRect/>
                      <a:stretch>
                        <a:fillRect/>
                      </a:stretch>
                    </p:blipFill>
                    <p:spPr bwMode="auto">
                      <a:xfrm>
                        <a:off x="3047539" y="4288774"/>
                        <a:ext cx="2212830" cy="1312144"/>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27322222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2">
            <a:extLst>
              <a:ext uri="{FF2B5EF4-FFF2-40B4-BE49-F238E27FC236}">
                <a16:creationId xmlns:a16="http://schemas.microsoft.com/office/drawing/2014/main" id="{858E7D1C-A114-4A89-8AC0-F9D00A2D1DDB}"/>
              </a:ext>
            </a:extLst>
          </p:cNvPr>
          <p:cNvSpPr txBox="1">
            <a:spLocks noChangeArrowheads="1"/>
          </p:cNvSpPr>
          <p:nvPr/>
        </p:nvSpPr>
        <p:spPr bwMode="auto">
          <a:xfrm>
            <a:off x="467544" y="882650"/>
            <a:ext cx="3888432" cy="43088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cap="rnd">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a:defRPr sz="2200" b="1">
                <a:solidFill>
                  <a:srgbClr val="FF0000"/>
                </a:solidFill>
                <a:latin typeface="微软雅黑" panose="020B0503020204020204" pitchFamily="34" charset="-122"/>
                <a:ea typeface="微软雅黑" panose="020B0503020204020204" pitchFamily="34" charset="-122"/>
                <a:cs typeface="Times New Roman" pitchFamily="18" charset="0"/>
              </a:defRPr>
            </a:lvl1pPr>
            <a:lvl2pPr marL="742950" indent="-285750" eaLnBrk="0" hangingPunct="0">
              <a:defRPr>
                <a:latin typeface="Calibri" pitchFamily="34" charset="0"/>
                <a:ea typeface="宋体" pitchFamily="2" charset="-122"/>
              </a:defRPr>
            </a:lvl2pPr>
            <a:lvl3pPr marL="1143000" indent="-228600" eaLnBrk="0" hangingPunct="0">
              <a:defRPr>
                <a:latin typeface="Calibri" pitchFamily="34" charset="0"/>
                <a:ea typeface="宋体" pitchFamily="2" charset="-122"/>
              </a:defRPr>
            </a:lvl3pPr>
            <a:lvl4pPr marL="1600200" indent="-228600" eaLnBrk="0" hangingPunct="0">
              <a:defRPr>
                <a:latin typeface="Calibri" pitchFamily="34" charset="0"/>
                <a:ea typeface="宋体" pitchFamily="2" charset="-122"/>
              </a:defRPr>
            </a:lvl4pPr>
            <a:lvl5pPr marL="2057400" indent="-228600" eaLnBrk="0" hangingPunct="0">
              <a:defRPr>
                <a:latin typeface="Calibri" pitchFamily="34" charset="0"/>
                <a:ea typeface="宋体" pitchFamily="2" charset="-122"/>
              </a:defRPr>
            </a:lvl5pPr>
            <a:lvl6pPr marL="2514600" indent="-228600" eaLnBrk="0" fontAlgn="base" hangingPunct="0">
              <a:spcBef>
                <a:spcPct val="0"/>
              </a:spcBef>
              <a:spcAft>
                <a:spcPct val="0"/>
              </a:spcAft>
              <a:defRPr>
                <a:latin typeface="Calibri" pitchFamily="34" charset="0"/>
                <a:ea typeface="宋体" pitchFamily="2" charset="-122"/>
              </a:defRPr>
            </a:lvl6pPr>
            <a:lvl7pPr marL="2971800" indent="-228600" eaLnBrk="0" fontAlgn="base" hangingPunct="0">
              <a:spcBef>
                <a:spcPct val="0"/>
              </a:spcBef>
              <a:spcAft>
                <a:spcPct val="0"/>
              </a:spcAft>
              <a:defRPr>
                <a:latin typeface="Calibri" pitchFamily="34" charset="0"/>
                <a:ea typeface="宋体" pitchFamily="2" charset="-122"/>
              </a:defRPr>
            </a:lvl7pPr>
            <a:lvl8pPr marL="3429000" indent="-228600" eaLnBrk="0" fontAlgn="base" hangingPunct="0">
              <a:spcBef>
                <a:spcPct val="0"/>
              </a:spcBef>
              <a:spcAft>
                <a:spcPct val="0"/>
              </a:spcAft>
              <a:defRPr>
                <a:latin typeface="Calibri" pitchFamily="34" charset="0"/>
                <a:ea typeface="宋体" pitchFamily="2" charset="-122"/>
              </a:defRPr>
            </a:lvl8pPr>
            <a:lvl9pPr marL="3886200" indent="-228600" eaLnBrk="0" fontAlgn="base" hangingPunct="0">
              <a:spcBef>
                <a:spcPct val="0"/>
              </a:spcBef>
              <a:spcAft>
                <a:spcPct val="0"/>
              </a:spcAft>
              <a:defRPr>
                <a:latin typeface="Calibri" pitchFamily="34" charset="0"/>
                <a:ea typeface="宋体" pitchFamily="2" charset="-122"/>
              </a:defRPr>
            </a:lvl9pPr>
          </a:lstStyle>
          <a:p>
            <a:r>
              <a:rPr lang="zh-CN" altLang="en-US" dirty="0">
                <a:latin typeface="Times New Roman" panose="02020603050405020304" pitchFamily="18" charset="0"/>
              </a:rPr>
              <a:t>（</a:t>
            </a:r>
            <a:r>
              <a:rPr lang="en-US" altLang="zh-CN" dirty="0">
                <a:latin typeface="Times New Roman" panose="02020603050405020304" pitchFamily="18" charset="0"/>
              </a:rPr>
              <a:t>1</a:t>
            </a:r>
            <a:r>
              <a:rPr lang="zh-CN" altLang="en-US" dirty="0">
                <a:latin typeface="Times New Roman" panose="02020603050405020304" pitchFamily="18" charset="0"/>
              </a:rPr>
              <a:t>）</a:t>
            </a:r>
            <a:r>
              <a:rPr lang="en-US" altLang="zh-CN" i="1" dirty="0">
                <a:latin typeface="Times New Roman" panose="02020603050405020304" pitchFamily="18" charset="0"/>
              </a:rPr>
              <a:t>S</a:t>
            </a:r>
            <a:r>
              <a:rPr lang="zh-CN" altLang="en-US" dirty="0">
                <a:latin typeface="Times New Roman" panose="02020603050405020304" pitchFamily="18" charset="0"/>
              </a:rPr>
              <a:t>分量</a:t>
            </a:r>
          </a:p>
        </p:txBody>
      </p:sp>
      <p:sp>
        <p:nvSpPr>
          <p:cNvPr id="3" name="左大括号 2">
            <a:extLst>
              <a:ext uri="{FF2B5EF4-FFF2-40B4-BE49-F238E27FC236}">
                <a16:creationId xmlns:a16="http://schemas.microsoft.com/office/drawing/2014/main" id="{EDDC3F7F-0C1C-4648-B3EE-54BEAC034B9B}"/>
              </a:ext>
            </a:extLst>
          </p:cNvPr>
          <p:cNvSpPr/>
          <p:nvPr/>
        </p:nvSpPr>
        <p:spPr>
          <a:xfrm>
            <a:off x="1423459" y="1700808"/>
            <a:ext cx="303527" cy="1296144"/>
          </a:xfrm>
          <a:prstGeom prst="leftBrace">
            <a:avLst/>
          </a:prstGeom>
          <a:noFill/>
          <a:ln w="28575"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4" name="文本框 3">
            <a:extLst>
              <a:ext uri="{FF2B5EF4-FFF2-40B4-BE49-F238E27FC236}">
                <a16:creationId xmlns:a16="http://schemas.microsoft.com/office/drawing/2014/main" id="{E7924994-DD42-4AB1-817F-DC78BFD0FD75}"/>
              </a:ext>
            </a:extLst>
          </p:cNvPr>
          <p:cNvSpPr txBox="1"/>
          <p:nvPr/>
        </p:nvSpPr>
        <p:spPr>
          <a:xfrm>
            <a:off x="1903050" y="1455529"/>
            <a:ext cx="800219" cy="461665"/>
          </a:xfrm>
          <a:prstGeom prst="rect">
            <a:avLst/>
          </a:prstGeom>
          <a:noFill/>
        </p:spPr>
        <p:txBody>
          <a:bodyPr wrap="none" rtlCol="0">
            <a:spAutoFit/>
          </a:bodyPr>
          <a:lstStyle/>
          <a:p>
            <a:pPr algn="just"/>
            <a:r>
              <a:rPr lang="zh-CN" altLang="en-US" sz="2400" dirty="0">
                <a:solidFill>
                  <a:prstClr val="black"/>
                </a:solidFill>
                <a:latin typeface="微软雅黑" panose="020B0503020204020204" pitchFamily="34" charset="-122"/>
                <a:ea typeface="微软雅黑" panose="020B0503020204020204" pitchFamily="34" charset="-122"/>
              </a:rPr>
              <a:t>光强</a:t>
            </a:r>
          </a:p>
        </p:txBody>
      </p:sp>
      <p:graphicFrame>
        <p:nvGraphicFramePr>
          <p:cNvPr id="5" name="对象 4">
            <a:extLst>
              <a:ext uri="{FF2B5EF4-FFF2-40B4-BE49-F238E27FC236}">
                <a16:creationId xmlns:a16="http://schemas.microsoft.com/office/drawing/2014/main" id="{ACF59F99-0CE0-442D-A714-45183B20A248}"/>
              </a:ext>
            </a:extLst>
          </p:cNvPr>
          <p:cNvGraphicFramePr>
            <a:graphicFrameLocks noChangeAspect="1"/>
          </p:cNvGraphicFramePr>
          <p:nvPr>
            <p:extLst>
              <p:ext uri="{D42A27DB-BD31-4B8C-83A1-F6EECF244321}">
                <p14:modId xmlns:p14="http://schemas.microsoft.com/office/powerpoint/2010/main" val="2549036692"/>
              </p:ext>
            </p:extLst>
          </p:nvPr>
        </p:nvGraphicFramePr>
        <p:xfrm>
          <a:off x="2927117" y="1141680"/>
          <a:ext cx="3776700" cy="1050956"/>
        </p:xfrm>
        <a:graphic>
          <a:graphicData uri="http://schemas.openxmlformats.org/presentationml/2006/ole">
            <mc:AlternateContent xmlns:mc="http://schemas.openxmlformats.org/markup-compatibility/2006">
              <mc:Choice xmlns:v="urn:schemas-microsoft-com:vml" Requires="v">
                <p:oleObj spid="_x0000_s16601" name="Equation" r:id="rId3" imgW="1688760" imgH="469800" progId="Equation.DSMT4">
                  <p:embed/>
                </p:oleObj>
              </mc:Choice>
              <mc:Fallback>
                <p:oleObj name="Equation" r:id="rId3" imgW="1688760" imgH="469800" progId="Equation.DSMT4">
                  <p:embed/>
                  <p:pic>
                    <p:nvPicPr>
                      <p:cNvPr id="8" name="对象 7"/>
                      <p:cNvPicPr/>
                      <p:nvPr/>
                    </p:nvPicPr>
                    <p:blipFill>
                      <a:blip r:embed="rId4"/>
                      <a:stretch>
                        <a:fillRect/>
                      </a:stretch>
                    </p:blipFill>
                    <p:spPr>
                      <a:xfrm>
                        <a:off x="2927117" y="1141680"/>
                        <a:ext cx="3776700" cy="1050956"/>
                      </a:xfrm>
                      <a:prstGeom prst="rect">
                        <a:avLst/>
                      </a:prstGeom>
                    </p:spPr>
                  </p:pic>
                </p:oleObj>
              </mc:Fallback>
            </mc:AlternateContent>
          </a:graphicData>
        </a:graphic>
      </p:graphicFrame>
      <p:sp>
        <p:nvSpPr>
          <p:cNvPr id="6" name="文本框 5">
            <a:extLst>
              <a:ext uri="{FF2B5EF4-FFF2-40B4-BE49-F238E27FC236}">
                <a16:creationId xmlns:a16="http://schemas.microsoft.com/office/drawing/2014/main" id="{1680B6E8-E352-4DC8-B991-2A7A057847AE}"/>
              </a:ext>
            </a:extLst>
          </p:cNvPr>
          <p:cNvSpPr txBox="1"/>
          <p:nvPr/>
        </p:nvSpPr>
        <p:spPr>
          <a:xfrm>
            <a:off x="1927514" y="2660660"/>
            <a:ext cx="800219" cy="461665"/>
          </a:xfrm>
          <a:prstGeom prst="rect">
            <a:avLst/>
          </a:prstGeom>
          <a:noFill/>
        </p:spPr>
        <p:txBody>
          <a:bodyPr wrap="none" rtlCol="0">
            <a:spAutoFit/>
          </a:bodyPr>
          <a:lstStyle/>
          <a:p>
            <a:pPr algn="just"/>
            <a:r>
              <a:rPr lang="zh-CN" altLang="en-US" sz="2400" dirty="0">
                <a:solidFill>
                  <a:prstClr val="black"/>
                </a:solidFill>
                <a:latin typeface="微软雅黑" panose="020B0503020204020204" pitchFamily="34" charset="-122"/>
                <a:ea typeface="微软雅黑" panose="020B0503020204020204" pitchFamily="34" charset="-122"/>
              </a:rPr>
              <a:t>能流</a:t>
            </a:r>
          </a:p>
        </p:txBody>
      </p:sp>
      <p:graphicFrame>
        <p:nvGraphicFramePr>
          <p:cNvPr id="7" name="对象 6">
            <a:extLst>
              <a:ext uri="{FF2B5EF4-FFF2-40B4-BE49-F238E27FC236}">
                <a16:creationId xmlns:a16="http://schemas.microsoft.com/office/drawing/2014/main" id="{EE16BDD6-BCC3-427E-BF7F-6775626A2C44}"/>
              </a:ext>
            </a:extLst>
          </p:cNvPr>
          <p:cNvGraphicFramePr>
            <a:graphicFrameLocks noChangeAspect="1"/>
          </p:cNvGraphicFramePr>
          <p:nvPr>
            <p:extLst>
              <p:ext uri="{D42A27DB-BD31-4B8C-83A1-F6EECF244321}">
                <p14:modId xmlns:p14="http://schemas.microsoft.com/office/powerpoint/2010/main" val="726373138"/>
              </p:ext>
            </p:extLst>
          </p:nvPr>
        </p:nvGraphicFramePr>
        <p:xfrm>
          <a:off x="2927117" y="2484843"/>
          <a:ext cx="1837378" cy="904636"/>
        </p:xfrm>
        <a:graphic>
          <a:graphicData uri="http://schemas.openxmlformats.org/presentationml/2006/ole">
            <mc:AlternateContent xmlns:mc="http://schemas.openxmlformats.org/markup-compatibility/2006">
              <mc:Choice xmlns:v="urn:schemas-microsoft-com:vml" Requires="v">
                <p:oleObj spid="_x0000_s16602" name="Equation" r:id="rId5" imgW="876240" imgH="431640" progId="Equation.DSMT4">
                  <p:embed/>
                </p:oleObj>
              </mc:Choice>
              <mc:Fallback>
                <p:oleObj name="Equation" r:id="rId5" imgW="876240" imgH="431640" progId="Equation.DSMT4">
                  <p:embed/>
                  <p:pic>
                    <p:nvPicPr>
                      <p:cNvPr id="11" name="对象 10"/>
                      <p:cNvPicPr/>
                      <p:nvPr/>
                    </p:nvPicPr>
                    <p:blipFill>
                      <a:blip r:embed="rId6"/>
                      <a:stretch>
                        <a:fillRect/>
                      </a:stretch>
                    </p:blipFill>
                    <p:spPr>
                      <a:xfrm>
                        <a:off x="2927117" y="2484843"/>
                        <a:ext cx="1837378" cy="904636"/>
                      </a:xfrm>
                      <a:prstGeom prst="rect">
                        <a:avLst/>
                      </a:prstGeom>
                    </p:spPr>
                  </p:pic>
                </p:oleObj>
              </mc:Fallback>
            </mc:AlternateContent>
          </a:graphicData>
        </a:graphic>
      </p:graphicFrame>
      <p:sp>
        <p:nvSpPr>
          <p:cNvPr id="8" name="文本框 7">
            <a:extLst>
              <a:ext uri="{FF2B5EF4-FFF2-40B4-BE49-F238E27FC236}">
                <a16:creationId xmlns:a16="http://schemas.microsoft.com/office/drawing/2014/main" id="{421A0CC8-2EE8-49E6-9CED-1540981F4D0C}"/>
              </a:ext>
            </a:extLst>
          </p:cNvPr>
          <p:cNvSpPr txBox="1"/>
          <p:nvPr/>
        </p:nvSpPr>
        <p:spPr>
          <a:xfrm>
            <a:off x="832438" y="1949931"/>
            <a:ext cx="424299" cy="830997"/>
          </a:xfrm>
          <a:prstGeom prst="rect">
            <a:avLst/>
          </a:prstGeom>
          <a:noFill/>
        </p:spPr>
        <p:txBody>
          <a:bodyPr wrap="square" rtlCol="0">
            <a:spAutoFit/>
          </a:bodyPr>
          <a:lstStyle/>
          <a:p>
            <a:pPr algn="just"/>
            <a:r>
              <a:rPr lang="zh-CN" altLang="en-US" sz="2400" dirty="0">
                <a:solidFill>
                  <a:prstClr val="black"/>
                </a:solidFill>
                <a:latin typeface="微软雅黑" panose="020B0503020204020204" pitchFamily="34" charset="-122"/>
                <a:ea typeface="微软雅黑" panose="020B0503020204020204" pitchFamily="34" charset="-122"/>
              </a:rPr>
              <a:t>反射</a:t>
            </a:r>
          </a:p>
        </p:txBody>
      </p:sp>
      <p:sp>
        <p:nvSpPr>
          <p:cNvPr id="9" name="左大括号 8">
            <a:extLst>
              <a:ext uri="{FF2B5EF4-FFF2-40B4-BE49-F238E27FC236}">
                <a16:creationId xmlns:a16="http://schemas.microsoft.com/office/drawing/2014/main" id="{240404AC-A6A7-413E-9737-E79B30168911}"/>
              </a:ext>
            </a:extLst>
          </p:cNvPr>
          <p:cNvSpPr/>
          <p:nvPr/>
        </p:nvSpPr>
        <p:spPr>
          <a:xfrm>
            <a:off x="1423459" y="4134622"/>
            <a:ext cx="303527" cy="1238594"/>
          </a:xfrm>
          <a:prstGeom prst="leftBrace">
            <a:avLst/>
          </a:prstGeom>
          <a:noFill/>
          <a:ln w="28575"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10" name="文本框 9">
            <a:extLst>
              <a:ext uri="{FF2B5EF4-FFF2-40B4-BE49-F238E27FC236}">
                <a16:creationId xmlns:a16="http://schemas.microsoft.com/office/drawing/2014/main" id="{32ADAA25-0B75-4606-9219-6E139FCD9F92}"/>
              </a:ext>
            </a:extLst>
          </p:cNvPr>
          <p:cNvSpPr txBox="1"/>
          <p:nvPr/>
        </p:nvSpPr>
        <p:spPr>
          <a:xfrm>
            <a:off x="1903050" y="3889343"/>
            <a:ext cx="800219" cy="461665"/>
          </a:xfrm>
          <a:prstGeom prst="rect">
            <a:avLst/>
          </a:prstGeom>
          <a:noFill/>
        </p:spPr>
        <p:txBody>
          <a:bodyPr wrap="none" rtlCol="0">
            <a:spAutoFit/>
          </a:bodyPr>
          <a:lstStyle/>
          <a:p>
            <a:pPr algn="just"/>
            <a:r>
              <a:rPr lang="zh-CN" altLang="en-US" sz="2400" dirty="0">
                <a:solidFill>
                  <a:prstClr val="black"/>
                </a:solidFill>
                <a:latin typeface="微软雅黑" panose="020B0503020204020204" pitchFamily="34" charset="-122"/>
                <a:ea typeface="微软雅黑" panose="020B0503020204020204" pitchFamily="34" charset="-122"/>
              </a:rPr>
              <a:t>光强</a:t>
            </a:r>
          </a:p>
        </p:txBody>
      </p:sp>
      <p:graphicFrame>
        <p:nvGraphicFramePr>
          <p:cNvPr id="11" name="对象 10">
            <a:extLst>
              <a:ext uri="{FF2B5EF4-FFF2-40B4-BE49-F238E27FC236}">
                <a16:creationId xmlns:a16="http://schemas.microsoft.com/office/drawing/2014/main" id="{C5102544-49CF-4427-B83B-DC0628F4AF5B}"/>
              </a:ext>
            </a:extLst>
          </p:cNvPr>
          <p:cNvGraphicFramePr>
            <a:graphicFrameLocks noChangeAspect="1"/>
          </p:cNvGraphicFramePr>
          <p:nvPr>
            <p:extLst>
              <p:ext uri="{D42A27DB-BD31-4B8C-83A1-F6EECF244321}">
                <p14:modId xmlns:p14="http://schemas.microsoft.com/office/powerpoint/2010/main" val="2564150487"/>
              </p:ext>
            </p:extLst>
          </p:nvPr>
        </p:nvGraphicFramePr>
        <p:xfrm>
          <a:off x="2949519" y="3609144"/>
          <a:ext cx="4827657" cy="1050956"/>
        </p:xfrm>
        <a:graphic>
          <a:graphicData uri="http://schemas.openxmlformats.org/presentationml/2006/ole">
            <mc:AlternateContent xmlns:mc="http://schemas.openxmlformats.org/markup-compatibility/2006">
              <mc:Choice xmlns:v="urn:schemas-microsoft-com:vml" Requires="v">
                <p:oleObj spid="_x0000_s16603" name="Equation" r:id="rId7" imgW="2158920" imgH="469800" progId="Equation.DSMT4">
                  <p:embed/>
                </p:oleObj>
              </mc:Choice>
              <mc:Fallback>
                <p:oleObj name="Equation" r:id="rId7" imgW="2158920" imgH="469800" progId="Equation.DSMT4">
                  <p:embed/>
                  <p:pic>
                    <p:nvPicPr>
                      <p:cNvPr id="15" name="对象 14"/>
                      <p:cNvPicPr/>
                      <p:nvPr/>
                    </p:nvPicPr>
                    <p:blipFill>
                      <a:blip r:embed="rId8"/>
                      <a:stretch>
                        <a:fillRect/>
                      </a:stretch>
                    </p:blipFill>
                    <p:spPr>
                      <a:xfrm>
                        <a:off x="2949519" y="3609144"/>
                        <a:ext cx="4827657" cy="1050956"/>
                      </a:xfrm>
                      <a:prstGeom prst="rect">
                        <a:avLst/>
                      </a:prstGeom>
                    </p:spPr>
                  </p:pic>
                </p:oleObj>
              </mc:Fallback>
            </mc:AlternateContent>
          </a:graphicData>
        </a:graphic>
      </p:graphicFrame>
      <p:sp>
        <p:nvSpPr>
          <p:cNvPr id="12" name="文本框 11">
            <a:extLst>
              <a:ext uri="{FF2B5EF4-FFF2-40B4-BE49-F238E27FC236}">
                <a16:creationId xmlns:a16="http://schemas.microsoft.com/office/drawing/2014/main" id="{9F841BEB-51E2-4C63-A750-72EBE859B9CD}"/>
              </a:ext>
            </a:extLst>
          </p:cNvPr>
          <p:cNvSpPr txBox="1"/>
          <p:nvPr/>
        </p:nvSpPr>
        <p:spPr>
          <a:xfrm>
            <a:off x="1927514" y="5088013"/>
            <a:ext cx="800219" cy="461665"/>
          </a:xfrm>
          <a:prstGeom prst="rect">
            <a:avLst/>
          </a:prstGeom>
          <a:noFill/>
        </p:spPr>
        <p:txBody>
          <a:bodyPr wrap="none" rtlCol="0">
            <a:spAutoFit/>
          </a:bodyPr>
          <a:lstStyle/>
          <a:p>
            <a:pPr algn="just"/>
            <a:r>
              <a:rPr lang="zh-CN" altLang="en-US" sz="2400" dirty="0">
                <a:solidFill>
                  <a:prstClr val="black"/>
                </a:solidFill>
                <a:latin typeface="微软雅黑" panose="020B0503020204020204" pitchFamily="34" charset="-122"/>
                <a:ea typeface="微软雅黑" panose="020B0503020204020204" pitchFamily="34" charset="-122"/>
              </a:rPr>
              <a:t>能流</a:t>
            </a:r>
          </a:p>
        </p:txBody>
      </p:sp>
      <p:sp>
        <p:nvSpPr>
          <p:cNvPr id="13" name="文本框 12">
            <a:extLst>
              <a:ext uri="{FF2B5EF4-FFF2-40B4-BE49-F238E27FC236}">
                <a16:creationId xmlns:a16="http://schemas.microsoft.com/office/drawing/2014/main" id="{7C18EA41-669A-4B3C-9A6B-1E2778785529}"/>
              </a:ext>
            </a:extLst>
          </p:cNvPr>
          <p:cNvSpPr txBox="1"/>
          <p:nvPr/>
        </p:nvSpPr>
        <p:spPr>
          <a:xfrm>
            <a:off x="832438" y="4326195"/>
            <a:ext cx="424299" cy="830997"/>
          </a:xfrm>
          <a:prstGeom prst="rect">
            <a:avLst/>
          </a:prstGeom>
          <a:noFill/>
        </p:spPr>
        <p:txBody>
          <a:bodyPr wrap="square" rtlCol="0">
            <a:spAutoFit/>
          </a:bodyPr>
          <a:lstStyle/>
          <a:p>
            <a:pPr algn="just"/>
            <a:r>
              <a:rPr lang="zh-CN" altLang="en-US" sz="2400" dirty="0">
                <a:solidFill>
                  <a:prstClr val="black"/>
                </a:solidFill>
                <a:latin typeface="微软雅黑" panose="020B0503020204020204" pitchFamily="34" charset="-122"/>
                <a:ea typeface="微软雅黑" panose="020B0503020204020204" pitchFamily="34" charset="-122"/>
              </a:rPr>
              <a:t>透射</a:t>
            </a:r>
          </a:p>
        </p:txBody>
      </p:sp>
      <p:graphicFrame>
        <p:nvGraphicFramePr>
          <p:cNvPr id="14" name="对象 13">
            <a:extLst>
              <a:ext uri="{FF2B5EF4-FFF2-40B4-BE49-F238E27FC236}">
                <a16:creationId xmlns:a16="http://schemas.microsoft.com/office/drawing/2014/main" id="{BCECA692-0255-433D-95A0-1F46A753D15D}"/>
              </a:ext>
            </a:extLst>
          </p:cNvPr>
          <p:cNvGraphicFramePr>
            <a:graphicFrameLocks noChangeAspect="1"/>
          </p:cNvGraphicFramePr>
          <p:nvPr>
            <p:extLst>
              <p:ext uri="{D42A27DB-BD31-4B8C-83A1-F6EECF244321}">
                <p14:modId xmlns:p14="http://schemas.microsoft.com/office/powerpoint/2010/main" val="3586145556"/>
              </p:ext>
            </p:extLst>
          </p:nvPr>
        </p:nvGraphicFramePr>
        <p:xfrm>
          <a:off x="2902957" y="4855914"/>
          <a:ext cx="5982627" cy="1034603"/>
        </p:xfrm>
        <a:graphic>
          <a:graphicData uri="http://schemas.openxmlformats.org/presentationml/2006/ole">
            <mc:AlternateContent xmlns:mc="http://schemas.openxmlformats.org/markup-compatibility/2006">
              <mc:Choice xmlns:v="urn:schemas-microsoft-com:vml" Requires="v">
                <p:oleObj spid="_x0000_s16604" name="Equation" r:id="rId9" imgW="2717640" imgH="469800" progId="Equation.DSMT4">
                  <p:embed/>
                </p:oleObj>
              </mc:Choice>
              <mc:Fallback>
                <p:oleObj name="Equation" r:id="rId9" imgW="2717640" imgH="469800" progId="Equation.DSMT4">
                  <p:embed/>
                  <p:pic>
                    <p:nvPicPr>
                      <p:cNvPr id="19" name="对象 18"/>
                      <p:cNvPicPr/>
                      <p:nvPr/>
                    </p:nvPicPr>
                    <p:blipFill>
                      <a:blip r:embed="rId10"/>
                      <a:stretch>
                        <a:fillRect/>
                      </a:stretch>
                    </p:blipFill>
                    <p:spPr>
                      <a:xfrm>
                        <a:off x="2902957" y="4855914"/>
                        <a:ext cx="5982627" cy="1034603"/>
                      </a:xfrm>
                      <a:prstGeom prst="rect">
                        <a:avLst/>
                      </a:prstGeom>
                    </p:spPr>
                  </p:pic>
                </p:oleObj>
              </mc:Fallback>
            </mc:AlternateContent>
          </a:graphicData>
        </a:graphic>
      </p:graphicFrame>
      <p:graphicFrame>
        <p:nvGraphicFramePr>
          <p:cNvPr id="15" name="对象 14">
            <a:extLst>
              <a:ext uri="{FF2B5EF4-FFF2-40B4-BE49-F238E27FC236}">
                <a16:creationId xmlns:a16="http://schemas.microsoft.com/office/drawing/2014/main" id="{6B0B9EEA-F541-4D00-B875-CC6DEE88BCCE}"/>
              </a:ext>
            </a:extLst>
          </p:cNvPr>
          <p:cNvGraphicFramePr>
            <a:graphicFrameLocks noChangeAspect="1"/>
          </p:cNvGraphicFramePr>
          <p:nvPr>
            <p:extLst>
              <p:ext uri="{D42A27DB-BD31-4B8C-83A1-F6EECF244321}">
                <p14:modId xmlns:p14="http://schemas.microsoft.com/office/powerpoint/2010/main" val="1949907839"/>
              </p:ext>
            </p:extLst>
          </p:nvPr>
        </p:nvGraphicFramePr>
        <p:xfrm>
          <a:off x="6994821" y="352100"/>
          <a:ext cx="1564710" cy="615383"/>
        </p:xfrm>
        <a:graphic>
          <a:graphicData uri="http://schemas.openxmlformats.org/presentationml/2006/ole">
            <mc:AlternateContent xmlns:mc="http://schemas.openxmlformats.org/markup-compatibility/2006">
              <mc:Choice xmlns:v="urn:schemas-microsoft-com:vml" Requires="v">
                <p:oleObj spid="_x0000_s16605" name="Equation" r:id="rId11" imgW="711000" imgH="279360" progId="Equation.DSMT4">
                  <p:embed/>
                </p:oleObj>
              </mc:Choice>
              <mc:Fallback>
                <p:oleObj name="Equation" r:id="rId11" imgW="711000" imgH="279360" progId="Equation.DSMT4">
                  <p:embed/>
                  <p:pic>
                    <p:nvPicPr>
                      <p:cNvPr id="18" name="对象 17">
                        <a:extLst>
                          <a:ext uri="{FF2B5EF4-FFF2-40B4-BE49-F238E27FC236}">
                            <a16:creationId xmlns:a16="http://schemas.microsoft.com/office/drawing/2014/main" id="{E4FF926C-7B3A-4795-B38A-3F1CD5E2D1CB}"/>
                          </a:ext>
                        </a:extLst>
                      </p:cNvPr>
                      <p:cNvPicPr>
                        <a:picLocks noChangeAspect="1" noChangeArrowheads="1"/>
                      </p:cNvPicPr>
                      <p:nvPr/>
                    </p:nvPicPr>
                    <p:blipFill>
                      <a:blip r:embed="rId12"/>
                      <a:srcRect/>
                      <a:stretch>
                        <a:fillRect/>
                      </a:stretch>
                    </p:blipFill>
                    <p:spPr bwMode="auto">
                      <a:xfrm>
                        <a:off x="6994821" y="352100"/>
                        <a:ext cx="1564710" cy="615383"/>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391415787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12">
            <a:extLst>
              <a:ext uri="{FF2B5EF4-FFF2-40B4-BE49-F238E27FC236}">
                <a16:creationId xmlns:a16="http://schemas.microsoft.com/office/drawing/2014/main" id="{7A5570F4-F43A-4BC5-B4A7-DF7A505DDBA2}"/>
              </a:ext>
            </a:extLst>
          </p:cNvPr>
          <p:cNvSpPr txBox="1">
            <a:spLocks noChangeArrowheads="1"/>
          </p:cNvSpPr>
          <p:nvPr/>
        </p:nvSpPr>
        <p:spPr bwMode="auto">
          <a:xfrm>
            <a:off x="320400" y="869458"/>
            <a:ext cx="3888432" cy="43088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cap="rnd">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a:defRPr sz="2200" b="1">
                <a:solidFill>
                  <a:srgbClr val="FF0000"/>
                </a:solidFill>
                <a:latin typeface="微软雅黑" panose="020B0503020204020204" pitchFamily="34" charset="-122"/>
                <a:ea typeface="微软雅黑" panose="020B0503020204020204" pitchFamily="34" charset="-122"/>
                <a:cs typeface="Times New Roman" pitchFamily="18" charset="0"/>
              </a:defRPr>
            </a:lvl1pPr>
            <a:lvl2pPr marL="742950" indent="-285750" eaLnBrk="0" hangingPunct="0">
              <a:defRPr>
                <a:latin typeface="Calibri" pitchFamily="34" charset="0"/>
                <a:ea typeface="宋体" pitchFamily="2" charset="-122"/>
              </a:defRPr>
            </a:lvl2pPr>
            <a:lvl3pPr marL="1143000" indent="-228600" eaLnBrk="0" hangingPunct="0">
              <a:defRPr>
                <a:latin typeface="Calibri" pitchFamily="34" charset="0"/>
                <a:ea typeface="宋体" pitchFamily="2" charset="-122"/>
              </a:defRPr>
            </a:lvl3pPr>
            <a:lvl4pPr marL="1600200" indent="-228600" eaLnBrk="0" hangingPunct="0">
              <a:defRPr>
                <a:latin typeface="Calibri" pitchFamily="34" charset="0"/>
                <a:ea typeface="宋体" pitchFamily="2" charset="-122"/>
              </a:defRPr>
            </a:lvl4pPr>
            <a:lvl5pPr marL="2057400" indent="-228600" eaLnBrk="0" hangingPunct="0">
              <a:defRPr>
                <a:latin typeface="Calibri" pitchFamily="34" charset="0"/>
                <a:ea typeface="宋体" pitchFamily="2" charset="-122"/>
              </a:defRPr>
            </a:lvl5pPr>
            <a:lvl6pPr marL="2514600" indent="-228600" eaLnBrk="0" fontAlgn="base" hangingPunct="0">
              <a:spcBef>
                <a:spcPct val="0"/>
              </a:spcBef>
              <a:spcAft>
                <a:spcPct val="0"/>
              </a:spcAft>
              <a:defRPr>
                <a:latin typeface="Calibri" pitchFamily="34" charset="0"/>
                <a:ea typeface="宋体" pitchFamily="2" charset="-122"/>
              </a:defRPr>
            </a:lvl6pPr>
            <a:lvl7pPr marL="2971800" indent="-228600" eaLnBrk="0" fontAlgn="base" hangingPunct="0">
              <a:spcBef>
                <a:spcPct val="0"/>
              </a:spcBef>
              <a:spcAft>
                <a:spcPct val="0"/>
              </a:spcAft>
              <a:defRPr>
                <a:latin typeface="Calibri" pitchFamily="34" charset="0"/>
                <a:ea typeface="宋体" pitchFamily="2" charset="-122"/>
              </a:defRPr>
            </a:lvl7pPr>
            <a:lvl8pPr marL="3429000" indent="-228600" eaLnBrk="0" fontAlgn="base" hangingPunct="0">
              <a:spcBef>
                <a:spcPct val="0"/>
              </a:spcBef>
              <a:spcAft>
                <a:spcPct val="0"/>
              </a:spcAft>
              <a:defRPr>
                <a:latin typeface="Calibri" pitchFamily="34" charset="0"/>
                <a:ea typeface="宋体" pitchFamily="2" charset="-122"/>
              </a:defRPr>
            </a:lvl8pPr>
            <a:lvl9pPr marL="3886200" indent="-228600" eaLnBrk="0" fontAlgn="base" hangingPunct="0">
              <a:spcBef>
                <a:spcPct val="0"/>
              </a:spcBef>
              <a:spcAft>
                <a:spcPct val="0"/>
              </a:spcAft>
              <a:defRPr>
                <a:latin typeface="Calibri" pitchFamily="34" charset="0"/>
                <a:ea typeface="宋体"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2200" b="1" i="0" u="none" strike="noStrike" kern="0" cap="none" spc="0" normalizeH="0" baseline="0" noProof="0" dirty="0">
                <a:ln>
                  <a:noFill/>
                </a:ln>
                <a:solidFill>
                  <a:srgbClr val="FF0000"/>
                </a:solidFill>
                <a:effectLst/>
                <a:uLnTx/>
                <a:uFillTx/>
                <a:latin typeface="Times New Roman" panose="02020603050405020304" pitchFamily="18" charset="0"/>
                <a:ea typeface="微软雅黑" panose="020B0503020204020204" pitchFamily="34" charset="-122"/>
                <a:cs typeface="Times New Roman" pitchFamily="18" charset="0"/>
              </a:rPr>
              <a:t>（</a:t>
            </a:r>
            <a:r>
              <a:rPr kumimoji="0" lang="en-US" altLang="zh-CN" sz="2200" b="1" i="0" u="none" strike="noStrike" kern="0" cap="none" spc="0" normalizeH="0" baseline="0" noProof="0" dirty="0">
                <a:ln>
                  <a:noFill/>
                </a:ln>
                <a:solidFill>
                  <a:srgbClr val="FF0000"/>
                </a:solidFill>
                <a:effectLst/>
                <a:uLnTx/>
                <a:uFillTx/>
                <a:latin typeface="Times New Roman" panose="02020603050405020304" pitchFamily="18" charset="0"/>
                <a:ea typeface="微软雅黑" panose="020B0503020204020204" pitchFamily="34" charset="-122"/>
                <a:cs typeface="Times New Roman" pitchFamily="18" charset="0"/>
              </a:rPr>
              <a:t>2</a:t>
            </a:r>
            <a:r>
              <a:rPr kumimoji="0" lang="zh-CN" altLang="en-US" sz="2200" b="1" i="0" u="none" strike="noStrike" kern="0" cap="none" spc="0" normalizeH="0" baseline="0" noProof="0" dirty="0">
                <a:ln>
                  <a:noFill/>
                </a:ln>
                <a:solidFill>
                  <a:srgbClr val="FF0000"/>
                </a:solidFill>
                <a:effectLst/>
                <a:uLnTx/>
                <a:uFillTx/>
                <a:latin typeface="Times New Roman" panose="02020603050405020304" pitchFamily="18" charset="0"/>
                <a:ea typeface="微软雅黑" panose="020B0503020204020204" pitchFamily="34" charset="-122"/>
                <a:cs typeface="Times New Roman" pitchFamily="18" charset="0"/>
              </a:rPr>
              <a:t>）</a:t>
            </a:r>
            <a:r>
              <a:rPr kumimoji="0" lang="en-US" altLang="zh-CN" sz="2200" b="1" i="0" u="none" strike="noStrike" kern="0" cap="none" spc="0" normalizeH="0" baseline="0" noProof="0" dirty="0">
                <a:ln>
                  <a:noFill/>
                </a:ln>
                <a:solidFill>
                  <a:srgbClr val="FF0000"/>
                </a:solidFill>
                <a:effectLst/>
                <a:uLnTx/>
                <a:uFillTx/>
                <a:latin typeface="Times New Roman" panose="02020603050405020304" pitchFamily="18" charset="0"/>
                <a:ea typeface="微软雅黑" panose="020B0503020204020204" pitchFamily="34" charset="-122"/>
                <a:cs typeface="Times New Roman" pitchFamily="18" charset="0"/>
              </a:rPr>
              <a:t>P</a:t>
            </a:r>
            <a:r>
              <a:rPr kumimoji="0" lang="zh-CN" altLang="en-US" sz="2200" b="1" i="0" u="none" strike="noStrike" kern="0" cap="none" spc="0" normalizeH="0" baseline="0" noProof="0" dirty="0">
                <a:ln>
                  <a:noFill/>
                </a:ln>
                <a:solidFill>
                  <a:srgbClr val="FF0000"/>
                </a:solidFill>
                <a:effectLst/>
                <a:uLnTx/>
                <a:uFillTx/>
                <a:latin typeface="Times New Roman" panose="02020603050405020304" pitchFamily="18" charset="0"/>
                <a:ea typeface="微软雅黑" panose="020B0503020204020204" pitchFamily="34" charset="-122"/>
                <a:cs typeface="Times New Roman" pitchFamily="18" charset="0"/>
              </a:rPr>
              <a:t>分量</a:t>
            </a:r>
            <a:endParaRPr kumimoji="0" lang="zh-CN" altLang="en-US" sz="22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itchFamily="18" charset="0"/>
            </a:endParaRPr>
          </a:p>
        </p:txBody>
      </p:sp>
      <p:sp>
        <p:nvSpPr>
          <p:cNvPr id="4" name="矩形 3">
            <a:extLst>
              <a:ext uri="{FF2B5EF4-FFF2-40B4-BE49-F238E27FC236}">
                <a16:creationId xmlns:a16="http://schemas.microsoft.com/office/drawing/2014/main" id="{5222EE6B-7236-4DB3-BE22-BD1AC4E53282}"/>
              </a:ext>
            </a:extLst>
          </p:cNvPr>
          <p:cNvSpPr/>
          <p:nvPr/>
        </p:nvSpPr>
        <p:spPr>
          <a:xfrm>
            <a:off x="388385" y="5276816"/>
            <a:ext cx="8280920" cy="1200329"/>
          </a:xfrm>
          <a:prstGeom prst="rect">
            <a:avLst/>
          </a:prstGeom>
        </p:spPr>
        <p:txBody>
          <a:bodyPr wrap="square">
            <a:spAutoFit/>
          </a:bodyPr>
          <a:lstStyle/>
          <a:p>
            <a:pPr algn="just">
              <a:lnSpc>
                <a:spcPct val="120000"/>
              </a:lnSpc>
            </a:pPr>
            <a:r>
              <a:rPr lang="en-US" altLang="zh-CN" sz="2000" i="1"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s</a:t>
            </a:r>
            <a:r>
              <a:rPr lang="zh-CN" altLang="en-US" sz="2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分量和</a:t>
            </a:r>
            <a:r>
              <a:rPr lang="en-US" altLang="zh-CN" sz="2000" i="1"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p</a:t>
            </a:r>
            <a:r>
              <a:rPr lang="zh-CN" altLang="en-US" sz="2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分量分别独立地按照各自的规律反射和折射，其振幅反射比和振幅透射比仅取决于光束的入射角和两种介质的折射率，并且一般不相等</a:t>
            </a:r>
            <a:r>
              <a:rPr lang="en-US" altLang="zh-CN" sz="2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反射光和透射光的两个正交偏振分量的振幅一般不相等。</a:t>
            </a:r>
          </a:p>
        </p:txBody>
      </p:sp>
      <p:grpSp>
        <p:nvGrpSpPr>
          <p:cNvPr id="5" name="组合 4">
            <a:extLst>
              <a:ext uri="{FF2B5EF4-FFF2-40B4-BE49-F238E27FC236}">
                <a16:creationId xmlns:a16="http://schemas.microsoft.com/office/drawing/2014/main" id="{E8096C54-D9DD-4F2A-938A-3CF06BBE84E1}"/>
              </a:ext>
            </a:extLst>
          </p:cNvPr>
          <p:cNvGrpSpPr/>
          <p:nvPr/>
        </p:nvGrpSpPr>
        <p:grpSpPr>
          <a:xfrm>
            <a:off x="5469193" y="730250"/>
            <a:ext cx="3463146" cy="2288402"/>
            <a:chOff x="5469193" y="730250"/>
            <a:chExt cx="3463146" cy="2288402"/>
          </a:xfrm>
        </p:grpSpPr>
        <p:sp>
          <p:nvSpPr>
            <p:cNvPr id="6" name="圆角矩形 7">
              <a:extLst>
                <a:ext uri="{FF2B5EF4-FFF2-40B4-BE49-F238E27FC236}">
                  <a16:creationId xmlns:a16="http://schemas.microsoft.com/office/drawing/2014/main" id="{11608F4C-BD2A-468F-9FB6-3E6B0CAC8F8C}"/>
                </a:ext>
              </a:extLst>
            </p:cNvPr>
            <p:cNvSpPr/>
            <p:nvPr/>
          </p:nvSpPr>
          <p:spPr>
            <a:xfrm>
              <a:off x="5469193" y="730250"/>
              <a:ext cx="3463146" cy="2288402"/>
            </a:xfrm>
            <a:prstGeom prst="roundRect">
              <a:avLst/>
            </a:prstGeom>
            <a:solidFill>
              <a:srgbClr val="FFFF00"/>
            </a:solidFill>
            <a:ln w="25400" cap="flat" cmpd="sng" algn="ctr">
              <a:solidFill>
                <a:srgbClr val="4F81BD">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graphicFrame>
          <p:nvGraphicFramePr>
            <p:cNvPr id="7" name="对象 6">
              <a:extLst>
                <a:ext uri="{FF2B5EF4-FFF2-40B4-BE49-F238E27FC236}">
                  <a16:creationId xmlns:a16="http://schemas.microsoft.com/office/drawing/2014/main" id="{1BE64A31-50FC-42C9-BD25-276B9F792C50}"/>
                </a:ext>
              </a:extLst>
            </p:cNvPr>
            <p:cNvGraphicFramePr>
              <a:graphicFrameLocks noChangeAspect="1"/>
            </p:cNvGraphicFramePr>
            <p:nvPr>
              <p:extLst/>
            </p:nvPr>
          </p:nvGraphicFramePr>
          <p:xfrm>
            <a:off x="6148731" y="959197"/>
            <a:ext cx="1419090" cy="455748"/>
          </p:xfrm>
          <a:graphic>
            <a:graphicData uri="http://schemas.openxmlformats.org/presentationml/2006/ole">
              <mc:AlternateContent xmlns:mc="http://schemas.openxmlformats.org/markup-compatibility/2006">
                <mc:Choice xmlns:v="urn:schemas-microsoft-com:vml" Requires="v">
                  <p:oleObj spid="_x0000_s17656" name="公式" r:id="rId3" imgW="711200" imgH="228600" progId="Equation.3">
                    <p:embed/>
                  </p:oleObj>
                </mc:Choice>
                <mc:Fallback>
                  <p:oleObj name="公式" r:id="rId3" imgW="711200" imgH="228600" progId="Equation.3">
                    <p:embed/>
                    <p:pic>
                      <p:nvPicPr>
                        <p:cNvPr id="14" name="对象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48731" y="959197"/>
                          <a:ext cx="1419090" cy="455748"/>
                        </a:xfrm>
                        <a:prstGeom prst="rect">
                          <a:avLst/>
                        </a:prstGeom>
                        <a:noFill/>
                        <a:ln>
                          <a:noFill/>
                        </a:ln>
                        <a:effectLst/>
                      </p:spPr>
                    </p:pic>
                  </p:oleObj>
                </mc:Fallback>
              </mc:AlternateContent>
            </a:graphicData>
          </a:graphic>
        </p:graphicFrame>
        <p:sp>
          <p:nvSpPr>
            <p:cNvPr id="8" name="矩形 7">
              <a:extLst>
                <a:ext uri="{FF2B5EF4-FFF2-40B4-BE49-F238E27FC236}">
                  <a16:creationId xmlns:a16="http://schemas.microsoft.com/office/drawing/2014/main" id="{673506B2-483A-4E86-936A-151BD6C2A56D}"/>
                </a:ext>
              </a:extLst>
            </p:cNvPr>
            <p:cNvSpPr/>
            <p:nvPr/>
          </p:nvSpPr>
          <p:spPr>
            <a:xfrm>
              <a:off x="5573350" y="983363"/>
              <a:ext cx="726842" cy="429413"/>
            </a:xfrm>
            <a:prstGeom prst="rect">
              <a:avLst/>
            </a:prstGeom>
          </p:spPr>
          <p:txBody>
            <a:bodyPr wrap="square">
              <a:spAutoFit/>
            </a:bodyPr>
            <a:lstStyle/>
            <a:p>
              <a:pPr marL="0" marR="0" lvl="0" indent="0" algn="ctr" defTabSz="914400" eaLnBrk="0" fontAlgn="auto" latinLnBrk="0" hangingPunct="0">
                <a:lnSpc>
                  <a:spcPct val="120000"/>
                </a:lnSpc>
                <a:spcBef>
                  <a:spcPts val="0"/>
                </a:spcBef>
                <a:spcAft>
                  <a:spcPts val="0"/>
                </a:spcAft>
                <a:buClrTx/>
                <a:buSzTx/>
                <a:buFontTx/>
                <a:buNone/>
                <a:tabLst/>
                <a:defRPr/>
              </a:pPr>
              <a:r>
                <a:rPr kumimoji="0" lang="zh-CN" altLang="en-US"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若</a:t>
              </a:r>
            </a:p>
          </p:txBody>
        </p:sp>
        <p:sp>
          <p:nvSpPr>
            <p:cNvPr id="9" name="矩形 8">
              <a:extLst>
                <a:ext uri="{FF2B5EF4-FFF2-40B4-BE49-F238E27FC236}">
                  <a16:creationId xmlns:a16="http://schemas.microsoft.com/office/drawing/2014/main" id="{778E21F7-F05B-47BA-BF27-767BAF3111D5}"/>
                </a:ext>
              </a:extLst>
            </p:cNvPr>
            <p:cNvSpPr/>
            <p:nvPr/>
          </p:nvSpPr>
          <p:spPr>
            <a:xfrm>
              <a:off x="5721329" y="1407318"/>
              <a:ext cx="2964346" cy="830997"/>
            </a:xfrm>
            <a:prstGeom prst="rect">
              <a:avLst/>
            </a:prstGeom>
          </p:spPr>
          <p:txBody>
            <a:bodyPr wrap="square">
              <a:spAutoFit/>
            </a:bodyPr>
            <a:lstStyle/>
            <a:p>
              <a:pPr marL="0" marR="0" lvl="0" indent="0" algn="just" defTabSz="914400" eaLnBrk="0" fontAlgn="auto" latinLnBrk="0" hangingPunct="0">
                <a:lnSpc>
                  <a:spcPct val="120000"/>
                </a:lnSpc>
                <a:spcBef>
                  <a:spcPts val="0"/>
                </a:spcBef>
                <a:spcAft>
                  <a:spcPts val="0"/>
                </a:spcAft>
                <a:buClrTx/>
                <a:buSzTx/>
                <a:buFontTx/>
                <a:buNone/>
                <a:tabLst/>
                <a:defRPr/>
              </a:pPr>
              <a:r>
                <a:rPr kumimoji="0" lang="zh-CN" altLang="en-US"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则 </a:t>
              </a:r>
              <a:r>
                <a:rPr kumimoji="0" lang="en-US" altLang="zh-CN" sz="2000" b="0" i="0" u="none" strike="noStrike" kern="0" cap="none" spc="0" normalizeH="0" baseline="0" noProof="0" dirty="0" err="1">
                  <a:ln>
                    <a:noFill/>
                  </a:ln>
                  <a:solidFill>
                    <a:prstClr val="black"/>
                  </a:solidFill>
                  <a:effectLst/>
                  <a:uLnTx/>
                  <a:uFillTx/>
                  <a:latin typeface="Script MT Bold" panose="03040602040607080904" pitchFamily="66" charset="0"/>
                  <a:ea typeface="微软雅黑" panose="020B0503020204020204" pitchFamily="34" charset="-122"/>
                  <a:cs typeface="Times New Roman" panose="02020603050405020304" pitchFamily="18" charset="0"/>
                </a:rPr>
                <a:t>R</a:t>
              </a:r>
              <a:r>
                <a:rPr kumimoji="0" lang="en-US" altLang="zh-CN" sz="2000" b="0" i="0" u="none" strike="noStrike" kern="0" cap="none" spc="0" normalizeH="0" baseline="-25000" noProof="0" dirty="0" err="1">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p</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0" lang="en-US" altLang="zh-CN" sz="2000" b="0" i="1" u="none" strike="noStrike" kern="0" cap="none" spc="0" normalizeH="0" baseline="0" noProof="0" dirty="0" err="1">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R</a:t>
              </a:r>
              <a:r>
                <a:rPr kumimoji="0" lang="en-US" altLang="zh-CN" sz="2000" b="0" i="0" u="none" strike="noStrike" kern="0" cap="none" spc="0" normalizeH="0" baseline="-25000" noProof="0" dirty="0" err="1">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p</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=0</a:t>
              </a:r>
              <a:r>
                <a:rPr kumimoji="0" lang="zh-CN" altLang="en-US"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，此时反射光中只有</a:t>
              </a:r>
              <a:r>
                <a:rPr kumimoji="0" lang="en-US" altLang="zh-CN" sz="2000" b="0" i="1" u="none" strike="noStrike" kern="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S</a:t>
              </a:r>
              <a:r>
                <a:rPr kumimoji="0" lang="zh-CN" altLang="en-US"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分量</a:t>
              </a:r>
            </a:p>
          </p:txBody>
        </p:sp>
        <p:graphicFrame>
          <p:nvGraphicFramePr>
            <p:cNvPr id="10" name="对象 9">
              <a:extLst>
                <a:ext uri="{FF2B5EF4-FFF2-40B4-BE49-F238E27FC236}">
                  <a16:creationId xmlns:a16="http://schemas.microsoft.com/office/drawing/2014/main" id="{C010A4BF-2517-4EBE-8C77-F11FB50A2654}"/>
                </a:ext>
              </a:extLst>
            </p:cNvPr>
            <p:cNvGraphicFramePr>
              <a:graphicFrameLocks noChangeAspect="1"/>
            </p:cNvGraphicFramePr>
            <p:nvPr>
              <p:extLst/>
            </p:nvPr>
          </p:nvGraphicFramePr>
          <p:xfrm>
            <a:off x="5847824" y="2132856"/>
            <a:ext cx="1506008" cy="749427"/>
          </p:xfrm>
          <a:graphic>
            <a:graphicData uri="http://schemas.openxmlformats.org/presentationml/2006/ole">
              <mc:AlternateContent xmlns:mc="http://schemas.openxmlformats.org/markup-compatibility/2006">
                <mc:Choice xmlns:v="urn:schemas-microsoft-com:vml" Requires="v">
                  <p:oleObj spid="_x0000_s17657" name="Equation" r:id="rId5" imgW="863280" imgH="431640" progId="Equation.DSMT4">
                    <p:embed/>
                  </p:oleObj>
                </mc:Choice>
                <mc:Fallback>
                  <p:oleObj name="Equation" r:id="rId5" imgW="863280" imgH="431640" progId="Equation.DSMT4">
                    <p:embed/>
                    <p:pic>
                      <p:nvPicPr>
                        <p:cNvPr id="17" name="对象 16"/>
                        <p:cNvPicPr>
                          <a:picLocks noChangeAspect="1" noChangeArrowheads="1"/>
                        </p:cNvPicPr>
                        <p:nvPr/>
                      </p:nvPicPr>
                      <p:blipFill>
                        <a:blip r:embed="rId6"/>
                        <a:srcRect/>
                        <a:stretch>
                          <a:fillRect/>
                        </a:stretch>
                      </p:blipFill>
                      <p:spPr bwMode="auto">
                        <a:xfrm>
                          <a:off x="5847824" y="2132856"/>
                          <a:ext cx="1506008" cy="749427"/>
                        </a:xfrm>
                        <a:prstGeom prst="rect">
                          <a:avLst/>
                        </a:prstGeom>
                        <a:noFill/>
                        <a:ln>
                          <a:noFill/>
                        </a:ln>
                      </p:spPr>
                    </p:pic>
                  </p:oleObj>
                </mc:Fallback>
              </mc:AlternateContent>
            </a:graphicData>
          </a:graphic>
        </p:graphicFrame>
        <p:sp>
          <p:nvSpPr>
            <p:cNvPr id="11" name="矩形 10">
              <a:extLst>
                <a:ext uri="{FF2B5EF4-FFF2-40B4-BE49-F238E27FC236}">
                  <a16:creationId xmlns:a16="http://schemas.microsoft.com/office/drawing/2014/main" id="{5FF74CCF-F360-4C89-B027-31787B69B2B4}"/>
                </a:ext>
              </a:extLst>
            </p:cNvPr>
            <p:cNvSpPr/>
            <p:nvPr/>
          </p:nvSpPr>
          <p:spPr>
            <a:xfrm>
              <a:off x="7380312" y="2238315"/>
              <a:ext cx="1475656" cy="461665"/>
            </a:xfrm>
            <a:prstGeom prst="rect">
              <a:avLst/>
            </a:prstGeom>
          </p:spPr>
          <p:txBody>
            <a:bodyPr wrap="square">
              <a:spAutoFit/>
            </a:bodyPr>
            <a:lstStyle/>
            <a:p>
              <a:pPr marL="0" marR="0" lvl="0" indent="0" algn="just" defTabSz="914400" eaLnBrk="0" fontAlgn="auto" latinLnBrk="0" hangingPunct="0">
                <a:lnSpc>
                  <a:spcPct val="120000"/>
                </a:lnSpc>
                <a:spcBef>
                  <a:spcPts val="0"/>
                </a:spcBef>
                <a:spcAft>
                  <a:spcPts val="0"/>
                </a:spcAft>
                <a:buClrTx/>
                <a:buSzTx/>
                <a:buFontTx/>
                <a:buNone/>
                <a:tabLst/>
                <a:defRPr/>
              </a:pPr>
              <a:r>
                <a:rPr kumimoji="0" lang="zh-CN" altLang="en-US" sz="2000" b="0" i="0" u="none" strike="noStrike" kern="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布儒斯特角</a:t>
              </a:r>
            </a:p>
          </p:txBody>
        </p:sp>
      </p:grpSp>
      <p:sp>
        <p:nvSpPr>
          <p:cNvPr id="12" name="任意多边形 10">
            <a:extLst>
              <a:ext uri="{FF2B5EF4-FFF2-40B4-BE49-F238E27FC236}">
                <a16:creationId xmlns:a16="http://schemas.microsoft.com/office/drawing/2014/main" id="{EC24D0D3-48B5-41BF-850E-49D8D6313444}"/>
              </a:ext>
            </a:extLst>
          </p:cNvPr>
          <p:cNvSpPr/>
          <p:nvPr/>
        </p:nvSpPr>
        <p:spPr>
          <a:xfrm>
            <a:off x="4321252" y="2326511"/>
            <a:ext cx="1134319" cy="474760"/>
          </a:xfrm>
          <a:custGeom>
            <a:avLst/>
            <a:gdLst>
              <a:gd name="connsiteX0" fmla="*/ 1134319 w 1134319"/>
              <a:gd name="connsiteY0" fmla="*/ 46299 h 474760"/>
              <a:gd name="connsiteX1" fmla="*/ 486137 w 1134319"/>
              <a:gd name="connsiteY1" fmla="*/ 474562 h 474760"/>
              <a:gd name="connsiteX2" fmla="*/ 0 w 1134319"/>
              <a:gd name="connsiteY2" fmla="*/ 0 h 474760"/>
              <a:gd name="connsiteX3" fmla="*/ 0 w 1134319"/>
              <a:gd name="connsiteY3" fmla="*/ 0 h 474760"/>
            </a:gdLst>
            <a:ahLst/>
            <a:cxnLst>
              <a:cxn ang="0">
                <a:pos x="connsiteX0" y="connsiteY0"/>
              </a:cxn>
              <a:cxn ang="0">
                <a:pos x="connsiteX1" y="connsiteY1"/>
              </a:cxn>
              <a:cxn ang="0">
                <a:pos x="connsiteX2" y="connsiteY2"/>
              </a:cxn>
              <a:cxn ang="0">
                <a:pos x="connsiteX3" y="connsiteY3"/>
              </a:cxn>
            </a:cxnLst>
            <a:rect l="l" t="t" r="r" b="b"/>
            <a:pathLst>
              <a:path w="1134319" h="474760">
                <a:moveTo>
                  <a:pt x="1134319" y="46299"/>
                </a:moveTo>
                <a:cubicBezTo>
                  <a:pt x="904754" y="264288"/>
                  <a:pt x="675190" y="482278"/>
                  <a:pt x="486137" y="474562"/>
                </a:cubicBezTo>
                <a:cubicBezTo>
                  <a:pt x="297084" y="466846"/>
                  <a:pt x="0" y="0"/>
                  <a:pt x="0" y="0"/>
                </a:cubicBezTo>
                <a:lnTo>
                  <a:pt x="0" y="0"/>
                </a:lnTo>
              </a:path>
            </a:pathLst>
          </a:custGeom>
          <a:noFill/>
          <a:ln w="25400" cap="flat" cmpd="sng" algn="ctr">
            <a:solidFill>
              <a:srgbClr val="FF0000"/>
            </a:solidFill>
            <a:prstDash val="solid"/>
            <a:headEnd type="none" w="med" len="med"/>
            <a:tailEnd type="triangl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grpSp>
        <p:nvGrpSpPr>
          <p:cNvPr id="13" name="组合 12">
            <a:extLst>
              <a:ext uri="{FF2B5EF4-FFF2-40B4-BE49-F238E27FC236}">
                <a16:creationId xmlns:a16="http://schemas.microsoft.com/office/drawing/2014/main" id="{D3EF8242-AF1F-4592-A077-F6878FEB054F}"/>
              </a:ext>
            </a:extLst>
          </p:cNvPr>
          <p:cNvGrpSpPr/>
          <p:nvPr/>
        </p:nvGrpSpPr>
        <p:grpSpPr>
          <a:xfrm>
            <a:off x="391722" y="1628800"/>
            <a:ext cx="8356742" cy="3384525"/>
            <a:chOff x="832438" y="1270532"/>
            <a:chExt cx="10399141" cy="4772929"/>
          </a:xfrm>
        </p:grpSpPr>
        <p:sp>
          <p:nvSpPr>
            <p:cNvPr id="14" name="左大括号 13">
              <a:extLst>
                <a:ext uri="{FF2B5EF4-FFF2-40B4-BE49-F238E27FC236}">
                  <a16:creationId xmlns:a16="http://schemas.microsoft.com/office/drawing/2014/main" id="{86359CF4-F821-4D75-B9FB-04B2DB03D413}"/>
                </a:ext>
              </a:extLst>
            </p:cNvPr>
            <p:cNvSpPr/>
            <p:nvPr/>
          </p:nvSpPr>
          <p:spPr>
            <a:xfrm>
              <a:off x="1423459" y="1700808"/>
              <a:ext cx="303527" cy="1296144"/>
            </a:xfrm>
            <a:prstGeom prst="leftBrace">
              <a:avLst/>
            </a:prstGeom>
            <a:noFill/>
            <a:ln w="28575"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15" name="文本框 14">
              <a:extLst>
                <a:ext uri="{FF2B5EF4-FFF2-40B4-BE49-F238E27FC236}">
                  <a16:creationId xmlns:a16="http://schemas.microsoft.com/office/drawing/2014/main" id="{2341471D-C50F-40BD-8E3B-0B595A1EA625}"/>
                </a:ext>
              </a:extLst>
            </p:cNvPr>
            <p:cNvSpPr txBox="1"/>
            <p:nvPr/>
          </p:nvSpPr>
          <p:spPr>
            <a:xfrm>
              <a:off x="1903050" y="1455529"/>
              <a:ext cx="800219" cy="461665"/>
            </a:xfrm>
            <a:prstGeom prst="rect">
              <a:avLst/>
            </a:prstGeom>
            <a:noFill/>
          </p:spPr>
          <p:txBody>
            <a:bodyPr wrap="none" rtlCol="0">
              <a:spAutoFit/>
            </a:body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zh-CN" altLang="en-US" sz="24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光强</a:t>
              </a:r>
            </a:p>
          </p:txBody>
        </p:sp>
        <p:graphicFrame>
          <p:nvGraphicFramePr>
            <p:cNvPr id="16" name="对象 15">
              <a:extLst>
                <a:ext uri="{FF2B5EF4-FFF2-40B4-BE49-F238E27FC236}">
                  <a16:creationId xmlns:a16="http://schemas.microsoft.com/office/drawing/2014/main" id="{3EC69E0C-55B6-4F17-BDE0-D5CEE88DB3DE}"/>
                </a:ext>
              </a:extLst>
            </p:cNvPr>
            <p:cNvGraphicFramePr>
              <a:graphicFrameLocks noChangeAspect="1"/>
            </p:cNvGraphicFramePr>
            <p:nvPr>
              <p:extLst>
                <p:ext uri="{D42A27DB-BD31-4B8C-83A1-F6EECF244321}">
                  <p14:modId xmlns:p14="http://schemas.microsoft.com/office/powerpoint/2010/main" val="647663352"/>
                </p:ext>
              </p:extLst>
            </p:nvPr>
          </p:nvGraphicFramePr>
          <p:xfrm>
            <a:off x="2949133" y="1270532"/>
            <a:ext cx="3891709" cy="1052202"/>
          </p:xfrm>
          <a:graphic>
            <a:graphicData uri="http://schemas.openxmlformats.org/presentationml/2006/ole">
              <mc:AlternateContent xmlns:mc="http://schemas.openxmlformats.org/markup-compatibility/2006">
                <mc:Choice xmlns:v="urn:schemas-microsoft-com:vml" Requires="v">
                  <p:oleObj spid="_x0000_s17658" name="Equation" r:id="rId7" imgW="1739880" imgH="469800" progId="Equation.DSMT4">
                    <p:embed/>
                  </p:oleObj>
                </mc:Choice>
                <mc:Fallback>
                  <p:oleObj name="Equation" r:id="rId7" imgW="1739880" imgH="469800" progId="Equation.DSMT4">
                    <p:embed/>
                    <p:pic>
                      <p:nvPicPr>
                        <p:cNvPr id="21" name="对象 20"/>
                        <p:cNvPicPr/>
                        <p:nvPr/>
                      </p:nvPicPr>
                      <p:blipFill>
                        <a:blip r:embed="rId8"/>
                        <a:stretch>
                          <a:fillRect/>
                        </a:stretch>
                      </p:blipFill>
                      <p:spPr>
                        <a:xfrm>
                          <a:off x="2949133" y="1270532"/>
                          <a:ext cx="3891709" cy="1052202"/>
                        </a:xfrm>
                        <a:prstGeom prst="rect">
                          <a:avLst/>
                        </a:prstGeom>
                      </p:spPr>
                    </p:pic>
                  </p:oleObj>
                </mc:Fallback>
              </mc:AlternateContent>
            </a:graphicData>
          </a:graphic>
        </p:graphicFrame>
        <p:sp>
          <p:nvSpPr>
            <p:cNvPr id="17" name="文本框 16">
              <a:extLst>
                <a:ext uri="{FF2B5EF4-FFF2-40B4-BE49-F238E27FC236}">
                  <a16:creationId xmlns:a16="http://schemas.microsoft.com/office/drawing/2014/main" id="{63E053AA-4E06-46CD-B991-CD776432E2AC}"/>
                </a:ext>
              </a:extLst>
            </p:cNvPr>
            <p:cNvSpPr txBox="1"/>
            <p:nvPr/>
          </p:nvSpPr>
          <p:spPr>
            <a:xfrm>
              <a:off x="1927514" y="2660660"/>
              <a:ext cx="800219" cy="461665"/>
            </a:xfrm>
            <a:prstGeom prst="rect">
              <a:avLst/>
            </a:prstGeom>
            <a:noFill/>
          </p:spPr>
          <p:txBody>
            <a:bodyPr wrap="none" rtlCol="0">
              <a:spAutoFit/>
            </a:body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zh-CN" altLang="en-US" sz="24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能流</a:t>
              </a:r>
            </a:p>
          </p:txBody>
        </p:sp>
        <p:graphicFrame>
          <p:nvGraphicFramePr>
            <p:cNvPr id="18" name="对象 17">
              <a:extLst>
                <a:ext uri="{FF2B5EF4-FFF2-40B4-BE49-F238E27FC236}">
                  <a16:creationId xmlns:a16="http://schemas.microsoft.com/office/drawing/2014/main" id="{45A3D144-A9A4-4F77-AE39-25495A15E240}"/>
                </a:ext>
              </a:extLst>
            </p:cNvPr>
            <p:cNvGraphicFramePr>
              <a:graphicFrameLocks noChangeAspect="1"/>
            </p:cNvGraphicFramePr>
            <p:nvPr>
              <p:extLst>
                <p:ext uri="{D42A27DB-BD31-4B8C-83A1-F6EECF244321}">
                  <p14:modId xmlns:p14="http://schemas.microsoft.com/office/powerpoint/2010/main" val="2225000717"/>
                </p:ext>
              </p:extLst>
            </p:nvPr>
          </p:nvGraphicFramePr>
          <p:xfrm>
            <a:off x="2925613" y="2573435"/>
            <a:ext cx="1943879" cy="958175"/>
          </p:xfrm>
          <a:graphic>
            <a:graphicData uri="http://schemas.openxmlformats.org/presentationml/2006/ole">
              <mc:AlternateContent xmlns:mc="http://schemas.openxmlformats.org/markup-compatibility/2006">
                <mc:Choice xmlns:v="urn:schemas-microsoft-com:vml" Requires="v">
                  <p:oleObj spid="_x0000_s17659" name="Equation" r:id="rId9" imgW="927000" imgH="457200" progId="Equation.DSMT4">
                    <p:embed/>
                  </p:oleObj>
                </mc:Choice>
                <mc:Fallback>
                  <p:oleObj name="Equation" r:id="rId9" imgW="927000" imgH="457200" progId="Equation.DSMT4">
                    <p:embed/>
                    <p:pic>
                      <p:nvPicPr>
                        <p:cNvPr id="23" name="对象 22"/>
                        <p:cNvPicPr/>
                        <p:nvPr/>
                      </p:nvPicPr>
                      <p:blipFill>
                        <a:blip r:embed="rId10"/>
                        <a:stretch>
                          <a:fillRect/>
                        </a:stretch>
                      </p:blipFill>
                      <p:spPr>
                        <a:xfrm>
                          <a:off x="2925613" y="2573435"/>
                          <a:ext cx="1943879" cy="958175"/>
                        </a:xfrm>
                        <a:prstGeom prst="rect">
                          <a:avLst/>
                        </a:prstGeom>
                      </p:spPr>
                    </p:pic>
                  </p:oleObj>
                </mc:Fallback>
              </mc:AlternateContent>
            </a:graphicData>
          </a:graphic>
        </p:graphicFrame>
        <p:sp>
          <p:nvSpPr>
            <p:cNvPr id="19" name="文本框 18">
              <a:extLst>
                <a:ext uri="{FF2B5EF4-FFF2-40B4-BE49-F238E27FC236}">
                  <a16:creationId xmlns:a16="http://schemas.microsoft.com/office/drawing/2014/main" id="{F54EB4C8-FD67-47D6-8BB5-58143D34905D}"/>
                </a:ext>
              </a:extLst>
            </p:cNvPr>
            <p:cNvSpPr txBox="1"/>
            <p:nvPr/>
          </p:nvSpPr>
          <p:spPr>
            <a:xfrm>
              <a:off x="832438" y="1949931"/>
              <a:ext cx="424299" cy="830997"/>
            </a:xfrm>
            <a:prstGeom prst="rect">
              <a:avLst/>
            </a:prstGeom>
            <a:noFill/>
          </p:spPr>
          <p:txBody>
            <a:bodyPr wrap="square" rtlCol="0">
              <a:spAutoFit/>
            </a:body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zh-CN" altLang="en-US" sz="24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反射</a:t>
              </a:r>
            </a:p>
          </p:txBody>
        </p:sp>
        <p:sp>
          <p:nvSpPr>
            <p:cNvPr id="20" name="左大括号 19">
              <a:extLst>
                <a:ext uri="{FF2B5EF4-FFF2-40B4-BE49-F238E27FC236}">
                  <a16:creationId xmlns:a16="http://schemas.microsoft.com/office/drawing/2014/main" id="{CF132742-25B6-4767-A1D3-DC5991F7A564}"/>
                </a:ext>
              </a:extLst>
            </p:cNvPr>
            <p:cNvSpPr/>
            <p:nvPr/>
          </p:nvSpPr>
          <p:spPr>
            <a:xfrm>
              <a:off x="1423459" y="4134622"/>
              <a:ext cx="303527" cy="1238594"/>
            </a:xfrm>
            <a:prstGeom prst="leftBrace">
              <a:avLst/>
            </a:prstGeom>
            <a:noFill/>
            <a:ln w="28575"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21" name="文本框 20">
              <a:extLst>
                <a:ext uri="{FF2B5EF4-FFF2-40B4-BE49-F238E27FC236}">
                  <a16:creationId xmlns:a16="http://schemas.microsoft.com/office/drawing/2014/main" id="{E6FB4ADF-CC87-4432-BAE9-E6807A2F3A62}"/>
                </a:ext>
              </a:extLst>
            </p:cNvPr>
            <p:cNvSpPr txBox="1"/>
            <p:nvPr/>
          </p:nvSpPr>
          <p:spPr>
            <a:xfrm>
              <a:off x="1903050" y="3889343"/>
              <a:ext cx="800219" cy="461665"/>
            </a:xfrm>
            <a:prstGeom prst="rect">
              <a:avLst/>
            </a:prstGeom>
            <a:noFill/>
          </p:spPr>
          <p:txBody>
            <a:bodyPr wrap="none" rtlCol="0">
              <a:spAutoFit/>
            </a:body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zh-CN" altLang="en-US" sz="24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光强</a:t>
              </a:r>
            </a:p>
          </p:txBody>
        </p:sp>
        <p:graphicFrame>
          <p:nvGraphicFramePr>
            <p:cNvPr id="22" name="对象 21">
              <a:extLst>
                <a:ext uri="{FF2B5EF4-FFF2-40B4-BE49-F238E27FC236}">
                  <a16:creationId xmlns:a16="http://schemas.microsoft.com/office/drawing/2014/main" id="{C20B0BE6-1370-4BB3-9E4E-3131CF934BEB}"/>
                </a:ext>
              </a:extLst>
            </p:cNvPr>
            <p:cNvGraphicFramePr>
              <a:graphicFrameLocks noChangeAspect="1"/>
            </p:cNvGraphicFramePr>
            <p:nvPr>
              <p:extLst>
                <p:ext uri="{D42A27DB-BD31-4B8C-83A1-F6EECF244321}">
                  <p14:modId xmlns:p14="http://schemas.microsoft.com/office/powerpoint/2010/main" val="3483191300"/>
                </p:ext>
              </p:extLst>
            </p:nvPr>
          </p:nvGraphicFramePr>
          <p:xfrm>
            <a:off x="2951788" y="3708471"/>
            <a:ext cx="6709391" cy="1132786"/>
          </p:xfrm>
          <a:graphic>
            <a:graphicData uri="http://schemas.openxmlformats.org/presentationml/2006/ole">
              <mc:AlternateContent xmlns:mc="http://schemas.openxmlformats.org/markup-compatibility/2006">
                <mc:Choice xmlns:v="urn:schemas-microsoft-com:vml" Requires="v">
                  <p:oleObj spid="_x0000_s17660" name="Equation" r:id="rId11" imgW="2781000" imgH="469800" progId="Equation.DSMT4">
                    <p:embed/>
                  </p:oleObj>
                </mc:Choice>
                <mc:Fallback>
                  <p:oleObj name="Equation" r:id="rId11" imgW="2781000" imgH="469800" progId="Equation.DSMT4">
                    <p:embed/>
                    <p:pic>
                      <p:nvPicPr>
                        <p:cNvPr id="27" name="对象 26"/>
                        <p:cNvPicPr/>
                        <p:nvPr/>
                      </p:nvPicPr>
                      <p:blipFill>
                        <a:blip r:embed="rId12"/>
                        <a:stretch>
                          <a:fillRect/>
                        </a:stretch>
                      </p:blipFill>
                      <p:spPr>
                        <a:xfrm>
                          <a:off x="2951788" y="3708471"/>
                          <a:ext cx="6709391" cy="1132786"/>
                        </a:xfrm>
                        <a:prstGeom prst="rect">
                          <a:avLst/>
                        </a:prstGeom>
                      </p:spPr>
                    </p:pic>
                  </p:oleObj>
                </mc:Fallback>
              </mc:AlternateContent>
            </a:graphicData>
          </a:graphic>
        </p:graphicFrame>
        <p:sp>
          <p:nvSpPr>
            <p:cNvPr id="23" name="文本框 22">
              <a:extLst>
                <a:ext uri="{FF2B5EF4-FFF2-40B4-BE49-F238E27FC236}">
                  <a16:creationId xmlns:a16="http://schemas.microsoft.com/office/drawing/2014/main" id="{F7DDFDEA-7355-4DA7-BE32-30DC290163D7}"/>
                </a:ext>
              </a:extLst>
            </p:cNvPr>
            <p:cNvSpPr txBox="1"/>
            <p:nvPr/>
          </p:nvSpPr>
          <p:spPr>
            <a:xfrm>
              <a:off x="1927514" y="5088013"/>
              <a:ext cx="800219" cy="461665"/>
            </a:xfrm>
            <a:prstGeom prst="rect">
              <a:avLst/>
            </a:prstGeom>
            <a:noFill/>
          </p:spPr>
          <p:txBody>
            <a:bodyPr wrap="none" rtlCol="0">
              <a:spAutoFit/>
            </a:body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zh-CN" altLang="en-US" sz="24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能流</a:t>
              </a:r>
            </a:p>
          </p:txBody>
        </p:sp>
        <p:sp>
          <p:nvSpPr>
            <p:cNvPr id="24" name="文本框 23">
              <a:extLst>
                <a:ext uri="{FF2B5EF4-FFF2-40B4-BE49-F238E27FC236}">
                  <a16:creationId xmlns:a16="http://schemas.microsoft.com/office/drawing/2014/main" id="{6A506B42-9F9C-4DC8-B3E6-DE704ED14901}"/>
                </a:ext>
              </a:extLst>
            </p:cNvPr>
            <p:cNvSpPr txBox="1"/>
            <p:nvPr/>
          </p:nvSpPr>
          <p:spPr>
            <a:xfrm>
              <a:off x="832438" y="4326195"/>
              <a:ext cx="424299" cy="830997"/>
            </a:xfrm>
            <a:prstGeom prst="rect">
              <a:avLst/>
            </a:prstGeom>
            <a:noFill/>
          </p:spPr>
          <p:txBody>
            <a:bodyPr wrap="square" rtlCol="0">
              <a:spAutoFit/>
            </a:body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zh-CN" altLang="en-US" sz="24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透射</a:t>
              </a:r>
            </a:p>
          </p:txBody>
        </p:sp>
        <p:graphicFrame>
          <p:nvGraphicFramePr>
            <p:cNvPr id="25" name="对象 24">
              <a:extLst>
                <a:ext uri="{FF2B5EF4-FFF2-40B4-BE49-F238E27FC236}">
                  <a16:creationId xmlns:a16="http://schemas.microsoft.com/office/drawing/2014/main" id="{D1ACE1EB-22F5-43FA-A868-3E13D6804B91}"/>
                </a:ext>
              </a:extLst>
            </p:cNvPr>
            <p:cNvGraphicFramePr>
              <a:graphicFrameLocks noChangeAspect="1"/>
            </p:cNvGraphicFramePr>
            <p:nvPr>
              <p:extLst>
                <p:ext uri="{D42A27DB-BD31-4B8C-83A1-F6EECF244321}">
                  <p14:modId xmlns:p14="http://schemas.microsoft.com/office/powerpoint/2010/main" val="1939965376"/>
                </p:ext>
              </p:extLst>
            </p:nvPr>
          </p:nvGraphicFramePr>
          <p:xfrm>
            <a:off x="2873294" y="4883801"/>
            <a:ext cx="8358285" cy="1159660"/>
          </p:xfrm>
          <a:graphic>
            <a:graphicData uri="http://schemas.openxmlformats.org/presentationml/2006/ole">
              <mc:AlternateContent xmlns:mc="http://schemas.openxmlformats.org/markup-compatibility/2006">
                <mc:Choice xmlns:v="urn:schemas-microsoft-com:vml" Requires="v">
                  <p:oleObj spid="_x0000_s17661" name="Equation" r:id="rId13" imgW="3390840" imgH="469800" progId="Equation.DSMT4">
                    <p:embed/>
                  </p:oleObj>
                </mc:Choice>
                <mc:Fallback>
                  <p:oleObj name="Equation" r:id="rId13" imgW="3390840" imgH="469800" progId="Equation.DSMT4">
                    <p:embed/>
                    <p:pic>
                      <p:nvPicPr>
                        <p:cNvPr id="30" name="对象 29"/>
                        <p:cNvPicPr/>
                        <p:nvPr/>
                      </p:nvPicPr>
                      <p:blipFill>
                        <a:blip r:embed="rId14"/>
                        <a:stretch>
                          <a:fillRect/>
                        </a:stretch>
                      </p:blipFill>
                      <p:spPr>
                        <a:xfrm>
                          <a:off x="2873294" y="4883801"/>
                          <a:ext cx="8358285" cy="1159660"/>
                        </a:xfrm>
                        <a:prstGeom prst="rect">
                          <a:avLst/>
                        </a:prstGeom>
                      </p:spPr>
                    </p:pic>
                  </p:oleObj>
                </mc:Fallback>
              </mc:AlternateContent>
            </a:graphicData>
          </a:graphic>
        </p:graphicFrame>
      </p:grpSp>
    </p:spTree>
    <p:extLst>
      <p:ext uri="{BB962C8B-B14F-4D97-AF65-F5344CB8AC3E}">
        <p14:creationId xmlns:p14="http://schemas.microsoft.com/office/powerpoint/2010/main" val="26847959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2"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wipe(right)">
                                      <p:cBhvr>
                                        <p:cTn id="12" dur="500"/>
                                        <p:tgtEl>
                                          <p:spTgt spid="12"/>
                                        </p:tgtEl>
                                      </p:cBhvr>
                                    </p:animEffect>
                                  </p:childTnLst>
                                </p:cTn>
                              </p:par>
                              <p:par>
                                <p:cTn id="13" presetID="22" presetClass="entr" presetSubtype="2" fill="hold"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wipe(right)">
                                      <p:cBhvr>
                                        <p:cTn id="15"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2"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6">
            <a:extLst>
              <a:ext uri="{FF2B5EF4-FFF2-40B4-BE49-F238E27FC236}">
                <a16:creationId xmlns:a16="http://schemas.microsoft.com/office/drawing/2014/main" id="{121DD4F8-390D-47A8-B2FD-ABF1AF0D6398}"/>
              </a:ext>
            </a:extLst>
          </p:cNvPr>
          <p:cNvSpPr>
            <a:spLocks noChangeArrowheads="1"/>
          </p:cNvSpPr>
          <p:nvPr/>
        </p:nvSpPr>
        <p:spPr bwMode="auto">
          <a:xfrm>
            <a:off x="2700338" y="2393950"/>
            <a:ext cx="3168650" cy="142875"/>
          </a:xfrm>
          <a:prstGeom prst="rect">
            <a:avLst/>
          </a:prstGeom>
          <a:noFill/>
          <a:ln w="9525">
            <a:solidFill>
              <a:sysClr val="windowText" lastClr="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prstClr val="black"/>
              </a:solidFill>
              <a:effectLst/>
              <a:uLnTx/>
              <a:uFillTx/>
              <a:latin typeface="Arial" panose="020B0604020202020204" pitchFamily="34" charset="0"/>
              <a:ea typeface="宋体" panose="02010600030101010101" pitchFamily="2" charset="-122"/>
            </a:endParaRPr>
          </a:p>
        </p:txBody>
      </p:sp>
      <p:sp>
        <p:nvSpPr>
          <p:cNvPr id="3" name="Rectangle 17">
            <a:extLst>
              <a:ext uri="{FF2B5EF4-FFF2-40B4-BE49-F238E27FC236}">
                <a16:creationId xmlns:a16="http://schemas.microsoft.com/office/drawing/2014/main" id="{5C24EAA3-B6F3-47AA-9416-C78170295C8A}"/>
              </a:ext>
            </a:extLst>
          </p:cNvPr>
          <p:cNvSpPr>
            <a:spLocks noChangeArrowheads="1"/>
          </p:cNvSpPr>
          <p:nvPr/>
        </p:nvSpPr>
        <p:spPr bwMode="auto">
          <a:xfrm>
            <a:off x="2700338" y="2536825"/>
            <a:ext cx="3168650" cy="142875"/>
          </a:xfrm>
          <a:prstGeom prst="rect">
            <a:avLst/>
          </a:prstGeom>
          <a:noFill/>
          <a:ln w="9525">
            <a:solidFill>
              <a:sysClr val="windowText" lastClr="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prstClr val="black"/>
              </a:solidFill>
              <a:effectLst/>
              <a:uLnTx/>
              <a:uFillTx/>
              <a:latin typeface="Arial" panose="020B0604020202020204" pitchFamily="34" charset="0"/>
              <a:ea typeface="宋体" panose="02010600030101010101" pitchFamily="2" charset="-122"/>
            </a:endParaRPr>
          </a:p>
        </p:txBody>
      </p:sp>
      <p:sp>
        <p:nvSpPr>
          <p:cNvPr id="4" name="Rectangle 18">
            <a:extLst>
              <a:ext uri="{FF2B5EF4-FFF2-40B4-BE49-F238E27FC236}">
                <a16:creationId xmlns:a16="http://schemas.microsoft.com/office/drawing/2014/main" id="{69FF340A-D307-4EB7-9BE2-B4C9846AD0F3}"/>
              </a:ext>
            </a:extLst>
          </p:cNvPr>
          <p:cNvSpPr>
            <a:spLocks noChangeArrowheads="1"/>
          </p:cNvSpPr>
          <p:nvPr/>
        </p:nvSpPr>
        <p:spPr bwMode="auto">
          <a:xfrm>
            <a:off x="2700338" y="2684463"/>
            <a:ext cx="3168650" cy="142875"/>
          </a:xfrm>
          <a:prstGeom prst="rect">
            <a:avLst/>
          </a:prstGeom>
          <a:noFill/>
          <a:ln w="9525">
            <a:solidFill>
              <a:sysClr val="windowText" lastClr="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prstClr val="black"/>
              </a:solidFill>
              <a:effectLst/>
              <a:uLnTx/>
              <a:uFillTx/>
              <a:latin typeface="Arial" panose="020B0604020202020204" pitchFamily="34" charset="0"/>
              <a:ea typeface="宋体" panose="02010600030101010101" pitchFamily="2" charset="-122"/>
            </a:endParaRPr>
          </a:p>
        </p:txBody>
      </p:sp>
      <p:sp>
        <p:nvSpPr>
          <p:cNvPr id="5" name="Rectangle 19">
            <a:extLst>
              <a:ext uri="{FF2B5EF4-FFF2-40B4-BE49-F238E27FC236}">
                <a16:creationId xmlns:a16="http://schemas.microsoft.com/office/drawing/2014/main" id="{E5DC0D0B-FCB3-4283-8114-D04FCBFF9FD5}"/>
              </a:ext>
            </a:extLst>
          </p:cNvPr>
          <p:cNvSpPr>
            <a:spLocks noChangeArrowheads="1"/>
          </p:cNvSpPr>
          <p:nvPr/>
        </p:nvSpPr>
        <p:spPr bwMode="auto">
          <a:xfrm>
            <a:off x="2700338" y="2827338"/>
            <a:ext cx="3168650" cy="142875"/>
          </a:xfrm>
          <a:prstGeom prst="rect">
            <a:avLst/>
          </a:prstGeom>
          <a:noFill/>
          <a:ln w="9525">
            <a:solidFill>
              <a:sysClr val="windowText" lastClr="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prstClr val="black"/>
              </a:solidFill>
              <a:effectLst/>
              <a:uLnTx/>
              <a:uFillTx/>
              <a:latin typeface="Arial" panose="020B0604020202020204" pitchFamily="34" charset="0"/>
              <a:ea typeface="宋体" panose="02010600030101010101" pitchFamily="2" charset="-122"/>
            </a:endParaRPr>
          </a:p>
        </p:txBody>
      </p:sp>
      <p:sp>
        <p:nvSpPr>
          <p:cNvPr id="6" name="Rectangle 20">
            <a:extLst>
              <a:ext uri="{FF2B5EF4-FFF2-40B4-BE49-F238E27FC236}">
                <a16:creationId xmlns:a16="http://schemas.microsoft.com/office/drawing/2014/main" id="{2BB79E99-D1FB-4708-89AD-246297D05B21}"/>
              </a:ext>
            </a:extLst>
          </p:cNvPr>
          <p:cNvSpPr>
            <a:spLocks noChangeArrowheads="1"/>
          </p:cNvSpPr>
          <p:nvPr/>
        </p:nvSpPr>
        <p:spPr bwMode="auto">
          <a:xfrm>
            <a:off x="2700338" y="2970213"/>
            <a:ext cx="3168650" cy="142875"/>
          </a:xfrm>
          <a:prstGeom prst="rect">
            <a:avLst/>
          </a:prstGeom>
          <a:noFill/>
          <a:ln w="9525">
            <a:solidFill>
              <a:sysClr val="windowText" lastClr="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prstClr val="black"/>
              </a:solidFill>
              <a:effectLst/>
              <a:uLnTx/>
              <a:uFillTx/>
              <a:latin typeface="Arial" panose="020B0604020202020204" pitchFamily="34" charset="0"/>
              <a:ea typeface="宋体" panose="02010600030101010101" pitchFamily="2" charset="-122"/>
            </a:endParaRPr>
          </a:p>
        </p:txBody>
      </p:sp>
      <p:sp>
        <p:nvSpPr>
          <p:cNvPr id="7" name="Rectangle 21">
            <a:extLst>
              <a:ext uri="{FF2B5EF4-FFF2-40B4-BE49-F238E27FC236}">
                <a16:creationId xmlns:a16="http://schemas.microsoft.com/office/drawing/2014/main" id="{9F51D81E-3A32-4537-A9D9-910AA65CAB76}"/>
              </a:ext>
            </a:extLst>
          </p:cNvPr>
          <p:cNvSpPr>
            <a:spLocks noChangeArrowheads="1"/>
          </p:cNvSpPr>
          <p:nvPr/>
        </p:nvSpPr>
        <p:spPr bwMode="auto">
          <a:xfrm>
            <a:off x="2700338" y="3113088"/>
            <a:ext cx="3168650" cy="142875"/>
          </a:xfrm>
          <a:prstGeom prst="rect">
            <a:avLst/>
          </a:prstGeom>
          <a:noFill/>
          <a:ln w="9525">
            <a:solidFill>
              <a:sysClr val="windowText" lastClr="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prstClr val="black"/>
              </a:solidFill>
              <a:effectLst/>
              <a:uLnTx/>
              <a:uFillTx/>
              <a:latin typeface="Arial" panose="020B0604020202020204" pitchFamily="34" charset="0"/>
              <a:ea typeface="宋体" panose="02010600030101010101" pitchFamily="2" charset="-122"/>
            </a:endParaRPr>
          </a:p>
        </p:txBody>
      </p:sp>
      <p:sp>
        <p:nvSpPr>
          <p:cNvPr id="8" name="Rectangle 22">
            <a:extLst>
              <a:ext uri="{FF2B5EF4-FFF2-40B4-BE49-F238E27FC236}">
                <a16:creationId xmlns:a16="http://schemas.microsoft.com/office/drawing/2014/main" id="{87A4ABCC-DEB3-4727-A040-899C9EA07155}"/>
              </a:ext>
            </a:extLst>
          </p:cNvPr>
          <p:cNvSpPr>
            <a:spLocks noChangeArrowheads="1"/>
          </p:cNvSpPr>
          <p:nvPr/>
        </p:nvSpPr>
        <p:spPr bwMode="auto">
          <a:xfrm>
            <a:off x="2700338" y="3260725"/>
            <a:ext cx="3168650" cy="142875"/>
          </a:xfrm>
          <a:prstGeom prst="rect">
            <a:avLst/>
          </a:prstGeom>
          <a:noFill/>
          <a:ln w="9525">
            <a:solidFill>
              <a:sysClr val="windowText" lastClr="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prstClr val="black"/>
              </a:solidFill>
              <a:effectLst/>
              <a:uLnTx/>
              <a:uFillTx/>
              <a:latin typeface="Arial" panose="020B0604020202020204" pitchFamily="34" charset="0"/>
              <a:ea typeface="宋体" panose="02010600030101010101" pitchFamily="2" charset="-122"/>
            </a:endParaRPr>
          </a:p>
        </p:txBody>
      </p:sp>
      <p:sp>
        <p:nvSpPr>
          <p:cNvPr id="9" name="Rectangle 23">
            <a:extLst>
              <a:ext uri="{FF2B5EF4-FFF2-40B4-BE49-F238E27FC236}">
                <a16:creationId xmlns:a16="http://schemas.microsoft.com/office/drawing/2014/main" id="{CBA28576-DD7A-4547-ACBB-3BC6C2A96056}"/>
              </a:ext>
            </a:extLst>
          </p:cNvPr>
          <p:cNvSpPr>
            <a:spLocks noChangeArrowheads="1"/>
          </p:cNvSpPr>
          <p:nvPr/>
        </p:nvSpPr>
        <p:spPr bwMode="auto">
          <a:xfrm>
            <a:off x="2700338" y="3403600"/>
            <a:ext cx="3168650" cy="142875"/>
          </a:xfrm>
          <a:prstGeom prst="rect">
            <a:avLst/>
          </a:prstGeom>
          <a:noFill/>
          <a:ln w="9525">
            <a:solidFill>
              <a:sysClr val="windowText" lastClr="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prstClr val="black"/>
              </a:solidFill>
              <a:effectLst/>
              <a:uLnTx/>
              <a:uFillTx/>
              <a:latin typeface="Arial" panose="020B0604020202020204" pitchFamily="34" charset="0"/>
              <a:ea typeface="宋体" panose="02010600030101010101" pitchFamily="2" charset="-122"/>
            </a:endParaRPr>
          </a:p>
        </p:txBody>
      </p:sp>
      <p:sp>
        <p:nvSpPr>
          <p:cNvPr id="10" name="Rectangle 24">
            <a:extLst>
              <a:ext uri="{FF2B5EF4-FFF2-40B4-BE49-F238E27FC236}">
                <a16:creationId xmlns:a16="http://schemas.microsoft.com/office/drawing/2014/main" id="{508F3ED1-D5E2-48FC-ADDB-AF248F882A50}"/>
              </a:ext>
            </a:extLst>
          </p:cNvPr>
          <p:cNvSpPr>
            <a:spLocks noChangeArrowheads="1"/>
          </p:cNvSpPr>
          <p:nvPr/>
        </p:nvSpPr>
        <p:spPr bwMode="auto">
          <a:xfrm>
            <a:off x="2700338" y="3559175"/>
            <a:ext cx="3168650" cy="142875"/>
          </a:xfrm>
          <a:prstGeom prst="rect">
            <a:avLst/>
          </a:prstGeom>
          <a:noFill/>
          <a:ln w="9525">
            <a:solidFill>
              <a:sysClr val="windowText" lastClr="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prstClr val="black"/>
              </a:solidFill>
              <a:effectLst/>
              <a:uLnTx/>
              <a:uFillTx/>
              <a:latin typeface="Arial" panose="020B0604020202020204" pitchFamily="34" charset="0"/>
              <a:ea typeface="宋体" panose="02010600030101010101" pitchFamily="2" charset="-122"/>
            </a:endParaRPr>
          </a:p>
        </p:txBody>
      </p:sp>
      <p:sp>
        <p:nvSpPr>
          <p:cNvPr id="11" name="Rectangle 25">
            <a:extLst>
              <a:ext uri="{FF2B5EF4-FFF2-40B4-BE49-F238E27FC236}">
                <a16:creationId xmlns:a16="http://schemas.microsoft.com/office/drawing/2014/main" id="{A6FC2083-6EEC-422D-8DD2-0D062028EF9A}"/>
              </a:ext>
            </a:extLst>
          </p:cNvPr>
          <p:cNvSpPr>
            <a:spLocks noChangeArrowheads="1"/>
          </p:cNvSpPr>
          <p:nvPr/>
        </p:nvSpPr>
        <p:spPr bwMode="auto">
          <a:xfrm>
            <a:off x="2700338" y="3702050"/>
            <a:ext cx="3168650" cy="142875"/>
          </a:xfrm>
          <a:prstGeom prst="rect">
            <a:avLst/>
          </a:prstGeom>
          <a:noFill/>
          <a:ln w="9525">
            <a:solidFill>
              <a:sysClr val="windowText" lastClr="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prstClr val="black"/>
              </a:solidFill>
              <a:effectLst/>
              <a:uLnTx/>
              <a:uFillTx/>
              <a:latin typeface="Arial" panose="020B0604020202020204" pitchFamily="34" charset="0"/>
              <a:ea typeface="宋体" panose="02010600030101010101" pitchFamily="2" charset="-122"/>
            </a:endParaRPr>
          </a:p>
        </p:txBody>
      </p:sp>
      <p:sp>
        <p:nvSpPr>
          <p:cNvPr id="12" name="Rectangle 26">
            <a:extLst>
              <a:ext uri="{FF2B5EF4-FFF2-40B4-BE49-F238E27FC236}">
                <a16:creationId xmlns:a16="http://schemas.microsoft.com/office/drawing/2014/main" id="{E9490DE8-ADE9-4470-B1C2-E32DC606F8C9}"/>
              </a:ext>
            </a:extLst>
          </p:cNvPr>
          <p:cNvSpPr>
            <a:spLocks noChangeArrowheads="1"/>
          </p:cNvSpPr>
          <p:nvPr/>
        </p:nvSpPr>
        <p:spPr bwMode="auto">
          <a:xfrm>
            <a:off x="2700338" y="3849688"/>
            <a:ext cx="3168650" cy="142875"/>
          </a:xfrm>
          <a:prstGeom prst="rect">
            <a:avLst/>
          </a:prstGeom>
          <a:noFill/>
          <a:ln w="9525">
            <a:solidFill>
              <a:sysClr val="windowText" lastClr="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prstClr val="black"/>
              </a:solidFill>
              <a:effectLst/>
              <a:uLnTx/>
              <a:uFillTx/>
              <a:latin typeface="Arial" panose="020B0604020202020204" pitchFamily="34" charset="0"/>
              <a:ea typeface="宋体" panose="02010600030101010101" pitchFamily="2" charset="-122"/>
            </a:endParaRPr>
          </a:p>
        </p:txBody>
      </p:sp>
      <p:sp>
        <p:nvSpPr>
          <p:cNvPr id="13" name="Rectangle 27">
            <a:extLst>
              <a:ext uri="{FF2B5EF4-FFF2-40B4-BE49-F238E27FC236}">
                <a16:creationId xmlns:a16="http://schemas.microsoft.com/office/drawing/2014/main" id="{62DFE566-A4B7-4B29-9C8E-B302BE4DE0D0}"/>
              </a:ext>
            </a:extLst>
          </p:cNvPr>
          <p:cNvSpPr>
            <a:spLocks noChangeArrowheads="1"/>
          </p:cNvSpPr>
          <p:nvPr/>
        </p:nvSpPr>
        <p:spPr bwMode="auto">
          <a:xfrm>
            <a:off x="2700338" y="3992563"/>
            <a:ext cx="3168650" cy="142875"/>
          </a:xfrm>
          <a:prstGeom prst="rect">
            <a:avLst/>
          </a:prstGeom>
          <a:noFill/>
          <a:ln w="9525">
            <a:solidFill>
              <a:sysClr val="windowText" lastClr="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prstClr val="black"/>
              </a:solidFill>
              <a:effectLst/>
              <a:uLnTx/>
              <a:uFillTx/>
              <a:latin typeface="Arial" panose="020B0604020202020204" pitchFamily="34" charset="0"/>
              <a:ea typeface="宋体" panose="02010600030101010101" pitchFamily="2" charset="-122"/>
            </a:endParaRPr>
          </a:p>
        </p:txBody>
      </p:sp>
      <p:sp>
        <p:nvSpPr>
          <p:cNvPr id="14" name="Rectangle 28">
            <a:extLst>
              <a:ext uri="{FF2B5EF4-FFF2-40B4-BE49-F238E27FC236}">
                <a16:creationId xmlns:a16="http://schemas.microsoft.com/office/drawing/2014/main" id="{DCC9E195-F3B4-4314-87AD-7EF9F96B1544}"/>
              </a:ext>
            </a:extLst>
          </p:cNvPr>
          <p:cNvSpPr>
            <a:spLocks noChangeArrowheads="1"/>
          </p:cNvSpPr>
          <p:nvPr/>
        </p:nvSpPr>
        <p:spPr bwMode="auto">
          <a:xfrm>
            <a:off x="2700338" y="4135438"/>
            <a:ext cx="3168650" cy="142875"/>
          </a:xfrm>
          <a:prstGeom prst="rect">
            <a:avLst/>
          </a:prstGeom>
          <a:noFill/>
          <a:ln w="9525">
            <a:solidFill>
              <a:sysClr val="windowText" lastClr="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prstClr val="black"/>
              </a:solidFill>
              <a:effectLst/>
              <a:uLnTx/>
              <a:uFillTx/>
              <a:latin typeface="Arial" panose="020B0604020202020204" pitchFamily="34" charset="0"/>
              <a:ea typeface="宋体" panose="02010600030101010101" pitchFamily="2" charset="-122"/>
            </a:endParaRPr>
          </a:p>
        </p:txBody>
      </p:sp>
      <p:sp>
        <p:nvSpPr>
          <p:cNvPr id="15" name="Rectangle 29">
            <a:extLst>
              <a:ext uri="{FF2B5EF4-FFF2-40B4-BE49-F238E27FC236}">
                <a16:creationId xmlns:a16="http://schemas.microsoft.com/office/drawing/2014/main" id="{3BCBDBCC-AA32-44D1-8883-35DF494FCB1C}"/>
              </a:ext>
            </a:extLst>
          </p:cNvPr>
          <p:cNvSpPr>
            <a:spLocks noChangeArrowheads="1"/>
          </p:cNvSpPr>
          <p:nvPr/>
        </p:nvSpPr>
        <p:spPr bwMode="auto">
          <a:xfrm>
            <a:off x="2700338" y="4278313"/>
            <a:ext cx="3168650" cy="142875"/>
          </a:xfrm>
          <a:prstGeom prst="rect">
            <a:avLst/>
          </a:prstGeom>
          <a:noFill/>
          <a:ln w="9525">
            <a:solidFill>
              <a:sysClr val="windowText" lastClr="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prstClr val="black"/>
              </a:solidFill>
              <a:effectLst/>
              <a:uLnTx/>
              <a:uFillTx/>
              <a:latin typeface="Arial" panose="020B0604020202020204" pitchFamily="34" charset="0"/>
              <a:ea typeface="宋体" panose="02010600030101010101" pitchFamily="2" charset="-122"/>
            </a:endParaRPr>
          </a:p>
        </p:txBody>
      </p:sp>
      <p:sp>
        <p:nvSpPr>
          <p:cNvPr id="16" name="Rectangle 30">
            <a:extLst>
              <a:ext uri="{FF2B5EF4-FFF2-40B4-BE49-F238E27FC236}">
                <a16:creationId xmlns:a16="http://schemas.microsoft.com/office/drawing/2014/main" id="{B7EF4F54-DB6B-4F91-927A-976A0EC3EEE6}"/>
              </a:ext>
            </a:extLst>
          </p:cNvPr>
          <p:cNvSpPr>
            <a:spLocks noChangeArrowheads="1"/>
          </p:cNvSpPr>
          <p:nvPr/>
        </p:nvSpPr>
        <p:spPr bwMode="auto">
          <a:xfrm>
            <a:off x="2700338" y="4425950"/>
            <a:ext cx="3168650" cy="142875"/>
          </a:xfrm>
          <a:prstGeom prst="rect">
            <a:avLst/>
          </a:prstGeom>
          <a:noFill/>
          <a:ln w="9525">
            <a:solidFill>
              <a:sysClr val="windowText" lastClr="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prstClr val="black"/>
              </a:solidFill>
              <a:effectLst/>
              <a:uLnTx/>
              <a:uFillTx/>
              <a:latin typeface="Arial" panose="020B0604020202020204" pitchFamily="34" charset="0"/>
              <a:ea typeface="宋体" panose="02010600030101010101" pitchFamily="2" charset="-122"/>
            </a:endParaRPr>
          </a:p>
        </p:txBody>
      </p:sp>
      <p:sp>
        <p:nvSpPr>
          <p:cNvPr id="17" name="Rectangle 31">
            <a:extLst>
              <a:ext uri="{FF2B5EF4-FFF2-40B4-BE49-F238E27FC236}">
                <a16:creationId xmlns:a16="http://schemas.microsoft.com/office/drawing/2014/main" id="{54FDD6B4-722F-4383-B5C0-B76494993500}"/>
              </a:ext>
            </a:extLst>
          </p:cNvPr>
          <p:cNvSpPr>
            <a:spLocks noChangeArrowheads="1"/>
          </p:cNvSpPr>
          <p:nvPr/>
        </p:nvSpPr>
        <p:spPr bwMode="auto">
          <a:xfrm>
            <a:off x="2700338" y="4568825"/>
            <a:ext cx="3168650" cy="142875"/>
          </a:xfrm>
          <a:prstGeom prst="rect">
            <a:avLst/>
          </a:prstGeom>
          <a:noFill/>
          <a:ln w="9525">
            <a:solidFill>
              <a:sysClr val="windowText" lastClr="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prstClr val="black"/>
              </a:solidFill>
              <a:effectLst/>
              <a:uLnTx/>
              <a:uFillTx/>
              <a:latin typeface="Arial" panose="020B0604020202020204" pitchFamily="34" charset="0"/>
              <a:ea typeface="宋体" panose="02010600030101010101" pitchFamily="2" charset="-122"/>
            </a:endParaRPr>
          </a:p>
        </p:txBody>
      </p:sp>
      <p:sp>
        <p:nvSpPr>
          <p:cNvPr id="18" name="Line 32">
            <a:extLst>
              <a:ext uri="{FF2B5EF4-FFF2-40B4-BE49-F238E27FC236}">
                <a16:creationId xmlns:a16="http://schemas.microsoft.com/office/drawing/2014/main" id="{D097110E-3084-46B5-9BC3-6E3E373D1646}"/>
              </a:ext>
            </a:extLst>
          </p:cNvPr>
          <p:cNvSpPr>
            <a:spLocks noChangeShapeType="1"/>
          </p:cNvSpPr>
          <p:nvPr/>
        </p:nvSpPr>
        <p:spPr bwMode="auto">
          <a:xfrm>
            <a:off x="2628900" y="1601788"/>
            <a:ext cx="792163" cy="792162"/>
          </a:xfrm>
          <a:prstGeom prst="line">
            <a:avLst/>
          </a:prstGeom>
          <a:noFill/>
          <a:ln w="19050">
            <a:solidFill>
              <a:srgbClr val="000000"/>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solidFill>
                <a:prstClr val="black"/>
              </a:solidFill>
              <a:latin typeface="Calibri"/>
              <a:ea typeface="宋体" panose="02010600030101010101" pitchFamily="2" charset="-122"/>
            </a:endParaRPr>
          </a:p>
        </p:txBody>
      </p:sp>
      <p:sp>
        <p:nvSpPr>
          <p:cNvPr id="19" name="Line 33">
            <a:extLst>
              <a:ext uri="{FF2B5EF4-FFF2-40B4-BE49-F238E27FC236}">
                <a16:creationId xmlns:a16="http://schemas.microsoft.com/office/drawing/2014/main" id="{53C69F16-C78B-4C9E-AB6A-65649F574364}"/>
              </a:ext>
            </a:extLst>
          </p:cNvPr>
          <p:cNvSpPr>
            <a:spLocks noChangeShapeType="1"/>
          </p:cNvSpPr>
          <p:nvPr/>
        </p:nvSpPr>
        <p:spPr bwMode="auto">
          <a:xfrm>
            <a:off x="4572000" y="4697413"/>
            <a:ext cx="865188" cy="865187"/>
          </a:xfrm>
          <a:prstGeom prst="line">
            <a:avLst/>
          </a:prstGeom>
          <a:noFill/>
          <a:ln w="19050">
            <a:solidFill>
              <a:srgbClr val="000000"/>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solidFill>
                <a:prstClr val="black"/>
              </a:solidFill>
              <a:latin typeface="Calibri"/>
              <a:ea typeface="宋体" panose="02010600030101010101" pitchFamily="2" charset="-122"/>
            </a:endParaRPr>
          </a:p>
        </p:txBody>
      </p:sp>
      <p:sp>
        <p:nvSpPr>
          <p:cNvPr id="20" name="Line 34">
            <a:extLst>
              <a:ext uri="{FF2B5EF4-FFF2-40B4-BE49-F238E27FC236}">
                <a16:creationId xmlns:a16="http://schemas.microsoft.com/office/drawing/2014/main" id="{B12C883F-D273-4311-B8E7-6F2E75C0A3B0}"/>
              </a:ext>
            </a:extLst>
          </p:cNvPr>
          <p:cNvSpPr>
            <a:spLocks noChangeShapeType="1"/>
          </p:cNvSpPr>
          <p:nvPr/>
        </p:nvSpPr>
        <p:spPr bwMode="auto">
          <a:xfrm>
            <a:off x="3421063" y="2393950"/>
            <a:ext cx="71437"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21" name="Line 35">
            <a:extLst>
              <a:ext uri="{FF2B5EF4-FFF2-40B4-BE49-F238E27FC236}">
                <a16:creationId xmlns:a16="http://schemas.microsoft.com/office/drawing/2014/main" id="{744D93A4-EC94-49A5-BC9A-2A679D72AE70}"/>
              </a:ext>
            </a:extLst>
          </p:cNvPr>
          <p:cNvSpPr>
            <a:spLocks noChangeShapeType="1"/>
          </p:cNvSpPr>
          <p:nvPr/>
        </p:nvSpPr>
        <p:spPr bwMode="auto">
          <a:xfrm>
            <a:off x="3492500" y="2538413"/>
            <a:ext cx="71438"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22" name="Line 36">
            <a:extLst>
              <a:ext uri="{FF2B5EF4-FFF2-40B4-BE49-F238E27FC236}">
                <a16:creationId xmlns:a16="http://schemas.microsoft.com/office/drawing/2014/main" id="{8BB55C6A-A33A-4A3D-A9A1-80BC5FB55D8F}"/>
              </a:ext>
            </a:extLst>
          </p:cNvPr>
          <p:cNvSpPr>
            <a:spLocks noChangeShapeType="1"/>
          </p:cNvSpPr>
          <p:nvPr/>
        </p:nvSpPr>
        <p:spPr bwMode="auto">
          <a:xfrm>
            <a:off x="3565525" y="2682875"/>
            <a:ext cx="71438"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23" name="Line 37">
            <a:extLst>
              <a:ext uri="{FF2B5EF4-FFF2-40B4-BE49-F238E27FC236}">
                <a16:creationId xmlns:a16="http://schemas.microsoft.com/office/drawing/2014/main" id="{D62F5DE4-DE86-457A-9A1D-26D40146953E}"/>
              </a:ext>
            </a:extLst>
          </p:cNvPr>
          <p:cNvSpPr>
            <a:spLocks noChangeShapeType="1"/>
          </p:cNvSpPr>
          <p:nvPr/>
        </p:nvSpPr>
        <p:spPr bwMode="auto">
          <a:xfrm>
            <a:off x="3636963" y="2825750"/>
            <a:ext cx="71437"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24" name="Line 38">
            <a:extLst>
              <a:ext uri="{FF2B5EF4-FFF2-40B4-BE49-F238E27FC236}">
                <a16:creationId xmlns:a16="http://schemas.microsoft.com/office/drawing/2014/main" id="{B8C79E8E-169A-4E52-968E-78E435591FAF}"/>
              </a:ext>
            </a:extLst>
          </p:cNvPr>
          <p:cNvSpPr>
            <a:spLocks noChangeShapeType="1"/>
          </p:cNvSpPr>
          <p:nvPr/>
        </p:nvSpPr>
        <p:spPr bwMode="auto">
          <a:xfrm>
            <a:off x="3708400" y="2970213"/>
            <a:ext cx="71438"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25" name="Line 39">
            <a:extLst>
              <a:ext uri="{FF2B5EF4-FFF2-40B4-BE49-F238E27FC236}">
                <a16:creationId xmlns:a16="http://schemas.microsoft.com/office/drawing/2014/main" id="{A6F74F6A-CE2D-44CA-9479-58D119E642C0}"/>
              </a:ext>
            </a:extLst>
          </p:cNvPr>
          <p:cNvSpPr>
            <a:spLocks noChangeShapeType="1"/>
          </p:cNvSpPr>
          <p:nvPr/>
        </p:nvSpPr>
        <p:spPr bwMode="auto">
          <a:xfrm>
            <a:off x="3781425" y="3114675"/>
            <a:ext cx="71438"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26" name="Line 40">
            <a:extLst>
              <a:ext uri="{FF2B5EF4-FFF2-40B4-BE49-F238E27FC236}">
                <a16:creationId xmlns:a16="http://schemas.microsoft.com/office/drawing/2014/main" id="{0E28E58D-F6A6-4F3E-8401-7BB451554070}"/>
              </a:ext>
            </a:extLst>
          </p:cNvPr>
          <p:cNvSpPr>
            <a:spLocks noChangeShapeType="1"/>
          </p:cNvSpPr>
          <p:nvPr/>
        </p:nvSpPr>
        <p:spPr bwMode="auto">
          <a:xfrm>
            <a:off x="3852863" y="3257550"/>
            <a:ext cx="71437"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27" name="Line 41">
            <a:extLst>
              <a:ext uri="{FF2B5EF4-FFF2-40B4-BE49-F238E27FC236}">
                <a16:creationId xmlns:a16="http://schemas.microsoft.com/office/drawing/2014/main" id="{D1FD012F-EBA5-4EA4-AB28-BDB32A8FC67D}"/>
              </a:ext>
            </a:extLst>
          </p:cNvPr>
          <p:cNvSpPr>
            <a:spLocks noChangeShapeType="1"/>
          </p:cNvSpPr>
          <p:nvPr/>
        </p:nvSpPr>
        <p:spPr bwMode="auto">
          <a:xfrm>
            <a:off x="3924300" y="3402013"/>
            <a:ext cx="71438"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28" name="Line 42">
            <a:extLst>
              <a:ext uri="{FF2B5EF4-FFF2-40B4-BE49-F238E27FC236}">
                <a16:creationId xmlns:a16="http://schemas.microsoft.com/office/drawing/2014/main" id="{C99422B6-EBC9-4129-AA66-CC0E67604932}"/>
              </a:ext>
            </a:extLst>
          </p:cNvPr>
          <p:cNvSpPr>
            <a:spLocks noChangeShapeType="1"/>
          </p:cNvSpPr>
          <p:nvPr/>
        </p:nvSpPr>
        <p:spPr bwMode="auto">
          <a:xfrm>
            <a:off x="3997325" y="3546475"/>
            <a:ext cx="71438"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29" name="Line 43">
            <a:extLst>
              <a:ext uri="{FF2B5EF4-FFF2-40B4-BE49-F238E27FC236}">
                <a16:creationId xmlns:a16="http://schemas.microsoft.com/office/drawing/2014/main" id="{53519677-C72E-4166-88C0-A8B9381A029E}"/>
              </a:ext>
            </a:extLst>
          </p:cNvPr>
          <p:cNvSpPr>
            <a:spLocks noChangeShapeType="1"/>
          </p:cNvSpPr>
          <p:nvPr/>
        </p:nvSpPr>
        <p:spPr bwMode="auto">
          <a:xfrm>
            <a:off x="4068763" y="3689350"/>
            <a:ext cx="71437"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30" name="Line 44">
            <a:extLst>
              <a:ext uri="{FF2B5EF4-FFF2-40B4-BE49-F238E27FC236}">
                <a16:creationId xmlns:a16="http://schemas.microsoft.com/office/drawing/2014/main" id="{3D244273-4E83-480C-948C-9B884C5AC79D}"/>
              </a:ext>
            </a:extLst>
          </p:cNvPr>
          <p:cNvSpPr>
            <a:spLocks noChangeShapeType="1"/>
          </p:cNvSpPr>
          <p:nvPr/>
        </p:nvSpPr>
        <p:spPr bwMode="auto">
          <a:xfrm>
            <a:off x="4140200" y="3833813"/>
            <a:ext cx="71438"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31" name="Line 45">
            <a:extLst>
              <a:ext uri="{FF2B5EF4-FFF2-40B4-BE49-F238E27FC236}">
                <a16:creationId xmlns:a16="http://schemas.microsoft.com/office/drawing/2014/main" id="{DFEA7902-AB17-43DB-B3A3-577743ECE971}"/>
              </a:ext>
            </a:extLst>
          </p:cNvPr>
          <p:cNvSpPr>
            <a:spLocks noChangeShapeType="1"/>
          </p:cNvSpPr>
          <p:nvPr/>
        </p:nvSpPr>
        <p:spPr bwMode="auto">
          <a:xfrm>
            <a:off x="4213225" y="3978275"/>
            <a:ext cx="71438"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32" name="Line 46">
            <a:extLst>
              <a:ext uri="{FF2B5EF4-FFF2-40B4-BE49-F238E27FC236}">
                <a16:creationId xmlns:a16="http://schemas.microsoft.com/office/drawing/2014/main" id="{8A5AA05B-14E3-4FDA-B639-353D9C714302}"/>
              </a:ext>
            </a:extLst>
          </p:cNvPr>
          <p:cNvSpPr>
            <a:spLocks noChangeShapeType="1"/>
          </p:cNvSpPr>
          <p:nvPr/>
        </p:nvSpPr>
        <p:spPr bwMode="auto">
          <a:xfrm>
            <a:off x="4284663" y="4122738"/>
            <a:ext cx="71437"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33" name="Line 47">
            <a:extLst>
              <a:ext uri="{FF2B5EF4-FFF2-40B4-BE49-F238E27FC236}">
                <a16:creationId xmlns:a16="http://schemas.microsoft.com/office/drawing/2014/main" id="{DF1AC4FA-3FB5-4B31-886B-3ED362ACDED8}"/>
              </a:ext>
            </a:extLst>
          </p:cNvPr>
          <p:cNvSpPr>
            <a:spLocks noChangeShapeType="1"/>
          </p:cNvSpPr>
          <p:nvPr/>
        </p:nvSpPr>
        <p:spPr bwMode="auto">
          <a:xfrm>
            <a:off x="4356100" y="4267200"/>
            <a:ext cx="71438"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34" name="Line 48">
            <a:extLst>
              <a:ext uri="{FF2B5EF4-FFF2-40B4-BE49-F238E27FC236}">
                <a16:creationId xmlns:a16="http://schemas.microsoft.com/office/drawing/2014/main" id="{CF426781-BDFC-447D-ACBE-7BB37D5A1B6A}"/>
              </a:ext>
            </a:extLst>
          </p:cNvPr>
          <p:cNvSpPr>
            <a:spLocks noChangeShapeType="1"/>
          </p:cNvSpPr>
          <p:nvPr/>
        </p:nvSpPr>
        <p:spPr bwMode="auto">
          <a:xfrm>
            <a:off x="4429125" y="4411663"/>
            <a:ext cx="71438"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35" name="Line 49">
            <a:extLst>
              <a:ext uri="{FF2B5EF4-FFF2-40B4-BE49-F238E27FC236}">
                <a16:creationId xmlns:a16="http://schemas.microsoft.com/office/drawing/2014/main" id="{17E83126-B767-42BA-995A-503A286328B6}"/>
              </a:ext>
            </a:extLst>
          </p:cNvPr>
          <p:cNvSpPr>
            <a:spLocks noChangeShapeType="1"/>
          </p:cNvSpPr>
          <p:nvPr/>
        </p:nvSpPr>
        <p:spPr bwMode="auto">
          <a:xfrm>
            <a:off x="4500563" y="4554538"/>
            <a:ext cx="71437"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36" name="Line 50">
            <a:extLst>
              <a:ext uri="{FF2B5EF4-FFF2-40B4-BE49-F238E27FC236}">
                <a16:creationId xmlns:a16="http://schemas.microsoft.com/office/drawing/2014/main" id="{5C6D59D3-1C2A-4D06-A097-266AAFE77786}"/>
              </a:ext>
            </a:extLst>
          </p:cNvPr>
          <p:cNvSpPr>
            <a:spLocks noChangeShapeType="1"/>
          </p:cNvSpPr>
          <p:nvPr/>
        </p:nvSpPr>
        <p:spPr bwMode="auto">
          <a:xfrm flipV="1">
            <a:off x="3492500" y="2393950"/>
            <a:ext cx="71438"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37" name="Line 51">
            <a:extLst>
              <a:ext uri="{FF2B5EF4-FFF2-40B4-BE49-F238E27FC236}">
                <a16:creationId xmlns:a16="http://schemas.microsoft.com/office/drawing/2014/main" id="{88FEAAF7-1697-49A1-81AD-BF0F34CE0FF4}"/>
              </a:ext>
            </a:extLst>
          </p:cNvPr>
          <p:cNvSpPr>
            <a:spLocks noChangeShapeType="1"/>
          </p:cNvSpPr>
          <p:nvPr/>
        </p:nvSpPr>
        <p:spPr bwMode="auto">
          <a:xfrm flipV="1">
            <a:off x="3563938" y="2536825"/>
            <a:ext cx="71437"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38" name="Line 52">
            <a:extLst>
              <a:ext uri="{FF2B5EF4-FFF2-40B4-BE49-F238E27FC236}">
                <a16:creationId xmlns:a16="http://schemas.microsoft.com/office/drawing/2014/main" id="{19CA80A5-3831-4197-A243-13A0466358F9}"/>
              </a:ext>
            </a:extLst>
          </p:cNvPr>
          <p:cNvSpPr>
            <a:spLocks noChangeShapeType="1"/>
          </p:cNvSpPr>
          <p:nvPr/>
        </p:nvSpPr>
        <p:spPr bwMode="auto">
          <a:xfrm flipV="1">
            <a:off x="3636963" y="2393950"/>
            <a:ext cx="71437"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39" name="Line 53">
            <a:extLst>
              <a:ext uri="{FF2B5EF4-FFF2-40B4-BE49-F238E27FC236}">
                <a16:creationId xmlns:a16="http://schemas.microsoft.com/office/drawing/2014/main" id="{03106FC8-714E-4B74-9E15-3010CB859AD0}"/>
              </a:ext>
            </a:extLst>
          </p:cNvPr>
          <p:cNvSpPr>
            <a:spLocks noChangeShapeType="1"/>
          </p:cNvSpPr>
          <p:nvPr/>
        </p:nvSpPr>
        <p:spPr bwMode="auto">
          <a:xfrm flipV="1">
            <a:off x="3395663" y="1817688"/>
            <a:ext cx="600075" cy="593725"/>
          </a:xfrm>
          <a:prstGeom prst="line">
            <a:avLst/>
          </a:prstGeom>
          <a:noFill/>
          <a:ln w="19050">
            <a:solidFill>
              <a:srgbClr val="000000"/>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solidFill>
                <a:prstClr val="black"/>
              </a:solidFill>
              <a:latin typeface="Calibri"/>
              <a:ea typeface="宋体" panose="02010600030101010101" pitchFamily="2" charset="-122"/>
            </a:endParaRPr>
          </a:p>
        </p:txBody>
      </p:sp>
      <p:sp>
        <p:nvSpPr>
          <p:cNvPr id="40" name="Line 54">
            <a:extLst>
              <a:ext uri="{FF2B5EF4-FFF2-40B4-BE49-F238E27FC236}">
                <a16:creationId xmlns:a16="http://schemas.microsoft.com/office/drawing/2014/main" id="{20E54793-5EA1-435C-9643-6FDC097F3CFF}"/>
              </a:ext>
            </a:extLst>
          </p:cNvPr>
          <p:cNvSpPr>
            <a:spLocks noChangeShapeType="1"/>
          </p:cNvSpPr>
          <p:nvPr/>
        </p:nvSpPr>
        <p:spPr bwMode="auto">
          <a:xfrm flipV="1">
            <a:off x="3563938" y="1817688"/>
            <a:ext cx="600075" cy="593725"/>
          </a:xfrm>
          <a:prstGeom prst="line">
            <a:avLst/>
          </a:prstGeom>
          <a:noFill/>
          <a:ln w="19050">
            <a:solidFill>
              <a:srgbClr val="000000"/>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solidFill>
                <a:prstClr val="black"/>
              </a:solidFill>
              <a:latin typeface="Calibri"/>
              <a:ea typeface="宋体" panose="02010600030101010101" pitchFamily="2" charset="-122"/>
            </a:endParaRPr>
          </a:p>
        </p:txBody>
      </p:sp>
      <p:sp>
        <p:nvSpPr>
          <p:cNvPr id="41" name="Line 55">
            <a:extLst>
              <a:ext uri="{FF2B5EF4-FFF2-40B4-BE49-F238E27FC236}">
                <a16:creationId xmlns:a16="http://schemas.microsoft.com/office/drawing/2014/main" id="{500A1A1B-3FCF-4E92-9D6F-42C7A2EB831E}"/>
              </a:ext>
            </a:extLst>
          </p:cNvPr>
          <p:cNvSpPr>
            <a:spLocks noChangeShapeType="1"/>
          </p:cNvSpPr>
          <p:nvPr/>
        </p:nvSpPr>
        <p:spPr bwMode="auto">
          <a:xfrm flipV="1">
            <a:off x="3708400" y="1817688"/>
            <a:ext cx="600075" cy="593725"/>
          </a:xfrm>
          <a:prstGeom prst="line">
            <a:avLst/>
          </a:prstGeom>
          <a:noFill/>
          <a:ln w="19050">
            <a:solidFill>
              <a:srgbClr val="000000"/>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solidFill>
                <a:prstClr val="black"/>
              </a:solidFill>
              <a:latin typeface="Calibri"/>
              <a:ea typeface="宋体" panose="02010600030101010101" pitchFamily="2" charset="-122"/>
            </a:endParaRPr>
          </a:p>
        </p:txBody>
      </p:sp>
      <p:sp>
        <p:nvSpPr>
          <p:cNvPr id="42" name="Line 56">
            <a:extLst>
              <a:ext uri="{FF2B5EF4-FFF2-40B4-BE49-F238E27FC236}">
                <a16:creationId xmlns:a16="http://schemas.microsoft.com/office/drawing/2014/main" id="{483D2723-CB38-4405-B617-01C8C30E9389}"/>
              </a:ext>
            </a:extLst>
          </p:cNvPr>
          <p:cNvSpPr>
            <a:spLocks noChangeShapeType="1"/>
          </p:cNvSpPr>
          <p:nvPr/>
        </p:nvSpPr>
        <p:spPr bwMode="auto">
          <a:xfrm flipV="1">
            <a:off x="3852863" y="1817688"/>
            <a:ext cx="600075" cy="593725"/>
          </a:xfrm>
          <a:prstGeom prst="line">
            <a:avLst/>
          </a:prstGeom>
          <a:noFill/>
          <a:ln w="19050">
            <a:solidFill>
              <a:srgbClr val="000000"/>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solidFill>
                <a:prstClr val="black"/>
              </a:solidFill>
              <a:latin typeface="Calibri"/>
              <a:ea typeface="宋体" panose="02010600030101010101" pitchFamily="2" charset="-122"/>
            </a:endParaRPr>
          </a:p>
        </p:txBody>
      </p:sp>
      <p:sp>
        <p:nvSpPr>
          <p:cNvPr id="43" name="Line 57">
            <a:extLst>
              <a:ext uri="{FF2B5EF4-FFF2-40B4-BE49-F238E27FC236}">
                <a16:creationId xmlns:a16="http://schemas.microsoft.com/office/drawing/2014/main" id="{1FD5FE7D-D330-402D-9ABE-347FC7941530}"/>
              </a:ext>
            </a:extLst>
          </p:cNvPr>
          <p:cNvSpPr>
            <a:spLocks noChangeShapeType="1"/>
          </p:cNvSpPr>
          <p:nvPr/>
        </p:nvSpPr>
        <p:spPr bwMode="auto">
          <a:xfrm flipV="1">
            <a:off x="3636963" y="2682875"/>
            <a:ext cx="71437"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44" name="Line 58">
            <a:extLst>
              <a:ext uri="{FF2B5EF4-FFF2-40B4-BE49-F238E27FC236}">
                <a16:creationId xmlns:a16="http://schemas.microsoft.com/office/drawing/2014/main" id="{F74B6BDD-2182-4D8E-823D-4DB5CF0B803C}"/>
              </a:ext>
            </a:extLst>
          </p:cNvPr>
          <p:cNvSpPr>
            <a:spLocks noChangeShapeType="1"/>
          </p:cNvSpPr>
          <p:nvPr/>
        </p:nvSpPr>
        <p:spPr bwMode="auto">
          <a:xfrm flipV="1">
            <a:off x="3709988" y="2540000"/>
            <a:ext cx="71437"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45" name="Line 59">
            <a:extLst>
              <a:ext uri="{FF2B5EF4-FFF2-40B4-BE49-F238E27FC236}">
                <a16:creationId xmlns:a16="http://schemas.microsoft.com/office/drawing/2014/main" id="{072B510B-1FD5-4A0E-AAF9-1AA6A1A0D520}"/>
              </a:ext>
            </a:extLst>
          </p:cNvPr>
          <p:cNvSpPr>
            <a:spLocks noChangeShapeType="1"/>
          </p:cNvSpPr>
          <p:nvPr/>
        </p:nvSpPr>
        <p:spPr bwMode="auto">
          <a:xfrm flipV="1">
            <a:off x="3779838" y="2393950"/>
            <a:ext cx="71437"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46" name="Line 60">
            <a:extLst>
              <a:ext uri="{FF2B5EF4-FFF2-40B4-BE49-F238E27FC236}">
                <a16:creationId xmlns:a16="http://schemas.microsoft.com/office/drawing/2014/main" id="{34E9938D-B125-4CF4-A084-D73D5713A1C3}"/>
              </a:ext>
            </a:extLst>
          </p:cNvPr>
          <p:cNvSpPr>
            <a:spLocks noChangeShapeType="1"/>
          </p:cNvSpPr>
          <p:nvPr/>
        </p:nvSpPr>
        <p:spPr bwMode="auto">
          <a:xfrm flipV="1">
            <a:off x="3708400" y="2827338"/>
            <a:ext cx="71438"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47" name="Line 61">
            <a:extLst>
              <a:ext uri="{FF2B5EF4-FFF2-40B4-BE49-F238E27FC236}">
                <a16:creationId xmlns:a16="http://schemas.microsoft.com/office/drawing/2014/main" id="{B5D3333B-FEBE-452E-8419-540607611E3F}"/>
              </a:ext>
            </a:extLst>
          </p:cNvPr>
          <p:cNvSpPr>
            <a:spLocks noChangeShapeType="1"/>
          </p:cNvSpPr>
          <p:nvPr/>
        </p:nvSpPr>
        <p:spPr bwMode="auto">
          <a:xfrm flipV="1">
            <a:off x="3781425" y="2684463"/>
            <a:ext cx="71438"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48" name="Line 62">
            <a:extLst>
              <a:ext uri="{FF2B5EF4-FFF2-40B4-BE49-F238E27FC236}">
                <a16:creationId xmlns:a16="http://schemas.microsoft.com/office/drawing/2014/main" id="{99CEEA67-9162-4925-90F5-4767C3065CCF}"/>
              </a:ext>
            </a:extLst>
          </p:cNvPr>
          <p:cNvSpPr>
            <a:spLocks noChangeShapeType="1"/>
          </p:cNvSpPr>
          <p:nvPr/>
        </p:nvSpPr>
        <p:spPr bwMode="auto">
          <a:xfrm flipV="1">
            <a:off x="3851275" y="2538413"/>
            <a:ext cx="71438"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49" name="Line 63">
            <a:extLst>
              <a:ext uri="{FF2B5EF4-FFF2-40B4-BE49-F238E27FC236}">
                <a16:creationId xmlns:a16="http://schemas.microsoft.com/office/drawing/2014/main" id="{4D6DF596-03D8-4329-91BA-18F246215299}"/>
              </a:ext>
            </a:extLst>
          </p:cNvPr>
          <p:cNvSpPr>
            <a:spLocks noChangeShapeType="1"/>
          </p:cNvSpPr>
          <p:nvPr/>
        </p:nvSpPr>
        <p:spPr bwMode="auto">
          <a:xfrm flipV="1">
            <a:off x="3779838" y="2970213"/>
            <a:ext cx="71437"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50" name="Line 64">
            <a:extLst>
              <a:ext uri="{FF2B5EF4-FFF2-40B4-BE49-F238E27FC236}">
                <a16:creationId xmlns:a16="http://schemas.microsoft.com/office/drawing/2014/main" id="{B0A659DD-DEAE-41CD-821F-D9F25821C53D}"/>
              </a:ext>
            </a:extLst>
          </p:cNvPr>
          <p:cNvSpPr>
            <a:spLocks noChangeShapeType="1"/>
          </p:cNvSpPr>
          <p:nvPr/>
        </p:nvSpPr>
        <p:spPr bwMode="auto">
          <a:xfrm flipV="1">
            <a:off x="3852863" y="2827338"/>
            <a:ext cx="71437"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51" name="Line 65">
            <a:extLst>
              <a:ext uri="{FF2B5EF4-FFF2-40B4-BE49-F238E27FC236}">
                <a16:creationId xmlns:a16="http://schemas.microsoft.com/office/drawing/2014/main" id="{3AC937FF-003D-4188-B36E-DF486CAA70C5}"/>
              </a:ext>
            </a:extLst>
          </p:cNvPr>
          <p:cNvSpPr>
            <a:spLocks noChangeShapeType="1"/>
          </p:cNvSpPr>
          <p:nvPr/>
        </p:nvSpPr>
        <p:spPr bwMode="auto">
          <a:xfrm flipV="1">
            <a:off x="3922713" y="2681288"/>
            <a:ext cx="71437"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52" name="Line 66">
            <a:extLst>
              <a:ext uri="{FF2B5EF4-FFF2-40B4-BE49-F238E27FC236}">
                <a16:creationId xmlns:a16="http://schemas.microsoft.com/office/drawing/2014/main" id="{9D38A23F-8014-4516-983F-DA76ED35C03F}"/>
              </a:ext>
            </a:extLst>
          </p:cNvPr>
          <p:cNvSpPr>
            <a:spLocks noChangeShapeType="1"/>
          </p:cNvSpPr>
          <p:nvPr/>
        </p:nvSpPr>
        <p:spPr bwMode="auto">
          <a:xfrm flipV="1">
            <a:off x="3852863" y="3114675"/>
            <a:ext cx="71437"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53" name="Line 67">
            <a:extLst>
              <a:ext uri="{FF2B5EF4-FFF2-40B4-BE49-F238E27FC236}">
                <a16:creationId xmlns:a16="http://schemas.microsoft.com/office/drawing/2014/main" id="{D0F38954-2F09-4E71-8A43-A55D31F9A432}"/>
              </a:ext>
            </a:extLst>
          </p:cNvPr>
          <p:cNvSpPr>
            <a:spLocks noChangeShapeType="1"/>
          </p:cNvSpPr>
          <p:nvPr/>
        </p:nvSpPr>
        <p:spPr bwMode="auto">
          <a:xfrm flipV="1">
            <a:off x="3925888" y="2971800"/>
            <a:ext cx="71437"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54" name="Line 68">
            <a:extLst>
              <a:ext uri="{FF2B5EF4-FFF2-40B4-BE49-F238E27FC236}">
                <a16:creationId xmlns:a16="http://schemas.microsoft.com/office/drawing/2014/main" id="{5A9ABA42-0088-43B1-9B79-6F603B0898B9}"/>
              </a:ext>
            </a:extLst>
          </p:cNvPr>
          <p:cNvSpPr>
            <a:spLocks noChangeShapeType="1"/>
          </p:cNvSpPr>
          <p:nvPr/>
        </p:nvSpPr>
        <p:spPr bwMode="auto">
          <a:xfrm flipV="1">
            <a:off x="3995738" y="2825750"/>
            <a:ext cx="71437"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55" name="Line 69">
            <a:extLst>
              <a:ext uri="{FF2B5EF4-FFF2-40B4-BE49-F238E27FC236}">
                <a16:creationId xmlns:a16="http://schemas.microsoft.com/office/drawing/2014/main" id="{C4F7AB1F-E057-46B8-A988-59C8BB4DC910}"/>
              </a:ext>
            </a:extLst>
          </p:cNvPr>
          <p:cNvSpPr>
            <a:spLocks noChangeShapeType="1"/>
          </p:cNvSpPr>
          <p:nvPr/>
        </p:nvSpPr>
        <p:spPr bwMode="auto">
          <a:xfrm flipV="1">
            <a:off x="3925888" y="3259138"/>
            <a:ext cx="71437"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56" name="Line 70">
            <a:extLst>
              <a:ext uri="{FF2B5EF4-FFF2-40B4-BE49-F238E27FC236}">
                <a16:creationId xmlns:a16="http://schemas.microsoft.com/office/drawing/2014/main" id="{858CCF54-CF9E-4F4A-9618-1C0A0D6B43C1}"/>
              </a:ext>
            </a:extLst>
          </p:cNvPr>
          <p:cNvSpPr>
            <a:spLocks noChangeShapeType="1"/>
          </p:cNvSpPr>
          <p:nvPr/>
        </p:nvSpPr>
        <p:spPr bwMode="auto">
          <a:xfrm flipV="1">
            <a:off x="3998913" y="3116263"/>
            <a:ext cx="71437"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57" name="Line 71">
            <a:extLst>
              <a:ext uri="{FF2B5EF4-FFF2-40B4-BE49-F238E27FC236}">
                <a16:creationId xmlns:a16="http://schemas.microsoft.com/office/drawing/2014/main" id="{C1419A28-D74D-4B59-BEBC-3F73FEA6B60C}"/>
              </a:ext>
            </a:extLst>
          </p:cNvPr>
          <p:cNvSpPr>
            <a:spLocks noChangeShapeType="1"/>
          </p:cNvSpPr>
          <p:nvPr/>
        </p:nvSpPr>
        <p:spPr bwMode="auto">
          <a:xfrm flipV="1">
            <a:off x="4068763" y="2970213"/>
            <a:ext cx="71437"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58" name="Line 72">
            <a:extLst>
              <a:ext uri="{FF2B5EF4-FFF2-40B4-BE49-F238E27FC236}">
                <a16:creationId xmlns:a16="http://schemas.microsoft.com/office/drawing/2014/main" id="{2C6E22E5-0B42-4439-A476-F2B5C295F282}"/>
              </a:ext>
            </a:extLst>
          </p:cNvPr>
          <p:cNvSpPr>
            <a:spLocks noChangeShapeType="1"/>
          </p:cNvSpPr>
          <p:nvPr/>
        </p:nvSpPr>
        <p:spPr bwMode="auto">
          <a:xfrm flipV="1">
            <a:off x="3995738" y="3402013"/>
            <a:ext cx="71437"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59" name="Line 73">
            <a:extLst>
              <a:ext uri="{FF2B5EF4-FFF2-40B4-BE49-F238E27FC236}">
                <a16:creationId xmlns:a16="http://schemas.microsoft.com/office/drawing/2014/main" id="{EB6AC46A-4FFF-4739-97B8-27D85C14F232}"/>
              </a:ext>
            </a:extLst>
          </p:cNvPr>
          <p:cNvSpPr>
            <a:spLocks noChangeShapeType="1"/>
          </p:cNvSpPr>
          <p:nvPr/>
        </p:nvSpPr>
        <p:spPr bwMode="auto">
          <a:xfrm flipV="1">
            <a:off x="4068763" y="3259138"/>
            <a:ext cx="71437"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60" name="Line 74">
            <a:extLst>
              <a:ext uri="{FF2B5EF4-FFF2-40B4-BE49-F238E27FC236}">
                <a16:creationId xmlns:a16="http://schemas.microsoft.com/office/drawing/2014/main" id="{3AC77503-8B38-425D-B698-AC2A2386480C}"/>
              </a:ext>
            </a:extLst>
          </p:cNvPr>
          <p:cNvSpPr>
            <a:spLocks noChangeShapeType="1"/>
          </p:cNvSpPr>
          <p:nvPr/>
        </p:nvSpPr>
        <p:spPr bwMode="auto">
          <a:xfrm flipV="1">
            <a:off x="4138613" y="3113088"/>
            <a:ext cx="71437"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61" name="Line 75">
            <a:extLst>
              <a:ext uri="{FF2B5EF4-FFF2-40B4-BE49-F238E27FC236}">
                <a16:creationId xmlns:a16="http://schemas.microsoft.com/office/drawing/2014/main" id="{4E77E128-1717-49B5-855F-25D668FE197E}"/>
              </a:ext>
            </a:extLst>
          </p:cNvPr>
          <p:cNvSpPr>
            <a:spLocks noChangeShapeType="1"/>
          </p:cNvSpPr>
          <p:nvPr/>
        </p:nvSpPr>
        <p:spPr bwMode="auto">
          <a:xfrm flipV="1">
            <a:off x="3997325" y="2538413"/>
            <a:ext cx="71438"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62" name="Line 76">
            <a:extLst>
              <a:ext uri="{FF2B5EF4-FFF2-40B4-BE49-F238E27FC236}">
                <a16:creationId xmlns:a16="http://schemas.microsoft.com/office/drawing/2014/main" id="{1B615C8D-FBE5-4CF6-BBB0-DF5074750412}"/>
              </a:ext>
            </a:extLst>
          </p:cNvPr>
          <p:cNvSpPr>
            <a:spLocks noChangeShapeType="1"/>
          </p:cNvSpPr>
          <p:nvPr/>
        </p:nvSpPr>
        <p:spPr bwMode="auto">
          <a:xfrm flipV="1">
            <a:off x="4070350" y="2395538"/>
            <a:ext cx="71438"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63" name="Line 77">
            <a:extLst>
              <a:ext uri="{FF2B5EF4-FFF2-40B4-BE49-F238E27FC236}">
                <a16:creationId xmlns:a16="http://schemas.microsoft.com/office/drawing/2014/main" id="{5050969C-1B8D-42DC-B44C-84D6634AA804}"/>
              </a:ext>
            </a:extLst>
          </p:cNvPr>
          <p:cNvSpPr>
            <a:spLocks noChangeShapeType="1"/>
          </p:cNvSpPr>
          <p:nvPr/>
        </p:nvSpPr>
        <p:spPr bwMode="auto">
          <a:xfrm flipV="1">
            <a:off x="4070350" y="2682875"/>
            <a:ext cx="71438"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64" name="Line 78">
            <a:extLst>
              <a:ext uri="{FF2B5EF4-FFF2-40B4-BE49-F238E27FC236}">
                <a16:creationId xmlns:a16="http://schemas.microsoft.com/office/drawing/2014/main" id="{C3BF64E9-BFB7-4A5A-B245-DC61481E8982}"/>
              </a:ext>
            </a:extLst>
          </p:cNvPr>
          <p:cNvSpPr>
            <a:spLocks noChangeShapeType="1"/>
          </p:cNvSpPr>
          <p:nvPr/>
        </p:nvSpPr>
        <p:spPr bwMode="auto">
          <a:xfrm flipV="1">
            <a:off x="4143375" y="2540000"/>
            <a:ext cx="71438"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65" name="Line 79">
            <a:extLst>
              <a:ext uri="{FF2B5EF4-FFF2-40B4-BE49-F238E27FC236}">
                <a16:creationId xmlns:a16="http://schemas.microsoft.com/office/drawing/2014/main" id="{031235FC-A967-4D5E-8460-7C2F3361B87A}"/>
              </a:ext>
            </a:extLst>
          </p:cNvPr>
          <p:cNvSpPr>
            <a:spLocks noChangeShapeType="1"/>
          </p:cNvSpPr>
          <p:nvPr/>
        </p:nvSpPr>
        <p:spPr bwMode="auto">
          <a:xfrm flipV="1">
            <a:off x="4213225" y="2393950"/>
            <a:ext cx="71438"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66" name="Line 80">
            <a:extLst>
              <a:ext uri="{FF2B5EF4-FFF2-40B4-BE49-F238E27FC236}">
                <a16:creationId xmlns:a16="http://schemas.microsoft.com/office/drawing/2014/main" id="{5A90ED77-29D7-4D70-9B84-C84D0841B84C}"/>
              </a:ext>
            </a:extLst>
          </p:cNvPr>
          <p:cNvSpPr>
            <a:spLocks noChangeShapeType="1"/>
          </p:cNvSpPr>
          <p:nvPr/>
        </p:nvSpPr>
        <p:spPr bwMode="auto">
          <a:xfrm flipV="1">
            <a:off x="4141788" y="2825750"/>
            <a:ext cx="71437"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67" name="Line 81">
            <a:extLst>
              <a:ext uri="{FF2B5EF4-FFF2-40B4-BE49-F238E27FC236}">
                <a16:creationId xmlns:a16="http://schemas.microsoft.com/office/drawing/2014/main" id="{CAA4DBE9-20B9-4B61-8C6F-62162F27A747}"/>
              </a:ext>
            </a:extLst>
          </p:cNvPr>
          <p:cNvSpPr>
            <a:spLocks noChangeShapeType="1"/>
          </p:cNvSpPr>
          <p:nvPr/>
        </p:nvSpPr>
        <p:spPr bwMode="auto">
          <a:xfrm flipV="1">
            <a:off x="4214813" y="2682875"/>
            <a:ext cx="71437"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68" name="Line 82">
            <a:extLst>
              <a:ext uri="{FF2B5EF4-FFF2-40B4-BE49-F238E27FC236}">
                <a16:creationId xmlns:a16="http://schemas.microsoft.com/office/drawing/2014/main" id="{CF413933-41E2-48F5-85E8-E570A578BFAA}"/>
              </a:ext>
            </a:extLst>
          </p:cNvPr>
          <p:cNvSpPr>
            <a:spLocks noChangeShapeType="1"/>
          </p:cNvSpPr>
          <p:nvPr/>
        </p:nvSpPr>
        <p:spPr bwMode="auto">
          <a:xfrm flipV="1">
            <a:off x="4284663" y="2536825"/>
            <a:ext cx="71437"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69" name="Line 83">
            <a:extLst>
              <a:ext uri="{FF2B5EF4-FFF2-40B4-BE49-F238E27FC236}">
                <a16:creationId xmlns:a16="http://schemas.microsoft.com/office/drawing/2014/main" id="{E4DD35A9-3B84-41A8-9C52-4CDFEB291FE6}"/>
              </a:ext>
            </a:extLst>
          </p:cNvPr>
          <p:cNvSpPr>
            <a:spLocks noChangeShapeType="1"/>
          </p:cNvSpPr>
          <p:nvPr/>
        </p:nvSpPr>
        <p:spPr bwMode="auto">
          <a:xfrm flipV="1">
            <a:off x="4211638" y="2970213"/>
            <a:ext cx="71437"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70" name="Line 84">
            <a:extLst>
              <a:ext uri="{FF2B5EF4-FFF2-40B4-BE49-F238E27FC236}">
                <a16:creationId xmlns:a16="http://schemas.microsoft.com/office/drawing/2014/main" id="{EA5A04AA-8C82-4EBD-82FB-0AEFC706085B}"/>
              </a:ext>
            </a:extLst>
          </p:cNvPr>
          <p:cNvSpPr>
            <a:spLocks noChangeShapeType="1"/>
          </p:cNvSpPr>
          <p:nvPr/>
        </p:nvSpPr>
        <p:spPr bwMode="auto">
          <a:xfrm flipV="1">
            <a:off x="4284663" y="2827338"/>
            <a:ext cx="71437"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71" name="Line 85">
            <a:extLst>
              <a:ext uri="{FF2B5EF4-FFF2-40B4-BE49-F238E27FC236}">
                <a16:creationId xmlns:a16="http://schemas.microsoft.com/office/drawing/2014/main" id="{05C5461D-F461-4DC7-AD27-F1EF379B004C}"/>
              </a:ext>
            </a:extLst>
          </p:cNvPr>
          <p:cNvSpPr>
            <a:spLocks noChangeShapeType="1"/>
          </p:cNvSpPr>
          <p:nvPr/>
        </p:nvSpPr>
        <p:spPr bwMode="auto">
          <a:xfrm flipV="1">
            <a:off x="4354513" y="2681288"/>
            <a:ext cx="71437"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72" name="Line 86">
            <a:extLst>
              <a:ext uri="{FF2B5EF4-FFF2-40B4-BE49-F238E27FC236}">
                <a16:creationId xmlns:a16="http://schemas.microsoft.com/office/drawing/2014/main" id="{EC3A1725-7DF1-4508-B129-EF0494C68A9A}"/>
              </a:ext>
            </a:extLst>
          </p:cNvPr>
          <p:cNvSpPr>
            <a:spLocks noChangeShapeType="1"/>
          </p:cNvSpPr>
          <p:nvPr/>
        </p:nvSpPr>
        <p:spPr bwMode="auto">
          <a:xfrm flipV="1">
            <a:off x="4068763" y="3546475"/>
            <a:ext cx="71437"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73" name="Line 87">
            <a:extLst>
              <a:ext uri="{FF2B5EF4-FFF2-40B4-BE49-F238E27FC236}">
                <a16:creationId xmlns:a16="http://schemas.microsoft.com/office/drawing/2014/main" id="{DD9E3AA2-689D-4350-A8F1-F3D0A9B1416B}"/>
              </a:ext>
            </a:extLst>
          </p:cNvPr>
          <p:cNvSpPr>
            <a:spLocks noChangeShapeType="1"/>
          </p:cNvSpPr>
          <p:nvPr/>
        </p:nvSpPr>
        <p:spPr bwMode="auto">
          <a:xfrm flipV="1">
            <a:off x="4141788" y="3403600"/>
            <a:ext cx="71437"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74" name="Line 88">
            <a:extLst>
              <a:ext uri="{FF2B5EF4-FFF2-40B4-BE49-F238E27FC236}">
                <a16:creationId xmlns:a16="http://schemas.microsoft.com/office/drawing/2014/main" id="{438338F7-5C43-4D72-8BB4-6EE6F2FB3ECE}"/>
              </a:ext>
            </a:extLst>
          </p:cNvPr>
          <p:cNvSpPr>
            <a:spLocks noChangeShapeType="1"/>
          </p:cNvSpPr>
          <p:nvPr/>
        </p:nvSpPr>
        <p:spPr bwMode="auto">
          <a:xfrm flipV="1">
            <a:off x="4211638" y="3257550"/>
            <a:ext cx="71437"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75" name="Line 89">
            <a:extLst>
              <a:ext uri="{FF2B5EF4-FFF2-40B4-BE49-F238E27FC236}">
                <a16:creationId xmlns:a16="http://schemas.microsoft.com/office/drawing/2014/main" id="{C3F09C9A-1855-4066-B97F-E644E21C3603}"/>
              </a:ext>
            </a:extLst>
          </p:cNvPr>
          <p:cNvSpPr>
            <a:spLocks noChangeShapeType="1"/>
          </p:cNvSpPr>
          <p:nvPr/>
        </p:nvSpPr>
        <p:spPr bwMode="auto">
          <a:xfrm flipV="1">
            <a:off x="4141788" y="3690938"/>
            <a:ext cx="71437"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76" name="Line 90">
            <a:extLst>
              <a:ext uri="{FF2B5EF4-FFF2-40B4-BE49-F238E27FC236}">
                <a16:creationId xmlns:a16="http://schemas.microsoft.com/office/drawing/2014/main" id="{F684B7C2-552E-4AE3-8127-AA1A44E78ACF}"/>
              </a:ext>
            </a:extLst>
          </p:cNvPr>
          <p:cNvSpPr>
            <a:spLocks noChangeShapeType="1"/>
          </p:cNvSpPr>
          <p:nvPr/>
        </p:nvSpPr>
        <p:spPr bwMode="auto">
          <a:xfrm flipV="1">
            <a:off x="4214813" y="3548063"/>
            <a:ext cx="71437"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77" name="Line 91">
            <a:extLst>
              <a:ext uri="{FF2B5EF4-FFF2-40B4-BE49-F238E27FC236}">
                <a16:creationId xmlns:a16="http://schemas.microsoft.com/office/drawing/2014/main" id="{6C70E414-2564-436D-BA02-08BDAB169EE7}"/>
              </a:ext>
            </a:extLst>
          </p:cNvPr>
          <p:cNvSpPr>
            <a:spLocks noChangeShapeType="1"/>
          </p:cNvSpPr>
          <p:nvPr/>
        </p:nvSpPr>
        <p:spPr bwMode="auto">
          <a:xfrm flipV="1">
            <a:off x="4284663" y="3402013"/>
            <a:ext cx="71437"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78" name="Line 92">
            <a:extLst>
              <a:ext uri="{FF2B5EF4-FFF2-40B4-BE49-F238E27FC236}">
                <a16:creationId xmlns:a16="http://schemas.microsoft.com/office/drawing/2014/main" id="{2F4CA9CB-23F9-4740-816C-3CB5FF5E5BBE}"/>
              </a:ext>
            </a:extLst>
          </p:cNvPr>
          <p:cNvSpPr>
            <a:spLocks noChangeShapeType="1"/>
          </p:cNvSpPr>
          <p:nvPr/>
        </p:nvSpPr>
        <p:spPr bwMode="auto">
          <a:xfrm flipV="1">
            <a:off x="4211638" y="3835400"/>
            <a:ext cx="71437"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79" name="Line 93">
            <a:extLst>
              <a:ext uri="{FF2B5EF4-FFF2-40B4-BE49-F238E27FC236}">
                <a16:creationId xmlns:a16="http://schemas.microsoft.com/office/drawing/2014/main" id="{841A753E-7100-4127-B7B7-9B892A57ABEE}"/>
              </a:ext>
            </a:extLst>
          </p:cNvPr>
          <p:cNvSpPr>
            <a:spLocks noChangeShapeType="1"/>
          </p:cNvSpPr>
          <p:nvPr/>
        </p:nvSpPr>
        <p:spPr bwMode="auto">
          <a:xfrm flipV="1">
            <a:off x="4284663" y="3692525"/>
            <a:ext cx="71437"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80" name="Line 94">
            <a:extLst>
              <a:ext uri="{FF2B5EF4-FFF2-40B4-BE49-F238E27FC236}">
                <a16:creationId xmlns:a16="http://schemas.microsoft.com/office/drawing/2014/main" id="{7976E457-4247-4C91-8053-A13C93A863A0}"/>
              </a:ext>
            </a:extLst>
          </p:cNvPr>
          <p:cNvSpPr>
            <a:spLocks noChangeShapeType="1"/>
          </p:cNvSpPr>
          <p:nvPr/>
        </p:nvSpPr>
        <p:spPr bwMode="auto">
          <a:xfrm flipV="1">
            <a:off x="4354513" y="3546475"/>
            <a:ext cx="71437"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81" name="Line 95">
            <a:extLst>
              <a:ext uri="{FF2B5EF4-FFF2-40B4-BE49-F238E27FC236}">
                <a16:creationId xmlns:a16="http://schemas.microsoft.com/office/drawing/2014/main" id="{010B1A33-7D73-4A27-9983-72494716C1AB}"/>
              </a:ext>
            </a:extLst>
          </p:cNvPr>
          <p:cNvSpPr>
            <a:spLocks noChangeShapeType="1"/>
          </p:cNvSpPr>
          <p:nvPr/>
        </p:nvSpPr>
        <p:spPr bwMode="auto">
          <a:xfrm flipV="1">
            <a:off x="4284663" y="3978275"/>
            <a:ext cx="71437"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82" name="Line 96">
            <a:extLst>
              <a:ext uri="{FF2B5EF4-FFF2-40B4-BE49-F238E27FC236}">
                <a16:creationId xmlns:a16="http://schemas.microsoft.com/office/drawing/2014/main" id="{729C7259-9184-4C59-992D-53F7BAE10F03}"/>
              </a:ext>
            </a:extLst>
          </p:cNvPr>
          <p:cNvSpPr>
            <a:spLocks noChangeShapeType="1"/>
          </p:cNvSpPr>
          <p:nvPr/>
        </p:nvSpPr>
        <p:spPr bwMode="auto">
          <a:xfrm flipV="1">
            <a:off x="4357688" y="3835400"/>
            <a:ext cx="71437"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83" name="Line 97">
            <a:extLst>
              <a:ext uri="{FF2B5EF4-FFF2-40B4-BE49-F238E27FC236}">
                <a16:creationId xmlns:a16="http://schemas.microsoft.com/office/drawing/2014/main" id="{FFC2C92D-C6B6-49A1-ACAC-14DCBBD0EADE}"/>
              </a:ext>
            </a:extLst>
          </p:cNvPr>
          <p:cNvSpPr>
            <a:spLocks noChangeShapeType="1"/>
          </p:cNvSpPr>
          <p:nvPr/>
        </p:nvSpPr>
        <p:spPr bwMode="auto">
          <a:xfrm flipV="1">
            <a:off x="4427538" y="3689350"/>
            <a:ext cx="71437"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84" name="Line 98">
            <a:extLst>
              <a:ext uri="{FF2B5EF4-FFF2-40B4-BE49-F238E27FC236}">
                <a16:creationId xmlns:a16="http://schemas.microsoft.com/office/drawing/2014/main" id="{6D16FD6D-E557-4B43-8E3A-AFABB3910E2A}"/>
              </a:ext>
            </a:extLst>
          </p:cNvPr>
          <p:cNvSpPr>
            <a:spLocks noChangeShapeType="1"/>
          </p:cNvSpPr>
          <p:nvPr/>
        </p:nvSpPr>
        <p:spPr bwMode="auto">
          <a:xfrm flipV="1">
            <a:off x="4356100" y="4122738"/>
            <a:ext cx="71438"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85" name="Line 99">
            <a:extLst>
              <a:ext uri="{FF2B5EF4-FFF2-40B4-BE49-F238E27FC236}">
                <a16:creationId xmlns:a16="http://schemas.microsoft.com/office/drawing/2014/main" id="{3485CFC7-3239-41EC-AEB1-A81631BB305B}"/>
              </a:ext>
            </a:extLst>
          </p:cNvPr>
          <p:cNvSpPr>
            <a:spLocks noChangeShapeType="1"/>
          </p:cNvSpPr>
          <p:nvPr/>
        </p:nvSpPr>
        <p:spPr bwMode="auto">
          <a:xfrm flipV="1">
            <a:off x="4429125" y="3979863"/>
            <a:ext cx="71438"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86" name="Line 100">
            <a:extLst>
              <a:ext uri="{FF2B5EF4-FFF2-40B4-BE49-F238E27FC236}">
                <a16:creationId xmlns:a16="http://schemas.microsoft.com/office/drawing/2014/main" id="{07D03097-B10F-49AC-9DA1-CB18EA737811}"/>
              </a:ext>
            </a:extLst>
          </p:cNvPr>
          <p:cNvSpPr>
            <a:spLocks noChangeShapeType="1"/>
          </p:cNvSpPr>
          <p:nvPr/>
        </p:nvSpPr>
        <p:spPr bwMode="auto">
          <a:xfrm flipV="1">
            <a:off x="4498975" y="3833813"/>
            <a:ext cx="71438"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87" name="Line 101">
            <a:extLst>
              <a:ext uri="{FF2B5EF4-FFF2-40B4-BE49-F238E27FC236}">
                <a16:creationId xmlns:a16="http://schemas.microsoft.com/office/drawing/2014/main" id="{B7B6D029-7B07-4094-8F8C-E8B57EC455E6}"/>
              </a:ext>
            </a:extLst>
          </p:cNvPr>
          <p:cNvSpPr>
            <a:spLocks noChangeShapeType="1"/>
          </p:cNvSpPr>
          <p:nvPr/>
        </p:nvSpPr>
        <p:spPr bwMode="auto">
          <a:xfrm flipV="1">
            <a:off x="4429125" y="4267200"/>
            <a:ext cx="71438"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88" name="Line 102">
            <a:extLst>
              <a:ext uri="{FF2B5EF4-FFF2-40B4-BE49-F238E27FC236}">
                <a16:creationId xmlns:a16="http://schemas.microsoft.com/office/drawing/2014/main" id="{79732F56-F9E3-47A3-9EE3-DFBD75018616}"/>
              </a:ext>
            </a:extLst>
          </p:cNvPr>
          <p:cNvSpPr>
            <a:spLocks noChangeShapeType="1"/>
          </p:cNvSpPr>
          <p:nvPr/>
        </p:nvSpPr>
        <p:spPr bwMode="auto">
          <a:xfrm flipV="1">
            <a:off x="4502150" y="4124325"/>
            <a:ext cx="71438"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89" name="Line 103">
            <a:extLst>
              <a:ext uri="{FF2B5EF4-FFF2-40B4-BE49-F238E27FC236}">
                <a16:creationId xmlns:a16="http://schemas.microsoft.com/office/drawing/2014/main" id="{AA168A63-CDFF-41F3-8428-A537C53B1D4B}"/>
              </a:ext>
            </a:extLst>
          </p:cNvPr>
          <p:cNvSpPr>
            <a:spLocks noChangeShapeType="1"/>
          </p:cNvSpPr>
          <p:nvPr/>
        </p:nvSpPr>
        <p:spPr bwMode="auto">
          <a:xfrm flipV="1">
            <a:off x="4572000" y="3978275"/>
            <a:ext cx="71438"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90" name="Line 104">
            <a:extLst>
              <a:ext uri="{FF2B5EF4-FFF2-40B4-BE49-F238E27FC236}">
                <a16:creationId xmlns:a16="http://schemas.microsoft.com/office/drawing/2014/main" id="{AD1F48D6-09DF-44D8-B6B6-D94EE6BB2396}"/>
              </a:ext>
            </a:extLst>
          </p:cNvPr>
          <p:cNvSpPr>
            <a:spLocks noChangeShapeType="1"/>
          </p:cNvSpPr>
          <p:nvPr/>
        </p:nvSpPr>
        <p:spPr bwMode="auto">
          <a:xfrm flipV="1">
            <a:off x="4500563" y="4410075"/>
            <a:ext cx="71437"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91" name="Line 105">
            <a:extLst>
              <a:ext uri="{FF2B5EF4-FFF2-40B4-BE49-F238E27FC236}">
                <a16:creationId xmlns:a16="http://schemas.microsoft.com/office/drawing/2014/main" id="{7B08632E-FDB6-4999-B7B4-310B71A8419C}"/>
              </a:ext>
            </a:extLst>
          </p:cNvPr>
          <p:cNvSpPr>
            <a:spLocks noChangeShapeType="1"/>
          </p:cNvSpPr>
          <p:nvPr/>
        </p:nvSpPr>
        <p:spPr bwMode="auto">
          <a:xfrm flipV="1">
            <a:off x="4573588" y="4267200"/>
            <a:ext cx="71437"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92" name="Line 106">
            <a:extLst>
              <a:ext uri="{FF2B5EF4-FFF2-40B4-BE49-F238E27FC236}">
                <a16:creationId xmlns:a16="http://schemas.microsoft.com/office/drawing/2014/main" id="{C8D01181-E0D9-4EC0-B28B-EF12C164178F}"/>
              </a:ext>
            </a:extLst>
          </p:cNvPr>
          <p:cNvSpPr>
            <a:spLocks noChangeShapeType="1"/>
          </p:cNvSpPr>
          <p:nvPr/>
        </p:nvSpPr>
        <p:spPr bwMode="auto">
          <a:xfrm flipV="1">
            <a:off x="4643438" y="4121150"/>
            <a:ext cx="71437"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93" name="Line 107">
            <a:extLst>
              <a:ext uri="{FF2B5EF4-FFF2-40B4-BE49-F238E27FC236}">
                <a16:creationId xmlns:a16="http://schemas.microsoft.com/office/drawing/2014/main" id="{563F4D4F-8BF6-46A3-943C-E91E208BAE0B}"/>
              </a:ext>
            </a:extLst>
          </p:cNvPr>
          <p:cNvSpPr>
            <a:spLocks noChangeShapeType="1"/>
          </p:cNvSpPr>
          <p:nvPr/>
        </p:nvSpPr>
        <p:spPr bwMode="auto">
          <a:xfrm flipV="1">
            <a:off x="4572000" y="4554538"/>
            <a:ext cx="71438"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94" name="Line 108">
            <a:extLst>
              <a:ext uri="{FF2B5EF4-FFF2-40B4-BE49-F238E27FC236}">
                <a16:creationId xmlns:a16="http://schemas.microsoft.com/office/drawing/2014/main" id="{6D0930EB-2667-4214-B294-DCA077B1F0C0}"/>
              </a:ext>
            </a:extLst>
          </p:cNvPr>
          <p:cNvSpPr>
            <a:spLocks noChangeShapeType="1"/>
          </p:cNvSpPr>
          <p:nvPr/>
        </p:nvSpPr>
        <p:spPr bwMode="auto">
          <a:xfrm flipV="1">
            <a:off x="4645025" y="4411663"/>
            <a:ext cx="71438"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95" name="Line 109">
            <a:extLst>
              <a:ext uri="{FF2B5EF4-FFF2-40B4-BE49-F238E27FC236}">
                <a16:creationId xmlns:a16="http://schemas.microsoft.com/office/drawing/2014/main" id="{B79D818A-14EF-4BC7-9A34-39288383443A}"/>
              </a:ext>
            </a:extLst>
          </p:cNvPr>
          <p:cNvSpPr>
            <a:spLocks noChangeShapeType="1"/>
          </p:cNvSpPr>
          <p:nvPr/>
        </p:nvSpPr>
        <p:spPr bwMode="auto">
          <a:xfrm flipV="1">
            <a:off x="4714875" y="4265613"/>
            <a:ext cx="71438"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96" name="Line 110">
            <a:extLst>
              <a:ext uri="{FF2B5EF4-FFF2-40B4-BE49-F238E27FC236}">
                <a16:creationId xmlns:a16="http://schemas.microsoft.com/office/drawing/2014/main" id="{D16B90EC-1337-449C-816B-0DB1B6AF2F42}"/>
              </a:ext>
            </a:extLst>
          </p:cNvPr>
          <p:cNvSpPr>
            <a:spLocks noChangeShapeType="1"/>
          </p:cNvSpPr>
          <p:nvPr/>
        </p:nvSpPr>
        <p:spPr bwMode="auto">
          <a:xfrm flipV="1">
            <a:off x="4284663" y="3114675"/>
            <a:ext cx="71437"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97" name="Line 111">
            <a:extLst>
              <a:ext uri="{FF2B5EF4-FFF2-40B4-BE49-F238E27FC236}">
                <a16:creationId xmlns:a16="http://schemas.microsoft.com/office/drawing/2014/main" id="{F50EBFB1-8448-460C-9D5F-75632D7085E0}"/>
              </a:ext>
            </a:extLst>
          </p:cNvPr>
          <p:cNvSpPr>
            <a:spLocks noChangeShapeType="1"/>
          </p:cNvSpPr>
          <p:nvPr/>
        </p:nvSpPr>
        <p:spPr bwMode="auto">
          <a:xfrm flipV="1">
            <a:off x="4357688" y="2971800"/>
            <a:ext cx="71437"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98" name="Line 112">
            <a:extLst>
              <a:ext uri="{FF2B5EF4-FFF2-40B4-BE49-F238E27FC236}">
                <a16:creationId xmlns:a16="http://schemas.microsoft.com/office/drawing/2014/main" id="{D3BA6982-1DDA-4FCA-98B0-8FCEC637DD68}"/>
              </a:ext>
            </a:extLst>
          </p:cNvPr>
          <p:cNvSpPr>
            <a:spLocks noChangeShapeType="1"/>
          </p:cNvSpPr>
          <p:nvPr/>
        </p:nvSpPr>
        <p:spPr bwMode="auto">
          <a:xfrm flipV="1">
            <a:off x="4427538" y="2825750"/>
            <a:ext cx="71437"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99" name="Line 113">
            <a:extLst>
              <a:ext uri="{FF2B5EF4-FFF2-40B4-BE49-F238E27FC236}">
                <a16:creationId xmlns:a16="http://schemas.microsoft.com/office/drawing/2014/main" id="{9499082B-E919-43C9-8C64-B00746A4C4C1}"/>
              </a:ext>
            </a:extLst>
          </p:cNvPr>
          <p:cNvSpPr>
            <a:spLocks noChangeShapeType="1"/>
          </p:cNvSpPr>
          <p:nvPr/>
        </p:nvSpPr>
        <p:spPr bwMode="auto">
          <a:xfrm flipV="1">
            <a:off x="4356100" y="3259138"/>
            <a:ext cx="71438"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00" name="Line 114">
            <a:extLst>
              <a:ext uri="{FF2B5EF4-FFF2-40B4-BE49-F238E27FC236}">
                <a16:creationId xmlns:a16="http://schemas.microsoft.com/office/drawing/2014/main" id="{FA5D43A3-4A55-4A5D-BE6B-262022714122}"/>
              </a:ext>
            </a:extLst>
          </p:cNvPr>
          <p:cNvSpPr>
            <a:spLocks noChangeShapeType="1"/>
          </p:cNvSpPr>
          <p:nvPr/>
        </p:nvSpPr>
        <p:spPr bwMode="auto">
          <a:xfrm flipV="1">
            <a:off x="4429125" y="3116263"/>
            <a:ext cx="71438"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01" name="Line 115">
            <a:extLst>
              <a:ext uri="{FF2B5EF4-FFF2-40B4-BE49-F238E27FC236}">
                <a16:creationId xmlns:a16="http://schemas.microsoft.com/office/drawing/2014/main" id="{BED79BCA-ECC9-45CA-AC89-6FE0AB446A78}"/>
              </a:ext>
            </a:extLst>
          </p:cNvPr>
          <p:cNvSpPr>
            <a:spLocks noChangeShapeType="1"/>
          </p:cNvSpPr>
          <p:nvPr/>
        </p:nvSpPr>
        <p:spPr bwMode="auto">
          <a:xfrm flipV="1">
            <a:off x="4498975" y="2970213"/>
            <a:ext cx="71438"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02" name="Line 116">
            <a:extLst>
              <a:ext uri="{FF2B5EF4-FFF2-40B4-BE49-F238E27FC236}">
                <a16:creationId xmlns:a16="http://schemas.microsoft.com/office/drawing/2014/main" id="{540E7B88-E1D2-4632-9760-B31174981FE7}"/>
              </a:ext>
            </a:extLst>
          </p:cNvPr>
          <p:cNvSpPr>
            <a:spLocks noChangeShapeType="1"/>
          </p:cNvSpPr>
          <p:nvPr/>
        </p:nvSpPr>
        <p:spPr bwMode="auto">
          <a:xfrm flipV="1">
            <a:off x="4502150" y="2682875"/>
            <a:ext cx="71438"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03" name="Line 117">
            <a:extLst>
              <a:ext uri="{FF2B5EF4-FFF2-40B4-BE49-F238E27FC236}">
                <a16:creationId xmlns:a16="http://schemas.microsoft.com/office/drawing/2014/main" id="{70F49E57-0CBF-4E2D-BDED-0E36F5C85D7B}"/>
              </a:ext>
            </a:extLst>
          </p:cNvPr>
          <p:cNvSpPr>
            <a:spLocks noChangeShapeType="1"/>
          </p:cNvSpPr>
          <p:nvPr/>
        </p:nvSpPr>
        <p:spPr bwMode="auto">
          <a:xfrm flipV="1">
            <a:off x="4575175" y="2540000"/>
            <a:ext cx="71438"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04" name="Line 118">
            <a:extLst>
              <a:ext uri="{FF2B5EF4-FFF2-40B4-BE49-F238E27FC236}">
                <a16:creationId xmlns:a16="http://schemas.microsoft.com/office/drawing/2014/main" id="{FBF39C0D-D4CE-490B-9D77-8D19A3B969FB}"/>
              </a:ext>
            </a:extLst>
          </p:cNvPr>
          <p:cNvSpPr>
            <a:spLocks noChangeShapeType="1"/>
          </p:cNvSpPr>
          <p:nvPr/>
        </p:nvSpPr>
        <p:spPr bwMode="auto">
          <a:xfrm flipV="1">
            <a:off x="4645025" y="2393950"/>
            <a:ext cx="71438"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05" name="Line 119">
            <a:extLst>
              <a:ext uri="{FF2B5EF4-FFF2-40B4-BE49-F238E27FC236}">
                <a16:creationId xmlns:a16="http://schemas.microsoft.com/office/drawing/2014/main" id="{F818D6E6-EED8-4084-9854-41EF476013BE}"/>
              </a:ext>
            </a:extLst>
          </p:cNvPr>
          <p:cNvSpPr>
            <a:spLocks noChangeShapeType="1"/>
          </p:cNvSpPr>
          <p:nvPr/>
        </p:nvSpPr>
        <p:spPr bwMode="auto">
          <a:xfrm flipV="1">
            <a:off x="4573588" y="2825750"/>
            <a:ext cx="71437"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06" name="Line 120">
            <a:extLst>
              <a:ext uri="{FF2B5EF4-FFF2-40B4-BE49-F238E27FC236}">
                <a16:creationId xmlns:a16="http://schemas.microsoft.com/office/drawing/2014/main" id="{4DD038DE-6B2D-4470-B4F1-AECC7C1297A3}"/>
              </a:ext>
            </a:extLst>
          </p:cNvPr>
          <p:cNvSpPr>
            <a:spLocks noChangeShapeType="1"/>
          </p:cNvSpPr>
          <p:nvPr/>
        </p:nvSpPr>
        <p:spPr bwMode="auto">
          <a:xfrm flipV="1">
            <a:off x="4646613" y="2682875"/>
            <a:ext cx="71437"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07" name="Line 121">
            <a:extLst>
              <a:ext uri="{FF2B5EF4-FFF2-40B4-BE49-F238E27FC236}">
                <a16:creationId xmlns:a16="http://schemas.microsoft.com/office/drawing/2014/main" id="{F79A56FB-41FE-42D4-8FE7-A75BC3B2F8FF}"/>
              </a:ext>
            </a:extLst>
          </p:cNvPr>
          <p:cNvSpPr>
            <a:spLocks noChangeShapeType="1"/>
          </p:cNvSpPr>
          <p:nvPr/>
        </p:nvSpPr>
        <p:spPr bwMode="auto">
          <a:xfrm flipV="1">
            <a:off x="4716463" y="2536825"/>
            <a:ext cx="71437"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08" name="Line 122">
            <a:extLst>
              <a:ext uri="{FF2B5EF4-FFF2-40B4-BE49-F238E27FC236}">
                <a16:creationId xmlns:a16="http://schemas.microsoft.com/office/drawing/2014/main" id="{2994D102-E806-4AFC-9B5E-D0C3DE5ED3B2}"/>
              </a:ext>
            </a:extLst>
          </p:cNvPr>
          <p:cNvSpPr>
            <a:spLocks noChangeShapeType="1"/>
          </p:cNvSpPr>
          <p:nvPr/>
        </p:nvSpPr>
        <p:spPr bwMode="auto">
          <a:xfrm flipV="1">
            <a:off x="4430713" y="3402013"/>
            <a:ext cx="71437"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09" name="Line 123">
            <a:extLst>
              <a:ext uri="{FF2B5EF4-FFF2-40B4-BE49-F238E27FC236}">
                <a16:creationId xmlns:a16="http://schemas.microsoft.com/office/drawing/2014/main" id="{1E2E81EC-DC24-4081-BC2A-A5B52215DDA9}"/>
              </a:ext>
            </a:extLst>
          </p:cNvPr>
          <p:cNvSpPr>
            <a:spLocks noChangeShapeType="1"/>
          </p:cNvSpPr>
          <p:nvPr/>
        </p:nvSpPr>
        <p:spPr bwMode="auto">
          <a:xfrm flipV="1">
            <a:off x="4503738" y="3259138"/>
            <a:ext cx="71437"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10" name="Line 124">
            <a:extLst>
              <a:ext uri="{FF2B5EF4-FFF2-40B4-BE49-F238E27FC236}">
                <a16:creationId xmlns:a16="http://schemas.microsoft.com/office/drawing/2014/main" id="{BAE1E297-FC3C-46F7-B2B4-BA0E59FFBDD0}"/>
              </a:ext>
            </a:extLst>
          </p:cNvPr>
          <p:cNvSpPr>
            <a:spLocks noChangeShapeType="1"/>
          </p:cNvSpPr>
          <p:nvPr/>
        </p:nvSpPr>
        <p:spPr bwMode="auto">
          <a:xfrm flipV="1">
            <a:off x="4573588" y="3113088"/>
            <a:ext cx="71437"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11" name="Line 125">
            <a:extLst>
              <a:ext uri="{FF2B5EF4-FFF2-40B4-BE49-F238E27FC236}">
                <a16:creationId xmlns:a16="http://schemas.microsoft.com/office/drawing/2014/main" id="{E57D63C5-E505-47BC-BBE5-D35621EFDB4F}"/>
              </a:ext>
            </a:extLst>
          </p:cNvPr>
          <p:cNvSpPr>
            <a:spLocks noChangeShapeType="1"/>
          </p:cNvSpPr>
          <p:nvPr/>
        </p:nvSpPr>
        <p:spPr bwMode="auto">
          <a:xfrm flipV="1">
            <a:off x="4645025" y="2970213"/>
            <a:ext cx="71438"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12" name="Line 126">
            <a:extLst>
              <a:ext uri="{FF2B5EF4-FFF2-40B4-BE49-F238E27FC236}">
                <a16:creationId xmlns:a16="http://schemas.microsoft.com/office/drawing/2014/main" id="{E13519C4-F916-4318-BE7B-56C7C9237506}"/>
              </a:ext>
            </a:extLst>
          </p:cNvPr>
          <p:cNvSpPr>
            <a:spLocks noChangeShapeType="1"/>
          </p:cNvSpPr>
          <p:nvPr/>
        </p:nvSpPr>
        <p:spPr bwMode="auto">
          <a:xfrm flipV="1">
            <a:off x="4718050" y="2827338"/>
            <a:ext cx="71438"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13" name="Line 127">
            <a:extLst>
              <a:ext uri="{FF2B5EF4-FFF2-40B4-BE49-F238E27FC236}">
                <a16:creationId xmlns:a16="http://schemas.microsoft.com/office/drawing/2014/main" id="{79320B09-F9E9-4DD6-BC0D-CDAF97798998}"/>
              </a:ext>
            </a:extLst>
          </p:cNvPr>
          <p:cNvSpPr>
            <a:spLocks noChangeShapeType="1"/>
          </p:cNvSpPr>
          <p:nvPr/>
        </p:nvSpPr>
        <p:spPr bwMode="auto">
          <a:xfrm flipV="1">
            <a:off x="4787900" y="2681288"/>
            <a:ext cx="71438"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14" name="Line 128">
            <a:extLst>
              <a:ext uri="{FF2B5EF4-FFF2-40B4-BE49-F238E27FC236}">
                <a16:creationId xmlns:a16="http://schemas.microsoft.com/office/drawing/2014/main" id="{ECCD3051-4614-448B-A24A-195C01D7D476}"/>
              </a:ext>
            </a:extLst>
          </p:cNvPr>
          <p:cNvSpPr>
            <a:spLocks noChangeShapeType="1"/>
          </p:cNvSpPr>
          <p:nvPr/>
        </p:nvSpPr>
        <p:spPr bwMode="auto">
          <a:xfrm flipV="1">
            <a:off x="4502150" y="3546475"/>
            <a:ext cx="71438"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15" name="Line 129">
            <a:extLst>
              <a:ext uri="{FF2B5EF4-FFF2-40B4-BE49-F238E27FC236}">
                <a16:creationId xmlns:a16="http://schemas.microsoft.com/office/drawing/2014/main" id="{70462910-D69C-498F-B7DE-9F6697AA6CCE}"/>
              </a:ext>
            </a:extLst>
          </p:cNvPr>
          <p:cNvSpPr>
            <a:spLocks noChangeShapeType="1"/>
          </p:cNvSpPr>
          <p:nvPr/>
        </p:nvSpPr>
        <p:spPr bwMode="auto">
          <a:xfrm flipV="1">
            <a:off x="4575175" y="3403600"/>
            <a:ext cx="71438"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16" name="Line 130">
            <a:extLst>
              <a:ext uri="{FF2B5EF4-FFF2-40B4-BE49-F238E27FC236}">
                <a16:creationId xmlns:a16="http://schemas.microsoft.com/office/drawing/2014/main" id="{0D4F465D-153B-4BBB-B657-8B48AB414019}"/>
              </a:ext>
            </a:extLst>
          </p:cNvPr>
          <p:cNvSpPr>
            <a:spLocks noChangeShapeType="1"/>
          </p:cNvSpPr>
          <p:nvPr/>
        </p:nvSpPr>
        <p:spPr bwMode="auto">
          <a:xfrm flipV="1">
            <a:off x="4645025" y="3257550"/>
            <a:ext cx="71438"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17" name="Line 131">
            <a:extLst>
              <a:ext uri="{FF2B5EF4-FFF2-40B4-BE49-F238E27FC236}">
                <a16:creationId xmlns:a16="http://schemas.microsoft.com/office/drawing/2014/main" id="{C48AAC9C-5F3D-4B02-9A46-C6D603340F1A}"/>
              </a:ext>
            </a:extLst>
          </p:cNvPr>
          <p:cNvSpPr>
            <a:spLocks noChangeShapeType="1"/>
          </p:cNvSpPr>
          <p:nvPr/>
        </p:nvSpPr>
        <p:spPr bwMode="auto">
          <a:xfrm flipV="1">
            <a:off x="4572000" y="3690938"/>
            <a:ext cx="71438"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18" name="Line 132">
            <a:extLst>
              <a:ext uri="{FF2B5EF4-FFF2-40B4-BE49-F238E27FC236}">
                <a16:creationId xmlns:a16="http://schemas.microsoft.com/office/drawing/2014/main" id="{A95F2989-4943-46AC-BA2B-825D76A3A804}"/>
              </a:ext>
            </a:extLst>
          </p:cNvPr>
          <p:cNvSpPr>
            <a:spLocks noChangeShapeType="1"/>
          </p:cNvSpPr>
          <p:nvPr/>
        </p:nvSpPr>
        <p:spPr bwMode="auto">
          <a:xfrm flipV="1">
            <a:off x="4645025" y="3548063"/>
            <a:ext cx="71438"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19" name="Line 133">
            <a:extLst>
              <a:ext uri="{FF2B5EF4-FFF2-40B4-BE49-F238E27FC236}">
                <a16:creationId xmlns:a16="http://schemas.microsoft.com/office/drawing/2014/main" id="{F353911C-90DA-40AA-9712-0EFD347438BA}"/>
              </a:ext>
            </a:extLst>
          </p:cNvPr>
          <p:cNvSpPr>
            <a:spLocks noChangeShapeType="1"/>
          </p:cNvSpPr>
          <p:nvPr/>
        </p:nvSpPr>
        <p:spPr bwMode="auto">
          <a:xfrm flipV="1">
            <a:off x="4714875" y="3402013"/>
            <a:ext cx="71438"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20" name="Line 134">
            <a:extLst>
              <a:ext uri="{FF2B5EF4-FFF2-40B4-BE49-F238E27FC236}">
                <a16:creationId xmlns:a16="http://schemas.microsoft.com/office/drawing/2014/main" id="{5620A990-4077-459B-BB6D-BDDD746D053B}"/>
              </a:ext>
            </a:extLst>
          </p:cNvPr>
          <p:cNvSpPr>
            <a:spLocks noChangeShapeType="1"/>
          </p:cNvSpPr>
          <p:nvPr/>
        </p:nvSpPr>
        <p:spPr bwMode="auto">
          <a:xfrm flipV="1">
            <a:off x="4646613" y="3835400"/>
            <a:ext cx="71437"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21" name="Line 135">
            <a:extLst>
              <a:ext uri="{FF2B5EF4-FFF2-40B4-BE49-F238E27FC236}">
                <a16:creationId xmlns:a16="http://schemas.microsoft.com/office/drawing/2014/main" id="{9402C42B-B8A7-47A4-B658-C680AF326E14}"/>
              </a:ext>
            </a:extLst>
          </p:cNvPr>
          <p:cNvSpPr>
            <a:spLocks noChangeShapeType="1"/>
          </p:cNvSpPr>
          <p:nvPr/>
        </p:nvSpPr>
        <p:spPr bwMode="auto">
          <a:xfrm flipV="1">
            <a:off x="4719638" y="3692525"/>
            <a:ext cx="71437"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22" name="Line 136">
            <a:extLst>
              <a:ext uri="{FF2B5EF4-FFF2-40B4-BE49-F238E27FC236}">
                <a16:creationId xmlns:a16="http://schemas.microsoft.com/office/drawing/2014/main" id="{FAFCABE6-8BF0-4C9E-9FD7-2642E5961079}"/>
              </a:ext>
            </a:extLst>
          </p:cNvPr>
          <p:cNvSpPr>
            <a:spLocks noChangeShapeType="1"/>
          </p:cNvSpPr>
          <p:nvPr/>
        </p:nvSpPr>
        <p:spPr bwMode="auto">
          <a:xfrm flipV="1">
            <a:off x="4789488" y="3546475"/>
            <a:ext cx="71437"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23" name="Line 137">
            <a:extLst>
              <a:ext uri="{FF2B5EF4-FFF2-40B4-BE49-F238E27FC236}">
                <a16:creationId xmlns:a16="http://schemas.microsoft.com/office/drawing/2014/main" id="{4D8BDB78-2F43-4839-89CC-50E5D5E04638}"/>
              </a:ext>
            </a:extLst>
          </p:cNvPr>
          <p:cNvSpPr>
            <a:spLocks noChangeShapeType="1"/>
          </p:cNvSpPr>
          <p:nvPr/>
        </p:nvSpPr>
        <p:spPr bwMode="auto">
          <a:xfrm flipV="1">
            <a:off x="4716463" y="3978275"/>
            <a:ext cx="71437"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24" name="Line 138">
            <a:extLst>
              <a:ext uri="{FF2B5EF4-FFF2-40B4-BE49-F238E27FC236}">
                <a16:creationId xmlns:a16="http://schemas.microsoft.com/office/drawing/2014/main" id="{26D70256-67A9-4537-B5E3-AED6828BD2CC}"/>
              </a:ext>
            </a:extLst>
          </p:cNvPr>
          <p:cNvSpPr>
            <a:spLocks noChangeShapeType="1"/>
          </p:cNvSpPr>
          <p:nvPr/>
        </p:nvSpPr>
        <p:spPr bwMode="auto">
          <a:xfrm flipV="1">
            <a:off x="4789488" y="3835400"/>
            <a:ext cx="71437"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25" name="Line 139">
            <a:extLst>
              <a:ext uri="{FF2B5EF4-FFF2-40B4-BE49-F238E27FC236}">
                <a16:creationId xmlns:a16="http://schemas.microsoft.com/office/drawing/2014/main" id="{677EAA85-CB39-47F7-86C8-7CD25C4801CE}"/>
              </a:ext>
            </a:extLst>
          </p:cNvPr>
          <p:cNvSpPr>
            <a:spLocks noChangeShapeType="1"/>
          </p:cNvSpPr>
          <p:nvPr/>
        </p:nvSpPr>
        <p:spPr bwMode="auto">
          <a:xfrm flipV="1">
            <a:off x="4859338" y="3689350"/>
            <a:ext cx="71437"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26" name="Line 140">
            <a:extLst>
              <a:ext uri="{FF2B5EF4-FFF2-40B4-BE49-F238E27FC236}">
                <a16:creationId xmlns:a16="http://schemas.microsoft.com/office/drawing/2014/main" id="{575E1CE0-B6C5-41FB-BA68-371838E18E17}"/>
              </a:ext>
            </a:extLst>
          </p:cNvPr>
          <p:cNvSpPr>
            <a:spLocks noChangeShapeType="1"/>
          </p:cNvSpPr>
          <p:nvPr/>
        </p:nvSpPr>
        <p:spPr bwMode="auto">
          <a:xfrm flipV="1">
            <a:off x="4787900" y="4122738"/>
            <a:ext cx="71438"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27" name="Line 141">
            <a:extLst>
              <a:ext uri="{FF2B5EF4-FFF2-40B4-BE49-F238E27FC236}">
                <a16:creationId xmlns:a16="http://schemas.microsoft.com/office/drawing/2014/main" id="{044B2413-771D-4251-A99D-F9425A4EDD49}"/>
              </a:ext>
            </a:extLst>
          </p:cNvPr>
          <p:cNvSpPr>
            <a:spLocks noChangeShapeType="1"/>
          </p:cNvSpPr>
          <p:nvPr/>
        </p:nvSpPr>
        <p:spPr bwMode="auto">
          <a:xfrm flipV="1">
            <a:off x="4860925" y="3979863"/>
            <a:ext cx="71438"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28" name="Line 142">
            <a:extLst>
              <a:ext uri="{FF2B5EF4-FFF2-40B4-BE49-F238E27FC236}">
                <a16:creationId xmlns:a16="http://schemas.microsoft.com/office/drawing/2014/main" id="{C0212034-00D6-437E-BAFA-28568155C326}"/>
              </a:ext>
            </a:extLst>
          </p:cNvPr>
          <p:cNvSpPr>
            <a:spLocks noChangeShapeType="1"/>
          </p:cNvSpPr>
          <p:nvPr/>
        </p:nvSpPr>
        <p:spPr bwMode="auto">
          <a:xfrm flipV="1">
            <a:off x="4930775" y="3833813"/>
            <a:ext cx="71438"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29" name="Line 143">
            <a:extLst>
              <a:ext uri="{FF2B5EF4-FFF2-40B4-BE49-F238E27FC236}">
                <a16:creationId xmlns:a16="http://schemas.microsoft.com/office/drawing/2014/main" id="{8231EC18-8607-4557-9B35-59906735206F}"/>
              </a:ext>
            </a:extLst>
          </p:cNvPr>
          <p:cNvSpPr>
            <a:spLocks noChangeShapeType="1"/>
          </p:cNvSpPr>
          <p:nvPr/>
        </p:nvSpPr>
        <p:spPr bwMode="auto">
          <a:xfrm flipV="1">
            <a:off x="4716463" y="3114675"/>
            <a:ext cx="71437"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30" name="Line 144">
            <a:extLst>
              <a:ext uri="{FF2B5EF4-FFF2-40B4-BE49-F238E27FC236}">
                <a16:creationId xmlns:a16="http://schemas.microsoft.com/office/drawing/2014/main" id="{15D9839B-399A-4E18-8E07-4EE1DAA2A1E0}"/>
              </a:ext>
            </a:extLst>
          </p:cNvPr>
          <p:cNvSpPr>
            <a:spLocks noChangeShapeType="1"/>
          </p:cNvSpPr>
          <p:nvPr/>
        </p:nvSpPr>
        <p:spPr bwMode="auto">
          <a:xfrm flipV="1">
            <a:off x="4789488" y="2971800"/>
            <a:ext cx="71437"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31" name="Line 145">
            <a:extLst>
              <a:ext uri="{FF2B5EF4-FFF2-40B4-BE49-F238E27FC236}">
                <a16:creationId xmlns:a16="http://schemas.microsoft.com/office/drawing/2014/main" id="{40D5CF6C-86E7-449E-9D20-190A71765B70}"/>
              </a:ext>
            </a:extLst>
          </p:cNvPr>
          <p:cNvSpPr>
            <a:spLocks noChangeShapeType="1"/>
          </p:cNvSpPr>
          <p:nvPr/>
        </p:nvSpPr>
        <p:spPr bwMode="auto">
          <a:xfrm flipV="1">
            <a:off x="4859338" y="2825750"/>
            <a:ext cx="71437"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32" name="Line 146">
            <a:extLst>
              <a:ext uri="{FF2B5EF4-FFF2-40B4-BE49-F238E27FC236}">
                <a16:creationId xmlns:a16="http://schemas.microsoft.com/office/drawing/2014/main" id="{9F482EF5-707A-43AB-BF59-CA2064D654B2}"/>
              </a:ext>
            </a:extLst>
          </p:cNvPr>
          <p:cNvSpPr>
            <a:spLocks noChangeShapeType="1"/>
          </p:cNvSpPr>
          <p:nvPr/>
        </p:nvSpPr>
        <p:spPr bwMode="auto">
          <a:xfrm flipV="1">
            <a:off x="4787900" y="3259138"/>
            <a:ext cx="71438"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33" name="Line 147">
            <a:extLst>
              <a:ext uri="{FF2B5EF4-FFF2-40B4-BE49-F238E27FC236}">
                <a16:creationId xmlns:a16="http://schemas.microsoft.com/office/drawing/2014/main" id="{0E8F6931-68F8-45FE-8010-C9E2E0315252}"/>
              </a:ext>
            </a:extLst>
          </p:cNvPr>
          <p:cNvSpPr>
            <a:spLocks noChangeShapeType="1"/>
          </p:cNvSpPr>
          <p:nvPr/>
        </p:nvSpPr>
        <p:spPr bwMode="auto">
          <a:xfrm flipV="1">
            <a:off x="4860925" y="3116263"/>
            <a:ext cx="71438"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34" name="Line 148">
            <a:extLst>
              <a:ext uri="{FF2B5EF4-FFF2-40B4-BE49-F238E27FC236}">
                <a16:creationId xmlns:a16="http://schemas.microsoft.com/office/drawing/2014/main" id="{7F610409-3E54-4530-A88D-D686420C25AE}"/>
              </a:ext>
            </a:extLst>
          </p:cNvPr>
          <p:cNvSpPr>
            <a:spLocks noChangeShapeType="1"/>
          </p:cNvSpPr>
          <p:nvPr/>
        </p:nvSpPr>
        <p:spPr bwMode="auto">
          <a:xfrm flipV="1">
            <a:off x="4930775" y="2970213"/>
            <a:ext cx="71438"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35" name="Line 149">
            <a:extLst>
              <a:ext uri="{FF2B5EF4-FFF2-40B4-BE49-F238E27FC236}">
                <a16:creationId xmlns:a16="http://schemas.microsoft.com/office/drawing/2014/main" id="{5EC6D78B-26AC-4393-9455-AE4F9AD9FDAF}"/>
              </a:ext>
            </a:extLst>
          </p:cNvPr>
          <p:cNvSpPr>
            <a:spLocks noChangeShapeType="1"/>
          </p:cNvSpPr>
          <p:nvPr/>
        </p:nvSpPr>
        <p:spPr bwMode="auto">
          <a:xfrm flipV="1">
            <a:off x="5006975" y="2825750"/>
            <a:ext cx="71438"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36" name="Line 150">
            <a:extLst>
              <a:ext uri="{FF2B5EF4-FFF2-40B4-BE49-F238E27FC236}">
                <a16:creationId xmlns:a16="http://schemas.microsoft.com/office/drawing/2014/main" id="{3C1BAA8A-BC4E-4506-8F86-92DB7BC3FCAA}"/>
              </a:ext>
            </a:extLst>
          </p:cNvPr>
          <p:cNvSpPr>
            <a:spLocks noChangeShapeType="1"/>
          </p:cNvSpPr>
          <p:nvPr/>
        </p:nvSpPr>
        <p:spPr bwMode="auto">
          <a:xfrm flipV="1">
            <a:off x="5080000" y="2682875"/>
            <a:ext cx="71438"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37" name="Line 151">
            <a:extLst>
              <a:ext uri="{FF2B5EF4-FFF2-40B4-BE49-F238E27FC236}">
                <a16:creationId xmlns:a16="http://schemas.microsoft.com/office/drawing/2014/main" id="{652F206D-10B1-4ABB-B083-5CDA3C7ABF18}"/>
              </a:ext>
            </a:extLst>
          </p:cNvPr>
          <p:cNvSpPr>
            <a:spLocks noChangeShapeType="1"/>
          </p:cNvSpPr>
          <p:nvPr/>
        </p:nvSpPr>
        <p:spPr bwMode="auto">
          <a:xfrm flipV="1">
            <a:off x="5149850" y="2536825"/>
            <a:ext cx="71438"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38" name="Line 152">
            <a:extLst>
              <a:ext uri="{FF2B5EF4-FFF2-40B4-BE49-F238E27FC236}">
                <a16:creationId xmlns:a16="http://schemas.microsoft.com/office/drawing/2014/main" id="{61AE7FD8-22C5-483C-8B28-0680963B2B04}"/>
              </a:ext>
            </a:extLst>
          </p:cNvPr>
          <p:cNvSpPr>
            <a:spLocks noChangeShapeType="1"/>
          </p:cNvSpPr>
          <p:nvPr/>
        </p:nvSpPr>
        <p:spPr bwMode="auto">
          <a:xfrm flipV="1">
            <a:off x="4933950" y="2682875"/>
            <a:ext cx="71438"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39" name="Line 153">
            <a:extLst>
              <a:ext uri="{FF2B5EF4-FFF2-40B4-BE49-F238E27FC236}">
                <a16:creationId xmlns:a16="http://schemas.microsoft.com/office/drawing/2014/main" id="{A7645443-8FED-485B-B829-F00251DA01DE}"/>
              </a:ext>
            </a:extLst>
          </p:cNvPr>
          <p:cNvSpPr>
            <a:spLocks noChangeShapeType="1"/>
          </p:cNvSpPr>
          <p:nvPr/>
        </p:nvSpPr>
        <p:spPr bwMode="auto">
          <a:xfrm flipV="1">
            <a:off x="5006975" y="2540000"/>
            <a:ext cx="71438"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40" name="Line 154">
            <a:extLst>
              <a:ext uri="{FF2B5EF4-FFF2-40B4-BE49-F238E27FC236}">
                <a16:creationId xmlns:a16="http://schemas.microsoft.com/office/drawing/2014/main" id="{4C3B9538-C6BA-49FE-BC3D-C806DAA2248A}"/>
              </a:ext>
            </a:extLst>
          </p:cNvPr>
          <p:cNvSpPr>
            <a:spLocks noChangeShapeType="1"/>
          </p:cNvSpPr>
          <p:nvPr/>
        </p:nvSpPr>
        <p:spPr bwMode="auto">
          <a:xfrm flipV="1">
            <a:off x="5076825" y="2393950"/>
            <a:ext cx="71438"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41" name="Line 155">
            <a:extLst>
              <a:ext uri="{FF2B5EF4-FFF2-40B4-BE49-F238E27FC236}">
                <a16:creationId xmlns:a16="http://schemas.microsoft.com/office/drawing/2014/main" id="{37D847FF-6844-4136-B4E2-9EAF0F56E8D4}"/>
              </a:ext>
            </a:extLst>
          </p:cNvPr>
          <p:cNvSpPr>
            <a:spLocks noChangeShapeType="1"/>
          </p:cNvSpPr>
          <p:nvPr/>
        </p:nvSpPr>
        <p:spPr bwMode="auto">
          <a:xfrm flipV="1">
            <a:off x="4860925" y="3402013"/>
            <a:ext cx="71438"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42" name="Line 156">
            <a:extLst>
              <a:ext uri="{FF2B5EF4-FFF2-40B4-BE49-F238E27FC236}">
                <a16:creationId xmlns:a16="http://schemas.microsoft.com/office/drawing/2014/main" id="{1ED0BB4A-5F53-45E8-89B6-15050247D676}"/>
              </a:ext>
            </a:extLst>
          </p:cNvPr>
          <p:cNvSpPr>
            <a:spLocks noChangeShapeType="1"/>
          </p:cNvSpPr>
          <p:nvPr/>
        </p:nvSpPr>
        <p:spPr bwMode="auto">
          <a:xfrm flipV="1">
            <a:off x="4933950" y="3259138"/>
            <a:ext cx="71438"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43" name="Line 157">
            <a:extLst>
              <a:ext uri="{FF2B5EF4-FFF2-40B4-BE49-F238E27FC236}">
                <a16:creationId xmlns:a16="http://schemas.microsoft.com/office/drawing/2014/main" id="{D67D0D7D-05E3-47BC-99ED-87672713E1A0}"/>
              </a:ext>
            </a:extLst>
          </p:cNvPr>
          <p:cNvSpPr>
            <a:spLocks noChangeShapeType="1"/>
          </p:cNvSpPr>
          <p:nvPr/>
        </p:nvSpPr>
        <p:spPr bwMode="auto">
          <a:xfrm flipV="1">
            <a:off x="5003800" y="3113088"/>
            <a:ext cx="71438"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44" name="Line 158">
            <a:extLst>
              <a:ext uri="{FF2B5EF4-FFF2-40B4-BE49-F238E27FC236}">
                <a16:creationId xmlns:a16="http://schemas.microsoft.com/office/drawing/2014/main" id="{F5796DAA-0F21-401C-B0C9-A1AAA6E02196}"/>
              </a:ext>
            </a:extLst>
          </p:cNvPr>
          <p:cNvSpPr>
            <a:spLocks noChangeShapeType="1"/>
          </p:cNvSpPr>
          <p:nvPr/>
        </p:nvSpPr>
        <p:spPr bwMode="auto">
          <a:xfrm flipV="1">
            <a:off x="5078413" y="2970213"/>
            <a:ext cx="71437"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45" name="Line 159">
            <a:extLst>
              <a:ext uri="{FF2B5EF4-FFF2-40B4-BE49-F238E27FC236}">
                <a16:creationId xmlns:a16="http://schemas.microsoft.com/office/drawing/2014/main" id="{9F911D8F-5C33-40F3-9232-CC96C93A07B2}"/>
              </a:ext>
            </a:extLst>
          </p:cNvPr>
          <p:cNvSpPr>
            <a:spLocks noChangeShapeType="1"/>
          </p:cNvSpPr>
          <p:nvPr/>
        </p:nvSpPr>
        <p:spPr bwMode="auto">
          <a:xfrm flipV="1">
            <a:off x="5151438" y="2827338"/>
            <a:ext cx="71437"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46" name="Line 160">
            <a:extLst>
              <a:ext uri="{FF2B5EF4-FFF2-40B4-BE49-F238E27FC236}">
                <a16:creationId xmlns:a16="http://schemas.microsoft.com/office/drawing/2014/main" id="{7C4E891A-DBD5-45FE-B450-C22956BDD2B7}"/>
              </a:ext>
            </a:extLst>
          </p:cNvPr>
          <p:cNvSpPr>
            <a:spLocks noChangeShapeType="1"/>
          </p:cNvSpPr>
          <p:nvPr/>
        </p:nvSpPr>
        <p:spPr bwMode="auto">
          <a:xfrm flipV="1">
            <a:off x="5221288" y="2681288"/>
            <a:ext cx="71437"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47" name="Line 161">
            <a:extLst>
              <a:ext uri="{FF2B5EF4-FFF2-40B4-BE49-F238E27FC236}">
                <a16:creationId xmlns:a16="http://schemas.microsoft.com/office/drawing/2014/main" id="{91CE1F98-1BEA-458D-B5D0-4E627DA83573}"/>
              </a:ext>
            </a:extLst>
          </p:cNvPr>
          <p:cNvSpPr>
            <a:spLocks noChangeShapeType="1"/>
          </p:cNvSpPr>
          <p:nvPr/>
        </p:nvSpPr>
        <p:spPr bwMode="auto">
          <a:xfrm flipV="1">
            <a:off x="5294313" y="2538413"/>
            <a:ext cx="71437"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48" name="Line 162">
            <a:extLst>
              <a:ext uri="{FF2B5EF4-FFF2-40B4-BE49-F238E27FC236}">
                <a16:creationId xmlns:a16="http://schemas.microsoft.com/office/drawing/2014/main" id="{9F155FE7-2AA2-4AC8-8B55-36F3C5B711F6}"/>
              </a:ext>
            </a:extLst>
          </p:cNvPr>
          <p:cNvSpPr>
            <a:spLocks noChangeShapeType="1"/>
          </p:cNvSpPr>
          <p:nvPr/>
        </p:nvSpPr>
        <p:spPr bwMode="auto">
          <a:xfrm flipV="1">
            <a:off x="5367338" y="2395538"/>
            <a:ext cx="71437"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49" name="Line 163">
            <a:extLst>
              <a:ext uri="{FF2B5EF4-FFF2-40B4-BE49-F238E27FC236}">
                <a16:creationId xmlns:a16="http://schemas.microsoft.com/office/drawing/2014/main" id="{EAF26C1C-B9B7-4271-887D-836A336424A0}"/>
              </a:ext>
            </a:extLst>
          </p:cNvPr>
          <p:cNvSpPr>
            <a:spLocks noChangeShapeType="1"/>
          </p:cNvSpPr>
          <p:nvPr/>
        </p:nvSpPr>
        <p:spPr bwMode="auto">
          <a:xfrm flipV="1">
            <a:off x="4932363" y="3546475"/>
            <a:ext cx="71437"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50" name="Line 164">
            <a:extLst>
              <a:ext uri="{FF2B5EF4-FFF2-40B4-BE49-F238E27FC236}">
                <a16:creationId xmlns:a16="http://schemas.microsoft.com/office/drawing/2014/main" id="{96968857-034A-46AE-827F-E61E53F9BC2B}"/>
              </a:ext>
            </a:extLst>
          </p:cNvPr>
          <p:cNvSpPr>
            <a:spLocks noChangeShapeType="1"/>
          </p:cNvSpPr>
          <p:nvPr/>
        </p:nvSpPr>
        <p:spPr bwMode="auto">
          <a:xfrm flipV="1">
            <a:off x="5005388" y="3403600"/>
            <a:ext cx="71437"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51" name="Line 165">
            <a:extLst>
              <a:ext uri="{FF2B5EF4-FFF2-40B4-BE49-F238E27FC236}">
                <a16:creationId xmlns:a16="http://schemas.microsoft.com/office/drawing/2014/main" id="{87D12EB6-EEC7-4D37-A85D-32F6CFD41468}"/>
              </a:ext>
            </a:extLst>
          </p:cNvPr>
          <p:cNvSpPr>
            <a:spLocks noChangeShapeType="1"/>
          </p:cNvSpPr>
          <p:nvPr/>
        </p:nvSpPr>
        <p:spPr bwMode="auto">
          <a:xfrm flipV="1">
            <a:off x="5075238" y="3257550"/>
            <a:ext cx="71437"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52" name="Line 166">
            <a:extLst>
              <a:ext uri="{FF2B5EF4-FFF2-40B4-BE49-F238E27FC236}">
                <a16:creationId xmlns:a16="http://schemas.microsoft.com/office/drawing/2014/main" id="{FB44AA97-23A1-4129-9195-15F28E5CF9DA}"/>
              </a:ext>
            </a:extLst>
          </p:cNvPr>
          <p:cNvSpPr>
            <a:spLocks noChangeShapeType="1"/>
          </p:cNvSpPr>
          <p:nvPr/>
        </p:nvSpPr>
        <p:spPr bwMode="auto">
          <a:xfrm flipV="1">
            <a:off x="5149850" y="3114675"/>
            <a:ext cx="71438"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53" name="Line 167">
            <a:extLst>
              <a:ext uri="{FF2B5EF4-FFF2-40B4-BE49-F238E27FC236}">
                <a16:creationId xmlns:a16="http://schemas.microsoft.com/office/drawing/2014/main" id="{435C4940-A4AD-41A9-A3D7-1965DEE13313}"/>
              </a:ext>
            </a:extLst>
          </p:cNvPr>
          <p:cNvSpPr>
            <a:spLocks noChangeShapeType="1"/>
          </p:cNvSpPr>
          <p:nvPr/>
        </p:nvSpPr>
        <p:spPr bwMode="auto">
          <a:xfrm flipV="1">
            <a:off x="5222875" y="2971800"/>
            <a:ext cx="71438"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54" name="Line 168">
            <a:extLst>
              <a:ext uri="{FF2B5EF4-FFF2-40B4-BE49-F238E27FC236}">
                <a16:creationId xmlns:a16="http://schemas.microsoft.com/office/drawing/2014/main" id="{196A7B13-E8F5-4EC4-81F8-EBB12A78CFF1}"/>
              </a:ext>
            </a:extLst>
          </p:cNvPr>
          <p:cNvSpPr>
            <a:spLocks noChangeShapeType="1"/>
          </p:cNvSpPr>
          <p:nvPr/>
        </p:nvSpPr>
        <p:spPr bwMode="auto">
          <a:xfrm flipV="1">
            <a:off x="5292725" y="2825750"/>
            <a:ext cx="71438"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55" name="Line 169">
            <a:extLst>
              <a:ext uri="{FF2B5EF4-FFF2-40B4-BE49-F238E27FC236}">
                <a16:creationId xmlns:a16="http://schemas.microsoft.com/office/drawing/2014/main" id="{F495C06A-4C22-4D35-B28B-83B838B68B22}"/>
              </a:ext>
            </a:extLst>
          </p:cNvPr>
          <p:cNvSpPr>
            <a:spLocks noChangeShapeType="1"/>
          </p:cNvSpPr>
          <p:nvPr/>
        </p:nvSpPr>
        <p:spPr bwMode="auto">
          <a:xfrm flipV="1">
            <a:off x="3925888" y="2393950"/>
            <a:ext cx="71437"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56" name="Line 170">
            <a:extLst>
              <a:ext uri="{FF2B5EF4-FFF2-40B4-BE49-F238E27FC236}">
                <a16:creationId xmlns:a16="http://schemas.microsoft.com/office/drawing/2014/main" id="{39FCD569-7A20-49EC-AFA5-C5C4B9317B2C}"/>
              </a:ext>
            </a:extLst>
          </p:cNvPr>
          <p:cNvSpPr>
            <a:spLocks noChangeShapeType="1"/>
          </p:cNvSpPr>
          <p:nvPr/>
        </p:nvSpPr>
        <p:spPr bwMode="auto">
          <a:xfrm flipV="1">
            <a:off x="5365750" y="2682875"/>
            <a:ext cx="71438"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57" name="Line 171">
            <a:extLst>
              <a:ext uri="{FF2B5EF4-FFF2-40B4-BE49-F238E27FC236}">
                <a16:creationId xmlns:a16="http://schemas.microsoft.com/office/drawing/2014/main" id="{39A804BC-FB04-453B-B92D-F080F4A19103}"/>
              </a:ext>
            </a:extLst>
          </p:cNvPr>
          <p:cNvSpPr>
            <a:spLocks noChangeShapeType="1"/>
          </p:cNvSpPr>
          <p:nvPr/>
        </p:nvSpPr>
        <p:spPr bwMode="auto">
          <a:xfrm flipV="1">
            <a:off x="5438775" y="2540000"/>
            <a:ext cx="71438"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58" name="Line 172">
            <a:extLst>
              <a:ext uri="{FF2B5EF4-FFF2-40B4-BE49-F238E27FC236}">
                <a16:creationId xmlns:a16="http://schemas.microsoft.com/office/drawing/2014/main" id="{7BF3CB4E-CBC4-4F57-9945-A354A3DFC390}"/>
              </a:ext>
            </a:extLst>
          </p:cNvPr>
          <p:cNvSpPr>
            <a:spLocks noChangeShapeType="1"/>
          </p:cNvSpPr>
          <p:nvPr/>
        </p:nvSpPr>
        <p:spPr bwMode="auto">
          <a:xfrm flipV="1">
            <a:off x="5508625" y="2393950"/>
            <a:ext cx="71438"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59" name="Line 173">
            <a:extLst>
              <a:ext uri="{FF2B5EF4-FFF2-40B4-BE49-F238E27FC236}">
                <a16:creationId xmlns:a16="http://schemas.microsoft.com/office/drawing/2014/main" id="{B219DBB8-D330-4623-B22C-6295D4ECF75E}"/>
              </a:ext>
            </a:extLst>
          </p:cNvPr>
          <p:cNvSpPr>
            <a:spLocks noChangeShapeType="1"/>
          </p:cNvSpPr>
          <p:nvPr/>
        </p:nvSpPr>
        <p:spPr bwMode="auto">
          <a:xfrm flipV="1">
            <a:off x="5003800" y="3690938"/>
            <a:ext cx="71438"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60" name="Line 174">
            <a:extLst>
              <a:ext uri="{FF2B5EF4-FFF2-40B4-BE49-F238E27FC236}">
                <a16:creationId xmlns:a16="http://schemas.microsoft.com/office/drawing/2014/main" id="{ACF5C5DA-1DF9-45D0-BD9E-778CD049717F}"/>
              </a:ext>
            </a:extLst>
          </p:cNvPr>
          <p:cNvSpPr>
            <a:spLocks noChangeShapeType="1"/>
          </p:cNvSpPr>
          <p:nvPr/>
        </p:nvSpPr>
        <p:spPr bwMode="auto">
          <a:xfrm flipV="1">
            <a:off x="5076825" y="3548063"/>
            <a:ext cx="71438"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61" name="Line 175">
            <a:extLst>
              <a:ext uri="{FF2B5EF4-FFF2-40B4-BE49-F238E27FC236}">
                <a16:creationId xmlns:a16="http://schemas.microsoft.com/office/drawing/2014/main" id="{1F91FC27-F6C3-4EDA-840E-21569454DE06}"/>
              </a:ext>
            </a:extLst>
          </p:cNvPr>
          <p:cNvSpPr>
            <a:spLocks noChangeShapeType="1"/>
          </p:cNvSpPr>
          <p:nvPr/>
        </p:nvSpPr>
        <p:spPr bwMode="auto">
          <a:xfrm flipV="1">
            <a:off x="5146675" y="3402013"/>
            <a:ext cx="71438"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62" name="Line 176">
            <a:extLst>
              <a:ext uri="{FF2B5EF4-FFF2-40B4-BE49-F238E27FC236}">
                <a16:creationId xmlns:a16="http://schemas.microsoft.com/office/drawing/2014/main" id="{C914228C-BCE7-4025-BB3F-99D0CC80FE0A}"/>
              </a:ext>
            </a:extLst>
          </p:cNvPr>
          <p:cNvSpPr>
            <a:spLocks noChangeShapeType="1"/>
          </p:cNvSpPr>
          <p:nvPr/>
        </p:nvSpPr>
        <p:spPr bwMode="auto">
          <a:xfrm flipV="1">
            <a:off x="5222875" y="3259138"/>
            <a:ext cx="71438"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63" name="Line 177">
            <a:extLst>
              <a:ext uri="{FF2B5EF4-FFF2-40B4-BE49-F238E27FC236}">
                <a16:creationId xmlns:a16="http://schemas.microsoft.com/office/drawing/2014/main" id="{1BF4DB17-B2F3-4D62-AACF-BF73D1BEAD49}"/>
              </a:ext>
            </a:extLst>
          </p:cNvPr>
          <p:cNvSpPr>
            <a:spLocks noChangeShapeType="1"/>
          </p:cNvSpPr>
          <p:nvPr/>
        </p:nvSpPr>
        <p:spPr bwMode="auto">
          <a:xfrm flipV="1">
            <a:off x="5295900" y="3116263"/>
            <a:ext cx="71438"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64" name="Line 178">
            <a:extLst>
              <a:ext uri="{FF2B5EF4-FFF2-40B4-BE49-F238E27FC236}">
                <a16:creationId xmlns:a16="http://schemas.microsoft.com/office/drawing/2014/main" id="{F9F51CD6-46BE-4DE8-9165-4CDD43BB1A18}"/>
              </a:ext>
            </a:extLst>
          </p:cNvPr>
          <p:cNvSpPr>
            <a:spLocks noChangeShapeType="1"/>
          </p:cNvSpPr>
          <p:nvPr/>
        </p:nvSpPr>
        <p:spPr bwMode="auto">
          <a:xfrm flipV="1">
            <a:off x="5365750" y="2970213"/>
            <a:ext cx="71438"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65" name="Line 179">
            <a:extLst>
              <a:ext uri="{FF2B5EF4-FFF2-40B4-BE49-F238E27FC236}">
                <a16:creationId xmlns:a16="http://schemas.microsoft.com/office/drawing/2014/main" id="{28ECD4B2-96F4-425A-9F22-A7C1EA2AC767}"/>
              </a:ext>
            </a:extLst>
          </p:cNvPr>
          <p:cNvSpPr>
            <a:spLocks noChangeShapeType="1"/>
          </p:cNvSpPr>
          <p:nvPr/>
        </p:nvSpPr>
        <p:spPr bwMode="auto">
          <a:xfrm flipV="1">
            <a:off x="5438775" y="2825750"/>
            <a:ext cx="71438"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66" name="Line 180">
            <a:extLst>
              <a:ext uri="{FF2B5EF4-FFF2-40B4-BE49-F238E27FC236}">
                <a16:creationId xmlns:a16="http://schemas.microsoft.com/office/drawing/2014/main" id="{AC680496-6A8B-4135-A4CB-45D4F20BD334}"/>
              </a:ext>
            </a:extLst>
          </p:cNvPr>
          <p:cNvSpPr>
            <a:spLocks noChangeShapeType="1"/>
          </p:cNvSpPr>
          <p:nvPr/>
        </p:nvSpPr>
        <p:spPr bwMode="auto">
          <a:xfrm flipV="1">
            <a:off x="5511800" y="2682875"/>
            <a:ext cx="71438"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67" name="Line 181">
            <a:extLst>
              <a:ext uri="{FF2B5EF4-FFF2-40B4-BE49-F238E27FC236}">
                <a16:creationId xmlns:a16="http://schemas.microsoft.com/office/drawing/2014/main" id="{A54165FC-F8EE-421C-B58F-8645B09B4034}"/>
              </a:ext>
            </a:extLst>
          </p:cNvPr>
          <p:cNvSpPr>
            <a:spLocks noChangeShapeType="1"/>
          </p:cNvSpPr>
          <p:nvPr/>
        </p:nvSpPr>
        <p:spPr bwMode="auto">
          <a:xfrm flipV="1">
            <a:off x="5581650" y="2536825"/>
            <a:ext cx="71438"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68" name="Line 182">
            <a:extLst>
              <a:ext uri="{FF2B5EF4-FFF2-40B4-BE49-F238E27FC236}">
                <a16:creationId xmlns:a16="http://schemas.microsoft.com/office/drawing/2014/main" id="{387023CE-EAD8-4F52-BA16-D7923CA212B4}"/>
              </a:ext>
            </a:extLst>
          </p:cNvPr>
          <p:cNvSpPr>
            <a:spLocks noChangeShapeType="1"/>
          </p:cNvSpPr>
          <p:nvPr/>
        </p:nvSpPr>
        <p:spPr bwMode="auto">
          <a:xfrm flipV="1">
            <a:off x="4430713" y="2538413"/>
            <a:ext cx="71437"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69" name="Line 183">
            <a:extLst>
              <a:ext uri="{FF2B5EF4-FFF2-40B4-BE49-F238E27FC236}">
                <a16:creationId xmlns:a16="http://schemas.microsoft.com/office/drawing/2014/main" id="{701646A9-2690-4692-AA7C-CA987776EB17}"/>
              </a:ext>
            </a:extLst>
          </p:cNvPr>
          <p:cNvSpPr>
            <a:spLocks noChangeShapeType="1"/>
          </p:cNvSpPr>
          <p:nvPr/>
        </p:nvSpPr>
        <p:spPr bwMode="auto">
          <a:xfrm flipV="1">
            <a:off x="4503738" y="2395538"/>
            <a:ext cx="71437"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70" name="Line 184">
            <a:extLst>
              <a:ext uri="{FF2B5EF4-FFF2-40B4-BE49-F238E27FC236}">
                <a16:creationId xmlns:a16="http://schemas.microsoft.com/office/drawing/2014/main" id="{D020E0F1-1B69-49BE-A270-8BA38EC7932F}"/>
              </a:ext>
            </a:extLst>
          </p:cNvPr>
          <p:cNvSpPr>
            <a:spLocks noChangeShapeType="1"/>
          </p:cNvSpPr>
          <p:nvPr/>
        </p:nvSpPr>
        <p:spPr bwMode="auto">
          <a:xfrm flipV="1">
            <a:off x="4862513" y="2538413"/>
            <a:ext cx="71437"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71" name="Line 185">
            <a:extLst>
              <a:ext uri="{FF2B5EF4-FFF2-40B4-BE49-F238E27FC236}">
                <a16:creationId xmlns:a16="http://schemas.microsoft.com/office/drawing/2014/main" id="{A4D9FD45-FC24-4A28-908E-E5C5EB553F3D}"/>
              </a:ext>
            </a:extLst>
          </p:cNvPr>
          <p:cNvSpPr>
            <a:spLocks noChangeShapeType="1"/>
          </p:cNvSpPr>
          <p:nvPr/>
        </p:nvSpPr>
        <p:spPr bwMode="auto">
          <a:xfrm flipV="1">
            <a:off x="4935538" y="2395538"/>
            <a:ext cx="71437"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72" name="Line 186">
            <a:extLst>
              <a:ext uri="{FF2B5EF4-FFF2-40B4-BE49-F238E27FC236}">
                <a16:creationId xmlns:a16="http://schemas.microsoft.com/office/drawing/2014/main" id="{155D1500-F284-4D4F-83BE-179A501672A9}"/>
              </a:ext>
            </a:extLst>
          </p:cNvPr>
          <p:cNvSpPr>
            <a:spLocks noChangeShapeType="1"/>
          </p:cNvSpPr>
          <p:nvPr/>
        </p:nvSpPr>
        <p:spPr bwMode="auto">
          <a:xfrm flipV="1">
            <a:off x="4787900" y="2393950"/>
            <a:ext cx="71438"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73" name="Line 187">
            <a:extLst>
              <a:ext uri="{FF2B5EF4-FFF2-40B4-BE49-F238E27FC236}">
                <a16:creationId xmlns:a16="http://schemas.microsoft.com/office/drawing/2014/main" id="{415109F7-0484-43F1-AB02-CCE4F17E469E}"/>
              </a:ext>
            </a:extLst>
          </p:cNvPr>
          <p:cNvSpPr>
            <a:spLocks noChangeShapeType="1"/>
          </p:cNvSpPr>
          <p:nvPr/>
        </p:nvSpPr>
        <p:spPr bwMode="auto">
          <a:xfrm flipV="1">
            <a:off x="5222875" y="2393950"/>
            <a:ext cx="71438"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74" name="Line 188">
            <a:extLst>
              <a:ext uri="{FF2B5EF4-FFF2-40B4-BE49-F238E27FC236}">
                <a16:creationId xmlns:a16="http://schemas.microsoft.com/office/drawing/2014/main" id="{72B64550-AC30-4323-96FE-EAA9036369EA}"/>
              </a:ext>
            </a:extLst>
          </p:cNvPr>
          <p:cNvSpPr>
            <a:spLocks noChangeShapeType="1"/>
          </p:cNvSpPr>
          <p:nvPr/>
        </p:nvSpPr>
        <p:spPr bwMode="auto">
          <a:xfrm flipV="1">
            <a:off x="5653088" y="2393950"/>
            <a:ext cx="71437"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75" name="Line 189">
            <a:extLst>
              <a:ext uri="{FF2B5EF4-FFF2-40B4-BE49-F238E27FC236}">
                <a16:creationId xmlns:a16="http://schemas.microsoft.com/office/drawing/2014/main" id="{7B2AA7E8-5070-4ECA-B142-D8A52AD9BFF7}"/>
              </a:ext>
            </a:extLst>
          </p:cNvPr>
          <p:cNvSpPr>
            <a:spLocks noChangeShapeType="1"/>
          </p:cNvSpPr>
          <p:nvPr/>
        </p:nvSpPr>
        <p:spPr bwMode="auto">
          <a:xfrm flipV="1">
            <a:off x="4356100" y="2393950"/>
            <a:ext cx="71438" cy="142875"/>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76" name="Line 190">
            <a:extLst>
              <a:ext uri="{FF2B5EF4-FFF2-40B4-BE49-F238E27FC236}">
                <a16:creationId xmlns:a16="http://schemas.microsoft.com/office/drawing/2014/main" id="{79B5E8BD-53D5-42BA-BE90-9C00ED48BC17}"/>
              </a:ext>
            </a:extLst>
          </p:cNvPr>
          <p:cNvSpPr>
            <a:spLocks noChangeShapeType="1"/>
          </p:cNvSpPr>
          <p:nvPr/>
        </p:nvSpPr>
        <p:spPr bwMode="auto">
          <a:xfrm flipV="1">
            <a:off x="3995738" y="1800225"/>
            <a:ext cx="600075" cy="593725"/>
          </a:xfrm>
          <a:prstGeom prst="line">
            <a:avLst/>
          </a:prstGeom>
          <a:noFill/>
          <a:ln w="19050">
            <a:solidFill>
              <a:srgbClr val="000000"/>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solidFill>
                <a:prstClr val="black"/>
              </a:solidFill>
              <a:latin typeface="Calibri"/>
              <a:ea typeface="宋体" panose="02010600030101010101" pitchFamily="2" charset="-122"/>
            </a:endParaRPr>
          </a:p>
        </p:txBody>
      </p:sp>
      <p:sp>
        <p:nvSpPr>
          <p:cNvPr id="177" name="Line 191">
            <a:extLst>
              <a:ext uri="{FF2B5EF4-FFF2-40B4-BE49-F238E27FC236}">
                <a16:creationId xmlns:a16="http://schemas.microsoft.com/office/drawing/2014/main" id="{DA056CBC-2606-48F1-BBE0-2BE4F9F17CFC}"/>
              </a:ext>
            </a:extLst>
          </p:cNvPr>
          <p:cNvSpPr>
            <a:spLocks noChangeShapeType="1"/>
          </p:cNvSpPr>
          <p:nvPr/>
        </p:nvSpPr>
        <p:spPr bwMode="auto">
          <a:xfrm flipV="1">
            <a:off x="4140200" y="1800225"/>
            <a:ext cx="600075" cy="593725"/>
          </a:xfrm>
          <a:prstGeom prst="line">
            <a:avLst/>
          </a:prstGeom>
          <a:noFill/>
          <a:ln w="19050">
            <a:solidFill>
              <a:srgbClr val="000000"/>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solidFill>
                <a:prstClr val="black"/>
              </a:solidFill>
              <a:latin typeface="Calibri"/>
              <a:ea typeface="宋体" panose="02010600030101010101" pitchFamily="2" charset="-122"/>
            </a:endParaRPr>
          </a:p>
        </p:txBody>
      </p:sp>
      <p:sp>
        <p:nvSpPr>
          <p:cNvPr id="178" name="Line 192">
            <a:extLst>
              <a:ext uri="{FF2B5EF4-FFF2-40B4-BE49-F238E27FC236}">
                <a16:creationId xmlns:a16="http://schemas.microsoft.com/office/drawing/2014/main" id="{FA7F5D0A-C27F-4E97-AB60-68F690B950E2}"/>
              </a:ext>
            </a:extLst>
          </p:cNvPr>
          <p:cNvSpPr>
            <a:spLocks noChangeShapeType="1"/>
          </p:cNvSpPr>
          <p:nvPr/>
        </p:nvSpPr>
        <p:spPr bwMode="auto">
          <a:xfrm flipV="1">
            <a:off x="4284663" y="1800225"/>
            <a:ext cx="600075" cy="593725"/>
          </a:xfrm>
          <a:prstGeom prst="line">
            <a:avLst/>
          </a:prstGeom>
          <a:noFill/>
          <a:ln w="19050">
            <a:solidFill>
              <a:srgbClr val="000000"/>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solidFill>
                <a:prstClr val="black"/>
              </a:solidFill>
              <a:latin typeface="Calibri"/>
              <a:ea typeface="宋体" panose="02010600030101010101" pitchFamily="2" charset="-122"/>
            </a:endParaRPr>
          </a:p>
        </p:txBody>
      </p:sp>
      <p:sp>
        <p:nvSpPr>
          <p:cNvPr id="179" name="Line 193">
            <a:extLst>
              <a:ext uri="{FF2B5EF4-FFF2-40B4-BE49-F238E27FC236}">
                <a16:creationId xmlns:a16="http://schemas.microsoft.com/office/drawing/2014/main" id="{ED902E34-9275-47F4-AF09-89A0DFC476F5}"/>
              </a:ext>
            </a:extLst>
          </p:cNvPr>
          <p:cNvSpPr>
            <a:spLocks noChangeShapeType="1"/>
          </p:cNvSpPr>
          <p:nvPr/>
        </p:nvSpPr>
        <p:spPr bwMode="auto">
          <a:xfrm flipV="1">
            <a:off x="4429125" y="1800225"/>
            <a:ext cx="600075" cy="593725"/>
          </a:xfrm>
          <a:prstGeom prst="line">
            <a:avLst/>
          </a:prstGeom>
          <a:noFill/>
          <a:ln w="19050">
            <a:solidFill>
              <a:srgbClr val="000000"/>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solidFill>
                <a:prstClr val="black"/>
              </a:solidFill>
              <a:latin typeface="Calibri"/>
              <a:ea typeface="宋体" panose="02010600030101010101" pitchFamily="2" charset="-122"/>
            </a:endParaRPr>
          </a:p>
        </p:txBody>
      </p:sp>
      <p:sp>
        <p:nvSpPr>
          <p:cNvPr id="180" name="Line 194">
            <a:extLst>
              <a:ext uri="{FF2B5EF4-FFF2-40B4-BE49-F238E27FC236}">
                <a16:creationId xmlns:a16="http://schemas.microsoft.com/office/drawing/2014/main" id="{6BDDC253-562C-4A65-9299-6A19751F3A75}"/>
              </a:ext>
            </a:extLst>
          </p:cNvPr>
          <p:cNvSpPr>
            <a:spLocks noChangeShapeType="1"/>
          </p:cNvSpPr>
          <p:nvPr/>
        </p:nvSpPr>
        <p:spPr bwMode="auto">
          <a:xfrm flipV="1">
            <a:off x="4572000" y="1800225"/>
            <a:ext cx="600075" cy="593725"/>
          </a:xfrm>
          <a:prstGeom prst="line">
            <a:avLst/>
          </a:prstGeom>
          <a:noFill/>
          <a:ln w="19050">
            <a:solidFill>
              <a:srgbClr val="000000"/>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solidFill>
                <a:prstClr val="black"/>
              </a:solidFill>
              <a:latin typeface="Calibri"/>
              <a:ea typeface="宋体" panose="02010600030101010101" pitchFamily="2" charset="-122"/>
            </a:endParaRPr>
          </a:p>
        </p:txBody>
      </p:sp>
      <p:sp>
        <p:nvSpPr>
          <p:cNvPr id="181" name="Line 195">
            <a:extLst>
              <a:ext uri="{FF2B5EF4-FFF2-40B4-BE49-F238E27FC236}">
                <a16:creationId xmlns:a16="http://schemas.microsoft.com/office/drawing/2014/main" id="{81B7E7E5-A71A-445B-804B-1A9B74A6DDF8}"/>
              </a:ext>
            </a:extLst>
          </p:cNvPr>
          <p:cNvSpPr>
            <a:spLocks noChangeShapeType="1"/>
          </p:cNvSpPr>
          <p:nvPr/>
        </p:nvSpPr>
        <p:spPr bwMode="auto">
          <a:xfrm flipV="1">
            <a:off x="4716463" y="1800225"/>
            <a:ext cx="600075" cy="593725"/>
          </a:xfrm>
          <a:prstGeom prst="line">
            <a:avLst/>
          </a:prstGeom>
          <a:noFill/>
          <a:ln w="19050">
            <a:solidFill>
              <a:srgbClr val="000000"/>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solidFill>
                <a:prstClr val="black"/>
              </a:solidFill>
              <a:latin typeface="Calibri"/>
              <a:ea typeface="宋体" panose="02010600030101010101" pitchFamily="2" charset="-122"/>
            </a:endParaRPr>
          </a:p>
        </p:txBody>
      </p:sp>
      <p:sp>
        <p:nvSpPr>
          <p:cNvPr id="182" name="Line 196">
            <a:extLst>
              <a:ext uri="{FF2B5EF4-FFF2-40B4-BE49-F238E27FC236}">
                <a16:creationId xmlns:a16="http://schemas.microsoft.com/office/drawing/2014/main" id="{9A08D3BF-D23B-4269-89BA-81D46C3CB02B}"/>
              </a:ext>
            </a:extLst>
          </p:cNvPr>
          <p:cNvSpPr>
            <a:spLocks noChangeShapeType="1"/>
          </p:cNvSpPr>
          <p:nvPr/>
        </p:nvSpPr>
        <p:spPr bwMode="auto">
          <a:xfrm flipV="1">
            <a:off x="4860925" y="1800225"/>
            <a:ext cx="600075" cy="593725"/>
          </a:xfrm>
          <a:prstGeom prst="line">
            <a:avLst/>
          </a:prstGeom>
          <a:noFill/>
          <a:ln w="19050">
            <a:solidFill>
              <a:srgbClr val="000000"/>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solidFill>
                <a:prstClr val="black"/>
              </a:solidFill>
              <a:latin typeface="Calibri"/>
              <a:ea typeface="宋体" panose="02010600030101010101" pitchFamily="2" charset="-122"/>
            </a:endParaRPr>
          </a:p>
        </p:txBody>
      </p:sp>
      <p:sp>
        <p:nvSpPr>
          <p:cNvPr id="183" name="Line 197">
            <a:extLst>
              <a:ext uri="{FF2B5EF4-FFF2-40B4-BE49-F238E27FC236}">
                <a16:creationId xmlns:a16="http://schemas.microsoft.com/office/drawing/2014/main" id="{FB080F16-1D2F-4024-8C4D-CE8E83BD0F73}"/>
              </a:ext>
            </a:extLst>
          </p:cNvPr>
          <p:cNvSpPr>
            <a:spLocks noChangeShapeType="1"/>
          </p:cNvSpPr>
          <p:nvPr/>
        </p:nvSpPr>
        <p:spPr bwMode="auto">
          <a:xfrm flipV="1">
            <a:off x="5003800" y="1800225"/>
            <a:ext cx="600075" cy="593725"/>
          </a:xfrm>
          <a:prstGeom prst="line">
            <a:avLst/>
          </a:prstGeom>
          <a:noFill/>
          <a:ln w="19050">
            <a:solidFill>
              <a:srgbClr val="000000"/>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solidFill>
                <a:prstClr val="black"/>
              </a:solidFill>
              <a:latin typeface="Calibri"/>
              <a:ea typeface="宋体" panose="02010600030101010101" pitchFamily="2" charset="-122"/>
            </a:endParaRPr>
          </a:p>
        </p:txBody>
      </p:sp>
      <p:sp>
        <p:nvSpPr>
          <p:cNvPr id="184" name="Line 198">
            <a:extLst>
              <a:ext uri="{FF2B5EF4-FFF2-40B4-BE49-F238E27FC236}">
                <a16:creationId xmlns:a16="http://schemas.microsoft.com/office/drawing/2014/main" id="{10E3DC65-52A1-4583-B105-72157CB63B92}"/>
              </a:ext>
            </a:extLst>
          </p:cNvPr>
          <p:cNvSpPr>
            <a:spLocks noChangeShapeType="1"/>
          </p:cNvSpPr>
          <p:nvPr/>
        </p:nvSpPr>
        <p:spPr bwMode="auto">
          <a:xfrm flipV="1">
            <a:off x="5148263" y="1800225"/>
            <a:ext cx="600075" cy="593725"/>
          </a:xfrm>
          <a:prstGeom prst="line">
            <a:avLst/>
          </a:prstGeom>
          <a:noFill/>
          <a:ln w="19050">
            <a:solidFill>
              <a:srgbClr val="000000"/>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solidFill>
                <a:prstClr val="black"/>
              </a:solidFill>
              <a:latin typeface="Calibri"/>
              <a:ea typeface="宋体" panose="02010600030101010101" pitchFamily="2" charset="-122"/>
            </a:endParaRPr>
          </a:p>
        </p:txBody>
      </p:sp>
      <p:sp>
        <p:nvSpPr>
          <p:cNvPr id="185" name="Line 199">
            <a:extLst>
              <a:ext uri="{FF2B5EF4-FFF2-40B4-BE49-F238E27FC236}">
                <a16:creationId xmlns:a16="http://schemas.microsoft.com/office/drawing/2014/main" id="{2FAFDE55-315E-4658-8499-1F1C4C8BB378}"/>
              </a:ext>
            </a:extLst>
          </p:cNvPr>
          <p:cNvSpPr>
            <a:spLocks noChangeShapeType="1"/>
          </p:cNvSpPr>
          <p:nvPr/>
        </p:nvSpPr>
        <p:spPr bwMode="auto">
          <a:xfrm flipV="1">
            <a:off x="5292725" y="1800225"/>
            <a:ext cx="600075" cy="593725"/>
          </a:xfrm>
          <a:prstGeom prst="line">
            <a:avLst/>
          </a:prstGeom>
          <a:noFill/>
          <a:ln w="19050">
            <a:solidFill>
              <a:srgbClr val="000000"/>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solidFill>
                <a:prstClr val="black"/>
              </a:solidFill>
              <a:latin typeface="Calibri"/>
              <a:ea typeface="宋体" panose="02010600030101010101" pitchFamily="2" charset="-122"/>
            </a:endParaRPr>
          </a:p>
        </p:txBody>
      </p:sp>
      <p:sp>
        <p:nvSpPr>
          <p:cNvPr id="186" name="Line 200">
            <a:extLst>
              <a:ext uri="{FF2B5EF4-FFF2-40B4-BE49-F238E27FC236}">
                <a16:creationId xmlns:a16="http://schemas.microsoft.com/office/drawing/2014/main" id="{8E5D905E-5E07-44C0-9B4D-67CC38A3C6C8}"/>
              </a:ext>
            </a:extLst>
          </p:cNvPr>
          <p:cNvSpPr>
            <a:spLocks noChangeShapeType="1"/>
          </p:cNvSpPr>
          <p:nvPr/>
        </p:nvSpPr>
        <p:spPr bwMode="auto">
          <a:xfrm flipV="1">
            <a:off x="5437188" y="1800225"/>
            <a:ext cx="600075" cy="593725"/>
          </a:xfrm>
          <a:prstGeom prst="line">
            <a:avLst/>
          </a:prstGeom>
          <a:noFill/>
          <a:ln w="19050">
            <a:solidFill>
              <a:srgbClr val="000000"/>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solidFill>
                <a:prstClr val="black"/>
              </a:solidFill>
              <a:latin typeface="Calibri"/>
              <a:ea typeface="宋体" panose="02010600030101010101" pitchFamily="2" charset="-122"/>
            </a:endParaRPr>
          </a:p>
        </p:txBody>
      </p:sp>
      <p:sp>
        <p:nvSpPr>
          <p:cNvPr id="187" name="Line 201">
            <a:extLst>
              <a:ext uri="{FF2B5EF4-FFF2-40B4-BE49-F238E27FC236}">
                <a16:creationId xmlns:a16="http://schemas.microsoft.com/office/drawing/2014/main" id="{B1B64B5F-C976-4BA5-8479-94274863EB11}"/>
              </a:ext>
            </a:extLst>
          </p:cNvPr>
          <p:cNvSpPr>
            <a:spLocks noChangeShapeType="1"/>
          </p:cNvSpPr>
          <p:nvPr/>
        </p:nvSpPr>
        <p:spPr bwMode="auto">
          <a:xfrm flipV="1">
            <a:off x="5581650" y="1800225"/>
            <a:ext cx="600075" cy="593725"/>
          </a:xfrm>
          <a:prstGeom prst="line">
            <a:avLst/>
          </a:prstGeom>
          <a:noFill/>
          <a:ln w="19050">
            <a:solidFill>
              <a:srgbClr val="000000"/>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solidFill>
                <a:prstClr val="black"/>
              </a:solidFill>
              <a:latin typeface="Calibri"/>
              <a:ea typeface="宋体" panose="02010600030101010101" pitchFamily="2" charset="-122"/>
            </a:endParaRPr>
          </a:p>
        </p:txBody>
      </p:sp>
      <p:sp>
        <p:nvSpPr>
          <p:cNvPr id="188" name="Line 202">
            <a:extLst>
              <a:ext uri="{FF2B5EF4-FFF2-40B4-BE49-F238E27FC236}">
                <a16:creationId xmlns:a16="http://schemas.microsoft.com/office/drawing/2014/main" id="{99E9A197-AF06-4E89-93B5-3B9FCF990452}"/>
              </a:ext>
            </a:extLst>
          </p:cNvPr>
          <p:cNvSpPr>
            <a:spLocks noChangeShapeType="1"/>
          </p:cNvSpPr>
          <p:nvPr/>
        </p:nvSpPr>
        <p:spPr bwMode="auto">
          <a:xfrm flipV="1">
            <a:off x="5724525" y="1800225"/>
            <a:ext cx="600075" cy="593725"/>
          </a:xfrm>
          <a:prstGeom prst="line">
            <a:avLst/>
          </a:prstGeom>
          <a:noFill/>
          <a:ln w="19050">
            <a:solidFill>
              <a:srgbClr val="000000"/>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solidFill>
                <a:prstClr val="black"/>
              </a:solidFill>
              <a:latin typeface="Calibri"/>
              <a:ea typeface="宋体" panose="02010600030101010101" pitchFamily="2" charset="-122"/>
            </a:endParaRPr>
          </a:p>
        </p:txBody>
      </p:sp>
      <p:sp>
        <p:nvSpPr>
          <p:cNvPr id="189" name="Line 203">
            <a:extLst>
              <a:ext uri="{FF2B5EF4-FFF2-40B4-BE49-F238E27FC236}">
                <a16:creationId xmlns:a16="http://schemas.microsoft.com/office/drawing/2014/main" id="{AE850FE8-8FCB-45A4-AAD5-0F23F774D2BB}"/>
              </a:ext>
            </a:extLst>
          </p:cNvPr>
          <p:cNvSpPr>
            <a:spLocks noChangeShapeType="1"/>
          </p:cNvSpPr>
          <p:nvPr/>
        </p:nvSpPr>
        <p:spPr bwMode="auto">
          <a:xfrm flipV="1">
            <a:off x="2771775" y="1744663"/>
            <a:ext cx="142875" cy="144462"/>
          </a:xfrm>
          <a:prstGeom prst="line">
            <a:avLst/>
          </a:prstGeom>
          <a:noFill/>
          <a:ln w="9525">
            <a:solidFill>
              <a:sysClr val="windowText" lastClr="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90" name="Line 204">
            <a:extLst>
              <a:ext uri="{FF2B5EF4-FFF2-40B4-BE49-F238E27FC236}">
                <a16:creationId xmlns:a16="http://schemas.microsoft.com/office/drawing/2014/main" id="{82FB8216-1FCE-4B8A-9A57-00E155B665CB}"/>
              </a:ext>
            </a:extLst>
          </p:cNvPr>
          <p:cNvSpPr>
            <a:spLocks noChangeShapeType="1"/>
          </p:cNvSpPr>
          <p:nvPr/>
        </p:nvSpPr>
        <p:spPr bwMode="auto">
          <a:xfrm flipV="1">
            <a:off x="2987675" y="1960563"/>
            <a:ext cx="142875" cy="144462"/>
          </a:xfrm>
          <a:prstGeom prst="line">
            <a:avLst/>
          </a:prstGeom>
          <a:noFill/>
          <a:ln w="9525">
            <a:solidFill>
              <a:sysClr val="windowText" lastClr="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91" name="Line 205">
            <a:extLst>
              <a:ext uri="{FF2B5EF4-FFF2-40B4-BE49-F238E27FC236}">
                <a16:creationId xmlns:a16="http://schemas.microsoft.com/office/drawing/2014/main" id="{15A364E4-A7BA-4D0C-BB26-30DBCB73EC49}"/>
              </a:ext>
            </a:extLst>
          </p:cNvPr>
          <p:cNvSpPr>
            <a:spLocks noChangeShapeType="1"/>
          </p:cNvSpPr>
          <p:nvPr/>
        </p:nvSpPr>
        <p:spPr bwMode="auto">
          <a:xfrm flipV="1">
            <a:off x="3203575" y="2176463"/>
            <a:ext cx="142875" cy="144462"/>
          </a:xfrm>
          <a:prstGeom prst="line">
            <a:avLst/>
          </a:prstGeom>
          <a:noFill/>
          <a:ln w="9525">
            <a:solidFill>
              <a:sysClr val="windowText" lastClr="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92" name="Oval 206">
            <a:extLst>
              <a:ext uri="{FF2B5EF4-FFF2-40B4-BE49-F238E27FC236}">
                <a16:creationId xmlns:a16="http://schemas.microsoft.com/office/drawing/2014/main" id="{B62AB675-8F11-4C56-8824-040185C1178B}"/>
              </a:ext>
            </a:extLst>
          </p:cNvPr>
          <p:cNvSpPr>
            <a:spLocks noChangeArrowheads="1"/>
          </p:cNvSpPr>
          <p:nvPr/>
        </p:nvSpPr>
        <p:spPr bwMode="auto">
          <a:xfrm>
            <a:off x="2916238" y="1889125"/>
            <a:ext cx="73025" cy="73025"/>
          </a:xfrm>
          <a:prstGeom prst="ellipse">
            <a:avLst/>
          </a:prstGeom>
          <a:solidFill>
            <a:sysClr val="windowText" lastClr="000000"/>
          </a:solidFill>
          <a:ln w="9525">
            <a:solidFill>
              <a:sysClr val="windowText" lastClr="000000"/>
            </a:solidFill>
            <a:round/>
            <a:headEnd/>
            <a:tailEnd/>
          </a:ln>
        </p:spPr>
        <p:txBody>
          <a:bodyPr wrap="none"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prstClr val="black"/>
              </a:solidFill>
              <a:effectLst/>
              <a:uLnTx/>
              <a:uFillTx/>
              <a:latin typeface="Arial" panose="020B0604020202020204" pitchFamily="34" charset="0"/>
              <a:ea typeface="宋体" panose="02010600030101010101" pitchFamily="2" charset="-122"/>
            </a:endParaRPr>
          </a:p>
        </p:txBody>
      </p:sp>
      <p:sp>
        <p:nvSpPr>
          <p:cNvPr id="193" name="Oval 207">
            <a:extLst>
              <a:ext uri="{FF2B5EF4-FFF2-40B4-BE49-F238E27FC236}">
                <a16:creationId xmlns:a16="http://schemas.microsoft.com/office/drawing/2014/main" id="{BDA3AEFC-12F6-4813-BDC2-A93F22DD9D3B}"/>
              </a:ext>
            </a:extLst>
          </p:cNvPr>
          <p:cNvSpPr>
            <a:spLocks noChangeArrowheads="1"/>
          </p:cNvSpPr>
          <p:nvPr/>
        </p:nvSpPr>
        <p:spPr bwMode="auto">
          <a:xfrm>
            <a:off x="3132138" y="2105025"/>
            <a:ext cx="73025" cy="73025"/>
          </a:xfrm>
          <a:prstGeom prst="ellipse">
            <a:avLst/>
          </a:prstGeom>
          <a:solidFill>
            <a:sysClr val="windowText" lastClr="000000"/>
          </a:solidFill>
          <a:ln w="9525">
            <a:solidFill>
              <a:sysClr val="windowText" lastClr="000000"/>
            </a:solidFill>
            <a:round/>
            <a:headEnd/>
            <a:tailEnd/>
          </a:ln>
        </p:spPr>
        <p:txBody>
          <a:bodyPr wrap="none"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prstClr val="black"/>
              </a:solidFill>
              <a:effectLst/>
              <a:uLnTx/>
              <a:uFillTx/>
              <a:latin typeface="Arial" panose="020B0604020202020204" pitchFamily="34" charset="0"/>
              <a:ea typeface="宋体" panose="02010600030101010101" pitchFamily="2" charset="-122"/>
            </a:endParaRPr>
          </a:p>
        </p:txBody>
      </p:sp>
      <p:sp>
        <p:nvSpPr>
          <p:cNvPr id="194" name="Oval 208">
            <a:extLst>
              <a:ext uri="{FF2B5EF4-FFF2-40B4-BE49-F238E27FC236}">
                <a16:creationId xmlns:a16="http://schemas.microsoft.com/office/drawing/2014/main" id="{12F359B7-B0A9-4853-9E6C-EFC3522396FC}"/>
              </a:ext>
            </a:extLst>
          </p:cNvPr>
          <p:cNvSpPr>
            <a:spLocks noChangeArrowheads="1"/>
          </p:cNvSpPr>
          <p:nvPr/>
        </p:nvSpPr>
        <p:spPr bwMode="auto">
          <a:xfrm>
            <a:off x="2700338" y="1673225"/>
            <a:ext cx="73025" cy="73025"/>
          </a:xfrm>
          <a:prstGeom prst="ellipse">
            <a:avLst/>
          </a:prstGeom>
          <a:solidFill>
            <a:sysClr val="windowText" lastClr="000000"/>
          </a:solidFill>
          <a:ln w="9525">
            <a:solidFill>
              <a:sysClr val="windowText" lastClr="000000"/>
            </a:solidFill>
            <a:round/>
            <a:headEnd/>
            <a:tailEnd/>
          </a:ln>
        </p:spPr>
        <p:txBody>
          <a:bodyPr wrap="none"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prstClr val="black"/>
              </a:solidFill>
              <a:effectLst/>
              <a:uLnTx/>
              <a:uFillTx/>
              <a:latin typeface="Arial" panose="020B0604020202020204" pitchFamily="34" charset="0"/>
              <a:ea typeface="宋体" panose="02010600030101010101" pitchFamily="2" charset="-122"/>
            </a:endParaRPr>
          </a:p>
        </p:txBody>
      </p:sp>
      <p:sp>
        <p:nvSpPr>
          <p:cNvPr id="195" name="Line 209">
            <a:extLst>
              <a:ext uri="{FF2B5EF4-FFF2-40B4-BE49-F238E27FC236}">
                <a16:creationId xmlns:a16="http://schemas.microsoft.com/office/drawing/2014/main" id="{EF7C85F4-C6BD-429F-B6A1-B647232C4CEF}"/>
              </a:ext>
            </a:extLst>
          </p:cNvPr>
          <p:cNvSpPr>
            <a:spLocks noChangeShapeType="1"/>
          </p:cNvSpPr>
          <p:nvPr/>
        </p:nvSpPr>
        <p:spPr bwMode="auto">
          <a:xfrm flipV="1">
            <a:off x="4718050" y="4841875"/>
            <a:ext cx="142875" cy="144463"/>
          </a:xfrm>
          <a:prstGeom prst="line">
            <a:avLst/>
          </a:prstGeom>
          <a:noFill/>
          <a:ln w="9525">
            <a:solidFill>
              <a:sysClr val="windowText" lastClr="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96" name="Line 210">
            <a:extLst>
              <a:ext uri="{FF2B5EF4-FFF2-40B4-BE49-F238E27FC236}">
                <a16:creationId xmlns:a16="http://schemas.microsoft.com/office/drawing/2014/main" id="{E2E6EB60-6CD6-45C5-BAFB-5F5E3867B8F7}"/>
              </a:ext>
            </a:extLst>
          </p:cNvPr>
          <p:cNvSpPr>
            <a:spLocks noChangeShapeType="1"/>
          </p:cNvSpPr>
          <p:nvPr/>
        </p:nvSpPr>
        <p:spPr bwMode="auto">
          <a:xfrm flipV="1">
            <a:off x="4933950" y="5057775"/>
            <a:ext cx="142875" cy="144463"/>
          </a:xfrm>
          <a:prstGeom prst="line">
            <a:avLst/>
          </a:prstGeom>
          <a:noFill/>
          <a:ln w="9525">
            <a:solidFill>
              <a:sysClr val="windowText" lastClr="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97" name="Line 211">
            <a:extLst>
              <a:ext uri="{FF2B5EF4-FFF2-40B4-BE49-F238E27FC236}">
                <a16:creationId xmlns:a16="http://schemas.microsoft.com/office/drawing/2014/main" id="{3DCCAB02-7DBF-44D5-B03B-9AFBF9EE771D}"/>
              </a:ext>
            </a:extLst>
          </p:cNvPr>
          <p:cNvSpPr>
            <a:spLocks noChangeShapeType="1"/>
          </p:cNvSpPr>
          <p:nvPr/>
        </p:nvSpPr>
        <p:spPr bwMode="auto">
          <a:xfrm flipV="1">
            <a:off x="5149850" y="5273675"/>
            <a:ext cx="142875" cy="144463"/>
          </a:xfrm>
          <a:prstGeom prst="line">
            <a:avLst/>
          </a:prstGeom>
          <a:noFill/>
          <a:ln w="9525">
            <a:solidFill>
              <a:sysClr val="windowText" lastClr="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98" name="Oval 212">
            <a:extLst>
              <a:ext uri="{FF2B5EF4-FFF2-40B4-BE49-F238E27FC236}">
                <a16:creationId xmlns:a16="http://schemas.microsoft.com/office/drawing/2014/main" id="{0F9992C4-EF0E-4CAC-B0C7-FDB670695497}"/>
              </a:ext>
            </a:extLst>
          </p:cNvPr>
          <p:cNvSpPr>
            <a:spLocks noChangeArrowheads="1"/>
          </p:cNvSpPr>
          <p:nvPr/>
        </p:nvSpPr>
        <p:spPr bwMode="auto">
          <a:xfrm>
            <a:off x="3779838" y="1960563"/>
            <a:ext cx="73025" cy="73025"/>
          </a:xfrm>
          <a:prstGeom prst="ellipse">
            <a:avLst/>
          </a:prstGeom>
          <a:solidFill>
            <a:sysClr val="windowText" lastClr="000000"/>
          </a:solidFill>
          <a:ln w="9525">
            <a:solidFill>
              <a:sysClr val="windowText" lastClr="000000"/>
            </a:solidFill>
            <a:round/>
            <a:headEnd/>
            <a:tailEnd/>
          </a:ln>
        </p:spPr>
        <p:txBody>
          <a:bodyPr wrap="none"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prstClr val="black"/>
              </a:solidFill>
              <a:effectLst/>
              <a:uLnTx/>
              <a:uFillTx/>
              <a:latin typeface="Arial" panose="020B0604020202020204" pitchFamily="34" charset="0"/>
              <a:ea typeface="宋体" panose="02010600030101010101" pitchFamily="2" charset="-122"/>
            </a:endParaRPr>
          </a:p>
        </p:txBody>
      </p:sp>
      <p:sp>
        <p:nvSpPr>
          <p:cNvPr id="199" name="Oval 213">
            <a:extLst>
              <a:ext uri="{FF2B5EF4-FFF2-40B4-BE49-F238E27FC236}">
                <a16:creationId xmlns:a16="http://schemas.microsoft.com/office/drawing/2014/main" id="{92AD9049-4631-4AD8-A068-3AD067ED319E}"/>
              </a:ext>
            </a:extLst>
          </p:cNvPr>
          <p:cNvSpPr>
            <a:spLocks noChangeArrowheads="1"/>
          </p:cNvSpPr>
          <p:nvPr/>
        </p:nvSpPr>
        <p:spPr bwMode="auto">
          <a:xfrm>
            <a:off x="3636963" y="2105025"/>
            <a:ext cx="73025" cy="73025"/>
          </a:xfrm>
          <a:prstGeom prst="ellipse">
            <a:avLst/>
          </a:prstGeom>
          <a:solidFill>
            <a:sysClr val="windowText" lastClr="000000"/>
          </a:solidFill>
          <a:ln w="9525">
            <a:solidFill>
              <a:sysClr val="windowText" lastClr="000000"/>
            </a:solidFill>
            <a:round/>
            <a:headEnd/>
            <a:tailEnd/>
          </a:ln>
        </p:spPr>
        <p:txBody>
          <a:bodyPr wrap="none"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prstClr val="black"/>
              </a:solidFill>
              <a:effectLst/>
              <a:uLnTx/>
              <a:uFillTx/>
              <a:latin typeface="Arial" panose="020B0604020202020204" pitchFamily="34" charset="0"/>
              <a:ea typeface="宋体" panose="02010600030101010101" pitchFamily="2" charset="-122"/>
            </a:endParaRPr>
          </a:p>
        </p:txBody>
      </p:sp>
      <p:sp>
        <p:nvSpPr>
          <p:cNvPr id="200" name="Oval 214">
            <a:extLst>
              <a:ext uri="{FF2B5EF4-FFF2-40B4-BE49-F238E27FC236}">
                <a16:creationId xmlns:a16="http://schemas.microsoft.com/office/drawing/2014/main" id="{AAC3EDBB-85FB-43F0-99FB-83ED11A492D8}"/>
              </a:ext>
            </a:extLst>
          </p:cNvPr>
          <p:cNvSpPr>
            <a:spLocks noChangeArrowheads="1"/>
          </p:cNvSpPr>
          <p:nvPr/>
        </p:nvSpPr>
        <p:spPr bwMode="auto">
          <a:xfrm>
            <a:off x="3922713" y="1962150"/>
            <a:ext cx="73025" cy="73025"/>
          </a:xfrm>
          <a:prstGeom prst="ellipse">
            <a:avLst/>
          </a:prstGeom>
          <a:solidFill>
            <a:sysClr val="windowText" lastClr="000000"/>
          </a:solidFill>
          <a:ln w="9525">
            <a:solidFill>
              <a:sysClr val="windowText" lastClr="000000"/>
            </a:solidFill>
            <a:round/>
            <a:headEnd/>
            <a:tailEnd/>
          </a:ln>
        </p:spPr>
        <p:txBody>
          <a:bodyPr wrap="none"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prstClr val="black"/>
              </a:solidFill>
              <a:effectLst/>
              <a:uLnTx/>
              <a:uFillTx/>
              <a:latin typeface="Arial" panose="020B0604020202020204" pitchFamily="34" charset="0"/>
              <a:ea typeface="宋体" panose="02010600030101010101" pitchFamily="2" charset="-122"/>
            </a:endParaRPr>
          </a:p>
        </p:txBody>
      </p:sp>
      <p:sp>
        <p:nvSpPr>
          <p:cNvPr id="201" name="Oval 215">
            <a:extLst>
              <a:ext uri="{FF2B5EF4-FFF2-40B4-BE49-F238E27FC236}">
                <a16:creationId xmlns:a16="http://schemas.microsoft.com/office/drawing/2014/main" id="{0B459083-EBF5-4C7C-9706-04AB7716FC0C}"/>
              </a:ext>
            </a:extLst>
          </p:cNvPr>
          <p:cNvSpPr>
            <a:spLocks noChangeArrowheads="1"/>
          </p:cNvSpPr>
          <p:nvPr/>
        </p:nvSpPr>
        <p:spPr bwMode="auto">
          <a:xfrm>
            <a:off x="3779838" y="2106613"/>
            <a:ext cx="73025" cy="73025"/>
          </a:xfrm>
          <a:prstGeom prst="ellipse">
            <a:avLst/>
          </a:prstGeom>
          <a:solidFill>
            <a:sysClr val="windowText" lastClr="000000"/>
          </a:solidFill>
          <a:ln w="9525">
            <a:solidFill>
              <a:sysClr val="windowText" lastClr="000000"/>
            </a:solidFill>
            <a:round/>
            <a:headEnd/>
            <a:tailEnd/>
          </a:ln>
        </p:spPr>
        <p:txBody>
          <a:bodyPr wrap="none"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prstClr val="black"/>
              </a:solidFill>
              <a:effectLst/>
              <a:uLnTx/>
              <a:uFillTx/>
              <a:latin typeface="Arial" panose="020B0604020202020204" pitchFamily="34" charset="0"/>
              <a:ea typeface="宋体" panose="02010600030101010101" pitchFamily="2" charset="-122"/>
            </a:endParaRPr>
          </a:p>
        </p:txBody>
      </p:sp>
      <p:sp>
        <p:nvSpPr>
          <p:cNvPr id="202" name="Oval 216">
            <a:extLst>
              <a:ext uri="{FF2B5EF4-FFF2-40B4-BE49-F238E27FC236}">
                <a16:creationId xmlns:a16="http://schemas.microsoft.com/office/drawing/2014/main" id="{ACE491FB-C291-4C76-9645-046565CFDFB0}"/>
              </a:ext>
            </a:extLst>
          </p:cNvPr>
          <p:cNvSpPr>
            <a:spLocks noChangeArrowheads="1"/>
          </p:cNvSpPr>
          <p:nvPr/>
        </p:nvSpPr>
        <p:spPr bwMode="auto">
          <a:xfrm>
            <a:off x="4067175" y="1962150"/>
            <a:ext cx="73025" cy="73025"/>
          </a:xfrm>
          <a:prstGeom prst="ellipse">
            <a:avLst/>
          </a:prstGeom>
          <a:solidFill>
            <a:sysClr val="windowText" lastClr="000000"/>
          </a:solidFill>
          <a:ln w="9525">
            <a:solidFill>
              <a:sysClr val="windowText" lastClr="000000"/>
            </a:solidFill>
            <a:round/>
            <a:headEnd/>
            <a:tailEnd/>
          </a:ln>
        </p:spPr>
        <p:txBody>
          <a:bodyPr wrap="none"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prstClr val="black"/>
              </a:solidFill>
              <a:effectLst/>
              <a:uLnTx/>
              <a:uFillTx/>
              <a:latin typeface="Arial" panose="020B0604020202020204" pitchFamily="34" charset="0"/>
              <a:ea typeface="宋体" panose="02010600030101010101" pitchFamily="2" charset="-122"/>
            </a:endParaRPr>
          </a:p>
        </p:txBody>
      </p:sp>
      <p:sp>
        <p:nvSpPr>
          <p:cNvPr id="203" name="Oval 217">
            <a:extLst>
              <a:ext uri="{FF2B5EF4-FFF2-40B4-BE49-F238E27FC236}">
                <a16:creationId xmlns:a16="http://schemas.microsoft.com/office/drawing/2014/main" id="{FCFBEAD5-F3AA-44F7-BF6D-C75B4F997026}"/>
              </a:ext>
            </a:extLst>
          </p:cNvPr>
          <p:cNvSpPr>
            <a:spLocks noChangeArrowheads="1"/>
          </p:cNvSpPr>
          <p:nvPr/>
        </p:nvSpPr>
        <p:spPr bwMode="auto">
          <a:xfrm>
            <a:off x="3924300" y="2106613"/>
            <a:ext cx="73025" cy="73025"/>
          </a:xfrm>
          <a:prstGeom prst="ellipse">
            <a:avLst/>
          </a:prstGeom>
          <a:solidFill>
            <a:sysClr val="windowText" lastClr="000000"/>
          </a:solidFill>
          <a:ln w="9525">
            <a:solidFill>
              <a:sysClr val="windowText" lastClr="000000"/>
            </a:solidFill>
            <a:round/>
            <a:headEnd/>
            <a:tailEnd/>
          </a:ln>
        </p:spPr>
        <p:txBody>
          <a:bodyPr wrap="none"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prstClr val="black"/>
              </a:solidFill>
              <a:effectLst/>
              <a:uLnTx/>
              <a:uFillTx/>
              <a:latin typeface="Arial" panose="020B0604020202020204" pitchFamily="34" charset="0"/>
              <a:ea typeface="宋体" panose="02010600030101010101" pitchFamily="2" charset="-122"/>
            </a:endParaRPr>
          </a:p>
        </p:txBody>
      </p:sp>
      <p:sp>
        <p:nvSpPr>
          <p:cNvPr id="204" name="Oval 218">
            <a:extLst>
              <a:ext uri="{FF2B5EF4-FFF2-40B4-BE49-F238E27FC236}">
                <a16:creationId xmlns:a16="http://schemas.microsoft.com/office/drawing/2014/main" id="{9C3D375B-5046-41DD-9D95-D9E8227582D4}"/>
              </a:ext>
            </a:extLst>
          </p:cNvPr>
          <p:cNvSpPr>
            <a:spLocks noChangeArrowheads="1"/>
          </p:cNvSpPr>
          <p:nvPr/>
        </p:nvSpPr>
        <p:spPr bwMode="auto">
          <a:xfrm>
            <a:off x="4211638" y="1960563"/>
            <a:ext cx="73025" cy="73025"/>
          </a:xfrm>
          <a:prstGeom prst="ellipse">
            <a:avLst/>
          </a:prstGeom>
          <a:solidFill>
            <a:sysClr val="windowText" lastClr="000000"/>
          </a:solidFill>
          <a:ln w="9525">
            <a:solidFill>
              <a:sysClr val="windowText" lastClr="000000"/>
            </a:solidFill>
            <a:round/>
            <a:headEnd/>
            <a:tailEnd/>
          </a:ln>
        </p:spPr>
        <p:txBody>
          <a:bodyPr wrap="none"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prstClr val="black"/>
              </a:solidFill>
              <a:effectLst/>
              <a:uLnTx/>
              <a:uFillTx/>
              <a:latin typeface="Arial" panose="020B0604020202020204" pitchFamily="34" charset="0"/>
              <a:ea typeface="宋体" panose="02010600030101010101" pitchFamily="2" charset="-122"/>
            </a:endParaRPr>
          </a:p>
        </p:txBody>
      </p:sp>
      <p:sp>
        <p:nvSpPr>
          <p:cNvPr id="205" name="Oval 219">
            <a:extLst>
              <a:ext uri="{FF2B5EF4-FFF2-40B4-BE49-F238E27FC236}">
                <a16:creationId xmlns:a16="http://schemas.microsoft.com/office/drawing/2014/main" id="{15C74876-1238-4D1F-A995-8C5F506E6B9A}"/>
              </a:ext>
            </a:extLst>
          </p:cNvPr>
          <p:cNvSpPr>
            <a:spLocks noChangeArrowheads="1"/>
          </p:cNvSpPr>
          <p:nvPr/>
        </p:nvSpPr>
        <p:spPr bwMode="auto">
          <a:xfrm>
            <a:off x="4068763" y="2105025"/>
            <a:ext cx="73025" cy="73025"/>
          </a:xfrm>
          <a:prstGeom prst="ellipse">
            <a:avLst/>
          </a:prstGeom>
          <a:solidFill>
            <a:sysClr val="windowText" lastClr="000000"/>
          </a:solidFill>
          <a:ln w="9525">
            <a:solidFill>
              <a:sysClr val="windowText" lastClr="000000"/>
            </a:solidFill>
            <a:round/>
            <a:headEnd/>
            <a:tailEnd/>
          </a:ln>
        </p:spPr>
        <p:txBody>
          <a:bodyPr wrap="none"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prstClr val="black"/>
              </a:solidFill>
              <a:effectLst/>
              <a:uLnTx/>
              <a:uFillTx/>
              <a:latin typeface="Arial" panose="020B0604020202020204" pitchFamily="34" charset="0"/>
              <a:ea typeface="宋体" panose="02010600030101010101" pitchFamily="2" charset="-122"/>
            </a:endParaRPr>
          </a:p>
        </p:txBody>
      </p:sp>
      <p:sp>
        <p:nvSpPr>
          <p:cNvPr id="206" name="Oval 220">
            <a:extLst>
              <a:ext uri="{FF2B5EF4-FFF2-40B4-BE49-F238E27FC236}">
                <a16:creationId xmlns:a16="http://schemas.microsoft.com/office/drawing/2014/main" id="{D36C9DC9-DF5C-491A-BA55-5A26A94B25EF}"/>
              </a:ext>
            </a:extLst>
          </p:cNvPr>
          <p:cNvSpPr>
            <a:spLocks noChangeArrowheads="1"/>
          </p:cNvSpPr>
          <p:nvPr/>
        </p:nvSpPr>
        <p:spPr bwMode="auto">
          <a:xfrm>
            <a:off x="4356100" y="1962150"/>
            <a:ext cx="73025" cy="73025"/>
          </a:xfrm>
          <a:prstGeom prst="ellipse">
            <a:avLst/>
          </a:prstGeom>
          <a:solidFill>
            <a:sysClr val="windowText" lastClr="000000"/>
          </a:solidFill>
          <a:ln w="9525">
            <a:solidFill>
              <a:sysClr val="windowText" lastClr="000000"/>
            </a:solidFill>
            <a:round/>
            <a:headEnd/>
            <a:tailEnd/>
          </a:ln>
        </p:spPr>
        <p:txBody>
          <a:bodyPr wrap="none"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prstClr val="black"/>
              </a:solidFill>
              <a:effectLst/>
              <a:uLnTx/>
              <a:uFillTx/>
              <a:latin typeface="Arial" panose="020B0604020202020204" pitchFamily="34" charset="0"/>
              <a:ea typeface="宋体" panose="02010600030101010101" pitchFamily="2" charset="-122"/>
            </a:endParaRPr>
          </a:p>
        </p:txBody>
      </p:sp>
      <p:sp>
        <p:nvSpPr>
          <p:cNvPr id="207" name="Oval 221">
            <a:extLst>
              <a:ext uri="{FF2B5EF4-FFF2-40B4-BE49-F238E27FC236}">
                <a16:creationId xmlns:a16="http://schemas.microsoft.com/office/drawing/2014/main" id="{6FD9594A-E89C-4506-822E-082055698885}"/>
              </a:ext>
            </a:extLst>
          </p:cNvPr>
          <p:cNvSpPr>
            <a:spLocks noChangeArrowheads="1"/>
          </p:cNvSpPr>
          <p:nvPr/>
        </p:nvSpPr>
        <p:spPr bwMode="auto">
          <a:xfrm>
            <a:off x="4213225" y="2106613"/>
            <a:ext cx="73025" cy="73025"/>
          </a:xfrm>
          <a:prstGeom prst="ellipse">
            <a:avLst/>
          </a:prstGeom>
          <a:solidFill>
            <a:sysClr val="windowText" lastClr="000000"/>
          </a:solidFill>
          <a:ln w="9525">
            <a:solidFill>
              <a:sysClr val="windowText" lastClr="000000"/>
            </a:solidFill>
            <a:round/>
            <a:headEnd/>
            <a:tailEnd/>
          </a:ln>
        </p:spPr>
        <p:txBody>
          <a:bodyPr wrap="none"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prstClr val="black"/>
              </a:solidFill>
              <a:effectLst/>
              <a:uLnTx/>
              <a:uFillTx/>
              <a:latin typeface="Arial" panose="020B0604020202020204" pitchFamily="34" charset="0"/>
              <a:ea typeface="宋体" panose="02010600030101010101" pitchFamily="2" charset="-122"/>
            </a:endParaRPr>
          </a:p>
        </p:txBody>
      </p:sp>
      <p:sp>
        <p:nvSpPr>
          <p:cNvPr id="208" name="Oval 222">
            <a:extLst>
              <a:ext uri="{FF2B5EF4-FFF2-40B4-BE49-F238E27FC236}">
                <a16:creationId xmlns:a16="http://schemas.microsoft.com/office/drawing/2014/main" id="{4E75BC2B-E271-4559-AE4C-771A45073BC7}"/>
              </a:ext>
            </a:extLst>
          </p:cNvPr>
          <p:cNvSpPr>
            <a:spLocks noChangeArrowheads="1"/>
          </p:cNvSpPr>
          <p:nvPr/>
        </p:nvSpPr>
        <p:spPr bwMode="auto">
          <a:xfrm>
            <a:off x="4498975" y="1960563"/>
            <a:ext cx="73025" cy="73025"/>
          </a:xfrm>
          <a:prstGeom prst="ellipse">
            <a:avLst/>
          </a:prstGeom>
          <a:solidFill>
            <a:sysClr val="windowText" lastClr="000000"/>
          </a:solidFill>
          <a:ln w="9525">
            <a:solidFill>
              <a:sysClr val="windowText" lastClr="000000"/>
            </a:solidFill>
            <a:round/>
            <a:headEnd/>
            <a:tailEnd/>
          </a:ln>
        </p:spPr>
        <p:txBody>
          <a:bodyPr wrap="none"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prstClr val="black"/>
              </a:solidFill>
              <a:effectLst/>
              <a:uLnTx/>
              <a:uFillTx/>
              <a:latin typeface="Arial" panose="020B0604020202020204" pitchFamily="34" charset="0"/>
              <a:ea typeface="宋体" panose="02010600030101010101" pitchFamily="2" charset="-122"/>
            </a:endParaRPr>
          </a:p>
        </p:txBody>
      </p:sp>
      <p:sp>
        <p:nvSpPr>
          <p:cNvPr id="209" name="Oval 223">
            <a:extLst>
              <a:ext uri="{FF2B5EF4-FFF2-40B4-BE49-F238E27FC236}">
                <a16:creationId xmlns:a16="http://schemas.microsoft.com/office/drawing/2014/main" id="{5953CA9D-E322-4038-993D-12ED0F543B21}"/>
              </a:ext>
            </a:extLst>
          </p:cNvPr>
          <p:cNvSpPr>
            <a:spLocks noChangeArrowheads="1"/>
          </p:cNvSpPr>
          <p:nvPr/>
        </p:nvSpPr>
        <p:spPr bwMode="auto">
          <a:xfrm>
            <a:off x="4356100" y="2105025"/>
            <a:ext cx="73025" cy="73025"/>
          </a:xfrm>
          <a:prstGeom prst="ellipse">
            <a:avLst/>
          </a:prstGeom>
          <a:solidFill>
            <a:sysClr val="windowText" lastClr="000000"/>
          </a:solidFill>
          <a:ln w="9525">
            <a:solidFill>
              <a:sysClr val="windowText" lastClr="000000"/>
            </a:solidFill>
            <a:round/>
            <a:headEnd/>
            <a:tailEnd/>
          </a:ln>
        </p:spPr>
        <p:txBody>
          <a:bodyPr wrap="none"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prstClr val="black"/>
              </a:solidFill>
              <a:effectLst/>
              <a:uLnTx/>
              <a:uFillTx/>
              <a:latin typeface="Arial" panose="020B0604020202020204" pitchFamily="34" charset="0"/>
              <a:ea typeface="宋体" panose="02010600030101010101" pitchFamily="2" charset="-122"/>
            </a:endParaRPr>
          </a:p>
        </p:txBody>
      </p:sp>
      <p:sp>
        <p:nvSpPr>
          <p:cNvPr id="210" name="Oval 224">
            <a:extLst>
              <a:ext uri="{FF2B5EF4-FFF2-40B4-BE49-F238E27FC236}">
                <a16:creationId xmlns:a16="http://schemas.microsoft.com/office/drawing/2014/main" id="{D45B6886-977B-4A45-A5FD-2AD69A12A672}"/>
              </a:ext>
            </a:extLst>
          </p:cNvPr>
          <p:cNvSpPr>
            <a:spLocks noChangeArrowheads="1"/>
          </p:cNvSpPr>
          <p:nvPr/>
        </p:nvSpPr>
        <p:spPr bwMode="auto">
          <a:xfrm>
            <a:off x="4643438" y="1958975"/>
            <a:ext cx="73025" cy="73025"/>
          </a:xfrm>
          <a:prstGeom prst="ellipse">
            <a:avLst/>
          </a:prstGeom>
          <a:solidFill>
            <a:sysClr val="windowText" lastClr="000000"/>
          </a:solidFill>
          <a:ln w="9525">
            <a:solidFill>
              <a:sysClr val="windowText" lastClr="000000"/>
            </a:solidFill>
            <a:round/>
            <a:headEnd/>
            <a:tailEnd/>
          </a:ln>
        </p:spPr>
        <p:txBody>
          <a:bodyPr wrap="none"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prstClr val="black"/>
              </a:solidFill>
              <a:effectLst/>
              <a:uLnTx/>
              <a:uFillTx/>
              <a:latin typeface="Arial" panose="020B0604020202020204" pitchFamily="34" charset="0"/>
              <a:ea typeface="宋体" panose="02010600030101010101" pitchFamily="2" charset="-122"/>
            </a:endParaRPr>
          </a:p>
        </p:txBody>
      </p:sp>
      <p:sp>
        <p:nvSpPr>
          <p:cNvPr id="211" name="Oval 225">
            <a:extLst>
              <a:ext uri="{FF2B5EF4-FFF2-40B4-BE49-F238E27FC236}">
                <a16:creationId xmlns:a16="http://schemas.microsoft.com/office/drawing/2014/main" id="{8B915046-363C-4331-B711-4F6CE57AD1B7}"/>
              </a:ext>
            </a:extLst>
          </p:cNvPr>
          <p:cNvSpPr>
            <a:spLocks noChangeArrowheads="1"/>
          </p:cNvSpPr>
          <p:nvPr/>
        </p:nvSpPr>
        <p:spPr bwMode="auto">
          <a:xfrm>
            <a:off x="4500563" y="2103438"/>
            <a:ext cx="73025" cy="73025"/>
          </a:xfrm>
          <a:prstGeom prst="ellipse">
            <a:avLst/>
          </a:prstGeom>
          <a:solidFill>
            <a:sysClr val="windowText" lastClr="000000"/>
          </a:solidFill>
          <a:ln w="9525">
            <a:solidFill>
              <a:sysClr val="windowText" lastClr="000000"/>
            </a:solidFill>
            <a:round/>
            <a:headEnd/>
            <a:tailEnd/>
          </a:ln>
        </p:spPr>
        <p:txBody>
          <a:bodyPr wrap="none"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prstClr val="black"/>
              </a:solidFill>
              <a:effectLst/>
              <a:uLnTx/>
              <a:uFillTx/>
              <a:latin typeface="Arial" panose="020B0604020202020204" pitchFamily="34" charset="0"/>
              <a:ea typeface="宋体" panose="02010600030101010101" pitchFamily="2" charset="-122"/>
            </a:endParaRPr>
          </a:p>
        </p:txBody>
      </p:sp>
      <p:sp>
        <p:nvSpPr>
          <p:cNvPr id="212" name="Oval 226">
            <a:extLst>
              <a:ext uri="{FF2B5EF4-FFF2-40B4-BE49-F238E27FC236}">
                <a16:creationId xmlns:a16="http://schemas.microsoft.com/office/drawing/2014/main" id="{2AF48FFB-3E67-4F4A-A955-CBED1DD532EA}"/>
              </a:ext>
            </a:extLst>
          </p:cNvPr>
          <p:cNvSpPr>
            <a:spLocks noChangeArrowheads="1"/>
          </p:cNvSpPr>
          <p:nvPr/>
        </p:nvSpPr>
        <p:spPr bwMode="auto">
          <a:xfrm>
            <a:off x="4787900" y="1960563"/>
            <a:ext cx="73025" cy="73025"/>
          </a:xfrm>
          <a:prstGeom prst="ellipse">
            <a:avLst/>
          </a:prstGeom>
          <a:solidFill>
            <a:sysClr val="windowText" lastClr="000000"/>
          </a:solidFill>
          <a:ln w="9525">
            <a:solidFill>
              <a:sysClr val="windowText" lastClr="000000"/>
            </a:solidFill>
            <a:round/>
            <a:headEnd/>
            <a:tailEnd/>
          </a:ln>
        </p:spPr>
        <p:txBody>
          <a:bodyPr wrap="none"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prstClr val="black"/>
              </a:solidFill>
              <a:effectLst/>
              <a:uLnTx/>
              <a:uFillTx/>
              <a:latin typeface="Arial" panose="020B0604020202020204" pitchFamily="34" charset="0"/>
              <a:ea typeface="宋体" panose="02010600030101010101" pitchFamily="2" charset="-122"/>
            </a:endParaRPr>
          </a:p>
        </p:txBody>
      </p:sp>
      <p:sp>
        <p:nvSpPr>
          <p:cNvPr id="213" name="Oval 227">
            <a:extLst>
              <a:ext uri="{FF2B5EF4-FFF2-40B4-BE49-F238E27FC236}">
                <a16:creationId xmlns:a16="http://schemas.microsoft.com/office/drawing/2014/main" id="{40654D34-4956-4474-9FA5-1189F9D7E250}"/>
              </a:ext>
            </a:extLst>
          </p:cNvPr>
          <p:cNvSpPr>
            <a:spLocks noChangeArrowheads="1"/>
          </p:cNvSpPr>
          <p:nvPr/>
        </p:nvSpPr>
        <p:spPr bwMode="auto">
          <a:xfrm>
            <a:off x="4645025" y="2105025"/>
            <a:ext cx="73025" cy="73025"/>
          </a:xfrm>
          <a:prstGeom prst="ellipse">
            <a:avLst/>
          </a:prstGeom>
          <a:solidFill>
            <a:sysClr val="windowText" lastClr="000000"/>
          </a:solidFill>
          <a:ln w="9525">
            <a:solidFill>
              <a:sysClr val="windowText" lastClr="000000"/>
            </a:solidFill>
            <a:round/>
            <a:headEnd/>
            <a:tailEnd/>
          </a:ln>
        </p:spPr>
        <p:txBody>
          <a:bodyPr wrap="none"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prstClr val="black"/>
              </a:solidFill>
              <a:effectLst/>
              <a:uLnTx/>
              <a:uFillTx/>
              <a:latin typeface="Arial" panose="020B0604020202020204" pitchFamily="34" charset="0"/>
              <a:ea typeface="宋体" panose="02010600030101010101" pitchFamily="2" charset="-122"/>
            </a:endParaRPr>
          </a:p>
        </p:txBody>
      </p:sp>
      <p:sp>
        <p:nvSpPr>
          <p:cNvPr id="214" name="Oval 228">
            <a:extLst>
              <a:ext uri="{FF2B5EF4-FFF2-40B4-BE49-F238E27FC236}">
                <a16:creationId xmlns:a16="http://schemas.microsoft.com/office/drawing/2014/main" id="{BF40E84F-8CFC-472E-9798-58B312424FBA}"/>
              </a:ext>
            </a:extLst>
          </p:cNvPr>
          <p:cNvSpPr>
            <a:spLocks noChangeArrowheads="1"/>
          </p:cNvSpPr>
          <p:nvPr/>
        </p:nvSpPr>
        <p:spPr bwMode="auto">
          <a:xfrm>
            <a:off x="4930775" y="1958975"/>
            <a:ext cx="73025" cy="73025"/>
          </a:xfrm>
          <a:prstGeom prst="ellipse">
            <a:avLst/>
          </a:prstGeom>
          <a:solidFill>
            <a:sysClr val="windowText" lastClr="000000"/>
          </a:solidFill>
          <a:ln w="9525">
            <a:solidFill>
              <a:sysClr val="windowText" lastClr="000000"/>
            </a:solidFill>
            <a:round/>
            <a:headEnd/>
            <a:tailEnd/>
          </a:ln>
        </p:spPr>
        <p:txBody>
          <a:bodyPr wrap="none"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prstClr val="black"/>
              </a:solidFill>
              <a:effectLst/>
              <a:uLnTx/>
              <a:uFillTx/>
              <a:latin typeface="Arial" panose="020B0604020202020204" pitchFamily="34" charset="0"/>
              <a:ea typeface="宋体" panose="02010600030101010101" pitchFamily="2" charset="-122"/>
            </a:endParaRPr>
          </a:p>
        </p:txBody>
      </p:sp>
      <p:sp>
        <p:nvSpPr>
          <p:cNvPr id="215" name="Oval 229">
            <a:extLst>
              <a:ext uri="{FF2B5EF4-FFF2-40B4-BE49-F238E27FC236}">
                <a16:creationId xmlns:a16="http://schemas.microsoft.com/office/drawing/2014/main" id="{6BDB8188-870B-4911-89C4-9EBC444F1E5B}"/>
              </a:ext>
            </a:extLst>
          </p:cNvPr>
          <p:cNvSpPr>
            <a:spLocks noChangeArrowheads="1"/>
          </p:cNvSpPr>
          <p:nvPr/>
        </p:nvSpPr>
        <p:spPr bwMode="auto">
          <a:xfrm>
            <a:off x="4787900" y="2103438"/>
            <a:ext cx="73025" cy="73025"/>
          </a:xfrm>
          <a:prstGeom prst="ellipse">
            <a:avLst/>
          </a:prstGeom>
          <a:solidFill>
            <a:sysClr val="windowText" lastClr="000000"/>
          </a:solidFill>
          <a:ln w="9525">
            <a:solidFill>
              <a:sysClr val="windowText" lastClr="000000"/>
            </a:solidFill>
            <a:round/>
            <a:headEnd/>
            <a:tailEnd/>
          </a:ln>
        </p:spPr>
        <p:txBody>
          <a:bodyPr wrap="none"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prstClr val="black"/>
              </a:solidFill>
              <a:effectLst/>
              <a:uLnTx/>
              <a:uFillTx/>
              <a:latin typeface="Arial" panose="020B0604020202020204" pitchFamily="34" charset="0"/>
              <a:ea typeface="宋体" panose="02010600030101010101" pitchFamily="2" charset="-122"/>
            </a:endParaRPr>
          </a:p>
        </p:txBody>
      </p:sp>
      <p:sp>
        <p:nvSpPr>
          <p:cNvPr id="216" name="Oval 230">
            <a:extLst>
              <a:ext uri="{FF2B5EF4-FFF2-40B4-BE49-F238E27FC236}">
                <a16:creationId xmlns:a16="http://schemas.microsoft.com/office/drawing/2014/main" id="{6E5D9C24-0D4E-4FA3-ACEE-CE61594324A8}"/>
              </a:ext>
            </a:extLst>
          </p:cNvPr>
          <p:cNvSpPr>
            <a:spLocks noChangeArrowheads="1"/>
          </p:cNvSpPr>
          <p:nvPr/>
        </p:nvSpPr>
        <p:spPr bwMode="auto">
          <a:xfrm>
            <a:off x="5076825" y="1962150"/>
            <a:ext cx="73025" cy="73025"/>
          </a:xfrm>
          <a:prstGeom prst="ellipse">
            <a:avLst/>
          </a:prstGeom>
          <a:solidFill>
            <a:sysClr val="windowText" lastClr="000000"/>
          </a:solidFill>
          <a:ln w="9525">
            <a:solidFill>
              <a:sysClr val="windowText" lastClr="000000"/>
            </a:solidFill>
            <a:round/>
            <a:headEnd/>
            <a:tailEnd/>
          </a:ln>
        </p:spPr>
        <p:txBody>
          <a:bodyPr wrap="none"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prstClr val="black"/>
              </a:solidFill>
              <a:effectLst/>
              <a:uLnTx/>
              <a:uFillTx/>
              <a:latin typeface="Arial" panose="020B0604020202020204" pitchFamily="34" charset="0"/>
              <a:ea typeface="宋体" panose="02010600030101010101" pitchFamily="2" charset="-122"/>
            </a:endParaRPr>
          </a:p>
        </p:txBody>
      </p:sp>
      <p:sp>
        <p:nvSpPr>
          <p:cNvPr id="217" name="Oval 231">
            <a:extLst>
              <a:ext uri="{FF2B5EF4-FFF2-40B4-BE49-F238E27FC236}">
                <a16:creationId xmlns:a16="http://schemas.microsoft.com/office/drawing/2014/main" id="{9DA93436-6416-414E-B171-DEF0603B443C}"/>
              </a:ext>
            </a:extLst>
          </p:cNvPr>
          <p:cNvSpPr>
            <a:spLocks noChangeArrowheads="1"/>
          </p:cNvSpPr>
          <p:nvPr/>
        </p:nvSpPr>
        <p:spPr bwMode="auto">
          <a:xfrm>
            <a:off x="4933950" y="2106613"/>
            <a:ext cx="73025" cy="73025"/>
          </a:xfrm>
          <a:prstGeom prst="ellipse">
            <a:avLst/>
          </a:prstGeom>
          <a:solidFill>
            <a:sysClr val="windowText" lastClr="000000"/>
          </a:solidFill>
          <a:ln w="9525">
            <a:solidFill>
              <a:sysClr val="windowText" lastClr="000000"/>
            </a:solidFill>
            <a:round/>
            <a:headEnd/>
            <a:tailEnd/>
          </a:ln>
        </p:spPr>
        <p:txBody>
          <a:bodyPr wrap="none"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prstClr val="black"/>
              </a:solidFill>
              <a:effectLst/>
              <a:uLnTx/>
              <a:uFillTx/>
              <a:latin typeface="Arial" panose="020B0604020202020204" pitchFamily="34" charset="0"/>
              <a:ea typeface="宋体" panose="02010600030101010101" pitchFamily="2" charset="-122"/>
            </a:endParaRPr>
          </a:p>
        </p:txBody>
      </p:sp>
      <p:sp>
        <p:nvSpPr>
          <p:cNvPr id="218" name="Oval 232">
            <a:extLst>
              <a:ext uri="{FF2B5EF4-FFF2-40B4-BE49-F238E27FC236}">
                <a16:creationId xmlns:a16="http://schemas.microsoft.com/office/drawing/2014/main" id="{148F6B92-CA94-4733-8948-89F908A81152}"/>
              </a:ext>
            </a:extLst>
          </p:cNvPr>
          <p:cNvSpPr>
            <a:spLocks noChangeArrowheads="1"/>
          </p:cNvSpPr>
          <p:nvPr/>
        </p:nvSpPr>
        <p:spPr bwMode="auto">
          <a:xfrm>
            <a:off x="5221288" y="1963738"/>
            <a:ext cx="73025" cy="73025"/>
          </a:xfrm>
          <a:prstGeom prst="ellipse">
            <a:avLst/>
          </a:prstGeom>
          <a:solidFill>
            <a:sysClr val="windowText" lastClr="000000"/>
          </a:solidFill>
          <a:ln w="9525">
            <a:solidFill>
              <a:sysClr val="windowText" lastClr="000000"/>
            </a:solidFill>
            <a:round/>
            <a:headEnd/>
            <a:tailEnd/>
          </a:ln>
        </p:spPr>
        <p:txBody>
          <a:bodyPr wrap="none"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prstClr val="black"/>
              </a:solidFill>
              <a:effectLst/>
              <a:uLnTx/>
              <a:uFillTx/>
              <a:latin typeface="Arial" panose="020B0604020202020204" pitchFamily="34" charset="0"/>
              <a:ea typeface="宋体" panose="02010600030101010101" pitchFamily="2" charset="-122"/>
            </a:endParaRPr>
          </a:p>
        </p:txBody>
      </p:sp>
      <p:sp>
        <p:nvSpPr>
          <p:cNvPr id="219" name="Oval 233">
            <a:extLst>
              <a:ext uri="{FF2B5EF4-FFF2-40B4-BE49-F238E27FC236}">
                <a16:creationId xmlns:a16="http://schemas.microsoft.com/office/drawing/2014/main" id="{5F23C808-338A-484B-98FB-87D1EB0C7A3B}"/>
              </a:ext>
            </a:extLst>
          </p:cNvPr>
          <p:cNvSpPr>
            <a:spLocks noChangeArrowheads="1"/>
          </p:cNvSpPr>
          <p:nvPr/>
        </p:nvSpPr>
        <p:spPr bwMode="auto">
          <a:xfrm>
            <a:off x="5078413" y="2108200"/>
            <a:ext cx="73025" cy="73025"/>
          </a:xfrm>
          <a:prstGeom prst="ellipse">
            <a:avLst/>
          </a:prstGeom>
          <a:solidFill>
            <a:sysClr val="windowText" lastClr="000000"/>
          </a:solidFill>
          <a:ln w="9525">
            <a:solidFill>
              <a:sysClr val="windowText" lastClr="000000"/>
            </a:solidFill>
            <a:round/>
            <a:headEnd/>
            <a:tailEnd/>
          </a:ln>
        </p:spPr>
        <p:txBody>
          <a:bodyPr wrap="none"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prstClr val="black"/>
              </a:solidFill>
              <a:effectLst/>
              <a:uLnTx/>
              <a:uFillTx/>
              <a:latin typeface="Arial" panose="020B0604020202020204" pitchFamily="34" charset="0"/>
              <a:ea typeface="宋体" panose="02010600030101010101" pitchFamily="2" charset="-122"/>
            </a:endParaRPr>
          </a:p>
        </p:txBody>
      </p:sp>
      <p:sp>
        <p:nvSpPr>
          <p:cNvPr id="220" name="Oval 234">
            <a:extLst>
              <a:ext uri="{FF2B5EF4-FFF2-40B4-BE49-F238E27FC236}">
                <a16:creationId xmlns:a16="http://schemas.microsoft.com/office/drawing/2014/main" id="{023E1EA3-85E4-4A79-AD26-0F879F0F6BCB}"/>
              </a:ext>
            </a:extLst>
          </p:cNvPr>
          <p:cNvSpPr>
            <a:spLocks noChangeArrowheads="1"/>
          </p:cNvSpPr>
          <p:nvPr/>
        </p:nvSpPr>
        <p:spPr bwMode="auto">
          <a:xfrm>
            <a:off x="5364163" y="1962150"/>
            <a:ext cx="73025" cy="73025"/>
          </a:xfrm>
          <a:prstGeom prst="ellipse">
            <a:avLst/>
          </a:prstGeom>
          <a:solidFill>
            <a:sysClr val="windowText" lastClr="000000"/>
          </a:solidFill>
          <a:ln w="9525">
            <a:solidFill>
              <a:sysClr val="windowText" lastClr="000000"/>
            </a:solidFill>
            <a:round/>
            <a:headEnd/>
            <a:tailEnd/>
          </a:ln>
        </p:spPr>
        <p:txBody>
          <a:bodyPr wrap="none"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prstClr val="black"/>
              </a:solidFill>
              <a:effectLst/>
              <a:uLnTx/>
              <a:uFillTx/>
              <a:latin typeface="Arial" panose="020B0604020202020204" pitchFamily="34" charset="0"/>
              <a:ea typeface="宋体" panose="02010600030101010101" pitchFamily="2" charset="-122"/>
            </a:endParaRPr>
          </a:p>
        </p:txBody>
      </p:sp>
      <p:sp>
        <p:nvSpPr>
          <p:cNvPr id="221" name="Oval 235">
            <a:extLst>
              <a:ext uri="{FF2B5EF4-FFF2-40B4-BE49-F238E27FC236}">
                <a16:creationId xmlns:a16="http://schemas.microsoft.com/office/drawing/2014/main" id="{066571B1-DB93-45A7-A64A-AB3DDE866DFE}"/>
              </a:ext>
            </a:extLst>
          </p:cNvPr>
          <p:cNvSpPr>
            <a:spLocks noChangeArrowheads="1"/>
          </p:cNvSpPr>
          <p:nvPr/>
        </p:nvSpPr>
        <p:spPr bwMode="auto">
          <a:xfrm>
            <a:off x="5221288" y="2106613"/>
            <a:ext cx="73025" cy="73025"/>
          </a:xfrm>
          <a:prstGeom prst="ellipse">
            <a:avLst/>
          </a:prstGeom>
          <a:solidFill>
            <a:sysClr val="windowText" lastClr="000000"/>
          </a:solidFill>
          <a:ln w="9525">
            <a:solidFill>
              <a:sysClr val="windowText" lastClr="000000"/>
            </a:solidFill>
            <a:round/>
            <a:headEnd/>
            <a:tailEnd/>
          </a:ln>
        </p:spPr>
        <p:txBody>
          <a:bodyPr wrap="none"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prstClr val="black"/>
              </a:solidFill>
              <a:effectLst/>
              <a:uLnTx/>
              <a:uFillTx/>
              <a:latin typeface="Arial" panose="020B0604020202020204" pitchFamily="34" charset="0"/>
              <a:ea typeface="宋体" panose="02010600030101010101" pitchFamily="2" charset="-122"/>
            </a:endParaRPr>
          </a:p>
        </p:txBody>
      </p:sp>
      <p:sp>
        <p:nvSpPr>
          <p:cNvPr id="222" name="Oval 236">
            <a:extLst>
              <a:ext uri="{FF2B5EF4-FFF2-40B4-BE49-F238E27FC236}">
                <a16:creationId xmlns:a16="http://schemas.microsoft.com/office/drawing/2014/main" id="{BB48820A-CC2D-4BCD-8272-DB22C7839B30}"/>
              </a:ext>
            </a:extLst>
          </p:cNvPr>
          <p:cNvSpPr>
            <a:spLocks noChangeArrowheads="1"/>
          </p:cNvSpPr>
          <p:nvPr/>
        </p:nvSpPr>
        <p:spPr bwMode="auto">
          <a:xfrm>
            <a:off x="5508625" y="1962150"/>
            <a:ext cx="73025" cy="73025"/>
          </a:xfrm>
          <a:prstGeom prst="ellipse">
            <a:avLst/>
          </a:prstGeom>
          <a:solidFill>
            <a:sysClr val="windowText" lastClr="000000"/>
          </a:solidFill>
          <a:ln w="9525">
            <a:solidFill>
              <a:sysClr val="windowText" lastClr="000000"/>
            </a:solidFill>
            <a:round/>
            <a:headEnd/>
            <a:tailEnd/>
          </a:ln>
        </p:spPr>
        <p:txBody>
          <a:bodyPr wrap="none"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prstClr val="black"/>
              </a:solidFill>
              <a:effectLst/>
              <a:uLnTx/>
              <a:uFillTx/>
              <a:latin typeface="Arial" panose="020B0604020202020204" pitchFamily="34" charset="0"/>
              <a:ea typeface="宋体" panose="02010600030101010101" pitchFamily="2" charset="-122"/>
            </a:endParaRPr>
          </a:p>
        </p:txBody>
      </p:sp>
      <p:sp>
        <p:nvSpPr>
          <p:cNvPr id="223" name="Oval 237">
            <a:extLst>
              <a:ext uri="{FF2B5EF4-FFF2-40B4-BE49-F238E27FC236}">
                <a16:creationId xmlns:a16="http://schemas.microsoft.com/office/drawing/2014/main" id="{9E0B0BE2-855E-4238-B3F9-F8A3761332F0}"/>
              </a:ext>
            </a:extLst>
          </p:cNvPr>
          <p:cNvSpPr>
            <a:spLocks noChangeArrowheads="1"/>
          </p:cNvSpPr>
          <p:nvPr/>
        </p:nvSpPr>
        <p:spPr bwMode="auto">
          <a:xfrm>
            <a:off x="5365750" y="2106613"/>
            <a:ext cx="73025" cy="73025"/>
          </a:xfrm>
          <a:prstGeom prst="ellipse">
            <a:avLst/>
          </a:prstGeom>
          <a:solidFill>
            <a:sysClr val="windowText" lastClr="000000"/>
          </a:solidFill>
          <a:ln w="9525">
            <a:solidFill>
              <a:sysClr val="windowText" lastClr="000000"/>
            </a:solidFill>
            <a:round/>
            <a:headEnd/>
            <a:tailEnd/>
          </a:ln>
        </p:spPr>
        <p:txBody>
          <a:bodyPr wrap="none"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prstClr val="black"/>
              </a:solidFill>
              <a:effectLst/>
              <a:uLnTx/>
              <a:uFillTx/>
              <a:latin typeface="Arial" panose="020B0604020202020204" pitchFamily="34" charset="0"/>
              <a:ea typeface="宋体" panose="02010600030101010101" pitchFamily="2" charset="-122"/>
            </a:endParaRPr>
          </a:p>
        </p:txBody>
      </p:sp>
      <p:sp>
        <p:nvSpPr>
          <p:cNvPr id="224" name="Oval 238">
            <a:extLst>
              <a:ext uri="{FF2B5EF4-FFF2-40B4-BE49-F238E27FC236}">
                <a16:creationId xmlns:a16="http://schemas.microsoft.com/office/drawing/2014/main" id="{701EE173-0049-47F5-86D8-B80E34B4D90F}"/>
              </a:ext>
            </a:extLst>
          </p:cNvPr>
          <p:cNvSpPr>
            <a:spLocks noChangeArrowheads="1"/>
          </p:cNvSpPr>
          <p:nvPr/>
        </p:nvSpPr>
        <p:spPr bwMode="auto">
          <a:xfrm>
            <a:off x="5653088" y="1963738"/>
            <a:ext cx="73025" cy="73025"/>
          </a:xfrm>
          <a:prstGeom prst="ellipse">
            <a:avLst/>
          </a:prstGeom>
          <a:solidFill>
            <a:sysClr val="windowText" lastClr="000000"/>
          </a:solidFill>
          <a:ln w="9525">
            <a:solidFill>
              <a:sysClr val="windowText" lastClr="000000"/>
            </a:solidFill>
            <a:round/>
            <a:headEnd/>
            <a:tailEnd/>
          </a:ln>
        </p:spPr>
        <p:txBody>
          <a:bodyPr wrap="none"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prstClr val="black"/>
              </a:solidFill>
              <a:effectLst/>
              <a:uLnTx/>
              <a:uFillTx/>
              <a:latin typeface="Arial" panose="020B0604020202020204" pitchFamily="34" charset="0"/>
              <a:ea typeface="宋体" panose="02010600030101010101" pitchFamily="2" charset="-122"/>
            </a:endParaRPr>
          </a:p>
        </p:txBody>
      </p:sp>
      <p:sp>
        <p:nvSpPr>
          <p:cNvPr id="225" name="Oval 239">
            <a:extLst>
              <a:ext uri="{FF2B5EF4-FFF2-40B4-BE49-F238E27FC236}">
                <a16:creationId xmlns:a16="http://schemas.microsoft.com/office/drawing/2014/main" id="{3B516260-15E1-436D-8B83-94C049E8EE05}"/>
              </a:ext>
            </a:extLst>
          </p:cNvPr>
          <p:cNvSpPr>
            <a:spLocks noChangeArrowheads="1"/>
          </p:cNvSpPr>
          <p:nvPr/>
        </p:nvSpPr>
        <p:spPr bwMode="auto">
          <a:xfrm>
            <a:off x="5510213" y="2108200"/>
            <a:ext cx="73025" cy="73025"/>
          </a:xfrm>
          <a:prstGeom prst="ellipse">
            <a:avLst/>
          </a:prstGeom>
          <a:solidFill>
            <a:sysClr val="windowText" lastClr="000000"/>
          </a:solidFill>
          <a:ln w="9525">
            <a:solidFill>
              <a:sysClr val="windowText" lastClr="000000"/>
            </a:solidFill>
            <a:round/>
            <a:headEnd/>
            <a:tailEnd/>
          </a:ln>
        </p:spPr>
        <p:txBody>
          <a:bodyPr wrap="none"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prstClr val="black"/>
              </a:solidFill>
              <a:effectLst/>
              <a:uLnTx/>
              <a:uFillTx/>
              <a:latin typeface="Arial" panose="020B0604020202020204" pitchFamily="34" charset="0"/>
              <a:ea typeface="宋体" panose="02010600030101010101" pitchFamily="2" charset="-122"/>
            </a:endParaRPr>
          </a:p>
        </p:txBody>
      </p:sp>
      <p:sp>
        <p:nvSpPr>
          <p:cNvPr id="226" name="Oval 240">
            <a:extLst>
              <a:ext uri="{FF2B5EF4-FFF2-40B4-BE49-F238E27FC236}">
                <a16:creationId xmlns:a16="http://schemas.microsoft.com/office/drawing/2014/main" id="{D6C70B1A-5A6A-4BC1-859F-81BE3C761A13}"/>
              </a:ext>
            </a:extLst>
          </p:cNvPr>
          <p:cNvSpPr>
            <a:spLocks noChangeArrowheads="1"/>
          </p:cNvSpPr>
          <p:nvPr/>
        </p:nvSpPr>
        <p:spPr bwMode="auto">
          <a:xfrm>
            <a:off x="5795963" y="1962150"/>
            <a:ext cx="73025" cy="73025"/>
          </a:xfrm>
          <a:prstGeom prst="ellipse">
            <a:avLst/>
          </a:prstGeom>
          <a:solidFill>
            <a:sysClr val="windowText" lastClr="000000"/>
          </a:solidFill>
          <a:ln w="9525">
            <a:solidFill>
              <a:sysClr val="windowText" lastClr="000000"/>
            </a:solidFill>
            <a:round/>
            <a:headEnd/>
            <a:tailEnd/>
          </a:ln>
        </p:spPr>
        <p:txBody>
          <a:bodyPr wrap="none"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prstClr val="black"/>
              </a:solidFill>
              <a:effectLst/>
              <a:uLnTx/>
              <a:uFillTx/>
              <a:latin typeface="Arial" panose="020B0604020202020204" pitchFamily="34" charset="0"/>
              <a:ea typeface="宋体" panose="02010600030101010101" pitchFamily="2" charset="-122"/>
            </a:endParaRPr>
          </a:p>
        </p:txBody>
      </p:sp>
      <p:sp>
        <p:nvSpPr>
          <p:cNvPr id="227" name="Oval 241">
            <a:extLst>
              <a:ext uri="{FF2B5EF4-FFF2-40B4-BE49-F238E27FC236}">
                <a16:creationId xmlns:a16="http://schemas.microsoft.com/office/drawing/2014/main" id="{007BF3F8-EA0F-448E-B8A5-0E7F93634DB5}"/>
              </a:ext>
            </a:extLst>
          </p:cNvPr>
          <p:cNvSpPr>
            <a:spLocks noChangeArrowheads="1"/>
          </p:cNvSpPr>
          <p:nvPr/>
        </p:nvSpPr>
        <p:spPr bwMode="auto">
          <a:xfrm>
            <a:off x="5653088" y="2106613"/>
            <a:ext cx="73025" cy="73025"/>
          </a:xfrm>
          <a:prstGeom prst="ellipse">
            <a:avLst/>
          </a:prstGeom>
          <a:solidFill>
            <a:sysClr val="windowText" lastClr="000000"/>
          </a:solidFill>
          <a:ln w="9525">
            <a:solidFill>
              <a:sysClr val="windowText" lastClr="000000"/>
            </a:solidFill>
            <a:round/>
            <a:headEnd/>
            <a:tailEnd/>
          </a:ln>
        </p:spPr>
        <p:txBody>
          <a:bodyPr wrap="none"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prstClr val="black"/>
              </a:solidFill>
              <a:effectLst/>
              <a:uLnTx/>
              <a:uFillTx/>
              <a:latin typeface="Arial" panose="020B0604020202020204" pitchFamily="34" charset="0"/>
              <a:ea typeface="宋体" panose="02010600030101010101" pitchFamily="2" charset="-122"/>
            </a:endParaRPr>
          </a:p>
        </p:txBody>
      </p:sp>
      <p:sp>
        <p:nvSpPr>
          <p:cNvPr id="228" name="Oval 242">
            <a:extLst>
              <a:ext uri="{FF2B5EF4-FFF2-40B4-BE49-F238E27FC236}">
                <a16:creationId xmlns:a16="http://schemas.microsoft.com/office/drawing/2014/main" id="{3B2F1E94-9378-4853-AB90-CEF03D1AC42D}"/>
              </a:ext>
            </a:extLst>
          </p:cNvPr>
          <p:cNvSpPr>
            <a:spLocks noChangeArrowheads="1"/>
          </p:cNvSpPr>
          <p:nvPr/>
        </p:nvSpPr>
        <p:spPr bwMode="auto">
          <a:xfrm>
            <a:off x="5938838" y="1962150"/>
            <a:ext cx="73025" cy="73025"/>
          </a:xfrm>
          <a:prstGeom prst="ellipse">
            <a:avLst/>
          </a:prstGeom>
          <a:solidFill>
            <a:sysClr val="windowText" lastClr="000000"/>
          </a:solidFill>
          <a:ln w="9525">
            <a:solidFill>
              <a:sysClr val="windowText" lastClr="000000"/>
            </a:solidFill>
            <a:round/>
            <a:headEnd/>
            <a:tailEnd/>
          </a:ln>
        </p:spPr>
        <p:txBody>
          <a:bodyPr wrap="none"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prstClr val="black"/>
              </a:solidFill>
              <a:effectLst/>
              <a:uLnTx/>
              <a:uFillTx/>
              <a:latin typeface="Arial" panose="020B0604020202020204" pitchFamily="34" charset="0"/>
              <a:ea typeface="宋体" panose="02010600030101010101" pitchFamily="2" charset="-122"/>
            </a:endParaRPr>
          </a:p>
        </p:txBody>
      </p:sp>
      <p:sp>
        <p:nvSpPr>
          <p:cNvPr id="229" name="Oval 243">
            <a:extLst>
              <a:ext uri="{FF2B5EF4-FFF2-40B4-BE49-F238E27FC236}">
                <a16:creationId xmlns:a16="http://schemas.microsoft.com/office/drawing/2014/main" id="{2B0FDEA2-0864-439D-B637-8A4A1A426273}"/>
              </a:ext>
            </a:extLst>
          </p:cNvPr>
          <p:cNvSpPr>
            <a:spLocks noChangeArrowheads="1"/>
          </p:cNvSpPr>
          <p:nvPr/>
        </p:nvSpPr>
        <p:spPr bwMode="auto">
          <a:xfrm>
            <a:off x="5795963" y="2106613"/>
            <a:ext cx="73025" cy="73025"/>
          </a:xfrm>
          <a:prstGeom prst="ellipse">
            <a:avLst/>
          </a:prstGeom>
          <a:solidFill>
            <a:sysClr val="windowText" lastClr="000000"/>
          </a:solidFill>
          <a:ln w="9525">
            <a:solidFill>
              <a:sysClr val="windowText" lastClr="000000"/>
            </a:solidFill>
            <a:round/>
            <a:headEnd/>
            <a:tailEnd/>
          </a:ln>
        </p:spPr>
        <p:txBody>
          <a:bodyPr wrap="none"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prstClr val="black"/>
              </a:solidFill>
              <a:effectLst/>
              <a:uLnTx/>
              <a:uFillTx/>
              <a:latin typeface="Arial" panose="020B0604020202020204" pitchFamily="34" charset="0"/>
              <a:ea typeface="宋体" panose="02010600030101010101" pitchFamily="2" charset="-122"/>
            </a:endParaRPr>
          </a:p>
        </p:txBody>
      </p:sp>
      <p:sp>
        <p:nvSpPr>
          <p:cNvPr id="230" name="Oval 244">
            <a:extLst>
              <a:ext uri="{FF2B5EF4-FFF2-40B4-BE49-F238E27FC236}">
                <a16:creationId xmlns:a16="http://schemas.microsoft.com/office/drawing/2014/main" id="{81FF8524-C67B-4E4A-860A-D4EE51C07D0D}"/>
              </a:ext>
            </a:extLst>
          </p:cNvPr>
          <p:cNvSpPr>
            <a:spLocks noChangeArrowheads="1"/>
          </p:cNvSpPr>
          <p:nvPr/>
        </p:nvSpPr>
        <p:spPr bwMode="auto">
          <a:xfrm>
            <a:off x="6083300" y="1963738"/>
            <a:ext cx="73025" cy="73025"/>
          </a:xfrm>
          <a:prstGeom prst="ellipse">
            <a:avLst/>
          </a:prstGeom>
          <a:solidFill>
            <a:sysClr val="windowText" lastClr="000000"/>
          </a:solidFill>
          <a:ln w="9525">
            <a:solidFill>
              <a:sysClr val="windowText" lastClr="000000"/>
            </a:solidFill>
            <a:round/>
            <a:headEnd/>
            <a:tailEnd/>
          </a:ln>
        </p:spPr>
        <p:txBody>
          <a:bodyPr wrap="none"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prstClr val="black"/>
              </a:solidFill>
              <a:effectLst/>
              <a:uLnTx/>
              <a:uFillTx/>
              <a:latin typeface="Arial" panose="020B0604020202020204" pitchFamily="34" charset="0"/>
              <a:ea typeface="宋体" panose="02010600030101010101" pitchFamily="2" charset="-122"/>
            </a:endParaRPr>
          </a:p>
        </p:txBody>
      </p:sp>
      <p:sp>
        <p:nvSpPr>
          <p:cNvPr id="231" name="Oval 245">
            <a:extLst>
              <a:ext uri="{FF2B5EF4-FFF2-40B4-BE49-F238E27FC236}">
                <a16:creationId xmlns:a16="http://schemas.microsoft.com/office/drawing/2014/main" id="{1FE4AE1C-68DC-46B8-A53E-E0320C0FD306}"/>
              </a:ext>
            </a:extLst>
          </p:cNvPr>
          <p:cNvSpPr>
            <a:spLocks noChangeArrowheads="1"/>
          </p:cNvSpPr>
          <p:nvPr/>
        </p:nvSpPr>
        <p:spPr bwMode="auto">
          <a:xfrm>
            <a:off x="5940425" y="2108200"/>
            <a:ext cx="73025" cy="73025"/>
          </a:xfrm>
          <a:prstGeom prst="ellipse">
            <a:avLst/>
          </a:prstGeom>
          <a:solidFill>
            <a:sysClr val="windowText" lastClr="000000"/>
          </a:solidFill>
          <a:ln w="9525">
            <a:solidFill>
              <a:sysClr val="windowText" lastClr="000000"/>
            </a:solidFill>
            <a:round/>
            <a:headEnd/>
            <a:tailEnd/>
          </a:ln>
        </p:spPr>
        <p:txBody>
          <a:bodyPr wrap="none"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prstClr val="black"/>
              </a:solidFill>
              <a:effectLst/>
              <a:uLnTx/>
              <a:uFillTx/>
              <a:latin typeface="Arial" panose="020B0604020202020204" pitchFamily="34" charset="0"/>
              <a:ea typeface="宋体" panose="02010600030101010101" pitchFamily="2" charset="-122"/>
            </a:endParaRPr>
          </a:p>
        </p:txBody>
      </p:sp>
      <p:sp>
        <p:nvSpPr>
          <p:cNvPr id="232" name="Line 246">
            <a:extLst>
              <a:ext uri="{FF2B5EF4-FFF2-40B4-BE49-F238E27FC236}">
                <a16:creationId xmlns:a16="http://schemas.microsoft.com/office/drawing/2014/main" id="{6E7E385A-3E1C-4510-A6AA-FAB54242B669}"/>
              </a:ext>
            </a:extLst>
          </p:cNvPr>
          <p:cNvSpPr>
            <a:spLocks noChangeShapeType="1"/>
          </p:cNvSpPr>
          <p:nvPr/>
        </p:nvSpPr>
        <p:spPr bwMode="auto">
          <a:xfrm>
            <a:off x="3390900" y="1695450"/>
            <a:ext cx="0" cy="990600"/>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solidFill>
                <a:prstClr val="black"/>
              </a:solidFill>
              <a:latin typeface="Calibri"/>
              <a:ea typeface="宋体" panose="02010600030101010101" pitchFamily="2" charset="-122"/>
            </a:endParaRPr>
          </a:p>
        </p:txBody>
      </p:sp>
      <p:graphicFrame>
        <p:nvGraphicFramePr>
          <p:cNvPr id="233" name="Object 2">
            <a:extLst>
              <a:ext uri="{FF2B5EF4-FFF2-40B4-BE49-F238E27FC236}">
                <a16:creationId xmlns:a16="http://schemas.microsoft.com/office/drawing/2014/main" id="{9FADAC8D-C041-4202-872C-3DDEFF4BA166}"/>
              </a:ext>
            </a:extLst>
          </p:cNvPr>
          <p:cNvGraphicFramePr>
            <a:graphicFrameLocks noChangeAspect="1"/>
          </p:cNvGraphicFramePr>
          <p:nvPr/>
        </p:nvGraphicFramePr>
        <p:xfrm>
          <a:off x="3068638" y="1528763"/>
          <a:ext cx="352425" cy="576262"/>
        </p:xfrm>
        <a:graphic>
          <a:graphicData uri="http://schemas.openxmlformats.org/presentationml/2006/ole">
            <mc:AlternateContent xmlns:mc="http://schemas.openxmlformats.org/markup-compatibility/2006">
              <mc:Choice xmlns:v="urn:schemas-microsoft-com:vml" Requires="v">
                <p:oleObj spid="_x0000_s18512" name="Equation" r:id="rId3" imgW="139680" imgH="228600" progId="Equation.DSMT4">
                  <p:embed/>
                </p:oleObj>
              </mc:Choice>
              <mc:Fallback>
                <p:oleObj name="Equation" r:id="rId3" imgW="139680" imgH="228600" progId="Equation.DSMT4">
                  <p:embed/>
                  <p:pic>
                    <p:nvPicPr>
                      <p:cNvPr id="235"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68638" y="1528763"/>
                        <a:ext cx="352425" cy="5762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34" name="Line 248">
            <a:extLst>
              <a:ext uri="{FF2B5EF4-FFF2-40B4-BE49-F238E27FC236}">
                <a16:creationId xmlns:a16="http://schemas.microsoft.com/office/drawing/2014/main" id="{3ECC609A-A812-4474-A015-CC9A58ADB7B9}"/>
              </a:ext>
            </a:extLst>
          </p:cNvPr>
          <p:cNvSpPr>
            <a:spLocks noChangeShapeType="1"/>
          </p:cNvSpPr>
          <p:nvPr/>
        </p:nvSpPr>
        <p:spPr bwMode="auto">
          <a:xfrm>
            <a:off x="4595813" y="4162425"/>
            <a:ext cx="0" cy="1189038"/>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solidFill>
                <a:prstClr val="black"/>
              </a:solidFill>
              <a:latin typeface="Calibri"/>
              <a:ea typeface="宋体" panose="02010600030101010101" pitchFamily="2" charset="-122"/>
            </a:endParaRPr>
          </a:p>
        </p:txBody>
      </p:sp>
      <p:graphicFrame>
        <p:nvGraphicFramePr>
          <p:cNvPr id="235" name="Object 3">
            <a:extLst>
              <a:ext uri="{FF2B5EF4-FFF2-40B4-BE49-F238E27FC236}">
                <a16:creationId xmlns:a16="http://schemas.microsoft.com/office/drawing/2014/main" id="{6E5D2BA6-FFCF-4829-8512-862DC951A491}"/>
              </a:ext>
            </a:extLst>
          </p:cNvPr>
          <p:cNvGraphicFramePr>
            <a:graphicFrameLocks noChangeAspect="1"/>
          </p:cNvGraphicFramePr>
          <p:nvPr/>
        </p:nvGraphicFramePr>
        <p:xfrm>
          <a:off x="4579938" y="4913313"/>
          <a:ext cx="352425" cy="576262"/>
        </p:xfrm>
        <a:graphic>
          <a:graphicData uri="http://schemas.openxmlformats.org/presentationml/2006/ole">
            <mc:AlternateContent xmlns:mc="http://schemas.openxmlformats.org/markup-compatibility/2006">
              <mc:Choice xmlns:v="urn:schemas-microsoft-com:vml" Requires="v">
                <p:oleObj spid="_x0000_s18513" name="Equation" r:id="rId5" imgW="139680" imgH="228600" progId="Equation.DSMT4">
                  <p:embed/>
                </p:oleObj>
              </mc:Choice>
              <mc:Fallback>
                <p:oleObj name="Equation" r:id="rId5" imgW="139680" imgH="228600" progId="Equation.DSMT4">
                  <p:embed/>
                  <p:pic>
                    <p:nvPicPr>
                      <p:cNvPr id="237"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79938" y="4913313"/>
                        <a:ext cx="352425" cy="5762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36" name="Text Box 250">
            <a:extLst>
              <a:ext uri="{FF2B5EF4-FFF2-40B4-BE49-F238E27FC236}">
                <a16:creationId xmlns:a16="http://schemas.microsoft.com/office/drawing/2014/main" id="{578204C6-5719-4215-9E05-B94E09B863BF}"/>
              </a:ext>
            </a:extLst>
          </p:cNvPr>
          <p:cNvSpPr txBox="1">
            <a:spLocks noChangeArrowheads="1"/>
          </p:cNvSpPr>
          <p:nvPr/>
        </p:nvSpPr>
        <p:spPr bwMode="auto">
          <a:xfrm>
            <a:off x="2124075" y="3043238"/>
            <a:ext cx="549275" cy="131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wrap="none">
            <a:spAutoFit/>
          </a:bodyP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2400" b="1" i="0" u="none" strike="noStrike" kern="0" cap="none" spc="0" normalizeH="0" baseline="0" noProof="0">
                <a:ln>
                  <a:noFill/>
                </a:ln>
                <a:solidFill>
                  <a:prstClr val="black"/>
                </a:solidFill>
                <a:effectLst/>
                <a:uLnTx/>
                <a:uFillTx/>
                <a:latin typeface="Arial" panose="020B0604020202020204" pitchFamily="34" charset="0"/>
                <a:ea typeface="宋体" panose="02010600030101010101" pitchFamily="2" charset="-122"/>
              </a:rPr>
              <a:t>玻璃片堆</a:t>
            </a:r>
          </a:p>
        </p:txBody>
      </p:sp>
      <p:sp>
        <p:nvSpPr>
          <p:cNvPr id="237" name="Rectangle 2">
            <a:extLst>
              <a:ext uri="{FF2B5EF4-FFF2-40B4-BE49-F238E27FC236}">
                <a16:creationId xmlns:a16="http://schemas.microsoft.com/office/drawing/2014/main" id="{E4EC1EAC-77CB-4FED-9AFB-589B9360D22E}"/>
              </a:ext>
            </a:extLst>
          </p:cNvPr>
          <p:cNvSpPr txBox="1">
            <a:spLocks noChangeArrowheads="1"/>
          </p:cNvSpPr>
          <p:nvPr/>
        </p:nvSpPr>
        <p:spPr>
          <a:xfrm>
            <a:off x="395288" y="274638"/>
            <a:ext cx="8362950" cy="1143000"/>
          </a:xfrm>
          <a:prstGeom prst="rect">
            <a:avLst/>
          </a:prstGeom>
        </p:spPr>
        <p:txBody>
          <a:bodyPr vert="horz" lIns="91440" tIns="45720" rIns="91440" bIns="45720" rtlCol="0" anchor="ctr">
            <a:normAutofit/>
          </a:bodyPr>
          <a:lstStyle>
            <a:lvl1pPr algn="just" defTabSz="914400" rtl="0" eaLnBrk="1" latinLnBrk="0" hangingPunct="1">
              <a:spcBef>
                <a:spcPct val="0"/>
              </a:spcBef>
              <a:buNone/>
              <a:defRPr sz="3200" kern="1200">
                <a:solidFill>
                  <a:schemeClr val="tx1"/>
                </a:solidFill>
                <a:latin typeface="微软雅黑" pitchFamily="34" charset="-122"/>
                <a:ea typeface="微软雅黑" pitchFamily="34" charset="-122"/>
                <a:cs typeface="+mj-cs"/>
              </a:defRPr>
            </a:lvl1pPr>
          </a:lstStyle>
          <a:p>
            <a:r>
              <a:rPr lang="zh-CN" altLang="en-US" sz="4000">
                <a:latin typeface="Arial" panose="020B0604020202020204" pitchFamily="34" charset="0"/>
                <a:ea typeface="宋体" panose="02010600030101010101" pitchFamily="2" charset="-122"/>
              </a:rPr>
              <a:t>以</a:t>
            </a:r>
            <a:r>
              <a:rPr lang="zh-CN" altLang="en-US" sz="4000" b="1">
                <a:latin typeface="Arial" panose="020B0604020202020204" pitchFamily="34" charset="0"/>
                <a:ea typeface="楷体_GB2312" pitchFamily="49" charset="-122"/>
              </a:rPr>
              <a:t>布儒斯特角入</a:t>
            </a:r>
            <a:r>
              <a:rPr lang="zh-CN" altLang="en-US" sz="4000">
                <a:latin typeface="Arial" panose="020B0604020202020204" pitchFamily="34" charset="0"/>
                <a:ea typeface="宋体" panose="02010600030101010101" pitchFamily="2" charset="-122"/>
              </a:rPr>
              <a:t>射获得线偏振光</a:t>
            </a:r>
            <a:endParaRPr lang="zh-CN" altLang="en-US" sz="4000" b="1" dirty="0">
              <a:solidFill>
                <a:srgbClr val="FF0000"/>
              </a:solidFill>
              <a:latin typeface="Arial" panose="020B0604020202020204" pitchFamily="34" charset="0"/>
              <a:ea typeface="仿宋_GB2312" pitchFamily="49" charset="-122"/>
            </a:endParaRPr>
          </a:p>
        </p:txBody>
      </p:sp>
    </p:spTree>
    <p:extLst>
      <p:ext uri="{BB962C8B-B14F-4D97-AF65-F5344CB8AC3E}">
        <p14:creationId xmlns:p14="http://schemas.microsoft.com/office/powerpoint/2010/main" val="271162263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B8AEB86A-12B4-4F49-A9FD-29AC32197A22}"/>
              </a:ext>
            </a:extLst>
          </p:cNvPr>
          <p:cNvSpPr/>
          <p:nvPr/>
        </p:nvSpPr>
        <p:spPr>
          <a:xfrm>
            <a:off x="-106531" y="197491"/>
            <a:ext cx="6400220" cy="535531"/>
          </a:xfrm>
          <a:prstGeom prst="rect">
            <a:avLst/>
          </a:prstGeom>
        </p:spPr>
        <p:txBody>
          <a:bodyPr wrap="square">
            <a:spAutoFit/>
          </a:bodyPr>
          <a:lstStyle/>
          <a:p>
            <a:pPr algn="ctr" eaLnBrk="0" hangingPunct="0">
              <a:lnSpc>
                <a:spcPct val="120000"/>
              </a:lnSpc>
            </a:pPr>
            <a:r>
              <a:rPr lang="zh-CN" altLang="en-US" sz="24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例：</a:t>
            </a:r>
            <a:r>
              <a:rPr lang="zh-CN" altLang="en-US" sz="24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光线以布儒斯特角入射平板玻璃的分析</a:t>
            </a:r>
          </a:p>
        </p:txBody>
      </p:sp>
      <p:sp>
        <p:nvSpPr>
          <p:cNvPr id="3" name="Line 4">
            <a:extLst>
              <a:ext uri="{FF2B5EF4-FFF2-40B4-BE49-F238E27FC236}">
                <a16:creationId xmlns:a16="http://schemas.microsoft.com/office/drawing/2014/main" id="{D800A75C-72F0-453C-8975-1CFD7766082C}"/>
              </a:ext>
            </a:extLst>
          </p:cNvPr>
          <p:cNvSpPr>
            <a:spLocks noChangeShapeType="1"/>
          </p:cNvSpPr>
          <p:nvPr/>
        </p:nvSpPr>
        <p:spPr bwMode="auto">
          <a:xfrm>
            <a:off x="6608013" y="1216156"/>
            <a:ext cx="233362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solidFill>
                <a:prstClr val="black"/>
              </a:solidFill>
              <a:latin typeface="Calibri"/>
              <a:ea typeface="宋体" panose="02010600030101010101" pitchFamily="2" charset="-122"/>
            </a:endParaRPr>
          </a:p>
        </p:txBody>
      </p:sp>
      <p:sp>
        <p:nvSpPr>
          <p:cNvPr id="4" name="Line 5">
            <a:extLst>
              <a:ext uri="{FF2B5EF4-FFF2-40B4-BE49-F238E27FC236}">
                <a16:creationId xmlns:a16="http://schemas.microsoft.com/office/drawing/2014/main" id="{0E196EDE-BCA1-4EF0-B3ED-DA02AFED330C}"/>
              </a:ext>
            </a:extLst>
          </p:cNvPr>
          <p:cNvSpPr>
            <a:spLocks noChangeShapeType="1"/>
          </p:cNvSpPr>
          <p:nvPr/>
        </p:nvSpPr>
        <p:spPr bwMode="auto">
          <a:xfrm>
            <a:off x="6608013" y="2108331"/>
            <a:ext cx="24003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solidFill>
                <a:prstClr val="black"/>
              </a:solidFill>
              <a:latin typeface="Calibri"/>
              <a:ea typeface="宋体" panose="02010600030101010101" pitchFamily="2" charset="-122"/>
            </a:endParaRPr>
          </a:p>
        </p:txBody>
      </p:sp>
      <p:sp>
        <p:nvSpPr>
          <p:cNvPr id="5" name="Line 6">
            <a:extLst>
              <a:ext uri="{FF2B5EF4-FFF2-40B4-BE49-F238E27FC236}">
                <a16:creationId xmlns:a16="http://schemas.microsoft.com/office/drawing/2014/main" id="{26298F86-69D7-4BDA-B901-AFAD00EF9510}"/>
              </a:ext>
            </a:extLst>
          </p:cNvPr>
          <p:cNvSpPr>
            <a:spLocks noChangeShapeType="1"/>
          </p:cNvSpPr>
          <p:nvPr/>
        </p:nvSpPr>
        <p:spPr bwMode="auto">
          <a:xfrm>
            <a:off x="7208088" y="622431"/>
            <a:ext cx="600075" cy="593725"/>
          </a:xfrm>
          <a:prstGeom prst="line">
            <a:avLst/>
          </a:prstGeom>
          <a:noFill/>
          <a:ln w="19050">
            <a:solidFill>
              <a:srgbClr val="000000"/>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solidFill>
                <a:prstClr val="black"/>
              </a:solidFill>
              <a:latin typeface="Calibri"/>
              <a:ea typeface="宋体" panose="02010600030101010101" pitchFamily="2" charset="-122"/>
            </a:endParaRPr>
          </a:p>
        </p:txBody>
      </p:sp>
      <p:sp>
        <p:nvSpPr>
          <p:cNvPr id="6" name="Line 7">
            <a:extLst>
              <a:ext uri="{FF2B5EF4-FFF2-40B4-BE49-F238E27FC236}">
                <a16:creationId xmlns:a16="http://schemas.microsoft.com/office/drawing/2014/main" id="{37CA2F94-F86B-47AE-9F5F-4A9179D74589}"/>
              </a:ext>
            </a:extLst>
          </p:cNvPr>
          <p:cNvSpPr>
            <a:spLocks noChangeShapeType="1"/>
          </p:cNvSpPr>
          <p:nvPr/>
        </p:nvSpPr>
        <p:spPr bwMode="auto">
          <a:xfrm>
            <a:off x="8141538" y="2108331"/>
            <a:ext cx="600075" cy="593725"/>
          </a:xfrm>
          <a:prstGeom prst="line">
            <a:avLst/>
          </a:prstGeom>
          <a:noFill/>
          <a:ln w="19050">
            <a:solidFill>
              <a:srgbClr val="000000"/>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solidFill>
                <a:prstClr val="black"/>
              </a:solidFill>
              <a:latin typeface="Calibri"/>
              <a:ea typeface="宋体" panose="02010600030101010101" pitchFamily="2" charset="-122"/>
            </a:endParaRPr>
          </a:p>
        </p:txBody>
      </p:sp>
      <p:sp>
        <p:nvSpPr>
          <p:cNvPr id="7" name="Line 8">
            <a:extLst>
              <a:ext uri="{FF2B5EF4-FFF2-40B4-BE49-F238E27FC236}">
                <a16:creationId xmlns:a16="http://schemas.microsoft.com/office/drawing/2014/main" id="{FA8567B6-BC8F-4B24-ADFB-3025CABFB3F4}"/>
              </a:ext>
            </a:extLst>
          </p:cNvPr>
          <p:cNvSpPr>
            <a:spLocks noChangeShapeType="1"/>
          </p:cNvSpPr>
          <p:nvPr/>
        </p:nvSpPr>
        <p:spPr bwMode="auto">
          <a:xfrm>
            <a:off x="7808163" y="1216156"/>
            <a:ext cx="333375" cy="892175"/>
          </a:xfrm>
          <a:prstGeom prst="line">
            <a:avLst/>
          </a:prstGeom>
          <a:noFill/>
          <a:ln w="19050">
            <a:solidFill>
              <a:srgbClr val="000000"/>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solidFill>
                <a:prstClr val="black"/>
              </a:solidFill>
              <a:latin typeface="Calibri"/>
              <a:ea typeface="宋体" panose="02010600030101010101" pitchFamily="2" charset="-122"/>
            </a:endParaRPr>
          </a:p>
        </p:txBody>
      </p:sp>
      <p:sp>
        <p:nvSpPr>
          <p:cNvPr id="8" name="Line 9">
            <a:extLst>
              <a:ext uri="{FF2B5EF4-FFF2-40B4-BE49-F238E27FC236}">
                <a16:creationId xmlns:a16="http://schemas.microsoft.com/office/drawing/2014/main" id="{F2F296CC-B6FB-4E03-8493-8360959D5C04}"/>
              </a:ext>
            </a:extLst>
          </p:cNvPr>
          <p:cNvSpPr>
            <a:spLocks noChangeShapeType="1"/>
          </p:cNvSpPr>
          <p:nvPr/>
        </p:nvSpPr>
        <p:spPr bwMode="auto">
          <a:xfrm>
            <a:off x="7808163" y="819281"/>
            <a:ext cx="0" cy="990600"/>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solidFill>
                <a:prstClr val="black"/>
              </a:solidFill>
              <a:latin typeface="Calibri"/>
              <a:ea typeface="宋体" panose="02010600030101010101" pitchFamily="2" charset="-122"/>
            </a:endParaRPr>
          </a:p>
        </p:txBody>
      </p:sp>
      <p:sp>
        <p:nvSpPr>
          <p:cNvPr id="9" name="Line 10">
            <a:extLst>
              <a:ext uri="{FF2B5EF4-FFF2-40B4-BE49-F238E27FC236}">
                <a16:creationId xmlns:a16="http://schemas.microsoft.com/office/drawing/2014/main" id="{198023F7-E604-432D-A01A-18C1045D529B}"/>
              </a:ext>
            </a:extLst>
          </p:cNvPr>
          <p:cNvSpPr>
            <a:spLocks noChangeShapeType="1"/>
          </p:cNvSpPr>
          <p:nvPr/>
        </p:nvSpPr>
        <p:spPr bwMode="auto">
          <a:xfrm>
            <a:off x="8141538" y="1414593"/>
            <a:ext cx="0" cy="1189038"/>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solidFill>
                <a:prstClr val="black"/>
              </a:solidFill>
              <a:latin typeface="Calibri"/>
              <a:ea typeface="宋体" panose="02010600030101010101" pitchFamily="2" charset="-122"/>
            </a:endParaRPr>
          </a:p>
        </p:txBody>
      </p:sp>
      <p:graphicFrame>
        <p:nvGraphicFramePr>
          <p:cNvPr id="10" name="Object 11">
            <a:extLst>
              <a:ext uri="{FF2B5EF4-FFF2-40B4-BE49-F238E27FC236}">
                <a16:creationId xmlns:a16="http://schemas.microsoft.com/office/drawing/2014/main" id="{D9006210-7F7A-4B4F-A3C0-755632B973A4}"/>
              </a:ext>
            </a:extLst>
          </p:cNvPr>
          <p:cNvGraphicFramePr>
            <a:graphicFrameLocks noChangeAspect="1"/>
          </p:cNvGraphicFramePr>
          <p:nvPr>
            <p:extLst>
              <p:ext uri="{D42A27DB-BD31-4B8C-83A1-F6EECF244321}">
                <p14:modId xmlns:p14="http://schemas.microsoft.com/office/powerpoint/2010/main" val="1468333404"/>
              </p:ext>
            </p:extLst>
          </p:nvPr>
        </p:nvGraphicFramePr>
        <p:xfrm>
          <a:off x="6444501" y="582743"/>
          <a:ext cx="461962" cy="693738"/>
        </p:xfrm>
        <a:graphic>
          <a:graphicData uri="http://schemas.openxmlformats.org/presentationml/2006/ole">
            <mc:AlternateContent xmlns:mc="http://schemas.openxmlformats.org/markup-compatibility/2006">
              <mc:Choice xmlns:v="urn:schemas-microsoft-com:vml" Requires="v">
                <p:oleObj spid="_x0000_s20099" name="Equation" r:id="rId3" imgW="152280" imgH="228600" progId="Equation.DSMT4">
                  <p:embed/>
                </p:oleObj>
              </mc:Choice>
              <mc:Fallback>
                <p:oleObj name="Equation" r:id="rId3" imgW="152280" imgH="228600" progId="Equation.DSMT4">
                  <p:embed/>
                  <p:pic>
                    <p:nvPicPr>
                      <p:cNvPr id="16" name="Object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44501" y="582743"/>
                        <a:ext cx="461962" cy="6937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 name="Object 12">
            <a:extLst>
              <a:ext uri="{FF2B5EF4-FFF2-40B4-BE49-F238E27FC236}">
                <a16:creationId xmlns:a16="http://schemas.microsoft.com/office/drawing/2014/main" id="{65B2EB23-E528-40E6-97A0-C515973F155F}"/>
              </a:ext>
            </a:extLst>
          </p:cNvPr>
          <p:cNvGraphicFramePr>
            <a:graphicFrameLocks noChangeAspect="1"/>
          </p:cNvGraphicFramePr>
          <p:nvPr>
            <p:extLst>
              <p:ext uri="{D42A27DB-BD31-4B8C-83A1-F6EECF244321}">
                <p14:modId xmlns:p14="http://schemas.microsoft.com/office/powerpoint/2010/main" val="2642435437"/>
              </p:ext>
            </p:extLst>
          </p:nvPr>
        </p:nvGraphicFramePr>
        <p:xfrm>
          <a:off x="6450851" y="1255843"/>
          <a:ext cx="500062" cy="693738"/>
        </p:xfrm>
        <a:graphic>
          <a:graphicData uri="http://schemas.openxmlformats.org/presentationml/2006/ole">
            <mc:AlternateContent xmlns:mc="http://schemas.openxmlformats.org/markup-compatibility/2006">
              <mc:Choice xmlns:v="urn:schemas-microsoft-com:vml" Requires="v">
                <p:oleObj spid="_x0000_s20100" name="Equation" r:id="rId5" imgW="164880" imgH="228600" progId="Equation.DSMT4">
                  <p:embed/>
                </p:oleObj>
              </mc:Choice>
              <mc:Fallback>
                <p:oleObj name="Equation" r:id="rId5" imgW="164880" imgH="228600" progId="Equation.DSMT4">
                  <p:embed/>
                  <p:pic>
                    <p:nvPicPr>
                      <p:cNvPr id="17" name="Object 1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450851" y="1255843"/>
                        <a:ext cx="500062" cy="6937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 name="Object 13">
            <a:extLst>
              <a:ext uri="{FF2B5EF4-FFF2-40B4-BE49-F238E27FC236}">
                <a16:creationId xmlns:a16="http://schemas.microsoft.com/office/drawing/2014/main" id="{5F279DBE-2A90-4ECE-9F5E-D89E1234FC1C}"/>
              </a:ext>
            </a:extLst>
          </p:cNvPr>
          <p:cNvGraphicFramePr>
            <a:graphicFrameLocks noChangeAspect="1"/>
          </p:cNvGraphicFramePr>
          <p:nvPr>
            <p:extLst>
              <p:ext uri="{D42A27DB-BD31-4B8C-83A1-F6EECF244321}">
                <p14:modId xmlns:p14="http://schemas.microsoft.com/office/powerpoint/2010/main" val="587666566"/>
              </p:ext>
            </p:extLst>
          </p:nvPr>
        </p:nvGraphicFramePr>
        <p:xfrm>
          <a:off x="7765301" y="1446343"/>
          <a:ext cx="320675" cy="576263"/>
        </p:xfrm>
        <a:graphic>
          <a:graphicData uri="http://schemas.openxmlformats.org/presentationml/2006/ole">
            <mc:AlternateContent xmlns:mc="http://schemas.openxmlformats.org/markup-compatibility/2006">
              <mc:Choice xmlns:v="urn:schemas-microsoft-com:vml" Requires="v">
                <p:oleObj spid="_x0000_s20101" name="Equation" r:id="rId7" imgW="126720" imgH="228600" progId="Equation.DSMT4">
                  <p:embed/>
                </p:oleObj>
              </mc:Choice>
              <mc:Fallback>
                <p:oleObj name="Equation" r:id="rId7" imgW="126720" imgH="228600" progId="Equation.DSMT4">
                  <p:embed/>
                  <p:pic>
                    <p:nvPicPr>
                      <p:cNvPr id="18" name="Object 1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765301" y="1446343"/>
                        <a:ext cx="320675" cy="5762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 name="Object 14">
            <a:extLst>
              <a:ext uri="{FF2B5EF4-FFF2-40B4-BE49-F238E27FC236}">
                <a16:creationId xmlns:a16="http://schemas.microsoft.com/office/drawing/2014/main" id="{03376EA8-6A68-4BE4-9E70-E14D1F65B2AF}"/>
              </a:ext>
            </a:extLst>
          </p:cNvPr>
          <p:cNvGraphicFramePr>
            <a:graphicFrameLocks noChangeAspect="1"/>
          </p:cNvGraphicFramePr>
          <p:nvPr>
            <p:extLst>
              <p:ext uri="{D42A27DB-BD31-4B8C-83A1-F6EECF244321}">
                <p14:modId xmlns:p14="http://schemas.microsoft.com/office/powerpoint/2010/main" val="1124047325"/>
              </p:ext>
            </p:extLst>
          </p:nvPr>
        </p:nvGraphicFramePr>
        <p:xfrm>
          <a:off x="7909763" y="1157418"/>
          <a:ext cx="320675" cy="576263"/>
        </p:xfrm>
        <a:graphic>
          <a:graphicData uri="http://schemas.openxmlformats.org/presentationml/2006/ole">
            <mc:AlternateContent xmlns:mc="http://schemas.openxmlformats.org/markup-compatibility/2006">
              <mc:Choice xmlns:v="urn:schemas-microsoft-com:vml" Requires="v">
                <p:oleObj spid="_x0000_s20102" name="Equation" r:id="rId9" imgW="126720" imgH="228600" progId="Equation.DSMT4">
                  <p:embed/>
                </p:oleObj>
              </mc:Choice>
              <mc:Fallback>
                <p:oleObj name="Equation" r:id="rId9" imgW="126720" imgH="228600" progId="Equation.DSMT4">
                  <p:embed/>
                  <p:pic>
                    <p:nvPicPr>
                      <p:cNvPr id="19" name="Object 1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909763" y="1157418"/>
                        <a:ext cx="320675" cy="5762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 name="Object 15">
            <a:extLst>
              <a:ext uri="{FF2B5EF4-FFF2-40B4-BE49-F238E27FC236}">
                <a16:creationId xmlns:a16="http://schemas.microsoft.com/office/drawing/2014/main" id="{4A542321-B00A-4E38-B70F-98BF886E8E41}"/>
              </a:ext>
            </a:extLst>
          </p:cNvPr>
          <p:cNvGraphicFramePr>
            <a:graphicFrameLocks noChangeAspect="1"/>
          </p:cNvGraphicFramePr>
          <p:nvPr>
            <p:extLst>
              <p:ext uri="{D42A27DB-BD31-4B8C-83A1-F6EECF244321}">
                <p14:modId xmlns:p14="http://schemas.microsoft.com/office/powerpoint/2010/main" val="315737499"/>
              </p:ext>
            </p:extLst>
          </p:nvPr>
        </p:nvGraphicFramePr>
        <p:xfrm>
          <a:off x="7485901" y="509718"/>
          <a:ext cx="352425" cy="576263"/>
        </p:xfrm>
        <a:graphic>
          <a:graphicData uri="http://schemas.openxmlformats.org/presentationml/2006/ole">
            <mc:AlternateContent xmlns:mc="http://schemas.openxmlformats.org/markup-compatibility/2006">
              <mc:Choice xmlns:v="urn:schemas-microsoft-com:vml" Requires="v">
                <p:oleObj spid="_x0000_s20103" name="Equation" r:id="rId10" imgW="139680" imgH="228600" progId="Equation.DSMT4">
                  <p:embed/>
                </p:oleObj>
              </mc:Choice>
              <mc:Fallback>
                <p:oleObj name="Equation" r:id="rId10" imgW="139680" imgH="228600" progId="Equation.DSMT4">
                  <p:embed/>
                  <p:pic>
                    <p:nvPicPr>
                      <p:cNvPr id="20" name="Object 1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485901" y="509718"/>
                        <a:ext cx="352425" cy="5762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 name="Object 16">
            <a:extLst>
              <a:ext uri="{FF2B5EF4-FFF2-40B4-BE49-F238E27FC236}">
                <a16:creationId xmlns:a16="http://schemas.microsoft.com/office/drawing/2014/main" id="{452B6D2C-2167-48D9-9CB9-DA8B85854AA5}"/>
              </a:ext>
            </a:extLst>
          </p:cNvPr>
          <p:cNvGraphicFramePr>
            <a:graphicFrameLocks noChangeAspect="1"/>
          </p:cNvGraphicFramePr>
          <p:nvPr>
            <p:extLst>
              <p:ext uri="{D42A27DB-BD31-4B8C-83A1-F6EECF244321}">
                <p14:modId xmlns:p14="http://schemas.microsoft.com/office/powerpoint/2010/main" val="4081743176"/>
              </p:ext>
            </p:extLst>
          </p:nvPr>
        </p:nvGraphicFramePr>
        <p:xfrm>
          <a:off x="6457201" y="2081343"/>
          <a:ext cx="461962" cy="693738"/>
        </p:xfrm>
        <a:graphic>
          <a:graphicData uri="http://schemas.openxmlformats.org/presentationml/2006/ole">
            <mc:AlternateContent xmlns:mc="http://schemas.openxmlformats.org/markup-compatibility/2006">
              <mc:Choice xmlns:v="urn:schemas-microsoft-com:vml" Requires="v">
                <p:oleObj spid="_x0000_s20104" name="Equation" r:id="rId12" imgW="152280" imgH="228600" progId="Equation.DSMT4">
                  <p:embed/>
                </p:oleObj>
              </mc:Choice>
              <mc:Fallback>
                <p:oleObj name="Equation" r:id="rId12" imgW="152280" imgH="228600" progId="Equation.DSMT4">
                  <p:embed/>
                  <p:pic>
                    <p:nvPicPr>
                      <p:cNvPr id="21" name="Object 1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57201" y="2081343"/>
                        <a:ext cx="461962" cy="6937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 name="Object 17">
            <a:extLst>
              <a:ext uri="{FF2B5EF4-FFF2-40B4-BE49-F238E27FC236}">
                <a16:creationId xmlns:a16="http://schemas.microsoft.com/office/drawing/2014/main" id="{071774E0-4C30-4F43-9601-207A2FD88BAB}"/>
              </a:ext>
            </a:extLst>
          </p:cNvPr>
          <p:cNvGraphicFramePr>
            <a:graphicFrameLocks noChangeAspect="1"/>
          </p:cNvGraphicFramePr>
          <p:nvPr>
            <p:extLst>
              <p:ext uri="{D42A27DB-BD31-4B8C-83A1-F6EECF244321}">
                <p14:modId xmlns:p14="http://schemas.microsoft.com/office/powerpoint/2010/main" val="1158878578"/>
              </p:ext>
            </p:extLst>
          </p:nvPr>
        </p:nvGraphicFramePr>
        <p:xfrm>
          <a:off x="8079626" y="2125793"/>
          <a:ext cx="352425" cy="576263"/>
        </p:xfrm>
        <a:graphic>
          <a:graphicData uri="http://schemas.openxmlformats.org/presentationml/2006/ole">
            <mc:AlternateContent xmlns:mc="http://schemas.openxmlformats.org/markup-compatibility/2006">
              <mc:Choice xmlns:v="urn:schemas-microsoft-com:vml" Requires="v">
                <p:oleObj spid="_x0000_s20105" name="Equation" r:id="rId13" imgW="139680" imgH="228600" progId="Equation.DSMT4">
                  <p:embed/>
                </p:oleObj>
              </mc:Choice>
              <mc:Fallback>
                <p:oleObj name="Equation" r:id="rId13" imgW="139680" imgH="228600" progId="Equation.DSMT4">
                  <p:embed/>
                  <p:pic>
                    <p:nvPicPr>
                      <p:cNvPr id="22" name="Object 1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079626" y="2125793"/>
                        <a:ext cx="352425" cy="5762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7" name="Text Box 32">
            <a:extLst>
              <a:ext uri="{FF2B5EF4-FFF2-40B4-BE49-F238E27FC236}">
                <a16:creationId xmlns:a16="http://schemas.microsoft.com/office/drawing/2014/main" id="{56BE8FEB-647C-4D4C-AC62-111D614B2E9F}"/>
              </a:ext>
            </a:extLst>
          </p:cNvPr>
          <p:cNvSpPr txBox="1">
            <a:spLocks noChangeArrowheads="1"/>
          </p:cNvSpPr>
          <p:nvPr/>
        </p:nvSpPr>
        <p:spPr bwMode="auto">
          <a:xfrm>
            <a:off x="7169988" y="1262193"/>
            <a:ext cx="833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 algn="ctr">
                <a:solidFill>
                  <a:schemeClr val="tx1"/>
                </a:solidFill>
                <a:miter lim="800000"/>
                <a:headEnd/>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p>
            <a:r>
              <a:rPr lang="zh-CN" altLang="en-US" b="1">
                <a:solidFill>
                  <a:srgbClr val="FF0000"/>
                </a:solidFill>
                <a:latin typeface="Calibri"/>
                <a:ea typeface="宋体" panose="02010600030101010101" pitchFamily="2" charset="-122"/>
              </a:rPr>
              <a:t>（</a:t>
            </a:r>
            <a:r>
              <a:rPr lang="en-US" altLang="zh-CN" b="1">
                <a:solidFill>
                  <a:srgbClr val="FF0000"/>
                </a:solidFill>
                <a:latin typeface="Calibri"/>
                <a:ea typeface="宋体" panose="02010600030101010101" pitchFamily="2" charset="-122"/>
              </a:rPr>
              <a:t>1</a:t>
            </a:r>
            <a:r>
              <a:rPr lang="zh-CN" altLang="en-US" b="1">
                <a:solidFill>
                  <a:srgbClr val="FF0000"/>
                </a:solidFill>
                <a:latin typeface="Calibri"/>
                <a:ea typeface="宋体" panose="02010600030101010101" pitchFamily="2" charset="-122"/>
              </a:rPr>
              <a:t>）</a:t>
            </a:r>
          </a:p>
        </p:txBody>
      </p:sp>
      <p:sp>
        <p:nvSpPr>
          <p:cNvPr id="18" name="Text Box 33">
            <a:extLst>
              <a:ext uri="{FF2B5EF4-FFF2-40B4-BE49-F238E27FC236}">
                <a16:creationId xmlns:a16="http://schemas.microsoft.com/office/drawing/2014/main" id="{291EFA08-9E74-44D6-AB9B-C817CBD7AC57}"/>
              </a:ext>
            </a:extLst>
          </p:cNvPr>
          <p:cNvSpPr txBox="1">
            <a:spLocks noChangeArrowheads="1"/>
          </p:cNvSpPr>
          <p:nvPr/>
        </p:nvSpPr>
        <p:spPr bwMode="auto">
          <a:xfrm>
            <a:off x="8212976" y="2702056"/>
            <a:ext cx="83343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 algn="ctr">
                <a:solidFill>
                  <a:schemeClr val="tx1"/>
                </a:solidFill>
                <a:miter lim="800000"/>
                <a:headEnd/>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p>
            <a:r>
              <a:rPr lang="zh-CN" altLang="en-US" b="1" dirty="0">
                <a:solidFill>
                  <a:srgbClr val="0000FF"/>
                </a:solidFill>
                <a:latin typeface="Calibri"/>
                <a:ea typeface="宋体" panose="02010600030101010101" pitchFamily="2" charset="-122"/>
              </a:rPr>
              <a:t>（</a:t>
            </a:r>
            <a:r>
              <a:rPr lang="en-US" altLang="zh-CN" b="1" dirty="0">
                <a:solidFill>
                  <a:srgbClr val="0000FF"/>
                </a:solidFill>
                <a:latin typeface="Calibri"/>
                <a:ea typeface="宋体" panose="02010600030101010101" pitchFamily="2" charset="-122"/>
              </a:rPr>
              <a:t>2</a:t>
            </a:r>
            <a:r>
              <a:rPr lang="zh-CN" altLang="en-US" b="1" dirty="0">
                <a:solidFill>
                  <a:srgbClr val="0000FF"/>
                </a:solidFill>
                <a:latin typeface="Calibri"/>
                <a:ea typeface="宋体" panose="02010600030101010101" pitchFamily="2" charset="-122"/>
              </a:rPr>
              <a:t>）</a:t>
            </a:r>
          </a:p>
        </p:txBody>
      </p:sp>
      <p:graphicFrame>
        <p:nvGraphicFramePr>
          <p:cNvPr id="19" name="Object 22">
            <a:extLst>
              <a:ext uri="{FF2B5EF4-FFF2-40B4-BE49-F238E27FC236}">
                <a16:creationId xmlns:a16="http://schemas.microsoft.com/office/drawing/2014/main" id="{EC79B1DD-EB5D-4623-8235-23D714536C8A}"/>
              </a:ext>
            </a:extLst>
          </p:cNvPr>
          <p:cNvGraphicFramePr>
            <a:graphicFrameLocks noChangeAspect="1"/>
          </p:cNvGraphicFramePr>
          <p:nvPr>
            <p:extLst>
              <p:ext uri="{D42A27DB-BD31-4B8C-83A1-F6EECF244321}">
                <p14:modId xmlns:p14="http://schemas.microsoft.com/office/powerpoint/2010/main" val="3164098037"/>
              </p:ext>
            </p:extLst>
          </p:nvPr>
        </p:nvGraphicFramePr>
        <p:xfrm>
          <a:off x="130507" y="1791363"/>
          <a:ext cx="7518401" cy="1765300"/>
        </p:xfrm>
        <a:graphic>
          <a:graphicData uri="http://schemas.openxmlformats.org/presentationml/2006/ole">
            <mc:AlternateContent xmlns:mc="http://schemas.openxmlformats.org/markup-compatibility/2006">
              <mc:Choice xmlns:v="urn:schemas-microsoft-com:vml" Requires="v">
                <p:oleObj spid="_x0000_s20106" name="Equation" r:id="rId14" imgW="3898800" imgH="914400" progId="Equation.DSMT4">
                  <p:embed/>
                </p:oleObj>
              </mc:Choice>
              <mc:Fallback>
                <p:oleObj name="Equation" r:id="rId14" imgW="3898800" imgH="914400" progId="Equation.DSMT4">
                  <p:embed/>
                  <p:pic>
                    <p:nvPicPr>
                      <p:cNvPr id="29" name="Object 22"/>
                      <p:cNvPicPr>
                        <a:picLocks noChangeAspect="1" noChangeArrowheads="1"/>
                      </p:cNvPicPr>
                      <p:nvPr/>
                    </p:nvPicPr>
                    <p:blipFill>
                      <a:blip r:embed="rId15"/>
                      <a:srcRect/>
                      <a:stretch>
                        <a:fillRect/>
                      </a:stretch>
                    </p:blipFill>
                    <p:spPr bwMode="auto">
                      <a:xfrm>
                        <a:off x="130507" y="1791363"/>
                        <a:ext cx="7518401" cy="1765300"/>
                      </a:xfrm>
                      <a:prstGeom prst="rect">
                        <a:avLst/>
                      </a:prstGeom>
                      <a:noFill/>
                      <a:ln>
                        <a:noFill/>
                      </a:ln>
                      <a:effectLst/>
                      <a:extLst/>
                    </p:spPr>
                  </p:pic>
                </p:oleObj>
              </mc:Fallback>
            </mc:AlternateContent>
          </a:graphicData>
        </a:graphic>
      </p:graphicFrame>
      <p:graphicFrame>
        <p:nvGraphicFramePr>
          <p:cNvPr id="22" name="对象 21">
            <a:extLst>
              <a:ext uri="{FF2B5EF4-FFF2-40B4-BE49-F238E27FC236}">
                <a16:creationId xmlns:a16="http://schemas.microsoft.com/office/drawing/2014/main" id="{0155E509-AF6B-40AF-9DA2-5074052E3FE7}"/>
              </a:ext>
            </a:extLst>
          </p:cNvPr>
          <p:cNvGraphicFramePr>
            <a:graphicFrameLocks noChangeAspect="1"/>
          </p:cNvGraphicFramePr>
          <p:nvPr>
            <p:extLst>
              <p:ext uri="{D42A27DB-BD31-4B8C-83A1-F6EECF244321}">
                <p14:modId xmlns:p14="http://schemas.microsoft.com/office/powerpoint/2010/main" val="1205439618"/>
              </p:ext>
            </p:extLst>
          </p:nvPr>
        </p:nvGraphicFramePr>
        <p:xfrm>
          <a:off x="7147956" y="3495805"/>
          <a:ext cx="1432623" cy="837949"/>
        </p:xfrm>
        <a:graphic>
          <a:graphicData uri="http://schemas.openxmlformats.org/presentationml/2006/ole">
            <mc:AlternateContent xmlns:mc="http://schemas.openxmlformats.org/markup-compatibility/2006">
              <mc:Choice xmlns:v="urn:schemas-microsoft-com:vml" Requires="v">
                <p:oleObj spid="_x0000_s20107" name="Equation" r:id="rId16" imgW="672840" imgH="393480" progId="Equation.DSMT4">
                  <p:embed/>
                </p:oleObj>
              </mc:Choice>
              <mc:Fallback>
                <p:oleObj name="Equation" r:id="rId16" imgW="672840" imgH="393480" progId="Equation.DSMT4">
                  <p:embed/>
                  <p:pic>
                    <p:nvPicPr>
                      <p:cNvPr id="6" name="对象 5"/>
                      <p:cNvPicPr/>
                      <p:nvPr/>
                    </p:nvPicPr>
                    <p:blipFill>
                      <a:blip r:embed="rId17"/>
                      <a:stretch>
                        <a:fillRect/>
                      </a:stretch>
                    </p:blipFill>
                    <p:spPr>
                      <a:xfrm>
                        <a:off x="7147956" y="3495805"/>
                        <a:ext cx="1432623" cy="837949"/>
                      </a:xfrm>
                      <a:prstGeom prst="rect">
                        <a:avLst/>
                      </a:prstGeom>
                    </p:spPr>
                  </p:pic>
                </p:oleObj>
              </mc:Fallback>
            </mc:AlternateContent>
          </a:graphicData>
        </a:graphic>
      </p:graphicFrame>
      <p:graphicFrame>
        <p:nvGraphicFramePr>
          <p:cNvPr id="23" name="对象 22">
            <a:extLst>
              <a:ext uri="{FF2B5EF4-FFF2-40B4-BE49-F238E27FC236}">
                <a16:creationId xmlns:a16="http://schemas.microsoft.com/office/drawing/2014/main" id="{10843A59-6822-4120-A755-742A3F092A1B}"/>
              </a:ext>
            </a:extLst>
          </p:cNvPr>
          <p:cNvGraphicFramePr>
            <a:graphicFrameLocks noChangeAspect="1"/>
          </p:cNvGraphicFramePr>
          <p:nvPr>
            <p:extLst>
              <p:ext uri="{D42A27DB-BD31-4B8C-83A1-F6EECF244321}">
                <p14:modId xmlns:p14="http://schemas.microsoft.com/office/powerpoint/2010/main" val="1119460618"/>
              </p:ext>
            </p:extLst>
          </p:nvPr>
        </p:nvGraphicFramePr>
        <p:xfrm>
          <a:off x="7151517" y="788451"/>
          <a:ext cx="338137" cy="434748"/>
        </p:xfrm>
        <a:graphic>
          <a:graphicData uri="http://schemas.openxmlformats.org/presentationml/2006/ole">
            <mc:AlternateContent xmlns:mc="http://schemas.openxmlformats.org/markup-compatibility/2006">
              <mc:Choice xmlns:v="urn:schemas-microsoft-com:vml" Requires="v">
                <p:oleObj spid="_x0000_s20108" name="Equation" r:id="rId18" imgW="177480" imgH="228600" progId="Equation.DSMT4">
                  <p:embed/>
                </p:oleObj>
              </mc:Choice>
              <mc:Fallback>
                <p:oleObj name="Equation" r:id="rId18" imgW="177480" imgH="228600" progId="Equation.DSMT4">
                  <p:embed/>
                  <p:pic>
                    <p:nvPicPr>
                      <p:cNvPr id="12" name="对象 11"/>
                      <p:cNvPicPr/>
                      <p:nvPr/>
                    </p:nvPicPr>
                    <p:blipFill>
                      <a:blip r:embed="rId19"/>
                      <a:stretch>
                        <a:fillRect/>
                      </a:stretch>
                    </p:blipFill>
                    <p:spPr>
                      <a:xfrm>
                        <a:off x="7151517" y="788451"/>
                        <a:ext cx="338137" cy="434748"/>
                      </a:xfrm>
                      <a:prstGeom prst="rect">
                        <a:avLst/>
                      </a:prstGeom>
                    </p:spPr>
                  </p:pic>
                </p:oleObj>
              </mc:Fallback>
            </mc:AlternateContent>
          </a:graphicData>
        </a:graphic>
      </p:graphicFrame>
      <p:graphicFrame>
        <p:nvGraphicFramePr>
          <p:cNvPr id="24" name="对象 23">
            <a:extLst>
              <a:ext uri="{FF2B5EF4-FFF2-40B4-BE49-F238E27FC236}">
                <a16:creationId xmlns:a16="http://schemas.microsoft.com/office/drawing/2014/main" id="{C73C49EB-056C-4E97-8529-D5DA693EB086}"/>
              </a:ext>
            </a:extLst>
          </p:cNvPr>
          <p:cNvGraphicFramePr>
            <a:graphicFrameLocks noChangeAspect="1"/>
          </p:cNvGraphicFramePr>
          <p:nvPr>
            <p:extLst>
              <p:ext uri="{D42A27DB-BD31-4B8C-83A1-F6EECF244321}">
                <p14:modId xmlns:p14="http://schemas.microsoft.com/office/powerpoint/2010/main" val="4075911737"/>
              </p:ext>
            </p:extLst>
          </p:nvPr>
        </p:nvGraphicFramePr>
        <p:xfrm>
          <a:off x="8129588" y="1487488"/>
          <a:ext cx="363537" cy="434975"/>
        </p:xfrm>
        <a:graphic>
          <a:graphicData uri="http://schemas.openxmlformats.org/presentationml/2006/ole">
            <mc:AlternateContent xmlns:mc="http://schemas.openxmlformats.org/markup-compatibility/2006">
              <mc:Choice xmlns:v="urn:schemas-microsoft-com:vml" Requires="v">
                <p:oleObj spid="_x0000_s20109" name="Equation" r:id="rId20" imgW="190440" imgH="228600" progId="Equation.DSMT4">
                  <p:embed/>
                </p:oleObj>
              </mc:Choice>
              <mc:Fallback>
                <p:oleObj name="Equation" r:id="rId20" imgW="190440" imgH="228600" progId="Equation.DSMT4">
                  <p:embed/>
                  <p:pic>
                    <p:nvPicPr>
                      <p:cNvPr id="25" name="对象 24"/>
                      <p:cNvPicPr>
                        <a:picLocks noChangeAspect="1" noChangeArrowheads="1"/>
                      </p:cNvPicPr>
                      <p:nvPr/>
                    </p:nvPicPr>
                    <p:blipFill>
                      <a:blip r:embed="rId21"/>
                      <a:srcRect/>
                      <a:stretch>
                        <a:fillRect/>
                      </a:stretch>
                    </p:blipFill>
                    <p:spPr bwMode="auto">
                      <a:xfrm>
                        <a:off x="8129588" y="1487488"/>
                        <a:ext cx="363537"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5" name="矩形 24">
            <a:extLst>
              <a:ext uri="{FF2B5EF4-FFF2-40B4-BE49-F238E27FC236}">
                <a16:creationId xmlns:a16="http://schemas.microsoft.com/office/drawing/2014/main" id="{04D27D48-B604-4133-B306-69F88BD6EF63}"/>
              </a:ext>
            </a:extLst>
          </p:cNvPr>
          <p:cNvSpPr/>
          <p:nvPr/>
        </p:nvSpPr>
        <p:spPr>
          <a:xfrm>
            <a:off x="202438" y="1013310"/>
            <a:ext cx="5544617" cy="497765"/>
          </a:xfrm>
          <a:prstGeom prst="rect">
            <a:avLst/>
          </a:prstGeom>
        </p:spPr>
        <p:txBody>
          <a:bodyPr wrap="square">
            <a:spAutoFit/>
          </a:bodyPr>
          <a:lstStyle/>
          <a:p>
            <a:pPr algn="just" eaLnBrk="0" hangingPunct="0">
              <a:lnSpc>
                <a:spcPct val="120000"/>
              </a:lnSpc>
            </a:pPr>
            <a:r>
              <a:rPr lang="zh-CN" altLang="en-US" sz="24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经过一个界面后，</a:t>
            </a:r>
            <a:r>
              <a:rPr lang="en-US" altLang="zh-CN" sz="2400" i="1"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s </a:t>
            </a:r>
            <a:r>
              <a:rPr lang="zh-CN" altLang="en-US" sz="24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分量的振幅之比为</a:t>
            </a:r>
          </a:p>
        </p:txBody>
      </p:sp>
      <p:graphicFrame>
        <p:nvGraphicFramePr>
          <p:cNvPr id="26" name="Object 19">
            <a:extLst>
              <a:ext uri="{FF2B5EF4-FFF2-40B4-BE49-F238E27FC236}">
                <a16:creationId xmlns:a16="http://schemas.microsoft.com/office/drawing/2014/main" id="{F801BE24-BB4C-4A5B-BB93-36DAC3483DF6}"/>
              </a:ext>
            </a:extLst>
          </p:cNvPr>
          <p:cNvGraphicFramePr>
            <a:graphicFrameLocks noChangeAspect="1"/>
          </p:cNvGraphicFramePr>
          <p:nvPr>
            <p:extLst>
              <p:ext uri="{D42A27DB-BD31-4B8C-83A1-F6EECF244321}">
                <p14:modId xmlns:p14="http://schemas.microsoft.com/office/powerpoint/2010/main" val="3296102725"/>
              </p:ext>
            </p:extLst>
          </p:nvPr>
        </p:nvGraphicFramePr>
        <p:xfrm>
          <a:off x="202438" y="3733405"/>
          <a:ext cx="2889250" cy="527050"/>
        </p:xfrm>
        <a:graphic>
          <a:graphicData uri="http://schemas.openxmlformats.org/presentationml/2006/ole">
            <mc:AlternateContent xmlns:mc="http://schemas.openxmlformats.org/markup-compatibility/2006">
              <mc:Choice xmlns:v="urn:schemas-microsoft-com:vml" Requires="v">
                <p:oleObj spid="_x0000_s20110" name="Equation" r:id="rId22" imgW="1320480" imgH="241200" progId="Equation.DSMT4">
                  <p:embed/>
                </p:oleObj>
              </mc:Choice>
              <mc:Fallback>
                <p:oleObj name="Equation" r:id="rId22" imgW="1320480" imgH="241200" progId="Equation.DSMT4">
                  <p:embed/>
                  <p:pic>
                    <p:nvPicPr>
                      <p:cNvPr id="20" name="Object 19">
                        <a:extLst>
                          <a:ext uri="{FF2B5EF4-FFF2-40B4-BE49-F238E27FC236}">
                            <a16:creationId xmlns:a16="http://schemas.microsoft.com/office/drawing/2014/main" id="{A933F4CC-EA32-4070-A4E1-7388C4EDD062}"/>
                          </a:ext>
                        </a:extLst>
                      </p:cNvPr>
                      <p:cNvPicPr>
                        <a:picLocks noChangeAspect="1" noChangeArrowheads="1"/>
                      </p:cNvPicPr>
                      <p:nvPr/>
                    </p:nvPicPr>
                    <p:blipFill>
                      <a:blip r:embed="rId23"/>
                      <a:srcRect/>
                      <a:stretch>
                        <a:fillRect/>
                      </a:stretch>
                    </p:blipFill>
                    <p:spPr bwMode="auto">
                      <a:xfrm>
                        <a:off x="202438" y="3733405"/>
                        <a:ext cx="2889250" cy="527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 algn="ctr">
                            <a:solidFill>
                              <a:schemeClr val="tx1"/>
                            </a:solidFill>
                            <a:miter lim="800000"/>
                            <a:headEnd/>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7" name="Object 22">
            <a:extLst>
              <a:ext uri="{FF2B5EF4-FFF2-40B4-BE49-F238E27FC236}">
                <a16:creationId xmlns:a16="http://schemas.microsoft.com/office/drawing/2014/main" id="{91080A86-53EC-4222-9744-FD177496213D}"/>
              </a:ext>
            </a:extLst>
          </p:cNvPr>
          <p:cNvGraphicFramePr>
            <a:graphicFrameLocks noChangeAspect="1"/>
          </p:cNvGraphicFramePr>
          <p:nvPr>
            <p:extLst>
              <p:ext uri="{D42A27DB-BD31-4B8C-83A1-F6EECF244321}">
                <p14:modId xmlns:p14="http://schemas.microsoft.com/office/powerpoint/2010/main" val="3046424654"/>
              </p:ext>
            </p:extLst>
          </p:nvPr>
        </p:nvGraphicFramePr>
        <p:xfrm>
          <a:off x="1240663" y="4902296"/>
          <a:ext cx="4860925" cy="625475"/>
        </p:xfrm>
        <a:graphic>
          <a:graphicData uri="http://schemas.openxmlformats.org/presentationml/2006/ole">
            <mc:AlternateContent xmlns:mc="http://schemas.openxmlformats.org/markup-compatibility/2006">
              <mc:Choice xmlns:v="urn:schemas-microsoft-com:vml" Requires="v">
                <p:oleObj spid="_x0000_s20111" name="Equation" r:id="rId24" imgW="2171520" imgH="279360" progId="Equation.DSMT4">
                  <p:embed/>
                </p:oleObj>
              </mc:Choice>
              <mc:Fallback>
                <p:oleObj name="Equation" r:id="rId24" imgW="2171520" imgH="279360" progId="Equation.DSMT4">
                  <p:embed/>
                  <p:pic>
                    <p:nvPicPr>
                      <p:cNvPr id="23" name="Object 22">
                        <a:extLst>
                          <a:ext uri="{FF2B5EF4-FFF2-40B4-BE49-F238E27FC236}">
                            <a16:creationId xmlns:a16="http://schemas.microsoft.com/office/drawing/2014/main" id="{56FA9FCA-C780-4173-B375-6565A6BB2300}"/>
                          </a:ext>
                        </a:extLst>
                      </p:cNvPr>
                      <p:cNvPicPr>
                        <a:picLocks noChangeAspect="1" noChangeArrowheads="1"/>
                      </p:cNvPicPr>
                      <p:nvPr/>
                    </p:nvPicPr>
                    <p:blipFill>
                      <a:blip r:embed="rId25"/>
                      <a:srcRect/>
                      <a:stretch>
                        <a:fillRect/>
                      </a:stretch>
                    </p:blipFill>
                    <p:spPr bwMode="auto">
                      <a:xfrm>
                        <a:off x="1240663" y="4902296"/>
                        <a:ext cx="4860925" cy="625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 algn="ctr">
                            <a:solidFill>
                              <a:schemeClr val="tx1"/>
                            </a:solidFill>
                            <a:miter lim="800000"/>
                            <a:headEnd/>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8" name="Object 23">
            <a:extLst>
              <a:ext uri="{FF2B5EF4-FFF2-40B4-BE49-F238E27FC236}">
                <a16:creationId xmlns:a16="http://schemas.microsoft.com/office/drawing/2014/main" id="{0ACE86AF-88C8-4607-97CC-A06BD8C53A57}"/>
              </a:ext>
            </a:extLst>
          </p:cNvPr>
          <p:cNvGraphicFramePr>
            <a:graphicFrameLocks noChangeAspect="1"/>
          </p:cNvGraphicFramePr>
          <p:nvPr>
            <p:extLst>
              <p:ext uri="{D42A27DB-BD31-4B8C-83A1-F6EECF244321}">
                <p14:modId xmlns:p14="http://schemas.microsoft.com/office/powerpoint/2010/main" val="443123055"/>
              </p:ext>
            </p:extLst>
          </p:nvPr>
        </p:nvGraphicFramePr>
        <p:xfrm>
          <a:off x="202438" y="4399058"/>
          <a:ext cx="4149725" cy="623888"/>
        </p:xfrm>
        <a:graphic>
          <a:graphicData uri="http://schemas.openxmlformats.org/presentationml/2006/ole">
            <mc:AlternateContent xmlns:mc="http://schemas.openxmlformats.org/markup-compatibility/2006">
              <mc:Choice xmlns:v="urn:schemas-microsoft-com:vml" Requires="v">
                <p:oleObj spid="_x0000_s20112" name="Equation" r:id="rId26" imgW="1854000" imgH="279360" progId="Equation.DSMT4">
                  <p:embed/>
                </p:oleObj>
              </mc:Choice>
              <mc:Fallback>
                <p:oleObj name="Equation" r:id="rId26" imgW="1854000" imgH="279360" progId="Equation.DSMT4">
                  <p:embed/>
                  <p:pic>
                    <p:nvPicPr>
                      <p:cNvPr id="24" name="Object 23">
                        <a:extLst>
                          <a:ext uri="{FF2B5EF4-FFF2-40B4-BE49-F238E27FC236}">
                            <a16:creationId xmlns:a16="http://schemas.microsoft.com/office/drawing/2014/main" id="{E50DB4BE-5EB5-4CE6-87F2-7A0B08765FAF}"/>
                          </a:ext>
                        </a:extLst>
                      </p:cNvPr>
                      <p:cNvPicPr>
                        <a:picLocks noChangeAspect="1" noChangeArrowheads="1"/>
                      </p:cNvPicPr>
                      <p:nvPr/>
                    </p:nvPicPr>
                    <p:blipFill>
                      <a:blip r:embed="rId27"/>
                      <a:srcRect/>
                      <a:stretch>
                        <a:fillRect/>
                      </a:stretch>
                    </p:blipFill>
                    <p:spPr bwMode="auto">
                      <a:xfrm>
                        <a:off x="202438" y="4399058"/>
                        <a:ext cx="4149725" cy="623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 algn="ctr">
                            <a:solidFill>
                              <a:schemeClr val="tx1"/>
                            </a:solidFill>
                            <a:miter lim="800000"/>
                            <a:headEnd/>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9" name="Object 24">
            <a:extLst>
              <a:ext uri="{FF2B5EF4-FFF2-40B4-BE49-F238E27FC236}">
                <a16:creationId xmlns:a16="http://schemas.microsoft.com/office/drawing/2014/main" id="{DD1B72FF-1DE5-4A5C-A54A-A2BBFFAF1CE4}"/>
              </a:ext>
            </a:extLst>
          </p:cNvPr>
          <p:cNvGraphicFramePr>
            <a:graphicFrameLocks noChangeAspect="1"/>
          </p:cNvGraphicFramePr>
          <p:nvPr>
            <p:extLst>
              <p:ext uri="{D42A27DB-BD31-4B8C-83A1-F6EECF244321}">
                <p14:modId xmlns:p14="http://schemas.microsoft.com/office/powerpoint/2010/main" val="1579631526"/>
              </p:ext>
            </p:extLst>
          </p:nvPr>
        </p:nvGraphicFramePr>
        <p:xfrm>
          <a:off x="334891" y="5865383"/>
          <a:ext cx="3168650" cy="519112"/>
        </p:xfrm>
        <a:graphic>
          <a:graphicData uri="http://schemas.openxmlformats.org/presentationml/2006/ole">
            <mc:AlternateContent xmlns:mc="http://schemas.openxmlformats.org/markup-compatibility/2006">
              <mc:Choice xmlns:v="urn:schemas-microsoft-com:vml" Requires="v">
                <p:oleObj spid="_x0000_s20113" name="Equation" r:id="rId28" imgW="1473120" imgH="241200" progId="Equation.DSMT4">
                  <p:embed/>
                </p:oleObj>
              </mc:Choice>
              <mc:Fallback>
                <p:oleObj name="Equation" r:id="rId28" imgW="1473120" imgH="241200" progId="Equation.DSMT4">
                  <p:embed/>
                  <p:pic>
                    <p:nvPicPr>
                      <p:cNvPr id="25" name="Object 24">
                        <a:extLst>
                          <a:ext uri="{FF2B5EF4-FFF2-40B4-BE49-F238E27FC236}">
                            <a16:creationId xmlns:a16="http://schemas.microsoft.com/office/drawing/2014/main" id="{66F033CE-3CC5-4593-886B-FEEEF44CD226}"/>
                          </a:ext>
                        </a:extLst>
                      </p:cNvPr>
                      <p:cNvPicPr>
                        <a:picLocks noChangeAspect="1" noChangeArrowheads="1"/>
                      </p:cNvPicPr>
                      <p:nvPr/>
                    </p:nvPicPr>
                    <p:blipFill>
                      <a:blip r:embed="rId29"/>
                      <a:srcRect/>
                      <a:stretch>
                        <a:fillRect/>
                      </a:stretch>
                    </p:blipFill>
                    <p:spPr bwMode="auto">
                      <a:xfrm>
                        <a:off x="334891" y="5865383"/>
                        <a:ext cx="31686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 algn="ctr">
                            <a:solidFill>
                              <a:schemeClr val="tx1"/>
                            </a:solidFill>
                            <a:miter lim="800000"/>
                            <a:headEnd/>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0" name="Object 28">
            <a:extLst>
              <a:ext uri="{FF2B5EF4-FFF2-40B4-BE49-F238E27FC236}">
                <a16:creationId xmlns:a16="http://schemas.microsoft.com/office/drawing/2014/main" id="{8514CF25-F8F6-472F-8DDB-082F39AD5FA8}"/>
              </a:ext>
            </a:extLst>
          </p:cNvPr>
          <p:cNvGraphicFramePr>
            <a:graphicFrameLocks noChangeAspect="1"/>
          </p:cNvGraphicFramePr>
          <p:nvPr>
            <p:extLst>
              <p:ext uri="{D42A27DB-BD31-4B8C-83A1-F6EECF244321}">
                <p14:modId xmlns:p14="http://schemas.microsoft.com/office/powerpoint/2010/main" val="3763291586"/>
              </p:ext>
            </p:extLst>
          </p:nvPr>
        </p:nvGraphicFramePr>
        <p:xfrm>
          <a:off x="4572000" y="5740168"/>
          <a:ext cx="1163637" cy="365125"/>
        </p:xfrm>
        <a:graphic>
          <a:graphicData uri="http://schemas.openxmlformats.org/presentationml/2006/ole">
            <mc:AlternateContent xmlns:mc="http://schemas.openxmlformats.org/markup-compatibility/2006">
              <mc:Choice xmlns:v="urn:schemas-microsoft-com:vml" Requires="v">
                <p:oleObj spid="_x0000_s20114" name="Equation" r:id="rId30" imgW="444240" imgH="139680" progId="Equation.DSMT4">
                  <p:embed/>
                </p:oleObj>
              </mc:Choice>
              <mc:Fallback>
                <p:oleObj name="Equation" r:id="rId30" imgW="444240" imgH="139680" progId="Equation.DSMT4">
                  <p:embed/>
                  <p:pic>
                    <p:nvPicPr>
                      <p:cNvPr id="27" name="Object 28">
                        <a:extLst>
                          <a:ext uri="{FF2B5EF4-FFF2-40B4-BE49-F238E27FC236}">
                            <a16:creationId xmlns:a16="http://schemas.microsoft.com/office/drawing/2014/main" id="{1E1A56D9-4CD8-4F77-B9A4-2B2985EFEF11}"/>
                          </a:ext>
                        </a:extLst>
                      </p:cNvPr>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4572000" y="5740168"/>
                        <a:ext cx="1163637"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 algn="ctr">
                            <a:solidFill>
                              <a:schemeClr val="tx1"/>
                            </a:solidFill>
                            <a:miter lim="800000"/>
                            <a:headEnd/>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1" name="Object 29">
            <a:extLst>
              <a:ext uri="{FF2B5EF4-FFF2-40B4-BE49-F238E27FC236}">
                <a16:creationId xmlns:a16="http://schemas.microsoft.com/office/drawing/2014/main" id="{D1B5ED82-FD00-43E7-A072-DD20D9386272}"/>
              </a:ext>
            </a:extLst>
          </p:cNvPr>
          <p:cNvGraphicFramePr>
            <a:graphicFrameLocks noChangeAspect="1"/>
          </p:cNvGraphicFramePr>
          <p:nvPr>
            <p:extLst>
              <p:ext uri="{D42A27DB-BD31-4B8C-83A1-F6EECF244321}">
                <p14:modId xmlns:p14="http://schemas.microsoft.com/office/powerpoint/2010/main" val="1712736166"/>
              </p:ext>
            </p:extLst>
          </p:nvPr>
        </p:nvGraphicFramePr>
        <p:xfrm>
          <a:off x="4420439" y="6194996"/>
          <a:ext cx="1873250" cy="546100"/>
        </p:xfrm>
        <a:graphic>
          <a:graphicData uri="http://schemas.openxmlformats.org/presentationml/2006/ole">
            <mc:AlternateContent xmlns:mc="http://schemas.openxmlformats.org/markup-compatibility/2006">
              <mc:Choice xmlns:v="urn:schemas-microsoft-com:vml" Requires="v">
                <p:oleObj spid="_x0000_s20115" name="Equation" r:id="rId32" imgW="825480" imgH="241200" progId="Equation.DSMT4">
                  <p:embed/>
                </p:oleObj>
              </mc:Choice>
              <mc:Fallback>
                <p:oleObj name="Equation" r:id="rId32" imgW="825480" imgH="241200" progId="Equation.DSMT4">
                  <p:embed/>
                  <p:pic>
                    <p:nvPicPr>
                      <p:cNvPr id="28" name="Object 29">
                        <a:extLst>
                          <a:ext uri="{FF2B5EF4-FFF2-40B4-BE49-F238E27FC236}">
                            <a16:creationId xmlns:a16="http://schemas.microsoft.com/office/drawing/2014/main" id="{D2121A72-84EC-4947-BE19-1F9848FFC55C}"/>
                          </a:ext>
                        </a:extLst>
                      </p:cNvPr>
                      <p:cNvPicPr>
                        <a:picLocks noChangeAspect="1" noChangeArrowheads="1"/>
                      </p:cNvPicPr>
                      <p:nvPr/>
                    </p:nvPicPr>
                    <p:blipFill>
                      <a:blip r:embed="rId33"/>
                      <a:srcRect/>
                      <a:stretch>
                        <a:fillRect/>
                      </a:stretch>
                    </p:blipFill>
                    <p:spPr bwMode="auto">
                      <a:xfrm>
                        <a:off x="4420439" y="6194996"/>
                        <a:ext cx="1873250" cy="546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 algn="ctr">
                            <a:solidFill>
                              <a:schemeClr val="tx1"/>
                            </a:solidFill>
                            <a:miter lim="800000"/>
                            <a:headEnd/>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3" name="Text Box 34">
            <a:extLst>
              <a:ext uri="{FF2B5EF4-FFF2-40B4-BE49-F238E27FC236}">
                <a16:creationId xmlns:a16="http://schemas.microsoft.com/office/drawing/2014/main" id="{E804B874-75A9-4282-AA29-D194520BAA10}"/>
              </a:ext>
            </a:extLst>
          </p:cNvPr>
          <p:cNvSpPr txBox="1">
            <a:spLocks noChangeArrowheads="1"/>
          </p:cNvSpPr>
          <p:nvPr/>
        </p:nvSpPr>
        <p:spPr bwMode="auto">
          <a:xfrm>
            <a:off x="7090924" y="4997755"/>
            <a:ext cx="1727382" cy="15718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 algn="ctr">
                <a:solidFill>
                  <a:schemeClr val="tx1"/>
                </a:solidFill>
                <a:miter lim="800000"/>
                <a:headEnd/>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p>
            <a:r>
              <a:rPr lang="zh-CN" altLang="en-US" sz="2400"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经过大量的玻璃平板后，</a:t>
            </a:r>
            <a:r>
              <a:rPr kumimoji="1" lang="zh-CN" altLang="en-US" sz="2400"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透射光中没有</a:t>
            </a:r>
            <a:r>
              <a:rPr kumimoji="1" lang="en-US" altLang="zh-CN" sz="2400"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S</a:t>
            </a:r>
            <a:r>
              <a:rPr kumimoji="1" lang="zh-CN" altLang="en-US" sz="2400"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分量</a:t>
            </a:r>
            <a:endParaRPr lang="zh-CN" altLang="en-US" sz="2400"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37625190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B374F8D4-98F0-429B-B95F-630191FE1648}"/>
              </a:ext>
            </a:extLst>
          </p:cNvPr>
          <p:cNvSpPr/>
          <p:nvPr/>
        </p:nvSpPr>
        <p:spPr>
          <a:xfrm>
            <a:off x="120650" y="167666"/>
            <a:ext cx="3200110" cy="535531"/>
          </a:xfrm>
          <a:prstGeom prst="rect">
            <a:avLst/>
          </a:prstGeom>
        </p:spPr>
        <p:txBody>
          <a:bodyPr wrap="square">
            <a:spAutoFit/>
          </a:bodyPr>
          <a:lstStyle/>
          <a:p>
            <a:pPr algn="ctr" eaLnBrk="0" hangingPunct="0">
              <a:lnSpc>
                <a:spcPct val="120000"/>
              </a:lnSpc>
            </a:pPr>
            <a:r>
              <a:rPr lang="en-US" altLang="zh-CN" sz="2400" i="1"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p </a:t>
            </a:r>
            <a:r>
              <a:rPr lang="zh-CN" altLang="en-US" sz="24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分量的振幅之比为</a:t>
            </a:r>
          </a:p>
        </p:txBody>
      </p:sp>
      <p:graphicFrame>
        <p:nvGraphicFramePr>
          <p:cNvPr id="3" name="对象 2">
            <a:extLst>
              <a:ext uri="{FF2B5EF4-FFF2-40B4-BE49-F238E27FC236}">
                <a16:creationId xmlns:a16="http://schemas.microsoft.com/office/drawing/2014/main" id="{D3A49A4A-E822-4C8E-B86B-A2B30205AB28}"/>
              </a:ext>
            </a:extLst>
          </p:cNvPr>
          <p:cNvGraphicFramePr>
            <a:graphicFrameLocks noChangeAspect="1"/>
          </p:cNvGraphicFramePr>
          <p:nvPr>
            <p:extLst>
              <p:ext uri="{D42A27DB-BD31-4B8C-83A1-F6EECF244321}">
                <p14:modId xmlns:p14="http://schemas.microsoft.com/office/powerpoint/2010/main" val="2091985900"/>
              </p:ext>
            </p:extLst>
          </p:nvPr>
        </p:nvGraphicFramePr>
        <p:xfrm>
          <a:off x="120650" y="877947"/>
          <a:ext cx="8902700" cy="1754600"/>
        </p:xfrm>
        <a:graphic>
          <a:graphicData uri="http://schemas.openxmlformats.org/presentationml/2006/ole">
            <mc:AlternateContent xmlns:mc="http://schemas.openxmlformats.org/markup-compatibility/2006">
              <mc:Choice xmlns:v="urn:schemas-microsoft-com:vml" Requires="v">
                <p:oleObj spid="_x0000_s20667" name="Equation" r:id="rId3" imgW="5029200" imgH="990360" progId="Equation.DSMT4">
                  <p:embed/>
                </p:oleObj>
              </mc:Choice>
              <mc:Fallback>
                <p:oleObj name="Equation" r:id="rId3" imgW="5029200" imgH="990360" progId="Equation.DSMT4">
                  <p:embed/>
                  <p:pic>
                    <p:nvPicPr>
                      <p:cNvPr id="21" name="对象 20">
                        <a:extLst>
                          <a:ext uri="{FF2B5EF4-FFF2-40B4-BE49-F238E27FC236}">
                            <a16:creationId xmlns:a16="http://schemas.microsoft.com/office/drawing/2014/main" id="{3952CECD-4EA1-42FB-B48B-2E736FCCBC30}"/>
                          </a:ext>
                        </a:extLst>
                      </p:cNvPr>
                      <p:cNvPicPr>
                        <a:picLocks noChangeAspect="1" noChangeArrowheads="1"/>
                      </p:cNvPicPr>
                      <p:nvPr/>
                    </p:nvPicPr>
                    <p:blipFill>
                      <a:blip r:embed="rId4"/>
                      <a:srcRect/>
                      <a:stretch>
                        <a:fillRect/>
                      </a:stretch>
                    </p:blipFill>
                    <p:spPr bwMode="auto">
                      <a:xfrm>
                        <a:off x="120650" y="877947"/>
                        <a:ext cx="8902700" cy="1754600"/>
                      </a:xfrm>
                      <a:prstGeom prst="rect">
                        <a:avLst/>
                      </a:prstGeom>
                      <a:noFill/>
                      <a:ln>
                        <a:noFill/>
                      </a:ln>
                    </p:spPr>
                  </p:pic>
                </p:oleObj>
              </mc:Fallback>
            </mc:AlternateContent>
          </a:graphicData>
        </a:graphic>
      </p:graphicFrame>
      <p:graphicFrame>
        <p:nvGraphicFramePr>
          <p:cNvPr id="4" name="Object 18">
            <a:extLst>
              <a:ext uri="{FF2B5EF4-FFF2-40B4-BE49-F238E27FC236}">
                <a16:creationId xmlns:a16="http://schemas.microsoft.com/office/drawing/2014/main" id="{8DB18CDA-A231-43E2-B262-609EAE0A56E5}"/>
              </a:ext>
            </a:extLst>
          </p:cNvPr>
          <p:cNvGraphicFramePr>
            <a:graphicFrameLocks noChangeAspect="1"/>
          </p:cNvGraphicFramePr>
          <p:nvPr>
            <p:extLst>
              <p:ext uri="{D42A27DB-BD31-4B8C-83A1-F6EECF244321}">
                <p14:modId xmlns:p14="http://schemas.microsoft.com/office/powerpoint/2010/main" val="1135225641"/>
              </p:ext>
            </p:extLst>
          </p:nvPr>
        </p:nvGraphicFramePr>
        <p:xfrm>
          <a:off x="171594" y="3133564"/>
          <a:ext cx="2527300" cy="555625"/>
        </p:xfrm>
        <a:graphic>
          <a:graphicData uri="http://schemas.openxmlformats.org/presentationml/2006/ole">
            <mc:AlternateContent xmlns:mc="http://schemas.openxmlformats.org/markup-compatibility/2006">
              <mc:Choice xmlns:v="urn:schemas-microsoft-com:vml" Requires="v">
                <p:oleObj spid="_x0000_s20668" name="Equation" r:id="rId5" imgW="1155600" imgH="253800" progId="Equation.DSMT4">
                  <p:embed/>
                </p:oleObj>
              </mc:Choice>
              <mc:Fallback>
                <p:oleObj name="Equation" r:id="rId5" imgW="1155600" imgH="253800" progId="Equation.DSMT4">
                  <p:embed/>
                  <p:pic>
                    <p:nvPicPr>
                      <p:cNvPr id="19" name="Object 18">
                        <a:extLst>
                          <a:ext uri="{FF2B5EF4-FFF2-40B4-BE49-F238E27FC236}">
                            <a16:creationId xmlns:a16="http://schemas.microsoft.com/office/drawing/2014/main" id="{10E04867-763D-4410-9F9C-C1841A83BD7D}"/>
                          </a:ext>
                        </a:extLst>
                      </p:cNvPr>
                      <p:cNvPicPr>
                        <a:picLocks noChangeAspect="1" noChangeArrowheads="1"/>
                      </p:cNvPicPr>
                      <p:nvPr/>
                    </p:nvPicPr>
                    <p:blipFill>
                      <a:blip r:embed="rId6"/>
                      <a:srcRect/>
                      <a:stretch>
                        <a:fillRect/>
                      </a:stretch>
                    </p:blipFill>
                    <p:spPr bwMode="auto">
                      <a:xfrm>
                        <a:off x="171594" y="3133564"/>
                        <a:ext cx="2527300" cy="555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 algn="ctr">
                            <a:solidFill>
                              <a:schemeClr val="tx1"/>
                            </a:solidFill>
                            <a:miter lim="800000"/>
                            <a:headEnd/>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 name="Object 20">
            <a:extLst>
              <a:ext uri="{FF2B5EF4-FFF2-40B4-BE49-F238E27FC236}">
                <a16:creationId xmlns:a16="http://schemas.microsoft.com/office/drawing/2014/main" id="{868BF0B1-A7A9-44B1-B5FB-8624BD510467}"/>
              </a:ext>
            </a:extLst>
          </p:cNvPr>
          <p:cNvGraphicFramePr>
            <a:graphicFrameLocks noChangeAspect="1"/>
          </p:cNvGraphicFramePr>
          <p:nvPr>
            <p:extLst>
              <p:ext uri="{D42A27DB-BD31-4B8C-83A1-F6EECF244321}">
                <p14:modId xmlns:p14="http://schemas.microsoft.com/office/powerpoint/2010/main" val="925397451"/>
              </p:ext>
            </p:extLst>
          </p:nvPr>
        </p:nvGraphicFramePr>
        <p:xfrm>
          <a:off x="120650" y="3981417"/>
          <a:ext cx="3740150" cy="638175"/>
        </p:xfrm>
        <a:graphic>
          <a:graphicData uri="http://schemas.openxmlformats.org/presentationml/2006/ole">
            <mc:AlternateContent xmlns:mc="http://schemas.openxmlformats.org/markup-compatibility/2006">
              <mc:Choice xmlns:v="urn:schemas-microsoft-com:vml" Requires="v">
                <p:oleObj spid="_x0000_s20669" name="Equation" r:id="rId7" imgW="1638000" imgH="279360" progId="Equation.DSMT4">
                  <p:embed/>
                </p:oleObj>
              </mc:Choice>
              <mc:Fallback>
                <p:oleObj name="Equation" r:id="rId7" imgW="1638000" imgH="279360" progId="Equation.DSMT4">
                  <p:embed/>
                  <p:pic>
                    <p:nvPicPr>
                      <p:cNvPr id="21" name="Object 20">
                        <a:extLst>
                          <a:ext uri="{FF2B5EF4-FFF2-40B4-BE49-F238E27FC236}">
                            <a16:creationId xmlns:a16="http://schemas.microsoft.com/office/drawing/2014/main" id="{5D237159-E738-42D1-ABEF-DCCC51666275}"/>
                          </a:ext>
                        </a:extLst>
                      </p:cNvPr>
                      <p:cNvPicPr>
                        <a:picLocks noChangeAspect="1" noChangeArrowheads="1"/>
                      </p:cNvPicPr>
                      <p:nvPr/>
                    </p:nvPicPr>
                    <p:blipFill>
                      <a:blip r:embed="rId8"/>
                      <a:srcRect/>
                      <a:stretch>
                        <a:fillRect/>
                      </a:stretch>
                    </p:blipFill>
                    <p:spPr bwMode="auto">
                      <a:xfrm>
                        <a:off x="120650" y="3981417"/>
                        <a:ext cx="3740150" cy="638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 algn="ctr">
                            <a:solidFill>
                              <a:schemeClr val="tx1"/>
                            </a:solidFill>
                            <a:miter lim="800000"/>
                            <a:headEnd/>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 name="Object 21">
            <a:extLst>
              <a:ext uri="{FF2B5EF4-FFF2-40B4-BE49-F238E27FC236}">
                <a16:creationId xmlns:a16="http://schemas.microsoft.com/office/drawing/2014/main" id="{CF21538A-6CBF-468D-A2D8-88E691B7C97D}"/>
              </a:ext>
            </a:extLst>
          </p:cNvPr>
          <p:cNvGraphicFramePr>
            <a:graphicFrameLocks noChangeAspect="1"/>
          </p:cNvGraphicFramePr>
          <p:nvPr>
            <p:extLst>
              <p:ext uri="{D42A27DB-BD31-4B8C-83A1-F6EECF244321}">
                <p14:modId xmlns:p14="http://schemas.microsoft.com/office/powerpoint/2010/main" val="2922401079"/>
              </p:ext>
            </p:extLst>
          </p:nvPr>
        </p:nvGraphicFramePr>
        <p:xfrm>
          <a:off x="1213885" y="4648424"/>
          <a:ext cx="3914775" cy="900112"/>
        </p:xfrm>
        <a:graphic>
          <a:graphicData uri="http://schemas.openxmlformats.org/presentationml/2006/ole">
            <mc:AlternateContent xmlns:mc="http://schemas.openxmlformats.org/markup-compatibility/2006">
              <mc:Choice xmlns:v="urn:schemas-microsoft-com:vml" Requires="v">
                <p:oleObj spid="_x0000_s20670" name="Equation" r:id="rId9" imgW="1714320" imgH="393480" progId="Equation.DSMT4">
                  <p:embed/>
                </p:oleObj>
              </mc:Choice>
              <mc:Fallback>
                <p:oleObj name="Equation" r:id="rId9" imgW="1714320" imgH="393480" progId="Equation.DSMT4">
                  <p:embed/>
                  <p:pic>
                    <p:nvPicPr>
                      <p:cNvPr id="22" name="Object 21">
                        <a:extLst>
                          <a:ext uri="{FF2B5EF4-FFF2-40B4-BE49-F238E27FC236}">
                            <a16:creationId xmlns:a16="http://schemas.microsoft.com/office/drawing/2014/main" id="{F2D228EA-C78A-4A88-9808-BEE6119422C4}"/>
                          </a:ext>
                        </a:extLst>
                      </p:cNvPr>
                      <p:cNvPicPr>
                        <a:picLocks noChangeAspect="1" noChangeArrowheads="1"/>
                      </p:cNvPicPr>
                      <p:nvPr/>
                    </p:nvPicPr>
                    <p:blipFill>
                      <a:blip r:embed="rId10"/>
                      <a:srcRect/>
                      <a:stretch>
                        <a:fillRect/>
                      </a:stretch>
                    </p:blipFill>
                    <p:spPr bwMode="auto">
                      <a:xfrm>
                        <a:off x="1213885" y="4648424"/>
                        <a:ext cx="3914775" cy="900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 algn="ctr">
                            <a:solidFill>
                              <a:schemeClr val="tx1"/>
                            </a:solidFill>
                            <a:miter lim="800000"/>
                            <a:headEnd/>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 name="Object 27">
            <a:extLst>
              <a:ext uri="{FF2B5EF4-FFF2-40B4-BE49-F238E27FC236}">
                <a16:creationId xmlns:a16="http://schemas.microsoft.com/office/drawing/2014/main" id="{CFFE2210-4E7A-404C-A258-2C61465699E2}"/>
              </a:ext>
            </a:extLst>
          </p:cNvPr>
          <p:cNvGraphicFramePr>
            <a:graphicFrameLocks noChangeAspect="1"/>
          </p:cNvGraphicFramePr>
          <p:nvPr>
            <p:extLst>
              <p:ext uri="{D42A27DB-BD31-4B8C-83A1-F6EECF244321}">
                <p14:modId xmlns:p14="http://schemas.microsoft.com/office/powerpoint/2010/main" val="4110420375"/>
              </p:ext>
            </p:extLst>
          </p:nvPr>
        </p:nvGraphicFramePr>
        <p:xfrm>
          <a:off x="171594" y="5792700"/>
          <a:ext cx="2028825" cy="569913"/>
        </p:xfrm>
        <a:graphic>
          <a:graphicData uri="http://schemas.openxmlformats.org/presentationml/2006/ole">
            <mc:AlternateContent xmlns:mc="http://schemas.openxmlformats.org/markup-compatibility/2006">
              <mc:Choice xmlns:v="urn:schemas-microsoft-com:vml" Requires="v">
                <p:oleObj spid="_x0000_s20671" name="Equation" r:id="rId11" imgW="901440" imgH="253800" progId="Equation.DSMT4">
                  <p:embed/>
                </p:oleObj>
              </mc:Choice>
              <mc:Fallback>
                <p:oleObj name="Equation" r:id="rId11" imgW="901440" imgH="253800" progId="Equation.DSMT4">
                  <p:embed/>
                  <p:pic>
                    <p:nvPicPr>
                      <p:cNvPr id="26" name="Object 27">
                        <a:extLst>
                          <a:ext uri="{FF2B5EF4-FFF2-40B4-BE49-F238E27FC236}">
                            <a16:creationId xmlns:a16="http://schemas.microsoft.com/office/drawing/2014/main" id="{8CD23161-691D-45C6-87EB-47A2856DA365}"/>
                          </a:ext>
                        </a:extLst>
                      </p:cNvPr>
                      <p:cNvPicPr>
                        <a:picLocks noChangeAspect="1" noChangeArrowheads="1"/>
                      </p:cNvPicPr>
                      <p:nvPr/>
                    </p:nvPicPr>
                    <p:blipFill>
                      <a:blip r:embed="rId12"/>
                      <a:srcRect/>
                      <a:stretch>
                        <a:fillRect/>
                      </a:stretch>
                    </p:blipFill>
                    <p:spPr bwMode="auto">
                      <a:xfrm>
                        <a:off x="171594" y="5792700"/>
                        <a:ext cx="2028825" cy="569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 algn="ctr">
                            <a:solidFill>
                              <a:schemeClr val="tx1"/>
                            </a:solidFill>
                            <a:miter lim="800000"/>
                            <a:headEnd/>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8" name="图片 7">
            <a:extLst>
              <a:ext uri="{FF2B5EF4-FFF2-40B4-BE49-F238E27FC236}">
                <a16:creationId xmlns:a16="http://schemas.microsoft.com/office/drawing/2014/main" id="{401EA3DB-7602-435C-9921-E5D9748BEAB7}"/>
              </a:ext>
            </a:extLst>
          </p:cNvPr>
          <p:cNvPicPr>
            <a:picLocks noChangeAspect="1"/>
          </p:cNvPicPr>
          <p:nvPr/>
        </p:nvPicPr>
        <p:blipFill>
          <a:blip r:embed="rId13"/>
          <a:stretch>
            <a:fillRect/>
          </a:stretch>
        </p:blipFill>
        <p:spPr>
          <a:xfrm>
            <a:off x="6239622" y="3315869"/>
            <a:ext cx="2603218" cy="2664183"/>
          </a:xfrm>
          <a:prstGeom prst="rect">
            <a:avLst/>
          </a:prstGeom>
        </p:spPr>
      </p:pic>
      <p:sp>
        <p:nvSpPr>
          <p:cNvPr id="10" name="Rectangle 31">
            <a:extLst>
              <a:ext uri="{FF2B5EF4-FFF2-40B4-BE49-F238E27FC236}">
                <a16:creationId xmlns:a16="http://schemas.microsoft.com/office/drawing/2014/main" id="{D00538E2-4339-48A2-8CC7-FFF6DD45A4D8}"/>
              </a:ext>
            </a:extLst>
          </p:cNvPr>
          <p:cNvSpPr>
            <a:spLocks noChangeArrowheads="1"/>
          </p:cNvSpPr>
          <p:nvPr/>
        </p:nvSpPr>
        <p:spPr bwMode="auto">
          <a:xfrm>
            <a:off x="3369204" y="6041447"/>
            <a:ext cx="351891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 algn="ctr">
                <a:solidFill>
                  <a:schemeClr val="tx1"/>
                </a:solidFill>
                <a:miter lim="800000"/>
                <a:headEnd/>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kumimoji="1" lang="zh-CN" altLang="en-US" sz="2400"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透射光中</a:t>
            </a:r>
            <a:r>
              <a:rPr kumimoji="1" lang="en-US" altLang="zh-CN" sz="2400" b="1" i="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P</a:t>
            </a:r>
            <a:r>
              <a:rPr kumimoji="1" lang="zh-CN" altLang="en-US" sz="2400"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分量保持不变 </a:t>
            </a:r>
          </a:p>
        </p:txBody>
      </p:sp>
    </p:spTree>
    <p:extLst>
      <p:ext uri="{BB962C8B-B14F-4D97-AF65-F5344CB8AC3E}">
        <p14:creationId xmlns:p14="http://schemas.microsoft.com/office/powerpoint/2010/main" val="199478263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a:extLst>
              <a:ext uri="{FF2B5EF4-FFF2-40B4-BE49-F238E27FC236}">
                <a16:creationId xmlns:a16="http://schemas.microsoft.com/office/drawing/2014/main" id="{CBAD685C-9D95-4C22-958D-CC4554A18D5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2835" y="1051364"/>
            <a:ext cx="7212219" cy="43064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矩形 2">
            <a:extLst>
              <a:ext uri="{FF2B5EF4-FFF2-40B4-BE49-F238E27FC236}">
                <a16:creationId xmlns:a16="http://schemas.microsoft.com/office/drawing/2014/main" id="{A29BE13F-D631-419A-9C3F-47AED1F51CE2}"/>
              </a:ext>
            </a:extLst>
          </p:cNvPr>
          <p:cNvSpPr/>
          <p:nvPr/>
        </p:nvSpPr>
        <p:spPr>
          <a:xfrm>
            <a:off x="2147018" y="5357846"/>
            <a:ext cx="954107" cy="400110"/>
          </a:xfrm>
          <a:prstGeom prst="rect">
            <a:avLst/>
          </a:prstGeom>
        </p:spPr>
        <p:txBody>
          <a:bodyPr wrap="none">
            <a:spAutoFit/>
          </a:bodyPr>
          <a:lstStyle/>
          <a:p>
            <a:r>
              <a:rPr lang="zh-CN" altLang="en-US" sz="2000" dirty="0">
                <a:solidFill>
                  <a:prstClr val="black"/>
                </a:solidFill>
                <a:latin typeface="微软雅黑" panose="020B0503020204020204" pitchFamily="34" charset="-122"/>
                <a:ea typeface="微软雅黑" panose="020B0503020204020204" pitchFamily="34" charset="-122"/>
              </a:rPr>
              <a:t>入射角</a:t>
            </a:r>
          </a:p>
        </p:txBody>
      </p:sp>
      <p:sp>
        <p:nvSpPr>
          <p:cNvPr id="4" name="矩形 3">
            <a:extLst>
              <a:ext uri="{FF2B5EF4-FFF2-40B4-BE49-F238E27FC236}">
                <a16:creationId xmlns:a16="http://schemas.microsoft.com/office/drawing/2014/main" id="{726CA056-6339-4AE4-A0B2-0E45B9C7772E}"/>
              </a:ext>
            </a:extLst>
          </p:cNvPr>
          <p:cNvSpPr/>
          <p:nvPr/>
        </p:nvSpPr>
        <p:spPr>
          <a:xfrm>
            <a:off x="364882" y="340752"/>
            <a:ext cx="3050835" cy="461665"/>
          </a:xfrm>
          <a:prstGeom prst="rect">
            <a:avLst/>
          </a:prstGeom>
        </p:spPr>
        <p:txBody>
          <a:bodyPr wrap="none">
            <a:spAutoFit/>
          </a:bodyPr>
          <a:lstStyle/>
          <a:p>
            <a:r>
              <a:rPr lang="zh-CN" altLang="en-US" sz="24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空气→玻璃（</a:t>
            </a:r>
            <a:r>
              <a:rPr lang="en-US" altLang="zh-CN" sz="24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n=1.5</a:t>
            </a:r>
            <a:r>
              <a:rPr lang="zh-CN" altLang="en-US" sz="24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5" name="矩形 4">
            <a:extLst>
              <a:ext uri="{FF2B5EF4-FFF2-40B4-BE49-F238E27FC236}">
                <a16:creationId xmlns:a16="http://schemas.microsoft.com/office/drawing/2014/main" id="{42790D93-C323-4E3C-87D3-B719F6650AD2}"/>
              </a:ext>
            </a:extLst>
          </p:cNvPr>
          <p:cNvSpPr/>
          <p:nvPr/>
        </p:nvSpPr>
        <p:spPr>
          <a:xfrm>
            <a:off x="5891079" y="5357846"/>
            <a:ext cx="954107" cy="400110"/>
          </a:xfrm>
          <a:prstGeom prst="rect">
            <a:avLst/>
          </a:prstGeom>
        </p:spPr>
        <p:txBody>
          <a:bodyPr wrap="none">
            <a:spAutoFit/>
          </a:bodyPr>
          <a:lstStyle/>
          <a:p>
            <a:r>
              <a:rPr lang="zh-CN" altLang="en-US" sz="2000" dirty="0">
                <a:solidFill>
                  <a:prstClr val="black"/>
                </a:solidFill>
                <a:latin typeface="微软雅黑" panose="020B0503020204020204" pitchFamily="34" charset="-122"/>
                <a:ea typeface="微软雅黑" panose="020B0503020204020204" pitchFamily="34" charset="-122"/>
              </a:rPr>
              <a:t>入射角</a:t>
            </a:r>
          </a:p>
        </p:txBody>
      </p:sp>
      <p:sp>
        <p:nvSpPr>
          <p:cNvPr id="6" name="矩形 5">
            <a:extLst>
              <a:ext uri="{FF2B5EF4-FFF2-40B4-BE49-F238E27FC236}">
                <a16:creationId xmlns:a16="http://schemas.microsoft.com/office/drawing/2014/main" id="{57F77256-9AD9-4C31-A193-0BA3FA74ED14}"/>
              </a:ext>
            </a:extLst>
          </p:cNvPr>
          <p:cNvSpPr/>
          <p:nvPr/>
        </p:nvSpPr>
        <p:spPr>
          <a:xfrm>
            <a:off x="1831093" y="5919621"/>
            <a:ext cx="1723549" cy="461665"/>
          </a:xfrm>
          <a:prstGeom prst="rect">
            <a:avLst/>
          </a:prstGeom>
        </p:spPr>
        <p:txBody>
          <a:bodyPr wrap="none">
            <a:spAutoFit/>
          </a:bodyPr>
          <a:lstStyle/>
          <a:p>
            <a:r>
              <a:rPr lang="zh-CN" altLang="en-US" sz="2400" dirty="0">
                <a:solidFill>
                  <a:prstClr val="black"/>
                </a:solidFill>
                <a:latin typeface="微软雅黑" panose="020B0503020204020204" pitchFamily="34" charset="-122"/>
                <a:ea typeface="微软雅黑" panose="020B0503020204020204" pitchFamily="34" charset="-122"/>
              </a:rPr>
              <a:t>振幅反射率</a:t>
            </a:r>
          </a:p>
        </p:txBody>
      </p:sp>
      <p:sp>
        <p:nvSpPr>
          <p:cNvPr id="7" name="矩形 6">
            <a:extLst>
              <a:ext uri="{FF2B5EF4-FFF2-40B4-BE49-F238E27FC236}">
                <a16:creationId xmlns:a16="http://schemas.microsoft.com/office/drawing/2014/main" id="{D02E2B15-C3A2-4A3C-A35B-C67E50D3C65C}"/>
              </a:ext>
            </a:extLst>
          </p:cNvPr>
          <p:cNvSpPr/>
          <p:nvPr/>
        </p:nvSpPr>
        <p:spPr>
          <a:xfrm>
            <a:off x="5640356" y="5919620"/>
            <a:ext cx="1723549" cy="461665"/>
          </a:xfrm>
          <a:prstGeom prst="rect">
            <a:avLst/>
          </a:prstGeom>
        </p:spPr>
        <p:txBody>
          <a:bodyPr wrap="none">
            <a:spAutoFit/>
          </a:bodyPr>
          <a:lstStyle/>
          <a:p>
            <a:r>
              <a:rPr lang="zh-CN" altLang="en-US" sz="2400" dirty="0">
                <a:solidFill>
                  <a:prstClr val="black"/>
                </a:solidFill>
                <a:latin typeface="微软雅黑" panose="020B0503020204020204" pitchFamily="34" charset="-122"/>
                <a:ea typeface="微软雅黑" panose="020B0503020204020204" pitchFamily="34" charset="-122"/>
              </a:rPr>
              <a:t>光强反射率</a:t>
            </a:r>
          </a:p>
        </p:txBody>
      </p:sp>
    </p:spTree>
    <p:extLst>
      <p:ext uri="{BB962C8B-B14F-4D97-AF65-F5344CB8AC3E}">
        <p14:creationId xmlns:p14="http://schemas.microsoft.com/office/powerpoint/2010/main" val="2961880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B3AFC4B9-282E-4F81-8DA9-8678F1D4570A}"/>
              </a:ext>
            </a:extLst>
          </p:cNvPr>
          <p:cNvSpPr/>
          <p:nvPr/>
        </p:nvSpPr>
        <p:spPr>
          <a:xfrm>
            <a:off x="2704140" y="5215308"/>
            <a:ext cx="723275" cy="307777"/>
          </a:xfrm>
          <a:prstGeom prst="rect">
            <a:avLst/>
          </a:prstGeom>
        </p:spPr>
        <p:txBody>
          <a:bodyPr wrap="none">
            <a:spAutoFit/>
          </a:bodyPr>
          <a:lstStyle/>
          <a:p>
            <a:r>
              <a:rPr lang="zh-CN" altLang="en-US" sz="1400" dirty="0">
                <a:solidFill>
                  <a:prstClr val="black"/>
                </a:solidFill>
                <a:latin typeface="微软雅黑" panose="020B0503020204020204" pitchFamily="34" charset="-122"/>
                <a:ea typeface="微软雅黑" panose="020B0503020204020204" pitchFamily="34" charset="-122"/>
              </a:rPr>
              <a:t>入射角</a:t>
            </a:r>
          </a:p>
        </p:txBody>
      </p:sp>
      <p:sp>
        <p:nvSpPr>
          <p:cNvPr id="3" name="矩形 2">
            <a:extLst>
              <a:ext uri="{FF2B5EF4-FFF2-40B4-BE49-F238E27FC236}">
                <a16:creationId xmlns:a16="http://schemas.microsoft.com/office/drawing/2014/main" id="{6059E0EF-CB85-4002-8E8A-EC0F75A72A88}"/>
              </a:ext>
            </a:extLst>
          </p:cNvPr>
          <p:cNvSpPr/>
          <p:nvPr/>
        </p:nvSpPr>
        <p:spPr>
          <a:xfrm>
            <a:off x="5940152" y="5224478"/>
            <a:ext cx="723275" cy="307777"/>
          </a:xfrm>
          <a:prstGeom prst="rect">
            <a:avLst/>
          </a:prstGeom>
        </p:spPr>
        <p:txBody>
          <a:bodyPr wrap="none">
            <a:spAutoFit/>
          </a:bodyPr>
          <a:lstStyle/>
          <a:p>
            <a:r>
              <a:rPr lang="zh-CN" altLang="en-US" sz="1400" dirty="0">
                <a:solidFill>
                  <a:prstClr val="black"/>
                </a:solidFill>
                <a:latin typeface="微软雅黑" panose="020B0503020204020204" pitchFamily="34" charset="-122"/>
                <a:ea typeface="微软雅黑" panose="020B0503020204020204" pitchFamily="34" charset="-122"/>
              </a:rPr>
              <a:t>入射角</a:t>
            </a:r>
          </a:p>
        </p:txBody>
      </p:sp>
      <p:pic>
        <p:nvPicPr>
          <p:cNvPr id="4" name="Picture 3">
            <a:extLst>
              <a:ext uri="{FF2B5EF4-FFF2-40B4-BE49-F238E27FC236}">
                <a16:creationId xmlns:a16="http://schemas.microsoft.com/office/drawing/2014/main" id="{DBF0FD81-6221-408A-A1CC-4DBE1B3B252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04353" y="1210013"/>
            <a:ext cx="7213389" cy="4276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矩形 4">
            <a:extLst>
              <a:ext uri="{FF2B5EF4-FFF2-40B4-BE49-F238E27FC236}">
                <a16:creationId xmlns:a16="http://schemas.microsoft.com/office/drawing/2014/main" id="{566C89B9-5DFE-4C5D-9854-594E0B620B93}"/>
              </a:ext>
            </a:extLst>
          </p:cNvPr>
          <p:cNvSpPr/>
          <p:nvPr/>
        </p:nvSpPr>
        <p:spPr>
          <a:xfrm>
            <a:off x="366129" y="555506"/>
            <a:ext cx="3342842" cy="461665"/>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4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玻璃（</a:t>
            </a:r>
            <a:r>
              <a:rPr lang="en-US" altLang="zh-CN" sz="24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n=1.5</a:t>
            </a:r>
            <a:r>
              <a:rPr lang="zh-CN" altLang="en-US" sz="24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）→空气</a:t>
            </a:r>
          </a:p>
        </p:txBody>
      </p:sp>
      <p:sp>
        <p:nvSpPr>
          <p:cNvPr id="6" name="矩形 5">
            <a:extLst>
              <a:ext uri="{FF2B5EF4-FFF2-40B4-BE49-F238E27FC236}">
                <a16:creationId xmlns:a16="http://schemas.microsoft.com/office/drawing/2014/main" id="{B9B07B16-FC22-41CE-B367-A20B21E88192}"/>
              </a:ext>
            </a:extLst>
          </p:cNvPr>
          <p:cNvSpPr/>
          <p:nvPr/>
        </p:nvSpPr>
        <p:spPr>
          <a:xfrm>
            <a:off x="1839373" y="6028460"/>
            <a:ext cx="1723549" cy="461665"/>
          </a:xfrm>
          <a:prstGeom prst="rect">
            <a:avLst/>
          </a:prstGeom>
        </p:spPr>
        <p:txBody>
          <a:bodyPr wrap="none">
            <a:spAutoFit/>
          </a:bodyPr>
          <a:lstStyle/>
          <a:p>
            <a:r>
              <a:rPr lang="zh-CN" altLang="en-US" sz="2400" dirty="0">
                <a:solidFill>
                  <a:prstClr val="black"/>
                </a:solidFill>
                <a:latin typeface="微软雅黑" panose="020B0503020204020204" pitchFamily="34" charset="-122"/>
                <a:ea typeface="微软雅黑" panose="020B0503020204020204" pitchFamily="34" charset="-122"/>
              </a:rPr>
              <a:t>振幅反射率</a:t>
            </a:r>
          </a:p>
        </p:txBody>
      </p:sp>
      <p:sp>
        <p:nvSpPr>
          <p:cNvPr id="7" name="矩形 6">
            <a:extLst>
              <a:ext uri="{FF2B5EF4-FFF2-40B4-BE49-F238E27FC236}">
                <a16:creationId xmlns:a16="http://schemas.microsoft.com/office/drawing/2014/main" id="{84154E35-FAC7-4F4F-9733-D35FF3775D30}"/>
              </a:ext>
            </a:extLst>
          </p:cNvPr>
          <p:cNvSpPr/>
          <p:nvPr/>
        </p:nvSpPr>
        <p:spPr>
          <a:xfrm>
            <a:off x="5581078" y="6028459"/>
            <a:ext cx="1723549" cy="461665"/>
          </a:xfrm>
          <a:prstGeom prst="rect">
            <a:avLst/>
          </a:prstGeom>
        </p:spPr>
        <p:txBody>
          <a:bodyPr wrap="none">
            <a:spAutoFit/>
          </a:bodyPr>
          <a:lstStyle/>
          <a:p>
            <a:r>
              <a:rPr lang="zh-CN" altLang="en-US" sz="2400" dirty="0">
                <a:solidFill>
                  <a:prstClr val="black"/>
                </a:solidFill>
                <a:latin typeface="微软雅黑" panose="020B0503020204020204" pitchFamily="34" charset="-122"/>
                <a:ea typeface="微软雅黑" panose="020B0503020204020204" pitchFamily="34" charset="-122"/>
              </a:rPr>
              <a:t>光强反射率</a:t>
            </a:r>
          </a:p>
        </p:txBody>
      </p:sp>
      <p:sp>
        <p:nvSpPr>
          <p:cNvPr id="8" name="矩形 7">
            <a:extLst>
              <a:ext uri="{FF2B5EF4-FFF2-40B4-BE49-F238E27FC236}">
                <a16:creationId xmlns:a16="http://schemas.microsoft.com/office/drawing/2014/main" id="{FB09903D-2C55-47D2-BCA1-FCBFB2E2F212}"/>
              </a:ext>
            </a:extLst>
          </p:cNvPr>
          <p:cNvSpPr/>
          <p:nvPr/>
        </p:nvSpPr>
        <p:spPr>
          <a:xfrm>
            <a:off x="2136743" y="5504641"/>
            <a:ext cx="954107" cy="400110"/>
          </a:xfrm>
          <a:prstGeom prst="rect">
            <a:avLst/>
          </a:prstGeom>
        </p:spPr>
        <p:txBody>
          <a:bodyPr wrap="none">
            <a:spAutoFit/>
          </a:bodyPr>
          <a:lstStyle/>
          <a:p>
            <a:r>
              <a:rPr lang="zh-CN" altLang="en-US" sz="2000" dirty="0">
                <a:solidFill>
                  <a:prstClr val="black"/>
                </a:solidFill>
                <a:latin typeface="微软雅黑" panose="020B0503020204020204" pitchFamily="34" charset="-122"/>
                <a:ea typeface="微软雅黑" panose="020B0503020204020204" pitchFamily="34" charset="-122"/>
              </a:rPr>
              <a:t>入射角</a:t>
            </a:r>
          </a:p>
        </p:txBody>
      </p:sp>
      <p:sp>
        <p:nvSpPr>
          <p:cNvPr id="9" name="矩形 8">
            <a:extLst>
              <a:ext uri="{FF2B5EF4-FFF2-40B4-BE49-F238E27FC236}">
                <a16:creationId xmlns:a16="http://schemas.microsoft.com/office/drawing/2014/main" id="{724E1260-CF0A-41D5-B596-C55946BAE9BE}"/>
              </a:ext>
            </a:extLst>
          </p:cNvPr>
          <p:cNvSpPr/>
          <p:nvPr/>
        </p:nvSpPr>
        <p:spPr>
          <a:xfrm>
            <a:off x="5880804" y="5504641"/>
            <a:ext cx="954107" cy="400110"/>
          </a:xfrm>
          <a:prstGeom prst="rect">
            <a:avLst/>
          </a:prstGeom>
        </p:spPr>
        <p:txBody>
          <a:bodyPr wrap="none">
            <a:spAutoFit/>
          </a:bodyPr>
          <a:lstStyle/>
          <a:p>
            <a:r>
              <a:rPr lang="zh-CN" altLang="en-US" sz="2000" dirty="0">
                <a:solidFill>
                  <a:prstClr val="black"/>
                </a:solidFill>
                <a:latin typeface="微软雅黑" panose="020B0503020204020204" pitchFamily="34" charset="-122"/>
                <a:ea typeface="微软雅黑" panose="020B0503020204020204" pitchFamily="34" charset="-122"/>
              </a:rPr>
              <a:t>入射角</a:t>
            </a:r>
          </a:p>
        </p:txBody>
      </p:sp>
    </p:spTree>
    <p:extLst>
      <p:ext uri="{BB962C8B-B14F-4D97-AF65-F5344CB8AC3E}">
        <p14:creationId xmlns:p14="http://schemas.microsoft.com/office/powerpoint/2010/main" val="65820999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097AC90-BD3B-4E85-89D9-1077990FD182}"/>
              </a:ext>
            </a:extLst>
          </p:cNvPr>
          <p:cNvSpPr/>
          <p:nvPr/>
        </p:nvSpPr>
        <p:spPr>
          <a:xfrm>
            <a:off x="280337" y="179884"/>
            <a:ext cx="4031873" cy="559769"/>
          </a:xfrm>
          <a:prstGeom prst="rect">
            <a:avLst/>
          </a:prstGeom>
        </p:spPr>
        <p:txBody>
          <a:bodyPr wrap="none">
            <a:spAutoFit/>
          </a:bodyPr>
          <a:lstStyle/>
          <a:p>
            <a:pPr lvl="0">
              <a:lnSpc>
                <a:spcPct val="150000"/>
              </a:lnSpc>
              <a:spcBef>
                <a:spcPts val="1000"/>
              </a:spcBef>
            </a:pPr>
            <a:r>
              <a:rPr lang="en-US" altLang="zh-CN" sz="2400" b="1" dirty="0">
                <a:solidFill>
                  <a:prstClr val="black"/>
                </a:solidFill>
                <a:latin typeface="黑体" panose="02010609060101010101" pitchFamily="49" charset="-122"/>
                <a:ea typeface="黑体" panose="02010609060101010101" pitchFamily="49" charset="-122"/>
              </a:rPr>
              <a:t>§10.3 </a:t>
            </a:r>
            <a:r>
              <a:rPr lang="zh-CN" altLang="en-US" sz="2400" b="1" dirty="0">
                <a:solidFill>
                  <a:prstClr val="black"/>
                </a:solidFill>
                <a:latin typeface="黑体" panose="02010609060101010101" pitchFamily="49" charset="-122"/>
                <a:ea typeface="黑体" panose="02010609060101010101" pitchFamily="49" charset="-122"/>
              </a:rPr>
              <a:t>斯托克斯的倒逆关系</a:t>
            </a:r>
            <a:endParaRPr lang="en-US" altLang="zh-CN" sz="2400" b="1" dirty="0">
              <a:solidFill>
                <a:prstClr val="black"/>
              </a:solidFill>
              <a:latin typeface="黑体" panose="02010609060101010101" pitchFamily="49" charset="-122"/>
              <a:ea typeface="黑体" panose="02010609060101010101" pitchFamily="49" charset="-122"/>
            </a:endParaRPr>
          </a:p>
        </p:txBody>
      </p:sp>
      <p:pic>
        <p:nvPicPr>
          <p:cNvPr id="3" name="图片 2">
            <a:extLst>
              <a:ext uri="{FF2B5EF4-FFF2-40B4-BE49-F238E27FC236}">
                <a16:creationId xmlns:a16="http://schemas.microsoft.com/office/drawing/2014/main" id="{4E87AD0E-742E-498F-8E9A-C72CC61B9A64}"/>
              </a:ext>
            </a:extLst>
          </p:cNvPr>
          <p:cNvPicPr>
            <a:picLocks noChangeAspect="1"/>
          </p:cNvPicPr>
          <p:nvPr/>
        </p:nvPicPr>
        <p:blipFill>
          <a:blip r:embed="rId2"/>
          <a:stretch>
            <a:fillRect/>
          </a:stretch>
        </p:blipFill>
        <p:spPr>
          <a:xfrm>
            <a:off x="1887759" y="928261"/>
            <a:ext cx="5555868" cy="3556910"/>
          </a:xfrm>
          <a:prstGeom prst="rect">
            <a:avLst/>
          </a:prstGeom>
        </p:spPr>
      </p:pic>
      <p:sp>
        <p:nvSpPr>
          <p:cNvPr id="4" name="Rectangle 37">
            <a:extLst>
              <a:ext uri="{FF2B5EF4-FFF2-40B4-BE49-F238E27FC236}">
                <a16:creationId xmlns:a16="http://schemas.microsoft.com/office/drawing/2014/main" id="{B1266A54-52CB-4F4A-BA89-9CD82CA0AA63}"/>
              </a:ext>
            </a:extLst>
          </p:cNvPr>
          <p:cNvSpPr>
            <a:spLocks noChangeArrowheads="1"/>
          </p:cNvSpPr>
          <p:nvPr/>
        </p:nvSpPr>
        <p:spPr bwMode="auto">
          <a:xfrm>
            <a:off x="445115" y="5886284"/>
            <a:ext cx="8235950" cy="7071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indent="571500">
              <a:defRPr>
                <a:solidFill>
                  <a:schemeClr val="tx1"/>
                </a:solidFill>
                <a:latin typeface="Arial" charset="0"/>
                <a:ea typeface="宋体" pitchFamily="2" charset="-122"/>
              </a:defRPr>
            </a:lvl1pPr>
            <a:lvl2pPr marL="762000">
              <a:defRPr>
                <a:solidFill>
                  <a:schemeClr val="tx1"/>
                </a:solidFill>
                <a:latin typeface="Arial" charset="0"/>
                <a:ea typeface="宋体" pitchFamily="2" charset="-122"/>
              </a:defRPr>
            </a:lvl2pPr>
            <a:lvl3pPr marL="952500">
              <a:defRPr>
                <a:solidFill>
                  <a:schemeClr val="tx1"/>
                </a:solidFill>
                <a:latin typeface="Arial" charset="0"/>
                <a:ea typeface="宋体" pitchFamily="2" charset="-122"/>
              </a:defRPr>
            </a:lvl3pPr>
            <a:lvl4pPr>
              <a:defRPr>
                <a:solidFill>
                  <a:schemeClr val="tx1"/>
                </a:solidFill>
                <a:latin typeface="Arial" charset="0"/>
                <a:ea typeface="宋体" pitchFamily="2" charset="-122"/>
              </a:defRPr>
            </a:lvl4pPr>
            <a:lvl5pPr>
              <a:defRPr>
                <a:solidFill>
                  <a:schemeClr val="tx1"/>
                </a:solidFill>
                <a:latin typeface="Arial" charset="0"/>
                <a:ea typeface="宋体" pitchFamily="2" charset="-122"/>
              </a:defRPr>
            </a:lvl5pPr>
            <a:lvl6pPr fontAlgn="base">
              <a:spcBef>
                <a:spcPct val="0"/>
              </a:spcBef>
              <a:spcAft>
                <a:spcPct val="0"/>
              </a:spcAft>
              <a:defRPr>
                <a:solidFill>
                  <a:schemeClr val="tx1"/>
                </a:solidFill>
                <a:latin typeface="Arial" charset="0"/>
                <a:ea typeface="宋体" pitchFamily="2" charset="-122"/>
              </a:defRPr>
            </a:lvl6pPr>
            <a:lvl7pPr fontAlgn="base">
              <a:spcBef>
                <a:spcPct val="0"/>
              </a:spcBef>
              <a:spcAft>
                <a:spcPct val="0"/>
              </a:spcAft>
              <a:defRPr>
                <a:solidFill>
                  <a:schemeClr val="tx1"/>
                </a:solidFill>
                <a:latin typeface="Arial" charset="0"/>
                <a:ea typeface="宋体" pitchFamily="2" charset="-122"/>
              </a:defRPr>
            </a:lvl7pPr>
            <a:lvl8pPr fontAlgn="base">
              <a:spcBef>
                <a:spcPct val="0"/>
              </a:spcBef>
              <a:spcAft>
                <a:spcPct val="0"/>
              </a:spcAft>
              <a:defRPr>
                <a:solidFill>
                  <a:schemeClr val="tx1"/>
                </a:solidFill>
                <a:latin typeface="Arial" charset="0"/>
                <a:ea typeface="宋体" pitchFamily="2" charset="-122"/>
              </a:defRPr>
            </a:lvl8pPr>
            <a:lvl9pPr fontAlgn="base">
              <a:spcBef>
                <a:spcPct val="0"/>
              </a:spcBef>
              <a:spcAft>
                <a:spcPct val="0"/>
              </a:spcAft>
              <a:defRPr>
                <a:solidFill>
                  <a:schemeClr val="tx1"/>
                </a:solidFill>
                <a:latin typeface="Arial" charset="0"/>
                <a:ea typeface="宋体" pitchFamily="2" charset="-122"/>
              </a:defRPr>
            </a:lvl9pPr>
          </a:lstStyle>
          <a:p>
            <a:pPr algn="just" eaLnBrk="0" hangingPunct="0">
              <a:lnSpc>
                <a:spcPct val="120000"/>
              </a:lnSpc>
            </a:pPr>
            <a:r>
              <a:rPr lang="zh-CN" altLang="en-US" sz="2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无论是</a:t>
            </a:r>
            <a:r>
              <a:rPr lang="en-US" altLang="zh-CN" sz="2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s</a:t>
            </a:r>
            <a:r>
              <a:rPr lang="zh-CN" altLang="en-US" sz="2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分量还是</a:t>
            </a:r>
            <a:r>
              <a:rPr lang="en-US" altLang="zh-CN" sz="2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p</a:t>
            </a:r>
            <a:r>
              <a:rPr lang="zh-CN" altLang="en-US" sz="2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分量，其内反射与外反射的振幅反射比大小相等，符号相反，相应的振幅透射比（</a:t>
            </a:r>
            <a:r>
              <a:rPr lang="en-US" altLang="zh-CN" sz="2000" i="1" dirty="0" err="1">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t</a:t>
            </a:r>
            <a:r>
              <a:rPr lang="en-US" altLang="zh-CN" sz="2000" baseline="-30000" dirty="0" err="1">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s</a:t>
            </a:r>
            <a:r>
              <a:rPr lang="zh-CN" altLang="en-US" sz="2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与</a:t>
            </a:r>
            <a:r>
              <a:rPr lang="en-US" altLang="zh-CN" sz="2000" i="1" dirty="0" err="1">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t</a:t>
            </a:r>
            <a:r>
              <a:rPr lang="en-US" altLang="zh-CN" sz="2000" baseline="-30000" dirty="0" err="1">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s</a:t>
            </a:r>
            <a:r>
              <a:rPr lang="en-US" altLang="zh-CN" sz="2000" dirty="0" err="1">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err="1">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t</a:t>
            </a:r>
            <a:r>
              <a:rPr lang="en-US" altLang="zh-CN" sz="2000" baseline="-30000" dirty="0" err="1">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p</a:t>
            </a:r>
            <a:r>
              <a:rPr lang="zh-CN" altLang="en-US" sz="2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与</a:t>
            </a:r>
            <a:r>
              <a:rPr lang="en-US" altLang="zh-CN" sz="2000" i="1" dirty="0" err="1">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t</a:t>
            </a:r>
            <a:r>
              <a:rPr lang="en-US" altLang="zh-CN" sz="2000" baseline="-30000" dirty="0" err="1">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）总是符号相同。 </a:t>
            </a:r>
          </a:p>
        </p:txBody>
      </p:sp>
      <p:sp>
        <p:nvSpPr>
          <p:cNvPr id="5" name="矩形 4">
            <a:extLst>
              <a:ext uri="{FF2B5EF4-FFF2-40B4-BE49-F238E27FC236}">
                <a16:creationId xmlns:a16="http://schemas.microsoft.com/office/drawing/2014/main" id="{9D7BA11C-1CD2-412E-BACC-EA31E7201904}"/>
              </a:ext>
            </a:extLst>
          </p:cNvPr>
          <p:cNvSpPr/>
          <p:nvPr/>
        </p:nvSpPr>
        <p:spPr>
          <a:xfrm>
            <a:off x="244377" y="5373074"/>
            <a:ext cx="840656" cy="430182"/>
          </a:xfrm>
          <a:prstGeom prst="rect">
            <a:avLst/>
          </a:prstGeom>
        </p:spPr>
        <p:txBody>
          <a:bodyPr wrap="square">
            <a:spAutoFit/>
          </a:bodyPr>
          <a:lstStyle/>
          <a:p>
            <a:pPr algn="ctr" eaLnBrk="0" hangingPunct="0">
              <a:lnSpc>
                <a:spcPct val="120000"/>
              </a:lnSpc>
            </a:pPr>
            <a:r>
              <a:rPr lang="zh-CN" altLang="en-US" sz="2000" dirty="0">
                <a:solidFill>
                  <a:srgbClr val="0066FF"/>
                </a:solidFill>
                <a:latin typeface="Times New Roman" panose="02020603050405020304" pitchFamily="18" charset="0"/>
                <a:ea typeface="微软雅黑" panose="020B0503020204020204" pitchFamily="34" charset="-122"/>
                <a:cs typeface="Times New Roman" panose="02020603050405020304" pitchFamily="18" charset="0"/>
              </a:rPr>
              <a:t>结论</a:t>
            </a:r>
          </a:p>
        </p:txBody>
      </p:sp>
      <p:pic>
        <p:nvPicPr>
          <p:cNvPr id="6" name="图片 5">
            <a:extLst>
              <a:ext uri="{FF2B5EF4-FFF2-40B4-BE49-F238E27FC236}">
                <a16:creationId xmlns:a16="http://schemas.microsoft.com/office/drawing/2014/main" id="{9D25AA1B-E4BB-4966-9CB5-B1F125DB86F6}"/>
              </a:ext>
            </a:extLst>
          </p:cNvPr>
          <p:cNvPicPr>
            <a:picLocks noChangeAspect="1"/>
          </p:cNvPicPr>
          <p:nvPr/>
        </p:nvPicPr>
        <p:blipFill>
          <a:blip r:embed="rId3"/>
          <a:stretch>
            <a:fillRect/>
          </a:stretch>
        </p:blipFill>
        <p:spPr>
          <a:xfrm>
            <a:off x="3596404" y="4673779"/>
            <a:ext cx="1951192" cy="1046449"/>
          </a:xfrm>
          <a:prstGeom prst="rect">
            <a:avLst/>
          </a:prstGeom>
        </p:spPr>
      </p:pic>
    </p:spTree>
    <p:extLst>
      <p:ext uri="{BB962C8B-B14F-4D97-AF65-F5344CB8AC3E}">
        <p14:creationId xmlns:p14="http://schemas.microsoft.com/office/powerpoint/2010/main" val="133813877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1EBB73F4-95EB-4DB9-B7A9-6E75FAA9EA97}"/>
              </a:ext>
            </a:extLst>
          </p:cNvPr>
          <p:cNvSpPr/>
          <p:nvPr/>
        </p:nvSpPr>
        <p:spPr>
          <a:xfrm>
            <a:off x="259788" y="123377"/>
            <a:ext cx="4031873" cy="559769"/>
          </a:xfrm>
          <a:prstGeom prst="rect">
            <a:avLst/>
          </a:prstGeom>
        </p:spPr>
        <p:txBody>
          <a:bodyPr wrap="none">
            <a:spAutoFit/>
          </a:bodyPr>
          <a:lstStyle/>
          <a:p>
            <a:pPr lvl="0">
              <a:lnSpc>
                <a:spcPct val="150000"/>
              </a:lnSpc>
              <a:spcBef>
                <a:spcPts val="1000"/>
              </a:spcBef>
            </a:pPr>
            <a:r>
              <a:rPr lang="en-US" altLang="zh-CN" sz="2400" b="1" dirty="0">
                <a:solidFill>
                  <a:prstClr val="black"/>
                </a:solidFill>
                <a:latin typeface="黑体" panose="02010609060101010101" pitchFamily="49" charset="-122"/>
                <a:ea typeface="黑体" panose="02010609060101010101" pitchFamily="49" charset="-122"/>
              </a:rPr>
              <a:t>§10.4 </a:t>
            </a:r>
            <a:r>
              <a:rPr lang="zh-CN" altLang="en-US" sz="2400" b="1" dirty="0">
                <a:solidFill>
                  <a:prstClr val="black"/>
                </a:solidFill>
                <a:latin typeface="黑体" panose="02010609060101010101" pitchFamily="49" charset="-122"/>
                <a:ea typeface="黑体" panose="02010609060101010101" pitchFamily="49" charset="-122"/>
              </a:rPr>
              <a:t>相位关系与半波损失</a:t>
            </a:r>
            <a:endParaRPr lang="en-US" altLang="zh-CN" sz="2400" b="1" dirty="0">
              <a:solidFill>
                <a:prstClr val="black"/>
              </a:solidFill>
              <a:latin typeface="黑体" panose="02010609060101010101" pitchFamily="49" charset="-122"/>
              <a:ea typeface="黑体" panose="02010609060101010101" pitchFamily="49" charset="-122"/>
            </a:endParaRPr>
          </a:p>
        </p:txBody>
      </p:sp>
      <p:graphicFrame>
        <p:nvGraphicFramePr>
          <p:cNvPr id="3" name="对象 2">
            <a:extLst>
              <a:ext uri="{FF2B5EF4-FFF2-40B4-BE49-F238E27FC236}">
                <a16:creationId xmlns:a16="http://schemas.microsoft.com/office/drawing/2014/main" id="{D1CE85F5-CD8F-4012-B85E-BF8F582CF014}"/>
              </a:ext>
            </a:extLst>
          </p:cNvPr>
          <p:cNvGraphicFramePr>
            <a:graphicFrameLocks noChangeAspect="1"/>
          </p:cNvGraphicFramePr>
          <p:nvPr>
            <p:extLst>
              <p:ext uri="{D42A27DB-BD31-4B8C-83A1-F6EECF244321}">
                <p14:modId xmlns:p14="http://schemas.microsoft.com/office/powerpoint/2010/main" val="1173951694"/>
              </p:ext>
            </p:extLst>
          </p:nvPr>
        </p:nvGraphicFramePr>
        <p:xfrm>
          <a:off x="1933925" y="4365104"/>
          <a:ext cx="1972350" cy="833247"/>
        </p:xfrm>
        <a:graphic>
          <a:graphicData uri="http://schemas.openxmlformats.org/presentationml/2006/ole">
            <mc:AlternateContent xmlns:mc="http://schemas.openxmlformats.org/markup-compatibility/2006">
              <mc:Choice xmlns:v="urn:schemas-microsoft-com:vml" Requires="v">
                <p:oleObj spid="_x0000_s22762" name="Equation" r:id="rId3" imgW="1028520" imgH="431640" progId="Equation.DSMT4">
                  <p:embed/>
                </p:oleObj>
              </mc:Choice>
              <mc:Fallback>
                <p:oleObj name="Equation" r:id="rId3" imgW="1028520" imgH="431640" progId="Equation.DSMT4">
                  <p:embed/>
                  <p:pic>
                    <p:nvPicPr>
                      <p:cNvPr id="11" name="对象 10"/>
                      <p:cNvPicPr>
                        <a:picLocks noChangeAspect="1" noChangeArrowheads="1"/>
                      </p:cNvPicPr>
                      <p:nvPr/>
                    </p:nvPicPr>
                    <p:blipFill>
                      <a:blip r:embed="rId4"/>
                      <a:srcRect/>
                      <a:stretch>
                        <a:fillRect/>
                      </a:stretch>
                    </p:blipFill>
                    <p:spPr bwMode="auto">
                      <a:xfrm>
                        <a:off x="1933925" y="4365104"/>
                        <a:ext cx="1972350" cy="833247"/>
                      </a:xfrm>
                      <a:prstGeom prst="rect">
                        <a:avLst/>
                      </a:prstGeom>
                      <a:noFill/>
                      <a:ln>
                        <a:noFill/>
                      </a:ln>
                    </p:spPr>
                  </p:pic>
                </p:oleObj>
              </mc:Fallback>
            </mc:AlternateContent>
          </a:graphicData>
        </a:graphic>
      </p:graphicFrame>
      <p:graphicFrame>
        <p:nvGraphicFramePr>
          <p:cNvPr id="4" name="对象 3">
            <a:extLst>
              <a:ext uri="{FF2B5EF4-FFF2-40B4-BE49-F238E27FC236}">
                <a16:creationId xmlns:a16="http://schemas.microsoft.com/office/drawing/2014/main" id="{1BCB9B4E-3F7D-4DFD-B7C9-AABE0ABD79D5}"/>
              </a:ext>
            </a:extLst>
          </p:cNvPr>
          <p:cNvGraphicFramePr>
            <a:graphicFrameLocks noChangeAspect="1"/>
          </p:cNvGraphicFramePr>
          <p:nvPr>
            <p:extLst>
              <p:ext uri="{D42A27DB-BD31-4B8C-83A1-F6EECF244321}">
                <p14:modId xmlns:p14="http://schemas.microsoft.com/office/powerpoint/2010/main" val="770849264"/>
              </p:ext>
            </p:extLst>
          </p:nvPr>
        </p:nvGraphicFramePr>
        <p:xfrm>
          <a:off x="4662785" y="4385683"/>
          <a:ext cx="2890401" cy="792088"/>
        </p:xfrm>
        <a:graphic>
          <a:graphicData uri="http://schemas.openxmlformats.org/presentationml/2006/ole">
            <mc:AlternateContent xmlns:mc="http://schemas.openxmlformats.org/markup-compatibility/2006">
              <mc:Choice xmlns:v="urn:schemas-microsoft-com:vml" Requires="v">
                <p:oleObj spid="_x0000_s22763" name="Equation" r:id="rId5" imgW="1587240" imgH="431640" progId="Equation.DSMT4">
                  <p:embed/>
                </p:oleObj>
              </mc:Choice>
              <mc:Fallback>
                <p:oleObj name="Equation" r:id="rId5" imgW="1587240" imgH="431640" progId="Equation.DSMT4">
                  <p:embed/>
                  <p:pic>
                    <p:nvPicPr>
                      <p:cNvPr id="14" name="对象 13"/>
                      <p:cNvPicPr>
                        <a:picLocks noChangeAspect="1" noChangeArrowheads="1"/>
                      </p:cNvPicPr>
                      <p:nvPr/>
                    </p:nvPicPr>
                    <p:blipFill>
                      <a:blip r:embed="rId6"/>
                      <a:srcRect/>
                      <a:stretch>
                        <a:fillRect/>
                      </a:stretch>
                    </p:blipFill>
                    <p:spPr bwMode="auto">
                      <a:xfrm>
                        <a:off x="4662785" y="4385683"/>
                        <a:ext cx="2890401" cy="792088"/>
                      </a:xfrm>
                      <a:prstGeom prst="rect">
                        <a:avLst/>
                      </a:prstGeom>
                      <a:noFill/>
                      <a:ln>
                        <a:noFill/>
                      </a:ln>
                    </p:spPr>
                  </p:pic>
                </p:oleObj>
              </mc:Fallback>
            </mc:AlternateContent>
          </a:graphicData>
        </a:graphic>
      </p:graphicFrame>
      <p:sp>
        <p:nvSpPr>
          <p:cNvPr id="5" name="矩形 4">
            <a:extLst>
              <a:ext uri="{FF2B5EF4-FFF2-40B4-BE49-F238E27FC236}">
                <a16:creationId xmlns:a16="http://schemas.microsoft.com/office/drawing/2014/main" id="{FF404A51-7170-4F49-9B93-CA65D30802F9}"/>
              </a:ext>
            </a:extLst>
          </p:cNvPr>
          <p:cNvSpPr/>
          <p:nvPr/>
        </p:nvSpPr>
        <p:spPr>
          <a:xfrm>
            <a:off x="232422" y="4225930"/>
            <a:ext cx="1473188" cy="463973"/>
          </a:xfrm>
          <a:prstGeom prst="rect">
            <a:avLst/>
          </a:prstGeom>
        </p:spPr>
        <p:txBody>
          <a:bodyPr wrap="square">
            <a:spAutoFit/>
          </a:bodyPr>
          <a:lstStyle/>
          <a:p>
            <a:pPr algn="ctr" eaLnBrk="0" hangingPunct="0">
              <a:lnSpc>
                <a:spcPct val="120000"/>
              </a:lnSpc>
            </a:pPr>
            <a:r>
              <a:rPr lang="en-US" altLang="zh-CN" sz="2200" b="1" dirty="0">
                <a:solidFill>
                  <a:srgbClr val="0066FF"/>
                </a:solidFill>
                <a:latin typeface="Times New Roman" panose="02020603050405020304" pitchFamily="18" charset="0"/>
                <a:ea typeface="微软雅黑" panose="020B0503020204020204" pitchFamily="34" charset="-122"/>
                <a:cs typeface="Times New Roman" panose="02020603050405020304" pitchFamily="18" charset="0"/>
              </a:rPr>
              <a:t>(1) </a:t>
            </a:r>
            <a:r>
              <a:rPr lang="zh-CN" altLang="en-US" sz="2200" b="1" dirty="0">
                <a:solidFill>
                  <a:srgbClr val="0066FF"/>
                </a:solidFill>
                <a:latin typeface="Times New Roman" panose="02020603050405020304" pitchFamily="18" charset="0"/>
                <a:ea typeface="微软雅黑" panose="020B0503020204020204" pitchFamily="34" charset="-122"/>
                <a:cs typeface="Times New Roman" panose="02020603050405020304" pitchFamily="18" charset="0"/>
              </a:rPr>
              <a:t>透射</a:t>
            </a:r>
          </a:p>
        </p:txBody>
      </p:sp>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id="{3C7ABB6F-6753-4928-9E9C-AF061659F7DA}"/>
                  </a:ext>
                </a:extLst>
              </p:cNvPr>
              <p:cNvSpPr/>
              <p:nvPr/>
            </p:nvSpPr>
            <p:spPr>
              <a:xfrm>
                <a:off x="1193412" y="5245034"/>
                <a:ext cx="5747642" cy="490071"/>
              </a:xfrm>
              <a:prstGeom prst="rect">
                <a:avLst/>
              </a:prstGeom>
            </p:spPr>
            <p:txBody>
              <a:bodyPr wrap="square">
                <a:spAutoFit/>
              </a:bodyPr>
              <a:lstStyle/>
              <a:p>
                <a:pPr algn="just" eaLnBrk="0" hangingPunct="0">
                  <a:lnSpc>
                    <a:spcPct val="120000"/>
                  </a:lnSpc>
                </a:pPr>
                <a:r>
                  <a:rPr lang="zh-CN" altLang="en-US" sz="2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由于</a:t>
                </a:r>
                <a:r>
                  <a:rPr lang="en-US" altLang="zh-CN" sz="2000" i="1"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sz="2000" baseline="-25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1</a:t>
                </a:r>
                <a:r>
                  <a:rPr lang="en-US" altLang="zh-CN" sz="2000" i="1"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sz="2000" baseline="-25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2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均为锐角，因此</a:t>
                </a:r>
                <a14:m>
                  <m:oMath xmlns:m="http://schemas.openxmlformats.org/officeDocument/2006/math">
                    <m:sSub>
                      <m:sSubPr>
                        <m:ctrlPr>
                          <a:rPr lang="en-US" altLang="zh-CN" sz="2000" i="1">
                            <a:solidFill>
                              <a:prstClr val="black"/>
                            </a:solidFill>
                            <a:latin typeface="Cambria Math" panose="02040503050406030204" pitchFamily="18" charset="0"/>
                            <a:ea typeface="微软雅黑" panose="020B0503020204020204" pitchFamily="34" charset="-122"/>
                            <a:cs typeface="Times New Roman" panose="02020603050405020304" pitchFamily="18" charset="0"/>
                          </a:rPr>
                        </m:ctrlPr>
                      </m:sSubPr>
                      <m:e>
                        <m:acc>
                          <m:accPr>
                            <m:chr m:val="̃"/>
                            <m:ctrlPr>
                              <a:rPr lang="en-US" altLang="zh-CN" sz="2000" i="1">
                                <a:solidFill>
                                  <a:prstClr val="black"/>
                                </a:solidFill>
                                <a:latin typeface="Cambria Math" panose="02040503050406030204" pitchFamily="18" charset="0"/>
                                <a:ea typeface="微软雅黑" panose="020B0503020204020204" pitchFamily="34" charset="-122"/>
                                <a:cs typeface="Times New Roman" panose="02020603050405020304" pitchFamily="18" charset="0"/>
                              </a:rPr>
                            </m:ctrlPr>
                          </m:accPr>
                          <m:e>
                            <m:r>
                              <a:rPr lang="en-US" altLang="zh-CN" sz="2000" i="1">
                                <a:solidFill>
                                  <a:prstClr val="black"/>
                                </a:solidFill>
                                <a:latin typeface="Cambria Math" panose="02040503050406030204" pitchFamily="18" charset="0"/>
                                <a:ea typeface="微软雅黑" panose="020B0503020204020204" pitchFamily="34" charset="-122"/>
                                <a:cs typeface="Times New Roman" panose="02020603050405020304" pitchFamily="18" charset="0"/>
                              </a:rPr>
                              <m:t> </m:t>
                            </m:r>
                            <m:r>
                              <a:rPr lang="en-US" altLang="zh-CN" sz="2000" i="1">
                                <a:solidFill>
                                  <a:prstClr val="black"/>
                                </a:solidFill>
                                <a:latin typeface="Cambria Math" panose="02040503050406030204" pitchFamily="18" charset="0"/>
                                <a:ea typeface="微软雅黑" panose="020B0503020204020204" pitchFamily="34" charset="-122"/>
                                <a:cs typeface="Times New Roman" panose="02020603050405020304" pitchFamily="18" charset="0"/>
                              </a:rPr>
                              <m:t>𝑡</m:t>
                            </m:r>
                          </m:e>
                        </m:acc>
                      </m:e>
                      <m:sub>
                        <m:r>
                          <m:rPr>
                            <m:sty m:val="p"/>
                          </m:rPr>
                          <a:rPr lang="en-US" altLang="zh-CN" sz="2000">
                            <a:solidFill>
                              <a:prstClr val="black"/>
                            </a:solidFill>
                            <a:latin typeface="Cambria Math" panose="02040503050406030204" pitchFamily="18" charset="0"/>
                            <a:ea typeface="微软雅黑" panose="020B0503020204020204" pitchFamily="34" charset="-122"/>
                            <a:cs typeface="Times New Roman" panose="02020603050405020304" pitchFamily="18" charset="0"/>
                          </a:rPr>
                          <m:t>s</m:t>
                        </m:r>
                      </m:sub>
                    </m:sSub>
                    <m:r>
                      <a:rPr lang="zh-CN" altLang="en-US" sz="2000" i="1">
                        <a:solidFill>
                          <a:prstClr val="black"/>
                        </a:solidFill>
                        <a:latin typeface="Cambria Math" panose="02040503050406030204" pitchFamily="18" charset="0"/>
                        <a:ea typeface="微软雅黑" panose="020B0503020204020204" pitchFamily="34" charset="-122"/>
                        <a:cs typeface="Times New Roman" panose="02020603050405020304" pitchFamily="18" charset="0"/>
                      </a:rPr>
                      <m:t>和</m:t>
                    </m:r>
                    <m:sSub>
                      <m:sSubPr>
                        <m:ctrlPr>
                          <a:rPr lang="en-US" altLang="zh-CN" sz="2000" i="1">
                            <a:solidFill>
                              <a:prstClr val="black"/>
                            </a:solidFill>
                            <a:latin typeface="Cambria Math" panose="02040503050406030204" pitchFamily="18" charset="0"/>
                            <a:ea typeface="微软雅黑" panose="020B0503020204020204" pitchFamily="34" charset="-122"/>
                            <a:cs typeface="Times New Roman" panose="02020603050405020304" pitchFamily="18" charset="0"/>
                          </a:rPr>
                        </m:ctrlPr>
                      </m:sSubPr>
                      <m:e>
                        <m:acc>
                          <m:accPr>
                            <m:chr m:val="̃"/>
                            <m:ctrlPr>
                              <a:rPr lang="en-US" altLang="zh-CN" sz="2000" i="1">
                                <a:solidFill>
                                  <a:prstClr val="black"/>
                                </a:solidFill>
                                <a:latin typeface="Cambria Math" panose="02040503050406030204" pitchFamily="18" charset="0"/>
                                <a:ea typeface="微软雅黑" panose="020B0503020204020204" pitchFamily="34" charset="-122"/>
                                <a:cs typeface="Times New Roman" panose="02020603050405020304" pitchFamily="18" charset="0"/>
                              </a:rPr>
                            </m:ctrlPr>
                          </m:accPr>
                          <m:e>
                            <m:r>
                              <a:rPr lang="en-US" altLang="zh-CN" sz="2000" i="1">
                                <a:solidFill>
                                  <a:prstClr val="black"/>
                                </a:solidFill>
                                <a:latin typeface="Cambria Math" panose="02040503050406030204" pitchFamily="18" charset="0"/>
                                <a:ea typeface="微软雅黑" panose="020B0503020204020204" pitchFamily="34" charset="-122"/>
                                <a:cs typeface="Times New Roman" panose="02020603050405020304" pitchFamily="18" charset="0"/>
                              </a:rPr>
                              <m:t> </m:t>
                            </m:r>
                            <m:r>
                              <a:rPr lang="en-US" altLang="zh-CN" sz="2000" i="1">
                                <a:solidFill>
                                  <a:prstClr val="black"/>
                                </a:solidFill>
                                <a:latin typeface="Cambria Math" panose="02040503050406030204" pitchFamily="18" charset="0"/>
                                <a:ea typeface="微软雅黑" panose="020B0503020204020204" pitchFamily="34" charset="-122"/>
                                <a:cs typeface="Times New Roman" panose="02020603050405020304" pitchFamily="18" charset="0"/>
                              </a:rPr>
                              <m:t>𝑡</m:t>
                            </m:r>
                          </m:e>
                        </m:acc>
                      </m:e>
                      <m:sub>
                        <m:r>
                          <a:rPr lang="en-US" altLang="zh-CN" sz="2000" i="1">
                            <a:solidFill>
                              <a:prstClr val="black"/>
                            </a:solidFill>
                            <a:latin typeface="Cambria Math" panose="02040503050406030204" pitchFamily="18" charset="0"/>
                            <a:ea typeface="微软雅黑" panose="020B0503020204020204" pitchFamily="34" charset="-122"/>
                            <a:cs typeface="Times New Roman" panose="02020603050405020304" pitchFamily="18" charset="0"/>
                          </a:rPr>
                          <m:t>𝑝</m:t>
                        </m:r>
                      </m:sub>
                    </m:sSub>
                  </m:oMath>
                </a14:m>
                <a:r>
                  <a:rPr lang="zh-CN" altLang="en-US" sz="2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均为正实数，</a:t>
                </a:r>
              </a:p>
            </p:txBody>
          </p:sp>
        </mc:Choice>
        <mc:Fallback xmlns="">
          <p:sp>
            <p:nvSpPr>
              <p:cNvPr id="6" name="矩形 5">
                <a:extLst>
                  <a:ext uri="{FF2B5EF4-FFF2-40B4-BE49-F238E27FC236}">
                    <a16:creationId xmlns:a16="http://schemas.microsoft.com/office/drawing/2014/main" id="{3C7ABB6F-6753-4928-9E9C-AF061659F7DA}"/>
                  </a:ext>
                </a:extLst>
              </p:cNvPr>
              <p:cNvSpPr>
                <a:spLocks noRot="1" noChangeAspect="1" noMove="1" noResize="1" noEditPoints="1" noAdjustHandles="1" noChangeArrowheads="1" noChangeShapeType="1" noTextEdit="1"/>
              </p:cNvSpPr>
              <p:nvPr/>
            </p:nvSpPr>
            <p:spPr>
              <a:xfrm>
                <a:off x="1193412" y="5245034"/>
                <a:ext cx="5747642" cy="490071"/>
              </a:xfrm>
              <a:prstGeom prst="rect">
                <a:avLst/>
              </a:prstGeom>
              <a:blipFill>
                <a:blip r:embed="rId7"/>
                <a:stretch>
                  <a:fillRect l="-1166" b="-12346"/>
                </a:stretch>
              </a:blipFill>
            </p:spPr>
            <p:txBody>
              <a:bodyPr/>
              <a:lstStyle/>
              <a:p>
                <a:r>
                  <a:rPr lang="zh-CN" altLang="en-US">
                    <a:noFill/>
                  </a:rPr>
                  <a:t> </a:t>
                </a:r>
              </a:p>
            </p:txBody>
          </p:sp>
        </mc:Fallback>
      </mc:AlternateContent>
      <p:graphicFrame>
        <p:nvGraphicFramePr>
          <p:cNvPr id="7" name="对象 6">
            <a:extLst>
              <a:ext uri="{FF2B5EF4-FFF2-40B4-BE49-F238E27FC236}">
                <a16:creationId xmlns:a16="http://schemas.microsoft.com/office/drawing/2014/main" id="{8DD9758D-F3CA-4F1E-8E9B-9F046F61A11E}"/>
              </a:ext>
            </a:extLst>
          </p:cNvPr>
          <p:cNvGraphicFramePr>
            <a:graphicFrameLocks noChangeAspect="1"/>
          </p:cNvGraphicFramePr>
          <p:nvPr>
            <p:extLst>
              <p:ext uri="{D42A27DB-BD31-4B8C-83A1-F6EECF244321}">
                <p14:modId xmlns:p14="http://schemas.microsoft.com/office/powerpoint/2010/main" val="1955507257"/>
              </p:ext>
            </p:extLst>
          </p:nvPr>
        </p:nvGraphicFramePr>
        <p:xfrm>
          <a:off x="6230751" y="5293165"/>
          <a:ext cx="1754187" cy="439737"/>
        </p:xfrm>
        <a:graphic>
          <a:graphicData uri="http://schemas.openxmlformats.org/presentationml/2006/ole">
            <mc:AlternateContent xmlns:mc="http://schemas.openxmlformats.org/markup-compatibility/2006">
              <mc:Choice xmlns:v="urn:schemas-microsoft-com:vml" Requires="v">
                <p:oleObj spid="_x0000_s22764" name="Equation" r:id="rId8" imgW="914400" imgH="228600" progId="Equation.DSMT4">
                  <p:embed/>
                </p:oleObj>
              </mc:Choice>
              <mc:Fallback>
                <p:oleObj name="Equation" r:id="rId8" imgW="914400" imgH="228600" progId="Equation.DSMT4">
                  <p:embed/>
                  <p:pic>
                    <p:nvPicPr>
                      <p:cNvPr id="16" name="对象 15"/>
                      <p:cNvPicPr>
                        <a:picLocks noChangeAspect="1" noChangeArrowheads="1"/>
                      </p:cNvPicPr>
                      <p:nvPr/>
                    </p:nvPicPr>
                    <p:blipFill>
                      <a:blip r:embed="rId9"/>
                      <a:srcRect/>
                      <a:stretch>
                        <a:fillRect/>
                      </a:stretch>
                    </p:blipFill>
                    <p:spPr bwMode="auto">
                      <a:xfrm>
                        <a:off x="6230751" y="5293165"/>
                        <a:ext cx="1754187" cy="439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 name="矩形 7">
            <a:extLst>
              <a:ext uri="{FF2B5EF4-FFF2-40B4-BE49-F238E27FC236}">
                <a16:creationId xmlns:a16="http://schemas.microsoft.com/office/drawing/2014/main" id="{D17694B8-8F26-4242-93A9-502AFCC3EE53}"/>
              </a:ext>
            </a:extLst>
          </p:cNvPr>
          <p:cNvSpPr/>
          <p:nvPr/>
        </p:nvSpPr>
        <p:spPr>
          <a:xfrm>
            <a:off x="444257" y="794294"/>
            <a:ext cx="7108929" cy="799514"/>
          </a:xfrm>
          <a:prstGeom prst="rect">
            <a:avLst/>
          </a:prstGeom>
        </p:spPr>
        <p:txBody>
          <a:bodyPr wrap="square">
            <a:spAutoFit/>
          </a:bodyPr>
          <a:lstStyle/>
          <a:p>
            <a:pPr algn="just" eaLnBrk="0" hangingPunct="0">
              <a:lnSpc>
                <a:spcPct val="120000"/>
              </a:lnSpc>
            </a:pPr>
            <a:r>
              <a:rPr lang="zh-CN" altLang="en-US" sz="2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如果将菲涅耳公式中的光振动作为复振幅对待，则反射率、透射率为两个复数的比值，其幅角便是两列波的相位差。</a:t>
            </a:r>
          </a:p>
        </p:txBody>
      </p:sp>
      <p:sp>
        <p:nvSpPr>
          <p:cNvPr id="9" name="矩形 8">
            <a:extLst>
              <a:ext uri="{FF2B5EF4-FFF2-40B4-BE49-F238E27FC236}">
                <a16:creationId xmlns:a16="http://schemas.microsoft.com/office/drawing/2014/main" id="{C6465DDD-D58E-4DA7-AB97-4FF0944CF3BA}"/>
              </a:ext>
            </a:extLst>
          </p:cNvPr>
          <p:cNvSpPr/>
          <p:nvPr/>
        </p:nvSpPr>
        <p:spPr>
          <a:xfrm>
            <a:off x="259788" y="3668260"/>
            <a:ext cx="1473188" cy="430182"/>
          </a:xfrm>
          <a:prstGeom prst="rect">
            <a:avLst/>
          </a:prstGeom>
        </p:spPr>
        <p:txBody>
          <a:bodyPr wrap="square">
            <a:spAutoFit/>
          </a:bodyPr>
          <a:lstStyle/>
          <a:p>
            <a:pPr algn="ctr" eaLnBrk="0" hangingPunct="0">
              <a:lnSpc>
                <a:spcPct val="120000"/>
              </a:lnSpc>
            </a:pPr>
            <a:r>
              <a:rPr lang="zh-CN" altLang="en-US" sz="2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相移因子</a:t>
            </a:r>
          </a:p>
        </p:txBody>
      </p:sp>
      <p:graphicFrame>
        <p:nvGraphicFramePr>
          <p:cNvPr id="10" name="对象 9">
            <a:extLst>
              <a:ext uri="{FF2B5EF4-FFF2-40B4-BE49-F238E27FC236}">
                <a16:creationId xmlns:a16="http://schemas.microsoft.com/office/drawing/2014/main" id="{E6C601C1-A2BF-4994-B14F-16564B139E42}"/>
              </a:ext>
            </a:extLst>
          </p:cNvPr>
          <p:cNvGraphicFramePr>
            <a:graphicFrameLocks noChangeAspect="1"/>
          </p:cNvGraphicFramePr>
          <p:nvPr>
            <p:extLst>
              <p:ext uri="{D42A27DB-BD31-4B8C-83A1-F6EECF244321}">
                <p14:modId xmlns:p14="http://schemas.microsoft.com/office/powerpoint/2010/main" val="4003654721"/>
              </p:ext>
            </p:extLst>
          </p:nvPr>
        </p:nvGraphicFramePr>
        <p:xfrm>
          <a:off x="1681519" y="3717977"/>
          <a:ext cx="3492500" cy="387350"/>
        </p:xfrm>
        <a:graphic>
          <a:graphicData uri="http://schemas.openxmlformats.org/presentationml/2006/ole">
            <mc:AlternateContent xmlns:mc="http://schemas.openxmlformats.org/markup-compatibility/2006">
              <mc:Choice xmlns:v="urn:schemas-microsoft-com:vml" Requires="v">
                <p:oleObj spid="_x0000_s22765" name="Equation" r:id="rId10" imgW="2184120" imgH="241200" progId="Equation.DSMT4">
                  <p:embed/>
                </p:oleObj>
              </mc:Choice>
              <mc:Fallback>
                <p:oleObj name="Equation" r:id="rId10" imgW="2184120" imgH="241200" progId="Equation.DSMT4">
                  <p:embed/>
                  <p:pic>
                    <p:nvPicPr>
                      <p:cNvPr id="24" name="对象 23"/>
                      <p:cNvPicPr>
                        <a:picLocks noChangeAspect="1" noChangeArrowheads="1"/>
                      </p:cNvPicPr>
                      <p:nvPr/>
                    </p:nvPicPr>
                    <p:blipFill>
                      <a:blip r:embed="rId11"/>
                      <a:srcRect/>
                      <a:stretch>
                        <a:fillRect/>
                      </a:stretch>
                    </p:blipFill>
                    <p:spPr bwMode="auto">
                      <a:xfrm>
                        <a:off x="1681519" y="3717977"/>
                        <a:ext cx="3492500" cy="387350"/>
                      </a:xfrm>
                      <a:prstGeom prst="rect">
                        <a:avLst/>
                      </a:prstGeom>
                      <a:noFill/>
                      <a:ln>
                        <a:noFill/>
                      </a:ln>
                      <a:extLst/>
                    </p:spPr>
                  </p:pic>
                </p:oleObj>
              </mc:Fallback>
            </mc:AlternateContent>
          </a:graphicData>
        </a:graphic>
      </p:graphicFrame>
      <p:graphicFrame>
        <p:nvGraphicFramePr>
          <p:cNvPr id="11" name="对象 10">
            <a:extLst>
              <a:ext uri="{FF2B5EF4-FFF2-40B4-BE49-F238E27FC236}">
                <a16:creationId xmlns:a16="http://schemas.microsoft.com/office/drawing/2014/main" id="{6CC2EFEF-15BA-4BB1-BFD9-3E1411A72844}"/>
              </a:ext>
            </a:extLst>
          </p:cNvPr>
          <p:cNvGraphicFramePr>
            <a:graphicFrameLocks noChangeAspect="1"/>
          </p:cNvGraphicFramePr>
          <p:nvPr>
            <p:extLst>
              <p:ext uri="{D42A27DB-BD31-4B8C-83A1-F6EECF244321}">
                <p14:modId xmlns:p14="http://schemas.microsoft.com/office/powerpoint/2010/main" val="2901079421"/>
              </p:ext>
            </p:extLst>
          </p:nvPr>
        </p:nvGraphicFramePr>
        <p:xfrm>
          <a:off x="2545413" y="1669921"/>
          <a:ext cx="5710238" cy="866775"/>
        </p:xfrm>
        <a:graphic>
          <a:graphicData uri="http://schemas.openxmlformats.org/presentationml/2006/ole">
            <mc:AlternateContent xmlns:mc="http://schemas.openxmlformats.org/markup-compatibility/2006">
              <mc:Choice xmlns:v="urn:schemas-microsoft-com:vml" Requires="v">
                <p:oleObj spid="_x0000_s22766" name="Equation" r:id="rId12" imgW="3365280" imgH="507960" progId="Equation.DSMT4">
                  <p:embed/>
                </p:oleObj>
              </mc:Choice>
              <mc:Fallback>
                <p:oleObj name="Equation" r:id="rId12" imgW="3365280" imgH="507960" progId="Equation.DSMT4">
                  <p:embed/>
                  <p:pic>
                    <p:nvPicPr>
                      <p:cNvPr id="7" name="对象 6"/>
                      <p:cNvPicPr>
                        <a:picLocks noChangeAspect="1" noChangeArrowheads="1"/>
                      </p:cNvPicPr>
                      <p:nvPr/>
                    </p:nvPicPr>
                    <p:blipFill>
                      <a:blip r:embed="rId13"/>
                      <a:srcRect/>
                      <a:stretch>
                        <a:fillRect/>
                      </a:stretch>
                    </p:blipFill>
                    <p:spPr bwMode="auto">
                      <a:xfrm>
                        <a:off x="2545413" y="1669921"/>
                        <a:ext cx="5710238" cy="866775"/>
                      </a:xfrm>
                      <a:prstGeom prst="rect">
                        <a:avLst/>
                      </a:prstGeom>
                      <a:noFill/>
                      <a:ln>
                        <a:noFill/>
                      </a:ln>
                    </p:spPr>
                  </p:pic>
                </p:oleObj>
              </mc:Fallback>
            </mc:AlternateContent>
          </a:graphicData>
        </a:graphic>
      </p:graphicFrame>
      <p:graphicFrame>
        <p:nvGraphicFramePr>
          <p:cNvPr id="12" name="对象 11">
            <a:extLst>
              <a:ext uri="{FF2B5EF4-FFF2-40B4-BE49-F238E27FC236}">
                <a16:creationId xmlns:a16="http://schemas.microsoft.com/office/drawing/2014/main" id="{8CA69368-E101-4204-8D59-2A17E6E95B01}"/>
              </a:ext>
            </a:extLst>
          </p:cNvPr>
          <p:cNvGraphicFramePr>
            <a:graphicFrameLocks noChangeAspect="1"/>
          </p:cNvGraphicFramePr>
          <p:nvPr>
            <p:extLst>
              <p:ext uri="{D42A27DB-BD31-4B8C-83A1-F6EECF244321}">
                <p14:modId xmlns:p14="http://schemas.microsoft.com/office/powerpoint/2010/main" val="1640121884"/>
              </p:ext>
            </p:extLst>
          </p:nvPr>
        </p:nvGraphicFramePr>
        <p:xfrm>
          <a:off x="2463219" y="2694718"/>
          <a:ext cx="5510212" cy="847725"/>
        </p:xfrm>
        <a:graphic>
          <a:graphicData uri="http://schemas.openxmlformats.org/presentationml/2006/ole">
            <mc:AlternateContent xmlns:mc="http://schemas.openxmlformats.org/markup-compatibility/2006">
              <mc:Choice xmlns:v="urn:schemas-microsoft-com:vml" Requires="v">
                <p:oleObj spid="_x0000_s22767" name="Equation" r:id="rId14" imgW="3314520" imgH="507960" progId="Equation.DSMT4">
                  <p:embed/>
                </p:oleObj>
              </mc:Choice>
              <mc:Fallback>
                <p:oleObj name="Equation" r:id="rId14" imgW="3314520" imgH="507960" progId="Equation.DSMT4">
                  <p:embed/>
                  <p:pic>
                    <p:nvPicPr>
                      <p:cNvPr id="8" name="对象 7"/>
                      <p:cNvPicPr>
                        <a:picLocks noChangeAspect="1" noChangeArrowheads="1"/>
                      </p:cNvPicPr>
                      <p:nvPr/>
                    </p:nvPicPr>
                    <p:blipFill>
                      <a:blip r:embed="rId15"/>
                      <a:srcRect/>
                      <a:stretch>
                        <a:fillRect/>
                      </a:stretch>
                    </p:blipFill>
                    <p:spPr bwMode="auto">
                      <a:xfrm>
                        <a:off x="2463219" y="2694718"/>
                        <a:ext cx="5510212" cy="847725"/>
                      </a:xfrm>
                      <a:prstGeom prst="rect">
                        <a:avLst/>
                      </a:prstGeom>
                      <a:noFill/>
                      <a:ln>
                        <a:noFill/>
                      </a:ln>
                    </p:spPr>
                  </p:pic>
                </p:oleObj>
              </mc:Fallback>
            </mc:AlternateContent>
          </a:graphicData>
        </a:graphic>
      </p:graphicFrame>
      <p:sp>
        <p:nvSpPr>
          <p:cNvPr id="13" name="矩形 12">
            <a:extLst>
              <a:ext uri="{FF2B5EF4-FFF2-40B4-BE49-F238E27FC236}">
                <a16:creationId xmlns:a16="http://schemas.microsoft.com/office/drawing/2014/main" id="{A641CCBB-E426-4572-AB15-8B3ED1430AFA}"/>
              </a:ext>
            </a:extLst>
          </p:cNvPr>
          <p:cNvSpPr/>
          <p:nvPr/>
        </p:nvSpPr>
        <p:spPr>
          <a:xfrm>
            <a:off x="444258" y="5875553"/>
            <a:ext cx="7245950" cy="707886"/>
          </a:xfrm>
          <a:prstGeom prst="rect">
            <a:avLst/>
          </a:prstGeom>
        </p:spPr>
        <p:txBody>
          <a:bodyPr wrap="square">
            <a:spAutoFit/>
          </a:bodyPr>
          <a:lstStyle/>
          <a:p>
            <a:pPr algn="just"/>
            <a:r>
              <a:rPr kumimoji="1" lang="zh-CN" altLang="en-US" sz="2000" dirty="0">
                <a:solidFill>
                  <a:prstClr val="black"/>
                </a:solidFill>
                <a:latin typeface="微软雅黑" panose="020B0503020204020204" pitchFamily="34" charset="-122"/>
                <a:ea typeface="微软雅黑" panose="020B0503020204020204" pitchFamily="34" charset="-122"/>
              </a:rPr>
              <a:t>即：只要不发生全反射，透射率总是正实数，其幅角为</a:t>
            </a:r>
            <a:r>
              <a:rPr kumimoji="1" lang="en-US" altLang="zh-CN" sz="2000" dirty="0">
                <a:solidFill>
                  <a:prstClr val="black"/>
                </a:solidFill>
                <a:latin typeface="微软雅黑" panose="020B0503020204020204" pitchFamily="34" charset="-122"/>
                <a:ea typeface="微软雅黑" panose="020B0503020204020204" pitchFamily="34" charset="-122"/>
              </a:rPr>
              <a:t>0</a:t>
            </a:r>
            <a:r>
              <a:rPr kumimoji="1" lang="zh-CN" altLang="en-US" sz="2000" dirty="0">
                <a:solidFill>
                  <a:prstClr val="black"/>
                </a:solidFill>
                <a:latin typeface="微软雅黑" panose="020B0503020204020204" pitchFamily="34" charset="-122"/>
                <a:ea typeface="微软雅黑" panose="020B0503020204020204" pitchFamily="34" charset="-122"/>
              </a:rPr>
              <a:t>。说明</a:t>
            </a:r>
            <a:r>
              <a:rPr kumimoji="1" lang="zh-CN" altLang="en-US" sz="2000" dirty="0">
                <a:solidFill>
                  <a:srgbClr val="FF0000"/>
                </a:solidFill>
                <a:latin typeface="微软雅黑" panose="020B0503020204020204" pitchFamily="34" charset="-122"/>
                <a:ea typeface="微软雅黑" panose="020B0503020204020204" pitchFamily="34" charset="-122"/>
              </a:rPr>
              <a:t>折射时不会出现相位的突变。</a:t>
            </a:r>
          </a:p>
        </p:txBody>
      </p:sp>
      <p:graphicFrame>
        <p:nvGraphicFramePr>
          <p:cNvPr id="14" name="对象 13">
            <a:extLst>
              <a:ext uri="{FF2B5EF4-FFF2-40B4-BE49-F238E27FC236}">
                <a16:creationId xmlns:a16="http://schemas.microsoft.com/office/drawing/2014/main" id="{33C9945D-8825-4BC3-9105-E2E8FD94B85E}"/>
              </a:ext>
            </a:extLst>
          </p:cNvPr>
          <p:cNvGraphicFramePr>
            <a:graphicFrameLocks noChangeAspect="1"/>
          </p:cNvGraphicFramePr>
          <p:nvPr>
            <p:extLst>
              <p:ext uri="{D42A27DB-BD31-4B8C-83A1-F6EECF244321}">
                <p14:modId xmlns:p14="http://schemas.microsoft.com/office/powerpoint/2010/main" val="1677912262"/>
              </p:ext>
            </p:extLst>
          </p:nvPr>
        </p:nvGraphicFramePr>
        <p:xfrm>
          <a:off x="5351008" y="3721199"/>
          <a:ext cx="3584575" cy="411020"/>
        </p:xfrm>
        <a:graphic>
          <a:graphicData uri="http://schemas.openxmlformats.org/presentationml/2006/ole">
            <mc:AlternateContent xmlns:mc="http://schemas.openxmlformats.org/markup-compatibility/2006">
              <mc:Choice xmlns:v="urn:schemas-microsoft-com:vml" Requires="v">
                <p:oleObj spid="_x0000_s22768" name="Equation" r:id="rId16" imgW="2197080" imgH="241200" progId="Equation.DSMT4">
                  <p:embed/>
                </p:oleObj>
              </mc:Choice>
              <mc:Fallback>
                <p:oleObj name="Equation" r:id="rId16" imgW="2197080" imgH="241200" progId="Equation.DSMT4">
                  <p:embed/>
                  <p:pic>
                    <p:nvPicPr>
                      <p:cNvPr id="10" name="对象 9"/>
                      <p:cNvPicPr>
                        <a:picLocks noChangeAspect="1" noChangeArrowheads="1"/>
                      </p:cNvPicPr>
                      <p:nvPr/>
                    </p:nvPicPr>
                    <p:blipFill>
                      <a:blip r:embed="rId17"/>
                      <a:srcRect/>
                      <a:stretch>
                        <a:fillRect/>
                      </a:stretch>
                    </p:blipFill>
                    <p:spPr bwMode="auto">
                      <a:xfrm>
                        <a:off x="5351008" y="3721199"/>
                        <a:ext cx="3584575" cy="411020"/>
                      </a:xfrm>
                      <a:prstGeom prst="rect">
                        <a:avLst/>
                      </a:prstGeom>
                      <a:noFill/>
                      <a:ln>
                        <a:noFill/>
                      </a:ln>
                    </p:spPr>
                  </p:pic>
                </p:oleObj>
              </mc:Fallback>
            </mc:AlternateContent>
          </a:graphicData>
        </a:graphic>
      </p:graphicFrame>
      <p:graphicFrame>
        <p:nvGraphicFramePr>
          <p:cNvPr id="15" name="对象 14">
            <a:extLst>
              <a:ext uri="{FF2B5EF4-FFF2-40B4-BE49-F238E27FC236}">
                <a16:creationId xmlns:a16="http://schemas.microsoft.com/office/drawing/2014/main" id="{C240B147-73E4-4716-94EF-3CF17B0608DB}"/>
              </a:ext>
            </a:extLst>
          </p:cNvPr>
          <p:cNvGraphicFramePr>
            <a:graphicFrameLocks noChangeAspect="1"/>
          </p:cNvGraphicFramePr>
          <p:nvPr>
            <p:extLst>
              <p:ext uri="{D42A27DB-BD31-4B8C-83A1-F6EECF244321}">
                <p14:modId xmlns:p14="http://schemas.microsoft.com/office/powerpoint/2010/main" val="3983757025"/>
              </p:ext>
            </p:extLst>
          </p:nvPr>
        </p:nvGraphicFramePr>
        <p:xfrm>
          <a:off x="414411" y="2245497"/>
          <a:ext cx="1631950" cy="409575"/>
        </p:xfrm>
        <a:graphic>
          <a:graphicData uri="http://schemas.openxmlformats.org/presentationml/2006/ole">
            <mc:AlternateContent xmlns:mc="http://schemas.openxmlformats.org/markup-compatibility/2006">
              <mc:Choice xmlns:v="urn:schemas-microsoft-com:vml" Requires="v">
                <p:oleObj spid="_x0000_s22769" name="Equation" r:id="rId18" imgW="863280" imgH="215640" progId="Equation.DSMT4">
                  <p:embed/>
                </p:oleObj>
              </mc:Choice>
              <mc:Fallback>
                <p:oleObj name="Equation" r:id="rId18" imgW="863280" imgH="215640" progId="Equation.DSMT4">
                  <p:embed/>
                  <p:pic>
                    <p:nvPicPr>
                      <p:cNvPr id="12" name="对象 11"/>
                      <p:cNvPicPr>
                        <a:picLocks noChangeAspect="1" noChangeArrowheads="1"/>
                      </p:cNvPicPr>
                      <p:nvPr/>
                    </p:nvPicPr>
                    <p:blipFill>
                      <a:blip r:embed="rId19"/>
                      <a:srcRect/>
                      <a:stretch>
                        <a:fillRect/>
                      </a:stretch>
                    </p:blipFill>
                    <p:spPr bwMode="auto">
                      <a:xfrm>
                        <a:off x="414411" y="2245497"/>
                        <a:ext cx="1631950"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05734161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87FAFA92-32E5-4D1D-A90F-84AC55F1996E}"/>
              </a:ext>
            </a:extLst>
          </p:cNvPr>
          <p:cNvSpPr/>
          <p:nvPr/>
        </p:nvSpPr>
        <p:spPr>
          <a:xfrm>
            <a:off x="254496" y="290508"/>
            <a:ext cx="1473188" cy="461665"/>
          </a:xfrm>
          <a:prstGeom prst="rect">
            <a:avLst/>
          </a:prstGeom>
        </p:spPr>
        <p:txBody>
          <a:bodyPr wrap="square">
            <a:spAutoFit/>
          </a:bodyPr>
          <a:lstStyle/>
          <a:p>
            <a:pPr algn="ctr" eaLnBrk="0" hangingPunct="0">
              <a:lnSpc>
                <a:spcPct val="120000"/>
              </a:lnSpc>
            </a:pPr>
            <a:r>
              <a:rPr lang="en-US" altLang="zh-CN" sz="2200" b="1" dirty="0">
                <a:solidFill>
                  <a:srgbClr val="0066FF"/>
                </a:solidFill>
                <a:latin typeface="Times New Roman" panose="02020603050405020304" pitchFamily="18" charset="0"/>
                <a:ea typeface="微软雅黑" panose="020B0503020204020204" pitchFamily="34" charset="-122"/>
                <a:cs typeface="Times New Roman" panose="02020603050405020304" pitchFamily="18" charset="0"/>
              </a:rPr>
              <a:t>(2) </a:t>
            </a:r>
            <a:r>
              <a:rPr lang="zh-CN" altLang="en-US" sz="2200" b="1" dirty="0">
                <a:solidFill>
                  <a:srgbClr val="0066FF"/>
                </a:solidFill>
                <a:latin typeface="Times New Roman" panose="02020603050405020304" pitchFamily="18" charset="0"/>
                <a:ea typeface="微软雅黑" panose="020B0503020204020204" pitchFamily="34" charset="-122"/>
                <a:cs typeface="Times New Roman" panose="02020603050405020304" pitchFamily="18" charset="0"/>
              </a:rPr>
              <a:t>反射</a:t>
            </a:r>
          </a:p>
        </p:txBody>
      </p:sp>
      <p:graphicFrame>
        <p:nvGraphicFramePr>
          <p:cNvPr id="3" name="对象 2">
            <a:extLst>
              <a:ext uri="{FF2B5EF4-FFF2-40B4-BE49-F238E27FC236}">
                <a16:creationId xmlns:a16="http://schemas.microsoft.com/office/drawing/2014/main" id="{1DA6B163-66EF-4835-8E97-70B168A1422F}"/>
              </a:ext>
            </a:extLst>
          </p:cNvPr>
          <p:cNvGraphicFramePr>
            <a:graphicFrameLocks noChangeAspect="1"/>
          </p:cNvGraphicFramePr>
          <p:nvPr>
            <p:extLst>
              <p:ext uri="{D42A27DB-BD31-4B8C-83A1-F6EECF244321}">
                <p14:modId xmlns:p14="http://schemas.microsoft.com/office/powerpoint/2010/main" val="2036301066"/>
              </p:ext>
            </p:extLst>
          </p:nvPr>
        </p:nvGraphicFramePr>
        <p:xfrm>
          <a:off x="1942306" y="568040"/>
          <a:ext cx="2538413" cy="749300"/>
        </p:xfrm>
        <a:graphic>
          <a:graphicData uri="http://schemas.openxmlformats.org/presentationml/2006/ole">
            <mc:AlternateContent xmlns:mc="http://schemas.openxmlformats.org/markup-compatibility/2006">
              <mc:Choice xmlns:v="urn:schemas-microsoft-com:vml" Requires="v">
                <p:oleObj spid="_x0000_s24086" name="Equation" r:id="rId4" imgW="1473120" imgH="431640" progId="Equation.DSMT4">
                  <p:embed/>
                </p:oleObj>
              </mc:Choice>
              <mc:Fallback>
                <p:oleObj name="Equation" r:id="rId4" imgW="1473120" imgH="431640" progId="Equation.DSMT4">
                  <p:embed/>
                  <p:pic>
                    <p:nvPicPr>
                      <p:cNvPr id="18" name="对象 17"/>
                      <p:cNvPicPr>
                        <a:picLocks noChangeAspect="1" noChangeArrowheads="1"/>
                      </p:cNvPicPr>
                      <p:nvPr/>
                    </p:nvPicPr>
                    <p:blipFill>
                      <a:blip r:embed="rId5"/>
                      <a:srcRect/>
                      <a:stretch>
                        <a:fillRect/>
                      </a:stretch>
                    </p:blipFill>
                    <p:spPr bwMode="auto">
                      <a:xfrm>
                        <a:off x="1942306" y="568040"/>
                        <a:ext cx="2538413" cy="749300"/>
                      </a:xfrm>
                      <a:prstGeom prst="rect">
                        <a:avLst/>
                      </a:prstGeom>
                      <a:noFill/>
                      <a:ln>
                        <a:noFill/>
                      </a:ln>
                    </p:spPr>
                  </p:pic>
                </p:oleObj>
              </mc:Fallback>
            </mc:AlternateContent>
          </a:graphicData>
        </a:graphic>
      </p:graphicFrame>
      <p:graphicFrame>
        <p:nvGraphicFramePr>
          <p:cNvPr id="4" name="对象 3">
            <a:extLst>
              <a:ext uri="{FF2B5EF4-FFF2-40B4-BE49-F238E27FC236}">
                <a16:creationId xmlns:a16="http://schemas.microsoft.com/office/drawing/2014/main" id="{53EA7349-6998-4AED-92CB-38DB76974A79}"/>
              </a:ext>
            </a:extLst>
          </p:cNvPr>
          <p:cNvGraphicFramePr>
            <a:graphicFrameLocks noChangeAspect="1"/>
          </p:cNvGraphicFramePr>
          <p:nvPr>
            <p:extLst>
              <p:ext uri="{D42A27DB-BD31-4B8C-83A1-F6EECF244321}">
                <p14:modId xmlns:p14="http://schemas.microsoft.com/office/powerpoint/2010/main" val="2155291347"/>
              </p:ext>
            </p:extLst>
          </p:nvPr>
        </p:nvGraphicFramePr>
        <p:xfrm>
          <a:off x="5372370" y="459199"/>
          <a:ext cx="2535237" cy="766762"/>
        </p:xfrm>
        <a:graphic>
          <a:graphicData uri="http://schemas.openxmlformats.org/presentationml/2006/ole">
            <mc:AlternateContent xmlns:mc="http://schemas.openxmlformats.org/markup-compatibility/2006">
              <mc:Choice xmlns:v="urn:schemas-microsoft-com:vml" Requires="v">
                <p:oleObj spid="_x0000_s24087" name="Equation" r:id="rId6" imgW="1434960" imgH="431640" progId="Equation.DSMT4">
                  <p:embed/>
                </p:oleObj>
              </mc:Choice>
              <mc:Fallback>
                <p:oleObj name="Equation" r:id="rId6" imgW="1434960" imgH="431640" progId="Equation.DSMT4">
                  <p:embed/>
                  <p:pic>
                    <p:nvPicPr>
                      <p:cNvPr id="19" name="对象 18"/>
                      <p:cNvPicPr>
                        <a:picLocks noChangeAspect="1" noChangeArrowheads="1"/>
                      </p:cNvPicPr>
                      <p:nvPr/>
                    </p:nvPicPr>
                    <p:blipFill>
                      <a:blip r:embed="rId7"/>
                      <a:srcRect/>
                      <a:stretch>
                        <a:fillRect/>
                      </a:stretch>
                    </p:blipFill>
                    <p:spPr bwMode="auto">
                      <a:xfrm>
                        <a:off x="5372370" y="459199"/>
                        <a:ext cx="2535237" cy="766762"/>
                      </a:xfrm>
                      <a:prstGeom prst="rect">
                        <a:avLst/>
                      </a:prstGeom>
                      <a:noFill/>
                      <a:ln>
                        <a:noFill/>
                      </a:ln>
                    </p:spPr>
                  </p:pic>
                </p:oleObj>
              </mc:Fallback>
            </mc:AlternateContent>
          </a:graphicData>
        </a:graphic>
      </p:graphicFrame>
      <p:graphicFrame>
        <p:nvGraphicFramePr>
          <p:cNvPr id="5" name="对象 4">
            <a:extLst>
              <a:ext uri="{FF2B5EF4-FFF2-40B4-BE49-F238E27FC236}">
                <a16:creationId xmlns:a16="http://schemas.microsoft.com/office/drawing/2014/main" id="{1011AF7D-2331-4F96-841E-59459CB9BB7B}"/>
              </a:ext>
            </a:extLst>
          </p:cNvPr>
          <p:cNvGraphicFramePr>
            <a:graphicFrameLocks noChangeAspect="1"/>
          </p:cNvGraphicFramePr>
          <p:nvPr>
            <p:extLst>
              <p:ext uri="{D42A27DB-BD31-4B8C-83A1-F6EECF244321}">
                <p14:modId xmlns:p14="http://schemas.microsoft.com/office/powerpoint/2010/main" val="3097343774"/>
              </p:ext>
            </p:extLst>
          </p:nvPr>
        </p:nvGraphicFramePr>
        <p:xfrm>
          <a:off x="846633" y="4461961"/>
          <a:ext cx="5461396" cy="2114088"/>
        </p:xfrm>
        <a:graphic>
          <a:graphicData uri="http://schemas.openxmlformats.org/presentationml/2006/ole">
            <mc:AlternateContent xmlns:mc="http://schemas.openxmlformats.org/markup-compatibility/2006">
              <mc:Choice xmlns:v="urn:schemas-microsoft-com:vml" Requires="v">
                <p:oleObj spid="_x0000_s24088" name="Equation" r:id="rId8" imgW="2755800" imgH="1066680" progId="Equation.DSMT4">
                  <p:embed/>
                </p:oleObj>
              </mc:Choice>
              <mc:Fallback>
                <p:oleObj name="Equation" r:id="rId8" imgW="2755800" imgH="1066680" progId="Equation.DSMT4">
                  <p:embed/>
                  <p:pic>
                    <p:nvPicPr>
                      <p:cNvPr id="27" name="对象 26"/>
                      <p:cNvPicPr/>
                      <p:nvPr/>
                    </p:nvPicPr>
                    <p:blipFill>
                      <a:blip r:embed="rId9"/>
                      <a:stretch>
                        <a:fillRect/>
                      </a:stretch>
                    </p:blipFill>
                    <p:spPr>
                      <a:xfrm>
                        <a:off x="846633" y="4461961"/>
                        <a:ext cx="5461396" cy="2114088"/>
                      </a:xfrm>
                      <a:prstGeom prst="rect">
                        <a:avLst/>
                      </a:prstGeom>
                    </p:spPr>
                  </p:pic>
                </p:oleObj>
              </mc:Fallback>
            </mc:AlternateContent>
          </a:graphicData>
        </a:graphic>
      </p:graphicFrame>
      <p:graphicFrame>
        <p:nvGraphicFramePr>
          <p:cNvPr id="6" name="Group 64">
            <a:extLst>
              <a:ext uri="{FF2B5EF4-FFF2-40B4-BE49-F238E27FC236}">
                <a16:creationId xmlns:a16="http://schemas.microsoft.com/office/drawing/2014/main" id="{90B5D168-A9D7-42DC-8C61-8EF089D7310E}"/>
              </a:ext>
            </a:extLst>
          </p:cNvPr>
          <p:cNvGraphicFramePr>
            <a:graphicFrameLocks noGrp="1"/>
          </p:cNvGraphicFramePr>
          <p:nvPr>
            <p:extLst>
              <p:ext uri="{D42A27DB-BD31-4B8C-83A1-F6EECF244321}">
                <p14:modId xmlns:p14="http://schemas.microsoft.com/office/powerpoint/2010/main" val="2636365659"/>
              </p:ext>
            </p:extLst>
          </p:nvPr>
        </p:nvGraphicFramePr>
        <p:xfrm>
          <a:off x="846632" y="1386329"/>
          <a:ext cx="5216400" cy="2741638"/>
        </p:xfrm>
        <a:graphic>
          <a:graphicData uri="http://schemas.openxmlformats.org/drawingml/2006/table">
            <a:tbl>
              <a:tblPr/>
              <a:tblGrid>
                <a:gridCol w="1738800">
                  <a:extLst>
                    <a:ext uri="{9D8B030D-6E8A-4147-A177-3AD203B41FA5}">
                      <a16:colId xmlns:a16="http://schemas.microsoft.com/office/drawing/2014/main" val="20000"/>
                    </a:ext>
                  </a:extLst>
                </a:gridCol>
                <a:gridCol w="1738800">
                  <a:extLst>
                    <a:ext uri="{9D8B030D-6E8A-4147-A177-3AD203B41FA5}">
                      <a16:colId xmlns:a16="http://schemas.microsoft.com/office/drawing/2014/main" val="20001"/>
                    </a:ext>
                  </a:extLst>
                </a:gridCol>
                <a:gridCol w="1738800">
                  <a:extLst>
                    <a:ext uri="{9D8B030D-6E8A-4147-A177-3AD203B41FA5}">
                      <a16:colId xmlns:a16="http://schemas.microsoft.com/office/drawing/2014/main" val="20002"/>
                    </a:ext>
                  </a:extLst>
                </a:gridCol>
              </a:tblGrid>
              <a:tr h="458188">
                <a:tc>
                  <a:txBody>
                    <a:bodyPr/>
                    <a:lstStyle>
                      <a:lvl1pPr marL="0" algn="l" defTabSz="914400" rtl="0" eaLnBrk="1" latinLnBrk="0" hangingPunct="1">
                        <a:spcBef>
                          <a:spcPct val="20000"/>
                        </a:spcBef>
                        <a:defRPr sz="2800" kern="1200">
                          <a:solidFill>
                            <a:schemeClr val="tx1"/>
                          </a:solidFill>
                          <a:latin typeface="Arial" pitchFamily="34" charset="0"/>
                          <a:ea typeface="宋体" pitchFamily="2" charset="-122"/>
                        </a:defRPr>
                      </a:lvl1pPr>
                      <a:lvl2pPr marL="457200" algn="l" defTabSz="914400" rtl="0" eaLnBrk="1" latinLnBrk="0" hangingPunct="1">
                        <a:spcBef>
                          <a:spcPct val="20000"/>
                        </a:spcBef>
                        <a:defRPr sz="2400" kern="1200">
                          <a:solidFill>
                            <a:schemeClr val="tx1"/>
                          </a:solidFill>
                          <a:latin typeface="Arial" pitchFamily="34" charset="0"/>
                          <a:ea typeface="宋体" pitchFamily="2" charset="-122"/>
                        </a:defRPr>
                      </a:lvl2pPr>
                      <a:lvl3pPr marL="914400" algn="l" defTabSz="914400" rtl="0" eaLnBrk="1" latinLnBrk="0" hangingPunct="1">
                        <a:spcBef>
                          <a:spcPct val="20000"/>
                        </a:spcBef>
                        <a:defRPr sz="2000" kern="1200">
                          <a:solidFill>
                            <a:schemeClr val="tx1"/>
                          </a:solidFill>
                          <a:latin typeface="Arial" pitchFamily="34" charset="0"/>
                          <a:ea typeface="宋体" pitchFamily="2" charset="-122"/>
                        </a:defRPr>
                      </a:lvl3pPr>
                      <a:lvl4pPr marL="1371600" algn="l" defTabSz="914400" rtl="0" eaLnBrk="1" latinLnBrk="0" hangingPunct="1">
                        <a:spcBef>
                          <a:spcPct val="20000"/>
                        </a:spcBef>
                        <a:defRPr sz="1800" kern="1200">
                          <a:solidFill>
                            <a:schemeClr val="tx1"/>
                          </a:solidFill>
                          <a:latin typeface="Arial" pitchFamily="34" charset="0"/>
                          <a:ea typeface="宋体" pitchFamily="2" charset="-122"/>
                        </a:defRPr>
                      </a:lvl4pPr>
                      <a:lvl5pPr marL="1828800" algn="l" defTabSz="914400" rtl="0" eaLnBrk="1" latinLnBrk="0" hangingPunct="1">
                        <a:spcBef>
                          <a:spcPct val="20000"/>
                        </a:spcBef>
                        <a:defRPr sz="1800" kern="1200">
                          <a:solidFill>
                            <a:schemeClr val="tx1"/>
                          </a:solidFill>
                          <a:latin typeface="Arial" pitchFamily="34" charset="0"/>
                          <a:ea typeface="宋体" pitchFamily="2" charset="-122"/>
                        </a:defRPr>
                      </a:lvl5pPr>
                      <a:lvl6pPr marL="22860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6pPr>
                      <a:lvl7pPr marL="27432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7pPr>
                      <a:lvl8pPr marL="32004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8pPr>
                      <a:lvl9pPr marL="36576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zh-CN" sz="2000" b="0" i="0" u="none" strike="noStrike" cap="none" normalizeH="0" baseline="0" dirty="0">
                        <a:ln>
                          <a:noFill/>
                        </a:ln>
                        <a:solidFill>
                          <a:schemeClr val="tx1"/>
                        </a:solidFill>
                        <a:effectLst/>
                        <a:latin typeface="Arial" pitchFamily="34" charset="0"/>
                        <a:ea typeface="宋体" pitchFamily="2" charset="-122"/>
                      </a:endParaRPr>
                    </a:p>
                  </a:txBody>
                  <a:tcPr horzOverflow="overflow">
                    <a:lnL w="28575"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28575"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spcBef>
                          <a:spcPct val="20000"/>
                        </a:spcBef>
                        <a:defRPr sz="2800" kern="1200">
                          <a:solidFill>
                            <a:schemeClr val="tx1"/>
                          </a:solidFill>
                          <a:latin typeface="Arial" pitchFamily="34" charset="0"/>
                          <a:ea typeface="宋体" pitchFamily="2" charset="-122"/>
                        </a:defRPr>
                      </a:lvl1pPr>
                      <a:lvl2pPr marL="457200" algn="l" defTabSz="914400" rtl="0" eaLnBrk="1" latinLnBrk="0" hangingPunct="1">
                        <a:spcBef>
                          <a:spcPct val="20000"/>
                        </a:spcBef>
                        <a:defRPr sz="2400" kern="1200">
                          <a:solidFill>
                            <a:schemeClr val="tx1"/>
                          </a:solidFill>
                          <a:latin typeface="Arial" pitchFamily="34" charset="0"/>
                          <a:ea typeface="宋体" pitchFamily="2" charset="-122"/>
                        </a:defRPr>
                      </a:lvl2pPr>
                      <a:lvl3pPr marL="914400" algn="l" defTabSz="914400" rtl="0" eaLnBrk="1" latinLnBrk="0" hangingPunct="1">
                        <a:spcBef>
                          <a:spcPct val="20000"/>
                        </a:spcBef>
                        <a:defRPr sz="2000" kern="1200">
                          <a:solidFill>
                            <a:schemeClr val="tx1"/>
                          </a:solidFill>
                          <a:latin typeface="Arial" pitchFamily="34" charset="0"/>
                          <a:ea typeface="宋体" pitchFamily="2" charset="-122"/>
                        </a:defRPr>
                      </a:lvl3pPr>
                      <a:lvl4pPr marL="1371600" algn="l" defTabSz="914400" rtl="0" eaLnBrk="1" latinLnBrk="0" hangingPunct="1">
                        <a:spcBef>
                          <a:spcPct val="20000"/>
                        </a:spcBef>
                        <a:defRPr sz="1800" kern="1200">
                          <a:solidFill>
                            <a:schemeClr val="tx1"/>
                          </a:solidFill>
                          <a:latin typeface="Arial" pitchFamily="34" charset="0"/>
                          <a:ea typeface="宋体" pitchFamily="2" charset="-122"/>
                        </a:defRPr>
                      </a:lvl4pPr>
                      <a:lvl5pPr marL="1828800" algn="l" defTabSz="914400" rtl="0" eaLnBrk="1" latinLnBrk="0" hangingPunct="1">
                        <a:spcBef>
                          <a:spcPct val="20000"/>
                        </a:spcBef>
                        <a:defRPr sz="1800" kern="1200">
                          <a:solidFill>
                            <a:schemeClr val="tx1"/>
                          </a:solidFill>
                          <a:latin typeface="Arial" pitchFamily="34" charset="0"/>
                          <a:ea typeface="宋体" pitchFamily="2" charset="-122"/>
                        </a:defRPr>
                      </a:lvl5pPr>
                      <a:lvl6pPr marL="22860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6pPr>
                      <a:lvl7pPr marL="27432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7pPr>
                      <a:lvl8pPr marL="32004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8pPr>
                      <a:lvl9pPr marL="36576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zh-CN" sz="2000" b="0" i="0" u="none" strike="noStrike" cap="none" normalizeH="0" baseline="0">
                        <a:ln>
                          <a:noFill/>
                        </a:ln>
                        <a:solidFill>
                          <a:schemeClr val="tx1"/>
                        </a:solidFill>
                        <a:effectLst/>
                        <a:latin typeface="Arial" pitchFamily="34" charset="0"/>
                        <a:ea typeface="宋体" pitchFamily="2" charset="-122"/>
                      </a:endParaRPr>
                    </a:p>
                  </a:txBody>
                  <a:tcPr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28575"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spcBef>
                          <a:spcPct val="20000"/>
                        </a:spcBef>
                        <a:defRPr sz="2800" kern="1200">
                          <a:solidFill>
                            <a:schemeClr val="tx1"/>
                          </a:solidFill>
                          <a:latin typeface="Arial" pitchFamily="34" charset="0"/>
                          <a:ea typeface="宋体" pitchFamily="2" charset="-122"/>
                        </a:defRPr>
                      </a:lvl1pPr>
                      <a:lvl2pPr marL="457200" algn="l" defTabSz="914400" rtl="0" eaLnBrk="1" latinLnBrk="0" hangingPunct="1">
                        <a:spcBef>
                          <a:spcPct val="20000"/>
                        </a:spcBef>
                        <a:defRPr sz="2400" kern="1200">
                          <a:solidFill>
                            <a:schemeClr val="tx1"/>
                          </a:solidFill>
                          <a:latin typeface="Arial" pitchFamily="34" charset="0"/>
                          <a:ea typeface="宋体" pitchFamily="2" charset="-122"/>
                        </a:defRPr>
                      </a:lvl2pPr>
                      <a:lvl3pPr marL="914400" algn="l" defTabSz="914400" rtl="0" eaLnBrk="1" latinLnBrk="0" hangingPunct="1">
                        <a:spcBef>
                          <a:spcPct val="20000"/>
                        </a:spcBef>
                        <a:defRPr sz="2000" kern="1200">
                          <a:solidFill>
                            <a:schemeClr val="tx1"/>
                          </a:solidFill>
                          <a:latin typeface="Arial" pitchFamily="34" charset="0"/>
                          <a:ea typeface="宋体" pitchFamily="2" charset="-122"/>
                        </a:defRPr>
                      </a:lvl3pPr>
                      <a:lvl4pPr marL="1371600" algn="l" defTabSz="914400" rtl="0" eaLnBrk="1" latinLnBrk="0" hangingPunct="1">
                        <a:spcBef>
                          <a:spcPct val="20000"/>
                        </a:spcBef>
                        <a:defRPr sz="1800" kern="1200">
                          <a:solidFill>
                            <a:schemeClr val="tx1"/>
                          </a:solidFill>
                          <a:latin typeface="Arial" pitchFamily="34" charset="0"/>
                          <a:ea typeface="宋体" pitchFamily="2" charset="-122"/>
                        </a:defRPr>
                      </a:lvl4pPr>
                      <a:lvl5pPr marL="1828800" algn="l" defTabSz="914400" rtl="0" eaLnBrk="1" latinLnBrk="0" hangingPunct="1">
                        <a:spcBef>
                          <a:spcPct val="20000"/>
                        </a:spcBef>
                        <a:defRPr sz="1800" kern="1200">
                          <a:solidFill>
                            <a:schemeClr val="tx1"/>
                          </a:solidFill>
                          <a:latin typeface="Arial" pitchFamily="34" charset="0"/>
                          <a:ea typeface="宋体" pitchFamily="2" charset="-122"/>
                        </a:defRPr>
                      </a:lvl5pPr>
                      <a:lvl6pPr marL="22860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6pPr>
                      <a:lvl7pPr marL="27432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7pPr>
                      <a:lvl8pPr marL="32004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8pPr>
                      <a:lvl9pPr marL="36576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zh-CN" sz="2000" b="0" i="0" u="none" strike="noStrike" cap="none" normalizeH="0" baseline="0" dirty="0">
                        <a:ln>
                          <a:noFill/>
                        </a:ln>
                        <a:solidFill>
                          <a:schemeClr val="tx1"/>
                        </a:solidFill>
                        <a:effectLst/>
                        <a:latin typeface="Arial" pitchFamily="34" charset="0"/>
                        <a:ea typeface="宋体" pitchFamily="2" charset="-122"/>
                      </a:endParaRPr>
                    </a:p>
                  </a:txBody>
                  <a:tcPr horzOverflow="overflow">
                    <a:lnL w="12700" cap="flat" cmpd="sng" algn="ctr">
                      <a:solidFill>
                        <a:sysClr val="windowText" lastClr="000000"/>
                      </a:solidFill>
                      <a:prstDash val="solid"/>
                      <a:round/>
                      <a:headEnd type="none" w="med" len="med"/>
                      <a:tailEnd type="none" w="med" len="med"/>
                    </a:lnL>
                    <a:lnR w="28575" cap="flat" cmpd="sng" algn="ctr">
                      <a:solidFill>
                        <a:sysClr val="windowText" lastClr="000000"/>
                      </a:solidFill>
                      <a:prstDash val="solid"/>
                      <a:round/>
                      <a:headEnd type="none" w="med" len="med"/>
                      <a:tailEnd type="none" w="med" len="med"/>
                    </a:lnR>
                    <a:lnT w="28575"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56048">
                <a:tc>
                  <a:txBody>
                    <a:bodyPr/>
                    <a:lstStyle>
                      <a:lvl1pPr marL="0" algn="l" defTabSz="914400" rtl="0" eaLnBrk="1" latinLnBrk="0" hangingPunct="1">
                        <a:spcBef>
                          <a:spcPct val="20000"/>
                        </a:spcBef>
                        <a:defRPr sz="2800" kern="1200">
                          <a:solidFill>
                            <a:schemeClr val="tx1"/>
                          </a:solidFill>
                          <a:latin typeface="Arial" pitchFamily="34" charset="0"/>
                          <a:ea typeface="宋体" pitchFamily="2" charset="-122"/>
                        </a:defRPr>
                      </a:lvl1pPr>
                      <a:lvl2pPr marL="457200" algn="l" defTabSz="914400" rtl="0" eaLnBrk="1" latinLnBrk="0" hangingPunct="1">
                        <a:spcBef>
                          <a:spcPct val="20000"/>
                        </a:spcBef>
                        <a:defRPr sz="2400" kern="1200">
                          <a:solidFill>
                            <a:schemeClr val="tx1"/>
                          </a:solidFill>
                          <a:latin typeface="Arial" pitchFamily="34" charset="0"/>
                          <a:ea typeface="宋体" pitchFamily="2" charset="-122"/>
                        </a:defRPr>
                      </a:lvl2pPr>
                      <a:lvl3pPr marL="914400" algn="l" defTabSz="914400" rtl="0" eaLnBrk="1" latinLnBrk="0" hangingPunct="1">
                        <a:spcBef>
                          <a:spcPct val="20000"/>
                        </a:spcBef>
                        <a:defRPr sz="2000" kern="1200">
                          <a:solidFill>
                            <a:schemeClr val="tx1"/>
                          </a:solidFill>
                          <a:latin typeface="Arial" pitchFamily="34" charset="0"/>
                          <a:ea typeface="宋体" pitchFamily="2" charset="-122"/>
                        </a:defRPr>
                      </a:lvl3pPr>
                      <a:lvl4pPr marL="1371600" algn="l" defTabSz="914400" rtl="0" eaLnBrk="1" latinLnBrk="0" hangingPunct="1">
                        <a:spcBef>
                          <a:spcPct val="20000"/>
                        </a:spcBef>
                        <a:defRPr sz="1800" kern="1200">
                          <a:solidFill>
                            <a:schemeClr val="tx1"/>
                          </a:solidFill>
                          <a:latin typeface="Arial" pitchFamily="34" charset="0"/>
                          <a:ea typeface="宋体" pitchFamily="2" charset="-122"/>
                        </a:defRPr>
                      </a:lvl4pPr>
                      <a:lvl5pPr marL="1828800" algn="l" defTabSz="914400" rtl="0" eaLnBrk="1" latinLnBrk="0" hangingPunct="1">
                        <a:spcBef>
                          <a:spcPct val="20000"/>
                        </a:spcBef>
                        <a:defRPr sz="1800" kern="1200">
                          <a:solidFill>
                            <a:schemeClr val="tx1"/>
                          </a:solidFill>
                          <a:latin typeface="Arial" pitchFamily="34" charset="0"/>
                          <a:ea typeface="宋体" pitchFamily="2" charset="-122"/>
                        </a:defRPr>
                      </a:lvl5pPr>
                      <a:lvl6pPr marL="22860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6pPr>
                      <a:lvl7pPr marL="27432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7pPr>
                      <a:lvl8pPr marL="32004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8pPr>
                      <a:lvl9pPr marL="36576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zh-CN" sz="2000" b="0" i="0" u="none" strike="noStrike" cap="none" normalizeH="0" baseline="0">
                        <a:ln>
                          <a:noFill/>
                        </a:ln>
                        <a:solidFill>
                          <a:schemeClr val="tx1"/>
                        </a:solidFill>
                        <a:effectLst/>
                        <a:latin typeface="Arial" pitchFamily="34" charset="0"/>
                        <a:ea typeface="宋体" pitchFamily="2" charset="-122"/>
                      </a:endParaRPr>
                    </a:p>
                  </a:txBody>
                  <a:tcPr horzOverflow="overflow">
                    <a:lnL w="28575"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solidFill>
                      <a:srgbClr val="FFFF00"/>
                    </a:solidFill>
                  </a:tcPr>
                </a:tc>
                <a:tc>
                  <a:txBody>
                    <a:bodyPr/>
                    <a:lstStyle>
                      <a:lvl1pPr marL="0" algn="l" defTabSz="914400" rtl="0" eaLnBrk="1" latinLnBrk="0" hangingPunct="1">
                        <a:spcBef>
                          <a:spcPct val="20000"/>
                        </a:spcBef>
                        <a:defRPr sz="2800" kern="1200">
                          <a:solidFill>
                            <a:schemeClr val="tx1"/>
                          </a:solidFill>
                          <a:latin typeface="Arial" pitchFamily="34" charset="0"/>
                          <a:ea typeface="宋体" pitchFamily="2" charset="-122"/>
                        </a:defRPr>
                      </a:lvl1pPr>
                      <a:lvl2pPr marL="457200" algn="l" defTabSz="914400" rtl="0" eaLnBrk="1" latinLnBrk="0" hangingPunct="1">
                        <a:spcBef>
                          <a:spcPct val="20000"/>
                        </a:spcBef>
                        <a:defRPr sz="2400" kern="1200">
                          <a:solidFill>
                            <a:schemeClr val="tx1"/>
                          </a:solidFill>
                          <a:latin typeface="Arial" pitchFamily="34" charset="0"/>
                          <a:ea typeface="宋体" pitchFamily="2" charset="-122"/>
                        </a:defRPr>
                      </a:lvl2pPr>
                      <a:lvl3pPr marL="914400" algn="l" defTabSz="914400" rtl="0" eaLnBrk="1" latinLnBrk="0" hangingPunct="1">
                        <a:spcBef>
                          <a:spcPct val="20000"/>
                        </a:spcBef>
                        <a:defRPr sz="2000" kern="1200">
                          <a:solidFill>
                            <a:schemeClr val="tx1"/>
                          </a:solidFill>
                          <a:latin typeface="Arial" pitchFamily="34" charset="0"/>
                          <a:ea typeface="宋体" pitchFamily="2" charset="-122"/>
                        </a:defRPr>
                      </a:lvl3pPr>
                      <a:lvl4pPr marL="1371600" algn="l" defTabSz="914400" rtl="0" eaLnBrk="1" latinLnBrk="0" hangingPunct="1">
                        <a:spcBef>
                          <a:spcPct val="20000"/>
                        </a:spcBef>
                        <a:defRPr sz="1800" kern="1200">
                          <a:solidFill>
                            <a:schemeClr val="tx1"/>
                          </a:solidFill>
                          <a:latin typeface="Arial" pitchFamily="34" charset="0"/>
                          <a:ea typeface="宋体" pitchFamily="2" charset="-122"/>
                        </a:defRPr>
                      </a:lvl4pPr>
                      <a:lvl5pPr marL="1828800" algn="l" defTabSz="914400" rtl="0" eaLnBrk="1" latinLnBrk="0" hangingPunct="1">
                        <a:spcBef>
                          <a:spcPct val="20000"/>
                        </a:spcBef>
                        <a:defRPr sz="1800" kern="1200">
                          <a:solidFill>
                            <a:schemeClr val="tx1"/>
                          </a:solidFill>
                          <a:latin typeface="Arial" pitchFamily="34" charset="0"/>
                          <a:ea typeface="宋体" pitchFamily="2" charset="-122"/>
                        </a:defRPr>
                      </a:lvl5pPr>
                      <a:lvl6pPr marL="22860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6pPr>
                      <a:lvl7pPr marL="27432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7pPr>
                      <a:lvl8pPr marL="32004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8pPr>
                      <a:lvl9pPr marL="36576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π</a:t>
                      </a:r>
                    </a:p>
                  </a:txBody>
                  <a:tcPr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solidFill>
                      <a:srgbClr val="FFFF00"/>
                    </a:solidFill>
                  </a:tcPr>
                </a:tc>
                <a:tc>
                  <a:txBody>
                    <a:bodyPr/>
                    <a:lstStyle>
                      <a:lvl1pPr marL="0" algn="l" defTabSz="914400" rtl="0" eaLnBrk="1" latinLnBrk="0" hangingPunct="1">
                        <a:spcBef>
                          <a:spcPct val="20000"/>
                        </a:spcBef>
                        <a:defRPr sz="2800" kern="1200">
                          <a:solidFill>
                            <a:schemeClr val="tx1"/>
                          </a:solidFill>
                          <a:latin typeface="Arial" pitchFamily="34" charset="0"/>
                          <a:ea typeface="宋体" pitchFamily="2" charset="-122"/>
                        </a:defRPr>
                      </a:lvl1pPr>
                      <a:lvl2pPr marL="457200" algn="l" defTabSz="914400" rtl="0" eaLnBrk="1" latinLnBrk="0" hangingPunct="1">
                        <a:spcBef>
                          <a:spcPct val="20000"/>
                        </a:spcBef>
                        <a:defRPr sz="2400" kern="1200">
                          <a:solidFill>
                            <a:schemeClr val="tx1"/>
                          </a:solidFill>
                          <a:latin typeface="Arial" pitchFamily="34" charset="0"/>
                          <a:ea typeface="宋体" pitchFamily="2" charset="-122"/>
                        </a:defRPr>
                      </a:lvl2pPr>
                      <a:lvl3pPr marL="914400" algn="l" defTabSz="914400" rtl="0" eaLnBrk="1" latinLnBrk="0" hangingPunct="1">
                        <a:spcBef>
                          <a:spcPct val="20000"/>
                        </a:spcBef>
                        <a:defRPr sz="2000" kern="1200">
                          <a:solidFill>
                            <a:schemeClr val="tx1"/>
                          </a:solidFill>
                          <a:latin typeface="Arial" pitchFamily="34" charset="0"/>
                          <a:ea typeface="宋体" pitchFamily="2" charset="-122"/>
                        </a:defRPr>
                      </a:lvl3pPr>
                      <a:lvl4pPr marL="1371600" algn="l" defTabSz="914400" rtl="0" eaLnBrk="1" latinLnBrk="0" hangingPunct="1">
                        <a:spcBef>
                          <a:spcPct val="20000"/>
                        </a:spcBef>
                        <a:defRPr sz="1800" kern="1200">
                          <a:solidFill>
                            <a:schemeClr val="tx1"/>
                          </a:solidFill>
                          <a:latin typeface="Arial" pitchFamily="34" charset="0"/>
                          <a:ea typeface="宋体" pitchFamily="2" charset="-122"/>
                        </a:defRPr>
                      </a:lvl4pPr>
                      <a:lvl5pPr marL="1828800" algn="l" defTabSz="914400" rtl="0" eaLnBrk="1" latinLnBrk="0" hangingPunct="1">
                        <a:spcBef>
                          <a:spcPct val="20000"/>
                        </a:spcBef>
                        <a:defRPr sz="1800" kern="1200">
                          <a:solidFill>
                            <a:schemeClr val="tx1"/>
                          </a:solidFill>
                          <a:latin typeface="Arial" pitchFamily="34" charset="0"/>
                          <a:ea typeface="宋体" pitchFamily="2" charset="-122"/>
                        </a:defRPr>
                      </a:lvl5pPr>
                      <a:lvl6pPr marL="22860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6pPr>
                      <a:lvl7pPr marL="27432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7pPr>
                      <a:lvl8pPr marL="32004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8pPr>
                      <a:lvl9pPr marL="36576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0"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0</a:t>
                      </a:r>
                    </a:p>
                  </a:txBody>
                  <a:tcPr horzOverflow="overflow">
                    <a:lnL w="12700" cap="flat" cmpd="sng" algn="ctr">
                      <a:solidFill>
                        <a:sysClr val="windowText" lastClr="000000"/>
                      </a:solidFill>
                      <a:prstDash val="solid"/>
                      <a:round/>
                      <a:headEnd type="none" w="med" len="med"/>
                      <a:tailEnd type="none" w="med" len="med"/>
                    </a:lnL>
                    <a:lnR w="28575"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10001"/>
                  </a:ext>
                </a:extLst>
              </a:tr>
              <a:tr h="457118">
                <a:tc>
                  <a:txBody>
                    <a:bodyPr/>
                    <a:lstStyle>
                      <a:lvl1pPr marL="0" algn="l" defTabSz="914400" rtl="0" eaLnBrk="1" latinLnBrk="0" hangingPunct="1">
                        <a:spcBef>
                          <a:spcPct val="20000"/>
                        </a:spcBef>
                        <a:defRPr sz="2800" kern="1200">
                          <a:solidFill>
                            <a:schemeClr val="tx1"/>
                          </a:solidFill>
                          <a:latin typeface="Arial" pitchFamily="34" charset="0"/>
                          <a:ea typeface="宋体" pitchFamily="2" charset="-122"/>
                        </a:defRPr>
                      </a:lvl1pPr>
                      <a:lvl2pPr marL="457200" algn="l" defTabSz="914400" rtl="0" eaLnBrk="1" latinLnBrk="0" hangingPunct="1">
                        <a:spcBef>
                          <a:spcPct val="20000"/>
                        </a:spcBef>
                        <a:defRPr sz="2400" kern="1200">
                          <a:solidFill>
                            <a:schemeClr val="tx1"/>
                          </a:solidFill>
                          <a:latin typeface="Arial" pitchFamily="34" charset="0"/>
                          <a:ea typeface="宋体" pitchFamily="2" charset="-122"/>
                        </a:defRPr>
                      </a:lvl2pPr>
                      <a:lvl3pPr marL="914400" algn="l" defTabSz="914400" rtl="0" eaLnBrk="1" latinLnBrk="0" hangingPunct="1">
                        <a:spcBef>
                          <a:spcPct val="20000"/>
                        </a:spcBef>
                        <a:defRPr sz="2000" kern="1200">
                          <a:solidFill>
                            <a:schemeClr val="tx1"/>
                          </a:solidFill>
                          <a:latin typeface="Arial" pitchFamily="34" charset="0"/>
                          <a:ea typeface="宋体" pitchFamily="2" charset="-122"/>
                        </a:defRPr>
                      </a:lvl3pPr>
                      <a:lvl4pPr marL="1371600" algn="l" defTabSz="914400" rtl="0" eaLnBrk="1" latinLnBrk="0" hangingPunct="1">
                        <a:spcBef>
                          <a:spcPct val="20000"/>
                        </a:spcBef>
                        <a:defRPr sz="1800" kern="1200">
                          <a:solidFill>
                            <a:schemeClr val="tx1"/>
                          </a:solidFill>
                          <a:latin typeface="Arial" pitchFamily="34" charset="0"/>
                          <a:ea typeface="宋体" pitchFamily="2" charset="-122"/>
                        </a:defRPr>
                      </a:lvl4pPr>
                      <a:lvl5pPr marL="1828800" algn="l" defTabSz="914400" rtl="0" eaLnBrk="1" latinLnBrk="0" hangingPunct="1">
                        <a:spcBef>
                          <a:spcPct val="20000"/>
                        </a:spcBef>
                        <a:defRPr sz="1800" kern="1200">
                          <a:solidFill>
                            <a:schemeClr val="tx1"/>
                          </a:solidFill>
                          <a:latin typeface="Arial" pitchFamily="34" charset="0"/>
                          <a:ea typeface="宋体" pitchFamily="2" charset="-122"/>
                        </a:defRPr>
                      </a:lvl5pPr>
                      <a:lvl6pPr marL="22860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6pPr>
                      <a:lvl7pPr marL="27432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7pPr>
                      <a:lvl8pPr marL="32004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8pPr>
                      <a:lvl9pPr marL="36576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zh-CN" sz="2000" b="0" i="0" u="none" strike="noStrike" cap="none" normalizeH="0" baseline="0">
                        <a:ln>
                          <a:noFill/>
                        </a:ln>
                        <a:solidFill>
                          <a:schemeClr val="tx1"/>
                        </a:solidFill>
                        <a:effectLst/>
                        <a:latin typeface="Arial" pitchFamily="34" charset="0"/>
                        <a:ea typeface="宋体" pitchFamily="2" charset="-122"/>
                      </a:endParaRPr>
                    </a:p>
                  </a:txBody>
                  <a:tcPr horzOverflow="overflow">
                    <a:lnL w="28575"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solidFill>
                      <a:srgbClr val="FFFF00"/>
                    </a:solidFill>
                  </a:tcPr>
                </a:tc>
                <a:tc>
                  <a:txBody>
                    <a:bodyPr/>
                    <a:lstStyle>
                      <a:lvl1pPr marL="0" algn="l" defTabSz="914400" rtl="0" eaLnBrk="1" latinLnBrk="0" hangingPunct="1">
                        <a:spcBef>
                          <a:spcPct val="20000"/>
                        </a:spcBef>
                        <a:defRPr sz="2800" kern="1200">
                          <a:solidFill>
                            <a:schemeClr val="tx1"/>
                          </a:solidFill>
                          <a:latin typeface="Arial" pitchFamily="34" charset="0"/>
                          <a:ea typeface="宋体" pitchFamily="2" charset="-122"/>
                        </a:defRPr>
                      </a:lvl1pPr>
                      <a:lvl2pPr marL="457200" algn="l" defTabSz="914400" rtl="0" eaLnBrk="1" latinLnBrk="0" hangingPunct="1">
                        <a:spcBef>
                          <a:spcPct val="20000"/>
                        </a:spcBef>
                        <a:defRPr sz="2400" kern="1200">
                          <a:solidFill>
                            <a:schemeClr val="tx1"/>
                          </a:solidFill>
                          <a:latin typeface="Arial" pitchFamily="34" charset="0"/>
                          <a:ea typeface="宋体" pitchFamily="2" charset="-122"/>
                        </a:defRPr>
                      </a:lvl2pPr>
                      <a:lvl3pPr marL="914400" algn="l" defTabSz="914400" rtl="0" eaLnBrk="1" latinLnBrk="0" hangingPunct="1">
                        <a:spcBef>
                          <a:spcPct val="20000"/>
                        </a:spcBef>
                        <a:defRPr sz="2000" kern="1200">
                          <a:solidFill>
                            <a:schemeClr val="tx1"/>
                          </a:solidFill>
                          <a:latin typeface="Arial" pitchFamily="34" charset="0"/>
                          <a:ea typeface="宋体" pitchFamily="2" charset="-122"/>
                        </a:defRPr>
                      </a:lvl3pPr>
                      <a:lvl4pPr marL="1371600" algn="l" defTabSz="914400" rtl="0" eaLnBrk="1" latinLnBrk="0" hangingPunct="1">
                        <a:spcBef>
                          <a:spcPct val="20000"/>
                        </a:spcBef>
                        <a:defRPr sz="1800" kern="1200">
                          <a:solidFill>
                            <a:schemeClr val="tx1"/>
                          </a:solidFill>
                          <a:latin typeface="Arial" pitchFamily="34" charset="0"/>
                          <a:ea typeface="宋体" pitchFamily="2" charset="-122"/>
                        </a:defRPr>
                      </a:lvl4pPr>
                      <a:lvl5pPr marL="1828800" algn="l" defTabSz="914400" rtl="0" eaLnBrk="1" latinLnBrk="0" hangingPunct="1">
                        <a:spcBef>
                          <a:spcPct val="20000"/>
                        </a:spcBef>
                        <a:defRPr sz="1800" kern="1200">
                          <a:solidFill>
                            <a:schemeClr val="tx1"/>
                          </a:solidFill>
                          <a:latin typeface="Arial" pitchFamily="34" charset="0"/>
                          <a:ea typeface="宋体" pitchFamily="2" charset="-122"/>
                        </a:defRPr>
                      </a:lvl5pPr>
                      <a:lvl6pPr marL="22860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6pPr>
                      <a:lvl7pPr marL="27432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7pPr>
                      <a:lvl8pPr marL="32004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8pPr>
                      <a:lvl9pPr marL="36576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π</a:t>
                      </a:r>
                    </a:p>
                  </a:txBody>
                  <a:tcPr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solidFill>
                      <a:srgbClr val="FFFF00"/>
                    </a:solidFill>
                  </a:tcPr>
                </a:tc>
                <a:tc>
                  <a:txBody>
                    <a:bodyPr/>
                    <a:lstStyle>
                      <a:lvl1pPr marL="0" algn="l" defTabSz="914400" rtl="0" eaLnBrk="1" latinLnBrk="0" hangingPunct="1">
                        <a:spcBef>
                          <a:spcPct val="20000"/>
                        </a:spcBef>
                        <a:defRPr sz="2800" kern="1200">
                          <a:solidFill>
                            <a:schemeClr val="tx1"/>
                          </a:solidFill>
                          <a:latin typeface="Arial" pitchFamily="34" charset="0"/>
                          <a:ea typeface="宋体" pitchFamily="2" charset="-122"/>
                        </a:defRPr>
                      </a:lvl1pPr>
                      <a:lvl2pPr marL="457200" algn="l" defTabSz="914400" rtl="0" eaLnBrk="1" latinLnBrk="0" hangingPunct="1">
                        <a:spcBef>
                          <a:spcPct val="20000"/>
                        </a:spcBef>
                        <a:defRPr sz="2400" kern="1200">
                          <a:solidFill>
                            <a:schemeClr val="tx1"/>
                          </a:solidFill>
                          <a:latin typeface="Arial" pitchFamily="34" charset="0"/>
                          <a:ea typeface="宋体" pitchFamily="2" charset="-122"/>
                        </a:defRPr>
                      </a:lvl2pPr>
                      <a:lvl3pPr marL="914400" algn="l" defTabSz="914400" rtl="0" eaLnBrk="1" latinLnBrk="0" hangingPunct="1">
                        <a:spcBef>
                          <a:spcPct val="20000"/>
                        </a:spcBef>
                        <a:defRPr sz="2000" kern="1200">
                          <a:solidFill>
                            <a:schemeClr val="tx1"/>
                          </a:solidFill>
                          <a:latin typeface="Arial" pitchFamily="34" charset="0"/>
                          <a:ea typeface="宋体" pitchFamily="2" charset="-122"/>
                        </a:defRPr>
                      </a:lvl3pPr>
                      <a:lvl4pPr marL="1371600" algn="l" defTabSz="914400" rtl="0" eaLnBrk="1" latinLnBrk="0" hangingPunct="1">
                        <a:spcBef>
                          <a:spcPct val="20000"/>
                        </a:spcBef>
                        <a:defRPr sz="1800" kern="1200">
                          <a:solidFill>
                            <a:schemeClr val="tx1"/>
                          </a:solidFill>
                          <a:latin typeface="Arial" pitchFamily="34" charset="0"/>
                          <a:ea typeface="宋体" pitchFamily="2" charset="-122"/>
                        </a:defRPr>
                      </a:lvl4pPr>
                      <a:lvl5pPr marL="1828800" algn="l" defTabSz="914400" rtl="0" eaLnBrk="1" latinLnBrk="0" hangingPunct="1">
                        <a:spcBef>
                          <a:spcPct val="20000"/>
                        </a:spcBef>
                        <a:defRPr sz="1800" kern="1200">
                          <a:solidFill>
                            <a:schemeClr val="tx1"/>
                          </a:solidFill>
                          <a:latin typeface="Arial" pitchFamily="34" charset="0"/>
                          <a:ea typeface="宋体" pitchFamily="2" charset="-122"/>
                        </a:defRPr>
                      </a:lvl5pPr>
                      <a:lvl6pPr marL="22860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6pPr>
                      <a:lvl7pPr marL="27432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7pPr>
                      <a:lvl8pPr marL="32004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8pPr>
                      <a:lvl9pPr marL="36576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π</a:t>
                      </a:r>
                    </a:p>
                  </a:txBody>
                  <a:tcPr horzOverflow="overflow">
                    <a:lnL w="12700" cap="flat" cmpd="sng" algn="ctr">
                      <a:solidFill>
                        <a:sysClr val="windowText" lastClr="000000"/>
                      </a:solidFill>
                      <a:prstDash val="solid"/>
                      <a:round/>
                      <a:headEnd type="none" w="med" len="med"/>
                      <a:tailEnd type="none" w="med" len="med"/>
                    </a:lnL>
                    <a:lnR w="28575"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10002"/>
                  </a:ext>
                </a:extLst>
              </a:tr>
              <a:tr h="457118">
                <a:tc>
                  <a:txBody>
                    <a:bodyPr/>
                    <a:lstStyle>
                      <a:lvl1pPr marL="0" algn="l" defTabSz="914400" rtl="0" eaLnBrk="1" latinLnBrk="0" hangingPunct="1">
                        <a:spcBef>
                          <a:spcPct val="20000"/>
                        </a:spcBef>
                        <a:defRPr sz="2800" kern="1200">
                          <a:solidFill>
                            <a:schemeClr val="tx1"/>
                          </a:solidFill>
                          <a:latin typeface="Arial" pitchFamily="34" charset="0"/>
                          <a:ea typeface="宋体" pitchFamily="2" charset="-122"/>
                        </a:defRPr>
                      </a:lvl1pPr>
                      <a:lvl2pPr marL="457200" algn="l" defTabSz="914400" rtl="0" eaLnBrk="1" latinLnBrk="0" hangingPunct="1">
                        <a:spcBef>
                          <a:spcPct val="20000"/>
                        </a:spcBef>
                        <a:defRPr sz="2400" kern="1200">
                          <a:solidFill>
                            <a:schemeClr val="tx1"/>
                          </a:solidFill>
                          <a:latin typeface="Arial" pitchFamily="34" charset="0"/>
                          <a:ea typeface="宋体" pitchFamily="2" charset="-122"/>
                        </a:defRPr>
                      </a:lvl2pPr>
                      <a:lvl3pPr marL="914400" algn="l" defTabSz="914400" rtl="0" eaLnBrk="1" latinLnBrk="0" hangingPunct="1">
                        <a:spcBef>
                          <a:spcPct val="20000"/>
                        </a:spcBef>
                        <a:defRPr sz="2000" kern="1200">
                          <a:solidFill>
                            <a:schemeClr val="tx1"/>
                          </a:solidFill>
                          <a:latin typeface="Arial" pitchFamily="34" charset="0"/>
                          <a:ea typeface="宋体" pitchFamily="2" charset="-122"/>
                        </a:defRPr>
                      </a:lvl3pPr>
                      <a:lvl4pPr marL="1371600" algn="l" defTabSz="914400" rtl="0" eaLnBrk="1" latinLnBrk="0" hangingPunct="1">
                        <a:spcBef>
                          <a:spcPct val="20000"/>
                        </a:spcBef>
                        <a:defRPr sz="1800" kern="1200">
                          <a:solidFill>
                            <a:schemeClr val="tx1"/>
                          </a:solidFill>
                          <a:latin typeface="Arial" pitchFamily="34" charset="0"/>
                          <a:ea typeface="宋体" pitchFamily="2" charset="-122"/>
                        </a:defRPr>
                      </a:lvl4pPr>
                      <a:lvl5pPr marL="1828800" algn="l" defTabSz="914400" rtl="0" eaLnBrk="1" latinLnBrk="0" hangingPunct="1">
                        <a:spcBef>
                          <a:spcPct val="20000"/>
                        </a:spcBef>
                        <a:defRPr sz="1800" kern="1200">
                          <a:solidFill>
                            <a:schemeClr val="tx1"/>
                          </a:solidFill>
                          <a:latin typeface="Arial" pitchFamily="34" charset="0"/>
                          <a:ea typeface="宋体" pitchFamily="2" charset="-122"/>
                        </a:defRPr>
                      </a:lvl5pPr>
                      <a:lvl6pPr marL="22860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6pPr>
                      <a:lvl7pPr marL="27432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7pPr>
                      <a:lvl8pPr marL="32004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8pPr>
                      <a:lvl9pPr marL="36576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zh-CN" sz="2000" b="0" i="0" u="none" strike="noStrike" cap="none" normalizeH="0" baseline="0">
                        <a:ln>
                          <a:noFill/>
                        </a:ln>
                        <a:solidFill>
                          <a:schemeClr val="tx1"/>
                        </a:solidFill>
                        <a:effectLst/>
                        <a:latin typeface="Arial" pitchFamily="34" charset="0"/>
                        <a:ea typeface="宋体" pitchFamily="2" charset="-122"/>
                      </a:endParaRPr>
                    </a:p>
                  </a:txBody>
                  <a:tcPr horzOverflow="overflow">
                    <a:lnL w="28575"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solidFill>
                      <a:srgbClr val="00B0F0"/>
                    </a:solidFill>
                  </a:tcPr>
                </a:tc>
                <a:tc>
                  <a:txBody>
                    <a:bodyPr/>
                    <a:lstStyle>
                      <a:lvl1pPr marL="0" algn="l" defTabSz="914400" rtl="0" eaLnBrk="1" latinLnBrk="0" hangingPunct="1">
                        <a:spcBef>
                          <a:spcPct val="20000"/>
                        </a:spcBef>
                        <a:defRPr sz="2800" kern="1200">
                          <a:solidFill>
                            <a:schemeClr val="tx1"/>
                          </a:solidFill>
                          <a:latin typeface="Arial" pitchFamily="34" charset="0"/>
                          <a:ea typeface="宋体" pitchFamily="2" charset="-122"/>
                        </a:defRPr>
                      </a:lvl1pPr>
                      <a:lvl2pPr marL="457200" algn="l" defTabSz="914400" rtl="0" eaLnBrk="1" latinLnBrk="0" hangingPunct="1">
                        <a:spcBef>
                          <a:spcPct val="20000"/>
                        </a:spcBef>
                        <a:defRPr sz="2400" kern="1200">
                          <a:solidFill>
                            <a:schemeClr val="tx1"/>
                          </a:solidFill>
                          <a:latin typeface="Arial" pitchFamily="34" charset="0"/>
                          <a:ea typeface="宋体" pitchFamily="2" charset="-122"/>
                        </a:defRPr>
                      </a:lvl2pPr>
                      <a:lvl3pPr marL="914400" algn="l" defTabSz="914400" rtl="0" eaLnBrk="1" latinLnBrk="0" hangingPunct="1">
                        <a:spcBef>
                          <a:spcPct val="20000"/>
                        </a:spcBef>
                        <a:defRPr sz="2000" kern="1200">
                          <a:solidFill>
                            <a:schemeClr val="tx1"/>
                          </a:solidFill>
                          <a:latin typeface="Arial" pitchFamily="34" charset="0"/>
                          <a:ea typeface="宋体" pitchFamily="2" charset="-122"/>
                        </a:defRPr>
                      </a:lvl3pPr>
                      <a:lvl4pPr marL="1371600" algn="l" defTabSz="914400" rtl="0" eaLnBrk="1" latinLnBrk="0" hangingPunct="1">
                        <a:spcBef>
                          <a:spcPct val="20000"/>
                        </a:spcBef>
                        <a:defRPr sz="1800" kern="1200">
                          <a:solidFill>
                            <a:schemeClr val="tx1"/>
                          </a:solidFill>
                          <a:latin typeface="Arial" pitchFamily="34" charset="0"/>
                          <a:ea typeface="宋体" pitchFamily="2" charset="-122"/>
                        </a:defRPr>
                      </a:lvl4pPr>
                      <a:lvl5pPr marL="1828800" algn="l" defTabSz="914400" rtl="0" eaLnBrk="1" latinLnBrk="0" hangingPunct="1">
                        <a:spcBef>
                          <a:spcPct val="20000"/>
                        </a:spcBef>
                        <a:defRPr sz="1800" kern="1200">
                          <a:solidFill>
                            <a:schemeClr val="tx1"/>
                          </a:solidFill>
                          <a:latin typeface="Arial" pitchFamily="34" charset="0"/>
                          <a:ea typeface="宋体" pitchFamily="2" charset="-122"/>
                        </a:defRPr>
                      </a:lvl5pPr>
                      <a:lvl6pPr marL="22860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6pPr>
                      <a:lvl7pPr marL="27432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7pPr>
                      <a:lvl8pPr marL="32004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8pPr>
                      <a:lvl9pPr marL="36576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0"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0</a:t>
                      </a:r>
                    </a:p>
                  </a:txBody>
                  <a:tcPr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solidFill>
                      <a:srgbClr val="00B0F0"/>
                    </a:solidFill>
                  </a:tcPr>
                </a:tc>
                <a:tc>
                  <a:txBody>
                    <a:bodyPr/>
                    <a:lstStyle>
                      <a:lvl1pPr marL="0" algn="l" defTabSz="914400" rtl="0" eaLnBrk="1" latinLnBrk="0" hangingPunct="1">
                        <a:spcBef>
                          <a:spcPct val="20000"/>
                        </a:spcBef>
                        <a:defRPr sz="2800" kern="1200">
                          <a:solidFill>
                            <a:schemeClr val="tx1"/>
                          </a:solidFill>
                          <a:latin typeface="Arial" pitchFamily="34" charset="0"/>
                          <a:ea typeface="宋体" pitchFamily="2" charset="-122"/>
                        </a:defRPr>
                      </a:lvl1pPr>
                      <a:lvl2pPr marL="457200" algn="l" defTabSz="914400" rtl="0" eaLnBrk="1" latinLnBrk="0" hangingPunct="1">
                        <a:spcBef>
                          <a:spcPct val="20000"/>
                        </a:spcBef>
                        <a:defRPr sz="2400" kern="1200">
                          <a:solidFill>
                            <a:schemeClr val="tx1"/>
                          </a:solidFill>
                          <a:latin typeface="Arial" pitchFamily="34" charset="0"/>
                          <a:ea typeface="宋体" pitchFamily="2" charset="-122"/>
                        </a:defRPr>
                      </a:lvl2pPr>
                      <a:lvl3pPr marL="914400" algn="l" defTabSz="914400" rtl="0" eaLnBrk="1" latinLnBrk="0" hangingPunct="1">
                        <a:spcBef>
                          <a:spcPct val="20000"/>
                        </a:spcBef>
                        <a:defRPr sz="2000" kern="1200">
                          <a:solidFill>
                            <a:schemeClr val="tx1"/>
                          </a:solidFill>
                          <a:latin typeface="Arial" pitchFamily="34" charset="0"/>
                          <a:ea typeface="宋体" pitchFamily="2" charset="-122"/>
                        </a:defRPr>
                      </a:lvl3pPr>
                      <a:lvl4pPr marL="1371600" algn="l" defTabSz="914400" rtl="0" eaLnBrk="1" latinLnBrk="0" hangingPunct="1">
                        <a:spcBef>
                          <a:spcPct val="20000"/>
                        </a:spcBef>
                        <a:defRPr sz="1800" kern="1200">
                          <a:solidFill>
                            <a:schemeClr val="tx1"/>
                          </a:solidFill>
                          <a:latin typeface="Arial" pitchFamily="34" charset="0"/>
                          <a:ea typeface="宋体" pitchFamily="2" charset="-122"/>
                        </a:defRPr>
                      </a:lvl4pPr>
                      <a:lvl5pPr marL="1828800" algn="l" defTabSz="914400" rtl="0" eaLnBrk="1" latinLnBrk="0" hangingPunct="1">
                        <a:spcBef>
                          <a:spcPct val="20000"/>
                        </a:spcBef>
                        <a:defRPr sz="1800" kern="1200">
                          <a:solidFill>
                            <a:schemeClr val="tx1"/>
                          </a:solidFill>
                          <a:latin typeface="Arial" pitchFamily="34" charset="0"/>
                          <a:ea typeface="宋体" pitchFamily="2" charset="-122"/>
                        </a:defRPr>
                      </a:lvl5pPr>
                      <a:lvl6pPr marL="22860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6pPr>
                      <a:lvl7pPr marL="27432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7pPr>
                      <a:lvl8pPr marL="32004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8pPr>
                      <a:lvl9pPr marL="36576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π</a:t>
                      </a:r>
                    </a:p>
                  </a:txBody>
                  <a:tcPr horzOverflow="overflow">
                    <a:lnL w="12700" cap="flat" cmpd="sng" algn="ctr">
                      <a:solidFill>
                        <a:sysClr val="windowText" lastClr="000000"/>
                      </a:solidFill>
                      <a:prstDash val="solid"/>
                      <a:round/>
                      <a:headEnd type="none" w="med" len="med"/>
                      <a:tailEnd type="none" w="med" len="med"/>
                    </a:lnL>
                    <a:lnR w="28575"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solidFill>
                      <a:srgbClr val="00B0F0"/>
                    </a:solidFill>
                  </a:tcPr>
                </a:tc>
                <a:extLst>
                  <a:ext uri="{0D108BD9-81ED-4DB2-BD59-A6C34878D82A}">
                    <a16:rowId xmlns:a16="http://schemas.microsoft.com/office/drawing/2014/main" val="10003"/>
                  </a:ext>
                </a:extLst>
              </a:tr>
              <a:tr h="456048">
                <a:tc>
                  <a:txBody>
                    <a:bodyPr/>
                    <a:lstStyle>
                      <a:lvl1pPr marL="0" algn="l" defTabSz="914400" rtl="0" eaLnBrk="1" latinLnBrk="0" hangingPunct="1">
                        <a:spcBef>
                          <a:spcPct val="20000"/>
                        </a:spcBef>
                        <a:defRPr sz="2800" kern="1200">
                          <a:solidFill>
                            <a:schemeClr val="tx1"/>
                          </a:solidFill>
                          <a:latin typeface="Arial" pitchFamily="34" charset="0"/>
                          <a:ea typeface="宋体" pitchFamily="2" charset="-122"/>
                        </a:defRPr>
                      </a:lvl1pPr>
                      <a:lvl2pPr marL="457200" algn="l" defTabSz="914400" rtl="0" eaLnBrk="1" latinLnBrk="0" hangingPunct="1">
                        <a:spcBef>
                          <a:spcPct val="20000"/>
                        </a:spcBef>
                        <a:defRPr sz="2400" kern="1200">
                          <a:solidFill>
                            <a:schemeClr val="tx1"/>
                          </a:solidFill>
                          <a:latin typeface="Arial" pitchFamily="34" charset="0"/>
                          <a:ea typeface="宋体" pitchFamily="2" charset="-122"/>
                        </a:defRPr>
                      </a:lvl2pPr>
                      <a:lvl3pPr marL="914400" algn="l" defTabSz="914400" rtl="0" eaLnBrk="1" latinLnBrk="0" hangingPunct="1">
                        <a:spcBef>
                          <a:spcPct val="20000"/>
                        </a:spcBef>
                        <a:defRPr sz="2000" kern="1200">
                          <a:solidFill>
                            <a:schemeClr val="tx1"/>
                          </a:solidFill>
                          <a:latin typeface="Arial" pitchFamily="34" charset="0"/>
                          <a:ea typeface="宋体" pitchFamily="2" charset="-122"/>
                        </a:defRPr>
                      </a:lvl3pPr>
                      <a:lvl4pPr marL="1371600" algn="l" defTabSz="914400" rtl="0" eaLnBrk="1" latinLnBrk="0" hangingPunct="1">
                        <a:spcBef>
                          <a:spcPct val="20000"/>
                        </a:spcBef>
                        <a:defRPr sz="1800" kern="1200">
                          <a:solidFill>
                            <a:schemeClr val="tx1"/>
                          </a:solidFill>
                          <a:latin typeface="Arial" pitchFamily="34" charset="0"/>
                          <a:ea typeface="宋体" pitchFamily="2" charset="-122"/>
                        </a:defRPr>
                      </a:lvl4pPr>
                      <a:lvl5pPr marL="1828800" algn="l" defTabSz="914400" rtl="0" eaLnBrk="1" latinLnBrk="0" hangingPunct="1">
                        <a:spcBef>
                          <a:spcPct val="20000"/>
                        </a:spcBef>
                        <a:defRPr sz="1800" kern="1200">
                          <a:solidFill>
                            <a:schemeClr val="tx1"/>
                          </a:solidFill>
                          <a:latin typeface="Arial" pitchFamily="34" charset="0"/>
                          <a:ea typeface="宋体" pitchFamily="2" charset="-122"/>
                        </a:defRPr>
                      </a:lvl5pPr>
                      <a:lvl6pPr marL="22860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6pPr>
                      <a:lvl7pPr marL="27432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7pPr>
                      <a:lvl8pPr marL="32004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8pPr>
                      <a:lvl9pPr marL="36576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zh-CN" sz="2000" b="0" i="0" u="none" strike="noStrike" cap="none" normalizeH="0" baseline="0" dirty="0">
                        <a:ln>
                          <a:noFill/>
                        </a:ln>
                        <a:solidFill>
                          <a:schemeClr val="tx1"/>
                        </a:solidFill>
                        <a:effectLst/>
                        <a:latin typeface="Arial" pitchFamily="34" charset="0"/>
                        <a:ea typeface="宋体" pitchFamily="2" charset="-122"/>
                      </a:endParaRPr>
                    </a:p>
                  </a:txBody>
                  <a:tcPr horzOverflow="overflow">
                    <a:lnL w="28575"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solidFill>
                      <a:srgbClr val="00B0F0"/>
                    </a:solidFill>
                  </a:tcPr>
                </a:tc>
                <a:tc>
                  <a:txBody>
                    <a:bodyPr/>
                    <a:lstStyle>
                      <a:lvl1pPr marL="0" algn="l" defTabSz="914400" rtl="0" eaLnBrk="1" latinLnBrk="0" hangingPunct="1">
                        <a:spcBef>
                          <a:spcPct val="20000"/>
                        </a:spcBef>
                        <a:defRPr sz="2800" kern="1200">
                          <a:solidFill>
                            <a:schemeClr val="tx1"/>
                          </a:solidFill>
                          <a:latin typeface="Arial" pitchFamily="34" charset="0"/>
                          <a:ea typeface="宋体" pitchFamily="2" charset="-122"/>
                        </a:defRPr>
                      </a:lvl1pPr>
                      <a:lvl2pPr marL="457200" algn="l" defTabSz="914400" rtl="0" eaLnBrk="1" latinLnBrk="0" hangingPunct="1">
                        <a:spcBef>
                          <a:spcPct val="20000"/>
                        </a:spcBef>
                        <a:defRPr sz="2400" kern="1200">
                          <a:solidFill>
                            <a:schemeClr val="tx1"/>
                          </a:solidFill>
                          <a:latin typeface="Arial" pitchFamily="34" charset="0"/>
                          <a:ea typeface="宋体" pitchFamily="2" charset="-122"/>
                        </a:defRPr>
                      </a:lvl2pPr>
                      <a:lvl3pPr marL="914400" algn="l" defTabSz="914400" rtl="0" eaLnBrk="1" latinLnBrk="0" hangingPunct="1">
                        <a:spcBef>
                          <a:spcPct val="20000"/>
                        </a:spcBef>
                        <a:defRPr sz="2000" kern="1200">
                          <a:solidFill>
                            <a:schemeClr val="tx1"/>
                          </a:solidFill>
                          <a:latin typeface="Arial" pitchFamily="34" charset="0"/>
                          <a:ea typeface="宋体" pitchFamily="2" charset="-122"/>
                        </a:defRPr>
                      </a:lvl3pPr>
                      <a:lvl4pPr marL="1371600" algn="l" defTabSz="914400" rtl="0" eaLnBrk="1" latinLnBrk="0" hangingPunct="1">
                        <a:spcBef>
                          <a:spcPct val="20000"/>
                        </a:spcBef>
                        <a:defRPr sz="1800" kern="1200">
                          <a:solidFill>
                            <a:schemeClr val="tx1"/>
                          </a:solidFill>
                          <a:latin typeface="Arial" pitchFamily="34" charset="0"/>
                          <a:ea typeface="宋体" pitchFamily="2" charset="-122"/>
                        </a:defRPr>
                      </a:lvl4pPr>
                      <a:lvl5pPr marL="1828800" algn="l" defTabSz="914400" rtl="0" eaLnBrk="1" latinLnBrk="0" hangingPunct="1">
                        <a:spcBef>
                          <a:spcPct val="20000"/>
                        </a:spcBef>
                        <a:defRPr sz="1800" kern="1200">
                          <a:solidFill>
                            <a:schemeClr val="tx1"/>
                          </a:solidFill>
                          <a:latin typeface="Arial" pitchFamily="34" charset="0"/>
                          <a:ea typeface="宋体" pitchFamily="2" charset="-122"/>
                        </a:defRPr>
                      </a:lvl5pPr>
                      <a:lvl6pPr marL="22860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6pPr>
                      <a:lvl7pPr marL="27432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7pPr>
                      <a:lvl8pPr marL="32004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8pPr>
                      <a:lvl9pPr marL="36576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0"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0</a:t>
                      </a:r>
                    </a:p>
                  </a:txBody>
                  <a:tcPr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solidFill>
                      <a:srgbClr val="00B0F0"/>
                    </a:solidFill>
                  </a:tcPr>
                </a:tc>
                <a:tc>
                  <a:txBody>
                    <a:bodyPr/>
                    <a:lstStyle>
                      <a:lvl1pPr marL="0" algn="l" defTabSz="914400" rtl="0" eaLnBrk="1" latinLnBrk="0" hangingPunct="1">
                        <a:spcBef>
                          <a:spcPct val="20000"/>
                        </a:spcBef>
                        <a:defRPr sz="2800" kern="1200">
                          <a:solidFill>
                            <a:schemeClr val="tx1"/>
                          </a:solidFill>
                          <a:latin typeface="Arial" pitchFamily="34" charset="0"/>
                          <a:ea typeface="宋体" pitchFamily="2" charset="-122"/>
                        </a:defRPr>
                      </a:lvl1pPr>
                      <a:lvl2pPr marL="457200" algn="l" defTabSz="914400" rtl="0" eaLnBrk="1" latinLnBrk="0" hangingPunct="1">
                        <a:spcBef>
                          <a:spcPct val="20000"/>
                        </a:spcBef>
                        <a:defRPr sz="2400" kern="1200">
                          <a:solidFill>
                            <a:schemeClr val="tx1"/>
                          </a:solidFill>
                          <a:latin typeface="Arial" pitchFamily="34" charset="0"/>
                          <a:ea typeface="宋体" pitchFamily="2" charset="-122"/>
                        </a:defRPr>
                      </a:lvl2pPr>
                      <a:lvl3pPr marL="914400" algn="l" defTabSz="914400" rtl="0" eaLnBrk="1" latinLnBrk="0" hangingPunct="1">
                        <a:spcBef>
                          <a:spcPct val="20000"/>
                        </a:spcBef>
                        <a:defRPr sz="2000" kern="1200">
                          <a:solidFill>
                            <a:schemeClr val="tx1"/>
                          </a:solidFill>
                          <a:latin typeface="Arial" pitchFamily="34" charset="0"/>
                          <a:ea typeface="宋体" pitchFamily="2" charset="-122"/>
                        </a:defRPr>
                      </a:lvl3pPr>
                      <a:lvl4pPr marL="1371600" algn="l" defTabSz="914400" rtl="0" eaLnBrk="1" latinLnBrk="0" hangingPunct="1">
                        <a:spcBef>
                          <a:spcPct val="20000"/>
                        </a:spcBef>
                        <a:defRPr sz="1800" kern="1200">
                          <a:solidFill>
                            <a:schemeClr val="tx1"/>
                          </a:solidFill>
                          <a:latin typeface="Arial" pitchFamily="34" charset="0"/>
                          <a:ea typeface="宋体" pitchFamily="2" charset="-122"/>
                        </a:defRPr>
                      </a:lvl4pPr>
                      <a:lvl5pPr marL="1828800" algn="l" defTabSz="914400" rtl="0" eaLnBrk="1" latinLnBrk="0" hangingPunct="1">
                        <a:spcBef>
                          <a:spcPct val="20000"/>
                        </a:spcBef>
                        <a:defRPr sz="1800" kern="1200">
                          <a:solidFill>
                            <a:schemeClr val="tx1"/>
                          </a:solidFill>
                          <a:latin typeface="Arial" pitchFamily="34" charset="0"/>
                          <a:ea typeface="宋体" pitchFamily="2" charset="-122"/>
                        </a:defRPr>
                      </a:lvl5pPr>
                      <a:lvl6pPr marL="22860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6pPr>
                      <a:lvl7pPr marL="27432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7pPr>
                      <a:lvl8pPr marL="32004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8pPr>
                      <a:lvl9pPr marL="36576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0"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0</a:t>
                      </a:r>
                    </a:p>
                  </a:txBody>
                  <a:tcPr horzOverflow="overflow">
                    <a:lnL w="12700" cap="flat" cmpd="sng" algn="ctr">
                      <a:solidFill>
                        <a:sysClr val="windowText" lastClr="000000"/>
                      </a:solidFill>
                      <a:prstDash val="solid"/>
                      <a:round/>
                      <a:headEnd type="none" w="med" len="med"/>
                      <a:tailEnd type="none" w="med" len="med"/>
                    </a:lnL>
                    <a:lnR w="28575"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a:noFill/>
                    </a:lnTlToBr>
                    <a:lnBlToTr>
                      <a:noFill/>
                    </a:lnBlToTr>
                    <a:solidFill>
                      <a:srgbClr val="00B0F0"/>
                    </a:solidFill>
                  </a:tcPr>
                </a:tc>
                <a:extLst>
                  <a:ext uri="{0D108BD9-81ED-4DB2-BD59-A6C34878D82A}">
                    <a16:rowId xmlns:a16="http://schemas.microsoft.com/office/drawing/2014/main" val="10004"/>
                  </a:ext>
                </a:extLst>
              </a:tr>
              <a:tr h="457118">
                <a:tc>
                  <a:txBody>
                    <a:bodyPr/>
                    <a:lstStyle>
                      <a:lvl1pPr marL="0" algn="l" defTabSz="914400" rtl="0" eaLnBrk="1" latinLnBrk="0" hangingPunct="1">
                        <a:spcBef>
                          <a:spcPct val="20000"/>
                        </a:spcBef>
                        <a:defRPr sz="2800" kern="1200">
                          <a:solidFill>
                            <a:schemeClr val="tx1"/>
                          </a:solidFill>
                          <a:latin typeface="Arial" pitchFamily="34" charset="0"/>
                          <a:ea typeface="宋体" pitchFamily="2" charset="-122"/>
                        </a:defRPr>
                      </a:lvl1pPr>
                      <a:lvl2pPr marL="457200" algn="l" defTabSz="914400" rtl="0" eaLnBrk="1" latinLnBrk="0" hangingPunct="1">
                        <a:spcBef>
                          <a:spcPct val="20000"/>
                        </a:spcBef>
                        <a:defRPr sz="2400" kern="1200">
                          <a:solidFill>
                            <a:schemeClr val="tx1"/>
                          </a:solidFill>
                          <a:latin typeface="Arial" pitchFamily="34" charset="0"/>
                          <a:ea typeface="宋体" pitchFamily="2" charset="-122"/>
                        </a:defRPr>
                      </a:lvl2pPr>
                      <a:lvl3pPr marL="914400" algn="l" defTabSz="914400" rtl="0" eaLnBrk="1" latinLnBrk="0" hangingPunct="1">
                        <a:spcBef>
                          <a:spcPct val="20000"/>
                        </a:spcBef>
                        <a:defRPr sz="2000" kern="1200">
                          <a:solidFill>
                            <a:schemeClr val="tx1"/>
                          </a:solidFill>
                          <a:latin typeface="Arial" pitchFamily="34" charset="0"/>
                          <a:ea typeface="宋体" pitchFamily="2" charset="-122"/>
                        </a:defRPr>
                      </a:lvl3pPr>
                      <a:lvl4pPr marL="1371600" algn="l" defTabSz="914400" rtl="0" eaLnBrk="1" latinLnBrk="0" hangingPunct="1">
                        <a:spcBef>
                          <a:spcPct val="20000"/>
                        </a:spcBef>
                        <a:defRPr sz="1800" kern="1200">
                          <a:solidFill>
                            <a:schemeClr val="tx1"/>
                          </a:solidFill>
                          <a:latin typeface="Arial" pitchFamily="34" charset="0"/>
                          <a:ea typeface="宋体" pitchFamily="2" charset="-122"/>
                        </a:defRPr>
                      </a:lvl4pPr>
                      <a:lvl5pPr marL="1828800" algn="l" defTabSz="914400" rtl="0" eaLnBrk="1" latinLnBrk="0" hangingPunct="1">
                        <a:spcBef>
                          <a:spcPct val="20000"/>
                        </a:spcBef>
                        <a:defRPr sz="1800" kern="1200">
                          <a:solidFill>
                            <a:schemeClr val="tx1"/>
                          </a:solidFill>
                          <a:latin typeface="Arial" pitchFamily="34" charset="0"/>
                          <a:ea typeface="宋体" pitchFamily="2" charset="-122"/>
                        </a:defRPr>
                      </a:lvl5pPr>
                      <a:lvl6pPr marL="22860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6pPr>
                      <a:lvl7pPr marL="27432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7pPr>
                      <a:lvl8pPr marL="32004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8pPr>
                      <a:lvl9pPr marL="36576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zh-CN" sz="2000" b="0" i="0" u="none" strike="noStrike" cap="none" normalizeH="0" baseline="0" dirty="0">
                        <a:ln>
                          <a:noFill/>
                        </a:ln>
                        <a:solidFill>
                          <a:schemeClr val="tx1"/>
                        </a:solidFill>
                        <a:effectLst/>
                        <a:latin typeface="Arial" pitchFamily="34" charset="0"/>
                        <a:ea typeface="宋体" pitchFamily="2" charset="-122"/>
                      </a:endParaRPr>
                    </a:p>
                  </a:txBody>
                  <a:tcPr horzOverflow="overflow">
                    <a:lnL w="28575"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28575" cap="flat" cmpd="sng" algn="ctr">
                      <a:solidFill>
                        <a:sysClr val="windowText" lastClr="000000"/>
                      </a:solidFill>
                      <a:prstDash val="solid"/>
                      <a:round/>
                      <a:headEnd type="none" w="med" len="med"/>
                      <a:tailEnd type="none" w="med" len="med"/>
                    </a:lnB>
                    <a:lnTlToBr>
                      <a:noFill/>
                    </a:lnTlToBr>
                    <a:lnBlToTr>
                      <a:noFill/>
                    </a:lnBlToTr>
                    <a:solidFill>
                      <a:srgbClr val="00B0F0"/>
                    </a:solidFill>
                  </a:tcPr>
                </a:tc>
                <a:tc>
                  <a:txBody>
                    <a:bodyPr/>
                    <a:lstStyle>
                      <a:lvl1pPr marL="0" algn="l" defTabSz="914400" rtl="0" eaLnBrk="1" latinLnBrk="0" hangingPunct="1">
                        <a:spcBef>
                          <a:spcPct val="20000"/>
                        </a:spcBef>
                        <a:defRPr sz="2800" kern="1200">
                          <a:solidFill>
                            <a:schemeClr val="tx1"/>
                          </a:solidFill>
                          <a:latin typeface="Arial" pitchFamily="34" charset="0"/>
                          <a:ea typeface="宋体" pitchFamily="2" charset="-122"/>
                        </a:defRPr>
                      </a:lvl1pPr>
                      <a:lvl2pPr marL="457200" algn="l" defTabSz="914400" rtl="0" eaLnBrk="1" latinLnBrk="0" hangingPunct="1">
                        <a:spcBef>
                          <a:spcPct val="20000"/>
                        </a:spcBef>
                        <a:defRPr sz="2400" kern="1200">
                          <a:solidFill>
                            <a:schemeClr val="tx1"/>
                          </a:solidFill>
                          <a:latin typeface="Arial" pitchFamily="34" charset="0"/>
                          <a:ea typeface="宋体" pitchFamily="2" charset="-122"/>
                        </a:defRPr>
                      </a:lvl2pPr>
                      <a:lvl3pPr marL="914400" algn="l" defTabSz="914400" rtl="0" eaLnBrk="1" latinLnBrk="0" hangingPunct="1">
                        <a:spcBef>
                          <a:spcPct val="20000"/>
                        </a:spcBef>
                        <a:defRPr sz="2000" kern="1200">
                          <a:solidFill>
                            <a:schemeClr val="tx1"/>
                          </a:solidFill>
                          <a:latin typeface="Arial" pitchFamily="34" charset="0"/>
                          <a:ea typeface="宋体" pitchFamily="2" charset="-122"/>
                        </a:defRPr>
                      </a:lvl3pPr>
                      <a:lvl4pPr marL="1371600" algn="l" defTabSz="914400" rtl="0" eaLnBrk="1" latinLnBrk="0" hangingPunct="1">
                        <a:spcBef>
                          <a:spcPct val="20000"/>
                        </a:spcBef>
                        <a:defRPr sz="1800" kern="1200">
                          <a:solidFill>
                            <a:schemeClr val="tx1"/>
                          </a:solidFill>
                          <a:latin typeface="Arial" pitchFamily="34" charset="0"/>
                          <a:ea typeface="宋体" pitchFamily="2" charset="-122"/>
                        </a:defRPr>
                      </a:lvl4pPr>
                      <a:lvl5pPr marL="1828800" algn="l" defTabSz="914400" rtl="0" eaLnBrk="1" latinLnBrk="0" hangingPunct="1">
                        <a:spcBef>
                          <a:spcPct val="20000"/>
                        </a:spcBef>
                        <a:defRPr sz="1800" kern="1200">
                          <a:solidFill>
                            <a:schemeClr val="tx1"/>
                          </a:solidFill>
                          <a:latin typeface="Arial" pitchFamily="34" charset="0"/>
                          <a:ea typeface="宋体" pitchFamily="2" charset="-122"/>
                        </a:defRPr>
                      </a:lvl5pPr>
                      <a:lvl6pPr marL="22860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6pPr>
                      <a:lvl7pPr marL="27432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7pPr>
                      <a:lvl8pPr marL="32004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8pPr>
                      <a:lvl9pPr marL="36576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0"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0~ </a:t>
                      </a:r>
                      <a:r>
                        <a:rPr kumimoji="0" lang="en-US" altLang="zh-CN" sz="20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π</a:t>
                      </a:r>
                    </a:p>
                  </a:txBody>
                  <a:tcPr horzOverflow="overflow">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28575" cap="flat" cmpd="sng" algn="ctr">
                      <a:solidFill>
                        <a:sysClr val="windowText" lastClr="000000"/>
                      </a:solidFill>
                      <a:prstDash val="solid"/>
                      <a:round/>
                      <a:headEnd type="none" w="med" len="med"/>
                      <a:tailEnd type="none" w="med" len="med"/>
                    </a:lnB>
                    <a:lnTlToBr>
                      <a:noFill/>
                    </a:lnTlToBr>
                    <a:lnBlToTr>
                      <a:noFill/>
                    </a:lnBlToTr>
                    <a:solidFill>
                      <a:srgbClr val="00B0F0"/>
                    </a:solidFill>
                  </a:tcPr>
                </a:tc>
                <a:tc>
                  <a:txBody>
                    <a:bodyPr/>
                    <a:lstStyle>
                      <a:lvl1pPr marL="0" algn="l" defTabSz="914400" rtl="0" eaLnBrk="1" latinLnBrk="0" hangingPunct="1">
                        <a:spcBef>
                          <a:spcPct val="20000"/>
                        </a:spcBef>
                        <a:defRPr sz="2800" kern="1200">
                          <a:solidFill>
                            <a:schemeClr val="tx1"/>
                          </a:solidFill>
                          <a:latin typeface="Arial" pitchFamily="34" charset="0"/>
                          <a:ea typeface="宋体" pitchFamily="2" charset="-122"/>
                        </a:defRPr>
                      </a:lvl1pPr>
                      <a:lvl2pPr marL="457200" algn="l" defTabSz="914400" rtl="0" eaLnBrk="1" latinLnBrk="0" hangingPunct="1">
                        <a:spcBef>
                          <a:spcPct val="20000"/>
                        </a:spcBef>
                        <a:defRPr sz="2400" kern="1200">
                          <a:solidFill>
                            <a:schemeClr val="tx1"/>
                          </a:solidFill>
                          <a:latin typeface="Arial" pitchFamily="34" charset="0"/>
                          <a:ea typeface="宋体" pitchFamily="2" charset="-122"/>
                        </a:defRPr>
                      </a:lvl2pPr>
                      <a:lvl3pPr marL="914400" algn="l" defTabSz="914400" rtl="0" eaLnBrk="1" latinLnBrk="0" hangingPunct="1">
                        <a:spcBef>
                          <a:spcPct val="20000"/>
                        </a:spcBef>
                        <a:defRPr sz="2000" kern="1200">
                          <a:solidFill>
                            <a:schemeClr val="tx1"/>
                          </a:solidFill>
                          <a:latin typeface="Arial" pitchFamily="34" charset="0"/>
                          <a:ea typeface="宋体" pitchFamily="2" charset="-122"/>
                        </a:defRPr>
                      </a:lvl3pPr>
                      <a:lvl4pPr marL="1371600" algn="l" defTabSz="914400" rtl="0" eaLnBrk="1" latinLnBrk="0" hangingPunct="1">
                        <a:spcBef>
                          <a:spcPct val="20000"/>
                        </a:spcBef>
                        <a:defRPr sz="1800" kern="1200">
                          <a:solidFill>
                            <a:schemeClr val="tx1"/>
                          </a:solidFill>
                          <a:latin typeface="Arial" pitchFamily="34" charset="0"/>
                          <a:ea typeface="宋体" pitchFamily="2" charset="-122"/>
                        </a:defRPr>
                      </a:lvl4pPr>
                      <a:lvl5pPr marL="1828800" algn="l" defTabSz="914400" rtl="0" eaLnBrk="1" latinLnBrk="0" hangingPunct="1">
                        <a:spcBef>
                          <a:spcPct val="20000"/>
                        </a:spcBef>
                        <a:defRPr sz="1800" kern="1200">
                          <a:solidFill>
                            <a:schemeClr val="tx1"/>
                          </a:solidFill>
                          <a:latin typeface="Arial" pitchFamily="34" charset="0"/>
                          <a:ea typeface="宋体" pitchFamily="2" charset="-122"/>
                        </a:defRPr>
                      </a:lvl5pPr>
                      <a:lvl6pPr marL="22860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6pPr>
                      <a:lvl7pPr marL="27432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7pPr>
                      <a:lvl8pPr marL="32004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8pPr>
                      <a:lvl9pPr marL="3657600" algn="l" defTabSz="914400" rtl="0" eaLnBrk="1" fontAlgn="base" latinLnBrk="0" hangingPunct="1">
                        <a:spcBef>
                          <a:spcPct val="20000"/>
                        </a:spcBef>
                        <a:spcAft>
                          <a:spcPct val="0"/>
                        </a:spcAft>
                        <a:defRPr sz="1800" kern="1200">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0"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0~ </a:t>
                      </a:r>
                      <a:r>
                        <a:rPr kumimoji="0" lang="en-US" altLang="zh-CN" sz="20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π</a:t>
                      </a:r>
                    </a:p>
                  </a:txBody>
                  <a:tcPr horzOverflow="overflow">
                    <a:lnL w="12700" cap="flat" cmpd="sng" algn="ctr">
                      <a:solidFill>
                        <a:sysClr val="windowText" lastClr="000000"/>
                      </a:solidFill>
                      <a:prstDash val="solid"/>
                      <a:round/>
                      <a:headEnd type="none" w="med" len="med"/>
                      <a:tailEnd type="none" w="med" len="med"/>
                    </a:lnL>
                    <a:lnR w="28575"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28575" cap="flat" cmpd="sng" algn="ctr">
                      <a:solidFill>
                        <a:sysClr val="windowText" lastClr="000000"/>
                      </a:solidFill>
                      <a:prstDash val="solid"/>
                      <a:round/>
                      <a:headEnd type="none" w="med" len="med"/>
                      <a:tailEnd type="none" w="med" len="med"/>
                    </a:lnB>
                    <a:lnTlToBr>
                      <a:noFill/>
                    </a:lnTlToBr>
                    <a:lnBlToTr>
                      <a:noFill/>
                    </a:lnBlToTr>
                    <a:solidFill>
                      <a:srgbClr val="00B0F0"/>
                    </a:solidFill>
                  </a:tcPr>
                </a:tc>
                <a:extLst>
                  <a:ext uri="{0D108BD9-81ED-4DB2-BD59-A6C34878D82A}">
                    <a16:rowId xmlns:a16="http://schemas.microsoft.com/office/drawing/2014/main" val="10005"/>
                  </a:ext>
                </a:extLst>
              </a:tr>
            </a:tbl>
          </a:graphicData>
        </a:graphic>
      </p:graphicFrame>
      <p:graphicFrame>
        <p:nvGraphicFramePr>
          <p:cNvPr id="7" name="对象 6">
            <a:extLst>
              <a:ext uri="{FF2B5EF4-FFF2-40B4-BE49-F238E27FC236}">
                <a16:creationId xmlns:a16="http://schemas.microsoft.com/office/drawing/2014/main" id="{49980752-5918-42E3-8336-B8F98F2C3657}"/>
              </a:ext>
            </a:extLst>
          </p:cNvPr>
          <p:cNvGraphicFramePr>
            <a:graphicFrameLocks noChangeAspect="1"/>
          </p:cNvGraphicFramePr>
          <p:nvPr>
            <p:extLst>
              <p:ext uri="{D42A27DB-BD31-4B8C-83A1-F6EECF244321}">
                <p14:modId xmlns:p14="http://schemas.microsoft.com/office/powerpoint/2010/main" val="174900189"/>
              </p:ext>
            </p:extLst>
          </p:nvPr>
        </p:nvGraphicFramePr>
        <p:xfrm>
          <a:off x="973903" y="1818377"/>
          <a:ext cx="1540983" cy="437798"/>
        </p:xfrm>
        <a:graphic>
          <a:graphicData uri="http://schemas.openxmlformats.org/presentationml/2006/ole">
            <mc:AlternateContent xmlns:mc="http://schemas.openxmlformats.org/markup-compatibility/2006">
              <mc:Choice xmlns:v="urn:schemas-microsoft-com:vml" Requires="v">
                <p:oleObj spid="_x0000_s24089" name="Equation" r:id="rId10" imgW="837836" imgH="215806" progId="Equation.3">
                  <p:embed/>
                </p:oleObj>
              </mc:Choice>
              <mc:Fallback>
                <p:oleObj name="Equation" r:id="rId10" imgW="837836" imgH="215806" progId="Equation.3">
                  <p:embed/>
                  <p:pic>
                    <p:nvPicPr>
                      <p:cNvPr id="3" name="对象 2"/>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973903" y="1818377"/>
                        <a:ext cx="1540983" cy="437798"/>
                      </a:xfrm>
                      <a:prstGeom prst="rect">
                        <a:avLst/>
                      </a:prstGeom>
                      <a:noFill/>
                      <a:ln>
                        <a:noFill/>
                      </a:ln>
                    </p:spPr>
                  </p:pic>
                </p:oleObj>
              </mc:Fallback>
            </mc:AlternateContent>
          </a:graphicData>
        </a:graphic>
      </p:graphicFrame>
      <p:graphicFrame>
        <p:nvGraphicFramePr>
          <p:cNvPr id="8" name="对象 7">
            <a:extLst>
              <a:ext uri="{FF2B5EF4-FFF2-40B4-BE49-F238E27FC236}">
                <a16:creationId xmlns:a16="http://schemas.microsoft.com/office/drawing/2014/main" id="{5C52BFA2-6DB7-4F57-AC30-430CC16A3F18}"/>
              </a:ext>
            </a:extLst>
          </p:cNvPr>
          <p:cNvGraphicFramePr>
            <a:graphicFrameLocks noChangeAspect="1"/>
          </p:cNvGraphicFramePr>
          <p:nvPr>
            <p:extLst>
              <p:ext uri="{D42A27DB-BD31-4B8C-83A1-F6EECF244321}">
                <p14:modId xmlns:p14="http://schemas.microsoft.com/office/powerpoint/2010/main" val="709942010"/>
              </p:ext>
            </p:extLst>
          </p:nvPr>
        </p:nvGraphicFramePr>
        <p:xfrm>
          <a:off x="957651" y="2266646"/>
          <a:ext cx="1585005" cy="450305"/>
        </p:xfrm>
        <a:graphic>
          <a:graphicData uri="http://schemas.openxmlformats.org/presentationml/2006/ole">
            <mc:AlternateContent xmlns:mc="http://schemas.openxmlformats.org/markup-compatibility/2006">
              <mc:Choice xmlns:v="urn:schemas-microsoft-com:vml" Requires="v">
                <p:oleObj spid="_x0000_s24090" name="Equation" r:id="rId12" imgW="837836" imgH="215806" progId="Equation.3">
                  <p:embed/>
                </p:oleObj>
              </mc:Choice>
              <mc:Fallback>
                <p:oleObj name="Equation" r:id="rId12" imgW="837836" imgH="215806" progId="Equation.3">
                  <p:embed/>
                  <p:pic>
                    <p:nvPicPr>
                      <p:cNvPr id="6" name="对象 5"/>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957651" y="2266646"/>
                        <a:ext cx="1585005" cy="450305"/>
                      </a:xfrm>
                      <a:prstGeom prst="rect">
                        <a:avLst/>
                      </a:prstGeom>
                      <a:noFill/>
                      <a:ln>
                        <a:noFill/>
                      </a:ln>
                    </p:spPr>
                  </p:pic>
                </p:oleObj>
              </mc:Fallback>
            </mc:AlternateContent>
          </a:graphicData>
        </a:graphic>
      </p:graphicFrame>
      <p:graphicFrame>
        <p:nvGraphicFramePr>
          <p:cNvPr id="9" name="对象 8">
            <a:extLst>
              <a:ext uri="{FF2B5EF4-FFF2-40B4-BE49-F238E27FC236}">
                <a16:creationId xmlns:a16="http://schemas.microsoft.com/office/drawing/2014/main" id="{903239F4-14FF-4B25-84BA-1AFCE76939C6}"/>
              </a:ext>
            </a:extLst>
          </p:cNvPr>
          <p:cNvGraphicFramePr>
            <a:graphicFrameLocks noChangeAspect="1"/>
          </p:cNvGraphicFramePr>
          <p:nvPr>
            <p:extLst>
              <p:ext uri="{D42A27DB-BD31-4B8C-83A1-F6EECF244321}">
                <p14:modId xmlns:p14="http://schemas.microsoft.com/office/powerpoint/2010/main" val="3280533469"/>
              </p:ext>
            </p:extLst>
          </p:nvPr>
        </p:nvGraphicFramePr>
        <p:xfrm>
          <a:off x="927312" y="2716951"/>
          <a:ext cx="1540983" cy="437798"/>
        </p:xfrm>
        <a:graphic>
          <a:graphicData uri="http://schemas.openxmlformats.org/presentationml/2006/ole">
            <mc:AlternateContent xmlns:mc="http://schemas.openxmlformats.org/markup-compatibility/2006">
              <mc:Choice xmlns:v="urn:schemas-microsoft-com:vml" Requires="v">
                <p:oleObj spid="_x0000_s24091" name="Equation" r:id="rId14" imgW="837836" imgH="215806" progId="Equation.DSMT4">
                  <p:embed/>
                </p:oleObj>
              </mc:Choice>
              <mc:Fallback>
                <p:oleObj name="Equation" r:id="rId14" imgW="837836" imgH="215806" progId="Equation.DSMT4">
                  <p:embed/>
                  <p:pic>
                    <p:nvPicPr>
                      <p:cNvPr id="7" name="对象 6"/>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927312" y="2716951"/>
                        <a:ext cx="1540983" cy="437798"/>
                      </a:xfrm>
                      <a:prstGeom prst="rect">
                        <a:avLst/>
                      </a:prstGeom>
                      <a:noFill/>
                      <a:ln>
                        <a:noFill/>
                      </a:ln>
                    </p:spPr>
                  </p:pic>
                </p:oleObj>
              </mc:Fallback>
            </mc:AlternateContent>
          </a:graphicData>
        </a:graphic>
      </p:graphicFrame>
      <p:graphicFrame>
        <p:nvGraphicFramePr>
          <p:cNvPr id="10" name="对象 9">
            <a:extLst>
              <a:ext uri="{FF2B5EF4-FFF2-40B4-BE49-F238E27FC236}">
                <a16:creationId xmlns:a16="http://schemas.microsoft.com/office/drawing/2014/main" id="{2F24E445-D8FF-42F1-94D9-2E9259D3310C}"/>
              </a:ext>
            </a:extLst>
          </p:cNvPr>
          <p:cNvGraphicFramePr>
            <a:graphicFrameLocks noChangeAspect="1"/>
          </p:cNvGraphicFramePr>
          <p:nvPr>
            <p:extLst>
              <p:ext uri="{D42A27DB-BD31-4B8C-83A1-F6EECF244321}">
                <p14:modId xmlns:p14="http://schemas.microsoft.com/office/powerpoint/2010/main" val="4164768801"/>
              </p:ext>
            </p:extLst>
          </p:nvPr>
        </p:nvGraphicFramePr>
        <p:xfrm>
          <a:off x="971600" y="3168797"/>
          <a:ext cx="1512168" cy="452460"/>
        </p:xfrm>
        <a:graphic>
          <a:graphicData uri="http://schemas.openxmlformats.org/presentationml/2006/ole">
            <mc:AlternateContent xmlns:mc="http://schemas.openxmlformats.org/markup-compatibility/2006">
              <mc:Choice xmlns:v="urn:schemas-microsoft-com:vml" Requires="v">
                <p:oleObj spid="_x0000_s24092" name="Equation" r:id="rId16" imgW="1104840" imgH="228600" progId="Equation.DSMT4">
                  <p:embed/>
                </p:oleObj>
              </mc:Choice>
              <mc:Fallback>
                <p:oleObj name="Equation" r:id="rId16" imgW="1104840" imgH="228600" progId="Equation.DSMT4">
                  <p:embed/>
                  <p:pic>
                    <p:nvPicPr>
                      <p:cNvPr id="8" name="对象 7"/>
                      <p:cNvPicPr>
                        <a:picLocks noChangeAspect="1" noChangeArrowheads="1"/>
                      </p:cNvPicPr>
                      <p:nvPr/>
                    </p:nvPicPr>
                    <p:blipFill>
                      <a:blip r:embed="rId17"/>
                      <a:srcRect/>
                      <a:stretch>
                        <a:fillRect/>
                      </a:stretch>
                    </p:blipFill>
                    <p:spPr bwMode="auto">
                      <a:xfrm>
                        <a:off x="971600" y="3168797"/>
                        <a:ext cx="1512168" cy="452460"/>
                      </a:xfrm>
                      <a:prstGeom prst="rect">
                        <a:avLst/>
                      </a:prstGeom>
                      <a:noFill/>
                      <a:ln>
                        <a:noFill/>
                      </a:ln>
                    </p:spPr>
                  </p:pic>
                </p:oleObj>
              </mc:Fallback>
            </mc:AlternateContent>
          </a:graphicData>
        </a:graphic>
      </p:graphicFrame>
      <p:graphicFrame>
        <p:nvGraphicFramePr>
          <p:cNvPr id="11" name="对象 10">
            <a:extLst>
              <a:ext uri="{FF2B5EF4-FFF2-40B4-BE49-F238E27FC236}">
                <a16:creationId xmlns:a16="http://schemas.microsoft.com/office/drawing/2014/main" id="{823B3B7F-0DDB-42D3-8AD8-D0409640AB38}"/>
              </a:ext>
            </a:extLst>
          </p:cNvPr>
          <p:cNvGraphicFramePr>
            <a:graphicFrameLocks noChangeAspect="1"/>
          </p:cNvGraphicFramePr>
          <p:nvPr>
            <p:extLst>
              <p:ext uri="{D42A27DB-BD31-4B8C-83A1-F6EECF244321}">
                <p14:modId xmlns:p14="http://schemas.microsoft.com/office/powerpoint/2010/main" val="3429591296"/>
              </p:ext>
            </p:extLst>
          </p:nvPr>
        </p:nvGraphicFramePr>
        <p:xfrm>
          <a:off x="1043608" y="3689406"/>
          <a:ext cx="1187450" cy="461962"/>
        </p:xfrm>
        <a:graphic>
          <a:graphicData uri="http://schemas.openxmlformats.org/presentationml/2006/ole">
            <mc:AlternateContent xmlns:mc="http://schemas.openxmlformats.org/markup-compatibility/2006">
              <mc:Choice xmlns:v="urn:schemas-microsoft-com:vml" Requires="v">
                <p:oleObj spid="_x0000_s24093" name="Equation" r:id="rId18" imgW="850680" imgH="228600" progId="Equation.DSMT4">
                  <p:embed/>
                </p:oleObj>
              </mc:Choice>
              <mc:Fallback>
                <p:oleObj name="Equation" r:id="rId18" imgW="850680" imgH="228600" progId="Equation.DSMT4">
                  <p:embed/>
                  <p:pic>
                    <p:nvPicPr>
                      <p:cNvPr id="9" name="对象 8"/>
                      <p:cNvPicPr>
                        <a:picLocks noChangeAspect="1" noChangeArrowheads="1"/>
                      </p:cNvPicPr>
                      <p:nvPr/>
                    </p:nvPicPr>
                    <p:blipFill>
                      <a:blip r:embed="rId19"/>
                      <a:srcRect/>
                      <a:stretch>
                        <a:fillRect/>
                      </a:stretch>
                    </p:blipFill>
                    <p:spPr bwMode="auto">
                      <a:xfrm>
                        <a:off x="1043608" y="3689406"/>
                        <a:ext cx="1187450" cy="461962"/>
                      </a:xfrm>
                      <a:prstGeom prst="rect">
                        <a:avLst/>
                      </a:prstGeom>
                      <a:noFill/>
                      <a:ln>
                        <a:noFill/>
                      </a:ln>
                    </p:spPr>
                  </p:pic>
                </p:oleObj>
              </mc:Fallback>
            </mc:AlternateContent>
          </a:graphicData>
        </a:graphic>
      </p:graphicFrame>
      <p:graphicFrame>
        <p:nvGraphicFramePr>
          <p:cNvPr id="12" name="对象 11">
            <a:extLst>
              <a:ext uri="{FF2B5EF4-FFF2-40B4-BE49-F238E27FC236}">
                <a16:creationId xmlns:a16="http://schemas.microsoft.com/office/drawing/2014/main" id="{7E4464D3-A495-49A5-AFC2-94527BBA403A}"/>
              </a:ext>
            </a:extLst>
          </p:cNvPr>
          <p:cNvGraphicFramePr>
            <a:graphicFrameLocks noChangeAspect="1"/>
          </p:cNvGraphicFramePr>
          <p:nvPr>
            <p:extLst>
              <p:ext uri="{D42A27DB-BD31-4B8C-83A1-F6EECF244321}">
                <p14:modId xmlns:p14="http://schemas.microsoft.com/office/powerpoint/2010/main" val="589738148"/>
              </p:ext>
            </p:extLst>
          </p:nvPr>
        </p:nvGraphicFramePr>
        <p:xfrm>
          <a:off x="3211513" y="1397263"/>
          <a:ext cx="373062" cy="427038"/>
        </p:xfrm>
        <a:graphic>
          <a:graphicData uri="http://schemas.openxmlformats.org/presentationml/2006/ole">
            <mc:AlternateContent xmlns:mc="http://schemas.openxmlformats.org/markup-compatibility/2006">
              <mc:Choice xmlns:v="urn:schemas-microsoft-com:vml" Requires="v">
                <p:oleObj spid="_x0000_s24094" name="Equation" r:id="rId20" imgW="203040" imgH="228600" progId="Equation.DSMT4">
                  <p:embed/>
                </p:oleObj>
              </mc:Choice>
              <mc:Fallback>
                <p:oleObj name="Equation" r:id="rId20" imgW="203040" imgH="228600" progId="Equation.DSMT4">
                  <p:embed/>
                  <p:pic>
                    <p:nvPicPr>
                      <p:cNvPr id="10" name="对象 9"/>
                      <p:cNvPicPr>
                        <a:picLocks noChangeAspect="1" noChangeArrowheads="1"/>
                      </p:cNvPicPr>
                      <p:nvPr/>
                    </p:nvPicPr>
                    <p:blipFill>
                      <a:blip r:embed="rId21"/>
                      <a:srcRect/>
                      <a:stretch>
                        <a:fillRect/>
                      </a:stretch>
                    </p:blipFill>
                    <p:spPr bwMode="auto">
                      <a:xfrm>
                        <a:off x="3211513" y="1397263"/>
                        <a:ext cx="373062" cy="427038"/>
                      </a:xfrm>
                      <a:prstGeom prst="rect">
                        <a:avLst/>
                      </a:prstGeom>
                      <a:noFill/>
                      <a:ln>
                        <a:noFill/>
                      </a:ln>
                    </p:spPr>
                  </p:pic>
                </p:oleObj>
              </mc:Fallback>
            </mc:AlternateContent>
          </a:graphicData>
        </a:graphic>
      </p:graphicFrame>
      <p:sp>
        <p:nvSpPr>
          <p:cNvPr id="13" name="Rectangle 66">
            <a:extLst>
              <a:ext uri="{FF2B5EF4-FFF2-40B4-BE49-F238E27FC236}">
                <a16:creationId xmlns:a16="http://schemas.microsoft.com/office/drawing/2014/main" id="{BCF0DAF6-283B-47E6-AF70-FCC69ABE569B}"/>
              </a:ext>
            </a:extLst>
          </p:cNvPr>
          <p:cNvSpPr>
            <a:spLocks noChangeArrowheads="1"/>
          </p:cNvSpPr>
          <p:nvPr/>
        </p:nvSpPr>
        <p:spPr bwMode="auto">
          <a:xfrm>
            <a:off x="6522614" y="1376726"/>
            <a:ext cx="1721794" cy="1368425"/>
          </a:xfrm>
          <a:prstGeom prst="rect">
            <a:avLst/>
          </a:prstGeom>
          <a:solidFill>
            <a:srgbClr val="FFFF00"/>
          </a:solidFill>
          <a:ln w="9525">
            <a:solidFill>
              <a:sysClr val="windowText" lastClr="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4" name="Line 50">
            <a:extLst>
              <a:ext uri="{FF2B5EF4-FFF2-40B4-BE49-F238E27FC236}">
                <a16:creationId xmlns:a16="http://schemas.microsoft.com/office/drawing/2014/main" id="{8901EE7B-4008-416B-B540-F85259E481B6}"/>
              </a:ext>
            </a:extLst>
          </p:cNvPr>
          <p:cNvSpPr>
            <a:spLocks noChangeShapeType="1"/>
          </p:cNvSpPr>
          <p:nvPr/>
        </p:nvSpPr>
        <p:spPr bwMode="auto">
          <a:xfrm>
            <a:off x="6711426" y="2024426"/>
            <a:ext cx="1439863" cy="0"/>
          </a:xfrm>
          <a:prstGeom prst="line">
            <a:avLst/>
          </a:prstGeom>
          <a:noFill/>
          <a:ln w="9525">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5" name="Line 51">
            <a:extLst>
              <a:ext uri="{FF2B5EF4-FFF2-40B4-BE49-F238E27FC236}">
                <a16:creationId xmlns:a16="http://schemas.microsoft.com/office/drawing/2014/main" id="{48ACC48E-6E36-4940-8A2F-9472392E7A77}"/>
              </a:ext>
            </a:extLst>
          </p:cNvPr>
          <p:cNvSpPr>
            <a:spLocks noChangeShapeType="1"/>
          </p:cNvSpPr>
          <p:nvPr/>
        </p:nvSpPr>
        <p:spPr bwMode="auto">
          <a:xfrm>
            <a:off x="7359126" y="1374589"/>
            <a:ext cx="0" cy="1368000"/>
          </a:xfrm>
          <a:prstGeom prst="line">
            <a:avLst/>
          </a:prstGeom>
          <a:noFill/>
          <a:ln w="9525">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6" name="Line 52">
            <a:extLst>
              <a:ext uri="{FF2B5EF4-FFF2-40B4-BE49-F238E27FC236}">
                <a16:creationId xmlns:a16="http://schemas.microsoft.com/office/drawing/2014/main" id="{D805E523-695D-43AD-BC79-C52BB786F589}"/>
              </a:ext>
            </a:extLst>
          </p:cNvPr>
          <p:cNvSpPr>
            <a:spLocks noChangeShapeType="1"/>
          </p:cNvSpPr>
          <p:nvPr/>
        </p:nvSpPr>
        <p:spPr bwMode="auto">
          <a:xfrm>
            <a:off x="6639989" y="1519601"/>
            <a:ext cx="719137" cy="504825"/>
          </a:xfrm>
          <a:prstGeom prst="line">
            <a:avLst/>
          </a:prstGeom>
          <a:noFill/>
          <a:ln w="9525">
            <a:solidFill>
              <a:sysClr val="windowText" lastClr="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7" name="Line 53">
            <a:extLst>
              <a:ext uri="{FF2B5EF4-FFF2-40B4-BE49-F238E27FC236}">
                <a16:creationId xmlns:a16="http://schemas.microsoft.com/office/drawing/2014/main" id="{66406879-FFCE-43D2-8E09-20C2BBA2ADB1}"/>
              </a:ext>
            </a:extLst>
          </p:cNvPr>
          <p:cNvSpPr>
            <a:spLocks noChangeShapeType="1"/>
          </p:cNvSpPr>
          <p:nvPr/>
        </p:nvSpPr>
        <p:spPr bwMode="auto">
          <a:xfrm>
            <a:off x="7359126" y="2024426"/>
            <a:ext cx="360363" cy="647700"/>
          </a:xfrm>
          <a:prstGeom prst="line">
            <a:avLst/>
          </a:prstGeom>
          <a:noFill/>
          <a:ln w="9525">
            <a:solidFill>
              <a:sysClr val="windowText" lastClr="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8" name="Line 54">
            <a:extLst>
              <a:ext uri="{FF2B5EF4-FFF2-40B4-BE49-F238E27FC236}">
                <a16:creationId xmlns:a16="http://schemas.microsoft.com/office/drawing/2014/main" id="{CC7FF5EF-FF71-4E74-B47D-BA9B43D74102}"/>
              </a:ext>
            </a:extLst>
          </p:cNvPr>
          <p:cNvSpPr>
            <a:spLocks noChangeShapeType="1"/>
          </p:cNvSpPr>
          <p:nvPr/>
        </p:nvSpPr>
        <p:spPr bwMode="auto">
          <a:xfrm rot="10800000" flipH="1">
            <a:off x="7359126" y="1519601"/>
            <a:ext cx="719138" cy="504825"/>
          </a:xfrm>
          <a:prstGeom prst="line">
            <a:avLst/>
          </a:prstGeom>
          <a:noFill/>
          <a:ln w="9525">
            <a:solidFill>
              <a:sysClr val="windowText" lastClr="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graphicFrame>
        <p:nvGraphicFramePr>
          <p:cNvPr id="19" name="Object 60">
            <a:extLst>
              <a:ext uri="{FF2B5EF4-FFF2-40B4-BE49-F238E27FC236}">
                <a16:creationId xmlns:a16="http://schemas.microsoft.com/office/drawing/2014/main" id="{FC4CE7DF-1D68-427D-9B5E-6CC939A95458}"/>
              </a:ext>
            </a:extLst>
          </p:cNvPr>
          <p:cNvGraphicFramePr>
            <a:graphicFrameLocks noChangeAspect="1"/>
          </p:cNvGraphicFramePr>
          <p:nvPr>
            <p:extLst>
              <p:ext uri="{D42A27DB-BD31-4B8C-83A1-F6EECF244321}">
                <p14:modId xmlns:p14="http://schemas.microsoft.com/office/powerpoint/2010/main" val="3861130582"/>
              </p:ext>
            </p:extLst>
          </p:nvPr>
        </p:nvGraphicFramePr>
        <p:xfrm>
          <a:off x="7071790" y="1489154"/>
          <a:ext cx="251616" cy="501935"/>
        </p:xfrm>
        <a:graphic>
          <a:graphicData uri="http://schemas.openxmlformats.org/presentationml/2006/ole">
            <mc:AlternateContent xmlns:mc="http://schemas.openxmlformats.org/markup-compatibility/2006">
              <mc:Choice xmlns:v="urn:schemas-microsoft-com:vml" Requires="v">
                <p:oleObj spid="_x0000_s24095" name="Equation" r:id="rId22" imgW="114250" imgH="228501" progId="Equation.DSMT4">
                  <p:embed/>
                </p:oleObj>
              </mc:Choice>
              <mc:Fallback>
                <p:oleObj name="Equation" r:id="rId22" imgW="114250" imgH="228501" progId="Equation.DSMT4">
                  <p:embed/>
                  <p:pic>
                    <p:nvPicPr>
                      <p:cNvPr id="35" name="Object 60"/>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7071790" y="1489154"/>
                        <a:ext cx="251616" cy="501935"/>
                      </a:xfrm>
                      <a:prstGeom prst="rect">
                        <a:avLst/>
                      </a:prstGeom>
                      <a:noFill/>
                      <a:ln>
                        <a:noFill/>
                      </a:ln>
                      <a:effectLst/>
                    </p:spPr>
                  </p:pic>
                </p:oleObj>
              </mc:Fallback>
            </mc:AlternateContent>
          </a:graphicData>
        </a:graphic>
      </p:graphicFrame>
      <p:graphicFrame>
        <p:nvGraphicFramePr>
          <p:cNvPr id="20" name="Object 62">
            <a:extLst>
              <a:ext uri="{FF2B5EF4-FFF2-40B4-BE49-F238E27FC236}">
                <a16:creationId xmlns:a16="http://schemas.microsoft.com/office/drawing/2014/main" id="{4BAA4FC3-A5BB-4AC1-B683-28592CB38754}"/>
              </a:ext>
            </a:extLst>
          </p:cNvPr>
          <p:cNvGraphicFramePr>
            <a:graphicFrameLocks noChangeAspect="1"/>
          </p:cNvGraphicFramePr>
          <p:nvPr>
            <p:extLst>
              <p:ext uri="{D42A27DB-BD31-4B8C-83A1-F6EECF244321}">
                <p14:modId xmlns:p14="http://schemas.microsoft.com/office/powerpoint/2010/main" val="1606924831"/>
              </p:ext>
            </p:extLst>
          </p:nvPr>
        </p:nvGraphicFramePr>
        <p:xfrm>
          <a:off x="7322614" y="2168889"/>
          <a:ext cx="285510" cy="511537"/>
        </p:xfrm>
        <a:graphic>
          <a:graphicData uri="http://schemas.openxmlformats.org/presentationml/2006/ole">
            <mc:AlternateContent xmlns:mc="http://schemas.openxmlformats.org/markup-compatibility/2006">
              <mc:Choice xmlns:v="urn:schemas-microsoft-com:vml" Requires="v">
                <p:oleObj spid="_x0000_s24096" name="Equation" r:id="rId24" imgW="126890" imgH="228402" progId="Equation.DSMT4">
                  <p:embed/>
                </p:oleObj>
              </mc:Choice>
              <mc:Fallback>
                <p:oleObj name="Equation" r:id="rId24" imgW="126890" imgH="228402" progId="Equation.DSMT4">
                  <p:embed/>
                  <p:pic>
                    <p:nvPicPr>
                      <p:cNvPr id="36" name="Object 62"/>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7322614" y="2168889"/>
                        <a:ext cx="285510" cy="511537"/>
                      </a:xfrm>
                      <a:prstGeom prst="rect">
                        <a:avLst/>
                      </a:prstGeom>
                      <a:noFill/>
                      <a:ln>
                        <a:noFill/>
                      </a:ln>
                      <a:effectLst/>
                    </p:spPr>
                  </p:pic>
                </p:oleObj>
              </mc:Fallback>
            </mc:AlternateContent>
          </a:graphicData>
        </a:graphic>
      </p:graphicFrame>
      <p:sp>
        <p:nvSpPr>
          <p:cNvPr id="21" name="Rectangle 67">
            <a:extLst>
              <a:ext uri="{FF2B5EF4-FFF2-40B4-BE49-F238E27FC236}">
                <a16:creationId xmlns:a16="http://schemas.microsoft.com/office/drawing/2014/main" id="{A346818E-F015-4129-98B0-2DF4B4E6476B}"/>
              </a:ext>
            </a:extLst>
          </p:cNvPr>
          <p:cNvSpPr>
            <a:spLocks noChangeArrowheads="1"/>
          </p:cNvSpPr>
          <p:nvPr/>
        </p:nvSpPr>
        <p:spPr bwMode="auto">
          <a:xfrm>
            <a:off x="6522614" y="2855706"/>
            <a:ext cx="1721139" cy="1299443"/>
          </a:xfrm>
          <a:prstGeom prst="rect">
            <a:avLst/>
          </a:prstGeom>
          <a:solidFill>
            <a:srgbClr val="00B0F0"/>
          </a:solidFill>
          <a:ln w="9525">
            <a:solidFill>
              <a:sysClr val="windowText" lastClr="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22" name="Line 55">
            <a:extLst>
              <a:ext uri="{FF2B5EF4-FFF2-40B4-BE49-F238E27FC236}">
                <a16:creationId xmlns:a16="http://schemas.microsoft.com/office/drawing/2014/main" id="{252848E4-B323-4023-A732-3AB75A255DA7}"/>
              </a:ext>
            </a:extLst>
          </p:cNvPr>
          <p:cNvSpPr>
            <a:spLocks noChangeShapeType="1"/>
          </p:cNvSpPr>
          <p:nvPr/>
        </p:nvSpPr>
        <p:spPr bwMode="auto">
          <a:xfrm>
            <a:off x="6687171" y="3576432"/>
            <a:ext cx="1439863" cy="0"/>
          </a:xfrm>
          <a:prstGeom prst="line">
            <a:avLst/>
          </a:prstGeom>
          <a:noFill/>
          <a:ln w="9525">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23" name="Line 56">
            <a:extLst>
              <a:ext uri="{FF2B5EF4-FFF2-40B4-BE49-F238E27FC236}">
                <a16:creationId xmlns:a16="http://schemas.microsoft.com/office/drawing/2014/main" id="{EDEDDFCD-0314-430B-A7E4-471B3F4BE5CA}"/>
              </a:ext>
            </a:extLst>
          </p:cNvPr>
          <p:cNvSpPr>
            <a:spLocks noChangeShapeType="1"/>
          </p:cNvSpPr>
          <p:nvPr/>
        </p:nvSpPr>
        <p:spPr bwMode="auto">
          <a:xfrm>
            <a:off x="7334871" y="2855707"/>
            <a:ext cx="0" cy="1227435"/>
          </a:xfrm>
          <a:prstGeom prst="line">
            <a:avLst/>
          </a:prstGeom>
          <a:noFill/>
          <a:ln w="9525">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24" name="Line 57">
            <a:extLst>
              <a:ext uri="{FF2B5EF4-FFF2-40B4-BE49-F238E27FC236}">
                <a16:creationId xmlns:a16="http://schemas.microsoft.com/office/drawing/2014/main" id="{520E1455-7257-438F-815F-73CE919EBB22}"/>
              </a:ext>
            </a:extLst>
          </p:cNvPr>
          <p:cNvSpPr>
            <a:spLocks noChangeShapeType="1"/>
          </p:cNvSpPr>
          <p:nvPr/>
        </p:nvSpPr>
        <p:spPr bwMode="auto">
          <a:xfrm>
            <a:off x="6615734" y="3071607"/>
            <a:ext cx="719137" cy="504825"/>
          </a:xfrm>
          <a:prstGeom prst="line">
            <a:avLst/>
          </a:prstGeom>
          <a:noFill/>
          <a:ln w="9525">
            <a:solidFill>
              <a:sysClr val="windowText" lastClr="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25" name="Line 58">
            <a:extLst>
              <a:ext uri="{FF2B5EF4-FFF2-40B4-BE49-F238E27FC236}">
                <a16:creationId xmlns:a16="http://schemas.microsoft.com/office/drawing/2014/main" id="{B6A46706-1927-4079-B78C-AC9D63899E7E}"/>
              </a:ext>
            </a:extLst>
          </p:cNvPr>
          <p:cNvSpPr>
            <a:spLocks noChangeShapeType="1"/>
          </p:cNvSpPr>
          <p:nvPr/>
        </p:nvSpPr>
        <p:spPr bwMode="auto">
          <a:xfrm>
            <a:off x="7334871" y="3576432"/>
            <a:ext cx="720725" cy="360363"/>
          </a:xfrm>
          <a:prstGeom prst="line">
            <a:avLst/>
          </a:prstGeom>
          <a:noFill/>
          <a:ln w="9525">
            <a:solidFill>
              <a:sysClr val="windowText" lastClr="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26" name="Line 59">
            <a:extLst>
              <a:ext uri="{FF2B5EF4-FFF2-40B4-BE49-F238E27FC236}">
                <a16:creationId xmlns:a16="http://schemas.microsoft.com/office/drawing/2014/main" id="{173AB94F-8624-4E39-82A3-75F9C44434EA}"/>
              </a:ext>
            </a:extLst>
          </p:cNvPr>
          <p:cNvSpPr>
            <a:spLocks noChangeShapeType="1"/>
          </p:cNvSpPr>
          <p:nvPr/>
        </p:nvSpPr>
        <p:spPr bwMode="auto">
          <a:xfrm rot="10800000" flipH="1">
            <a:off x="7334871" y="3071607"/>
            <a:ext cx="719138" cy="504825"/>
          </a:xfrm>
          <a:prstGeom prst="line">
            <a:avLst/>
          </a:prstGeom>
          <a:noFill/>
          <a:ln w="9525">
            <a:solidFill>
              <a:sysClr val="windowText" lastClr="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graphicFrame>
        <p:nvGraphicFramePr>
          <p:cNvPr id="27" name="Object 61">
            <a:extLst>
              <a:ext uri="{FF2B5EF4-FFF2-40B4-BE49-F238E27FC236}">
                <a16:creationId xmlns:a16="http://schemas.microsoft.com/office/drawing/2014/main" id="{92E0A161-ADB0-4A47-B7BB-FE467E1FC22E}"/>
              </a:ext>
            </a:extLst>
          </p:cNvPr>
          <p:cNvGraphicFramePr>
            <a:graphicFrameLocks noChangeAspect="1"/>
          </p:cNvGraphicFramePr>
          <p:nvPr>
            <p:extLst>
              <p:ext uri="{D42A27DB-BD31-4B8C-83A1-F6EECF244321}">
                <p14:modId xmlns:p14="http://schemas.microsoft.com/office/powerpoint/2010/main" val="1180966025"/>
              </p:ext>
            </p:extLst>
          </p:nvPr>
        </p:nvGraphicFramePr>
        <p:xfrm>
          <a:off x="7038550" y="2927578"/>
          <a:ext cx="253861" cy="506413"/>
        </p:xfrm>
        <a:graphic>
          <a:graphicData uri="http://schemas.openxmlformats.org/presentationml/2006/ole">
            <mc:AlternateContent xmlns:mc="http://schemas.openxmlformats.org/markup-compatibility/2006">
              <mc:Choice xmlns:v="urn:schemas-microsoft-com:vml" Requires="v">
                <p:oleObj spid="_x0000_s24097" name="Equation" r:id="rId26" imgW="114250" imgH="228501" progId="Equation.DSMT4">
                  <p:embed/>
                </p:oleObj>
              </mc:Choice>
              <mc:Fallback>
                <p:oleObj name="Equation" r:id="rId26" imgW="114250" imgH="228501" progId="Equation.DSMT4">
                  <p:embed/>
                  <p:pic>
                    <p:nvPicPr>
                      <p:cNvPr id="44" name="Object 61"/>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7038550" y="2927578"/>
                        <a:ext cx="253861" cy="506413"/>
                      </a:xfrm>
                      <a:prstGeom prst="rect">
                        <a:avLst/>
                      </a:prstGeom>
                      <a:noFill/>
                      <a:ln>
                        <a:noFill/>
                      </a:ln>
                      <a:effectLst/>
                    </p:spPr>
                  </p:pic>
                </p:oleObj>
              </mc:Fallback>
            </mc:AlternateContent>
          </a:graphicData>
        </a:graphic>
      </p:graphicFrame>
      <p:graphicFrame>
        <p:nvGraphicFramePr>
          <p:cNvPr id="28" name="Object 63">
            <a:extLst>
              <a:ext uri="{FF2B5EF4-FFF2-40B4-BE49-F238E27FC236}">
                <a16:creationId xmlns:a16="http://schemas.microsoft.com/office/drawing/2014/main" id="{6DA35EC9-F752-46E4-9AAE-8DB343F4F538}"/>
              </a:ext>
            </a:extLst>
          </p:cNvPr>
          <p:cNvGraphicFramePr>
            <a:graphicFrameLocks noChangeAspect="1"/>
          </p:cNvGraphicFramePr>
          <p:nvPr>
            <p:extLst>
              <p:ext uri="{D42A27DB-BD31-4B8C-83A1-F6EECF244321}">
                <p14:modId xmlns:p14="http://schemas.microsoft.com/office/powerpoint/2010/main" val="826958733"/>
              </p:ext>
            </p:extLst>
          </p:nvPr>
        </p:nvGraphicFramePr>
        <p:xfrm>
          <a:off x="7352334" y="3630902"/>
          <a:ext cx="252413" cy="452240"/>
        </p:xfrm>
        <a:graphic>
          <a:graphicData uri="http://schemas.openxmlformats.org/presentationml/2006/ole">
            <mc:AlternateContent xmlns:mc="http://schemas.openxmlformats.org/markup-compatibility/2006">
              <mc:Choice xmlns:v="urn:schemas-microsoft-com:vml" Requires="v">
                <p:oleObj spid="_x0000_s24098" name="Equation" r:id="rId28" imgW="126890" imgH="228402" progId="Equation.DSMT4">
                  <p:embed/>
                </p:oleObj>
              </mc:Choice>
              <mc:Fallback>
                <p:oleObj name="Equation" r:id="rId28" imgW="126890" imgH="228402" progId="Equation.DSMT4">
                  <p:embed/>
                  <p:pic>
                    <p:nvPicPr>
                      <p:cNvPr id="45" name="Object 63"/>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7352334" y="3630902"/>
                        <a:ext cx="252413" cy="452240"/>
                      </a:xfrm>
                      <a:prstGeom prst="rect">
                        <a:avLst/>
                      </a:prstGeom>
                      <a:noFill/>
                      <a:ln>
                        <a:noFill/>
                      </a:ln>
                      <a:effectLst/>
                    </p:spPr>
                  </p:pic>
                </p:oleObj>
              </mc:Fallback>
            </mc:AlternateContent>
          </a:graphicData>
        </a:graphic>
      </p:graphicFrame>
      <p:graphicFrame>
        <p:nvGraphicFramePr>
          <p:cNvPr id="29" name="对象 28">
            <a:extLst>
              <a:ext uri="{FF2B5EF4-FFF2-40B4-BE49-F238E27FC236}">
                <a16:creationId xmlns:a16="http://schemas.microsoft.com/office/drawing/2014/main" id="{C83A5644-C0F0-494C-840F-C9BA14B7F4D0}"/>
              </a:ext>
            </a:extLst>
          </p:cNvPr>
          <p:cNvGraphicFramePr>
            <a:graphicFrameLocks noChangeAspect="1"/>
          </p:cNvGraphicFramePr>
          <p:nvPr>
            <p:extLst>
              <p:ext uri="{D42A27DB-BD31-4B8C-83A1-F6EECF244321}">
                <p14:modId xmlns:p14="http://schemas.microsoft.com/office/powerpoint/2010/main" val="1475221139"/>
              </p:ext>
            </p:extLst>
          </p:nvPr>
        </p:nvGraphicFramePr>
        <p:xfrm>
          <a:off x="5054600" y="1405201"/>
          <a:ext cx="373063" cy="449262"/>
        </p:xfrm>
        <a:graphic>
          <a:graphicData uri="http://schemas.openxmlformats.org/presentationml/2006/ole">
            <mc:AlternateContent xmlns:mc="http://schemas.openxmlformats.org/markup-compatibility/2006">
              <mc:Choice xmlns:v="urn:schemas-microsoft-com:vml" Requires="v">
                <p:oleObj spid="_x0000_s24099" name="Equation" r:id="rId30" imgW="203040" imgH="241200" progId="Equation.DSMT4">
                  <p:embed/>
                </p:oleObj>
              </mc:Choice>
              <mc:Fallback>
                <p:oleObj name="Equation" r:id="rId30" imgW="203040" imgH="241200" progId="Equation.DSMT4">
                  <p:embed/>
                  <p:pic>
                    <p:nvPicPr>
                      <p:cNvPr id="13" name="对象 12"/>
                      <p:cNvPicPr>
                        <a:picLocks noChangeAspect="1" noChangeArrowheads="1"/>
                      </p:cNvPicPr>
                      <p:nvPr/>
                    </p:nvPicPr>
                    <p:blipFill>
                      <a:blip r:embed="rId31"/>
                      <a:srcRect/>
                      <a:stretch>
                        <a:fillRect/>
                      </a:stretch>
                    </p:blipFill>
                    <p:spPr bwMode="auto">
                      <a:xfrm>
                        <a:off x="5054600" y="1405201"/>
                        <a:ext cx="373063" cy="449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0" name="对象 29">
            <a:extLst>
              <a:ext uri="{FF2B5EF4-FFF2-40B4-BE49-F238E27FC236}">
                <a16:creationId xmlns:a16="http://schemas.microsoft.com/office/drawing/2014/main" id="{9D64CBE5-3329-4F5F-94BB-8EC675B6619D}"/>
              </a:ext>
            </a:extLst>
          </p:cNvPr>
          <p:cNvGraphicFramePr>
            <a:graphicFrameLocks noChangeAspect="1"/>
          </p:cNvGraphicFramePr>
          <p:nvPr>
            <p:extLst>
              <p:ext uri="{D42A27DB-BD31-4B8C-83A1-F6EECF244321}">
                <p14:modId xmlns:p14="http://schemas.microsoft.com/office/powerpoint/2010/main" val="2208444728"/>
              </p:ext>
            </p:extLst>
          </p:nvPr>
        </p:nvGraphicFramePr>
        <p:xfrm>
          <a:off x="8388424" y="3576432"/>
          <a:ext cx="568325" cy="422275"/>
        </p:xfrm>
        <a:graphic>
          <a:graphicData uri="http://schemas.openxmlformats.org/presentationml/2006/ole">
            <mc:AlternateContent xmlns:mc="http://schemas.openxmlformats.org/markup-compatibility/2006">
              <mc:Choice xmlns:v="urn:schemas-microsoft-com:vml" Requires="v">
                <p:oleObj spid="_x0000_s24100" name="Equation" r:id="rId32" imgW="444240" imgH="228600" progId="Equation.DSMT4">
                  <p:embed/>
                </p:oleObj>
              </mc:Choice>
              <mc:Fallback>
                <p:oleObj name="Equation" r:id="rId32" imgW="444240" imgH="228600" progId="Equation.DSMT4">
                  <p:embed/>
                  <p:pic>
                    <p:nvPicPr>
                      <p:cNvPr id="15" name="对象 14"/>
                      <p:cNvPicPr>
                        <a:picLocks noChangeAspect="1" noChangeArrowheads="1"/>
                      </p:cNvPicPr>
                      <p:nvPr/>
                    </p:nvPicPr>
                    <p:blipFill>
                      <a:blip r:embed="rId33"/>
                      <a:srcRect/>
                      <a:stretch>
                        <a:fillRect/>
                      </a:stretch>
                    </p:blipFill>
                    <p:spPr bwMode="auto">
                      <a:xfrm>
                        <a:off x="8388424" y="3576432"/>
                        <a:ext cx="568325" cy="42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1" name="对象 30">
            <a:extLst>
              <a:ext uri="{FF2B5EF4-FFF2-40B4-BE49-F238E27FC236}">
                <a16:creationId xmlns:a16="http://schemas.microsoft.com/office/drawing/2014/main" id="{0924BB5D-F423-4D01-83A3-54CA5F46AA54}"/>
              </a:ext>
            </a:extLst>
          </p:cNvPr>
          <p:cNvGraphicFramePr>
            <a:graphicFrameLocks noChangeAspect="1"/>
          </p:cNvGraphicFramePr>
          <p:nvPr>
            <p:extLst>
              <p:ext uri="{D42A27DB-BD31-4B8C-83A1-F6EECF244321}">
                <p14:modId xmlns:p14="http://schemas.microsoft.com/office/powerpoint/2010/main" val="1142541102"/>
              </p:ext>
            </p:extLst>
          </p:nvPr>
        </p:nvGraphicFramePr>
        <p:xfrm>
          <a:off x="8388424" y="1988403"/>
          <a:ext cx="568325" cy="422275"/>
        </p:xfrm>
        <a:graphic>
          <a:graphicData uri="http://schemas.openxmlformats.org/presentationml/2006/ole">
            <mc:AlternateContent xmlns:mc="http://schemas.openxmlformats.org/markup-compatibility/2006">
              <mc:Choice xmlns:v="urn:schemas-microsoft-com:vml" Requires="v">
                <p:oleObj spid="_x0000_s24101" name="Equation" r:id="rId34" imgW="444240" imgH="228600" progId="Equation.DSMT4">
                  <p:embed/>
                </p:oleObj>
              </mc:Choice>
              <mc:Fallback>
                <p:oleObj name="Equation" r:id="rId34" imgW="444240" imgH="228600" progId="Equation.DSMT4">
                  <p:embed/>
                  <p:pic>
                    <p:nvPicPr>
                      <p:cNvPr id="17" name="对象 16"/>
                      <p:cNvPicPr>
                        <a:picLocks noChangeAspect="1" noChangeArrowheads="1"/>
                      </p:cNvPicPr>
                      <p:nvPr/>
                    </p:nvPicPr>
                    <p:blipFill>
                      <a:blip r:embed="rId35"/>
                      <a:srcRect/>
                      <a:stretch>
                        <a:fillRect/>
                      </a:stretch>
                    </p:blipFill>
                    <p:spPr bwMode="auto">
                      <a:xfrm>
                        <a:off x="8388424" y="1988403"/>
                        <a:ext cx="568325" cy="42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2" name="对象 31">
            <a:extLst>
              <a:ext uri="{FF2B5EF4-FFF2-40B4-BE49-F238E27FC236}">
                <a16:creationId xmlns:a16="http://schemas.microsoft.com/office/drawing/2014/main" id="{F16D268F-B81F-4582-B5C1-8AFE9626D770}"/>
              </a:ext>
            </a:extLst>
          </p:cNvPr>
          <p:cNvGraphicFramePr>
            <a:graphicFrameLocks noChangeAspect="1"/>
          </p:cNvGraphicFramePr>
          <p:nvPr>
            <p:extLst>
              <p:ext uri="{D42A27DB-BD31-4B8C-83A1-F6EECF244321}">
                <p14:modId xmlns:p14="http://schemas.microsoft.com/office/powerpoint/2010/main" val="24232487"/>
              </p:ext>
            </p:extLst>
          </p:nvPr>
        </p:nvGraphicFramePr>
        <p:xfrm>
          <a:off x="7020272" y="5255224"/>
          <a:ext cx="1245725" cy="792088"/>
        </p:xfrm>
        <a:graphic>
          <a:graphicData uri="http://schemas.openxmlformats.org/presentationml/2006/ole">
            <mc:AlternateContent xmlns:mc="http://schemas.openxmlformats.org/markup-compatibility/2006">
              <mc:Choice xmlns:v="urn:schemas-microsoft-com:vml" Requires="v">
                <p:oleObj spid="_x0000_s24102" name="Equation" r:id="rId36" imgW="685800" imgH="431800" progId="Equation.DSMT4">
                  <p:embed/>
                </p:oleObj>
              </mc:Choice>
              <mc:Fallback>
                <p:oleObj name="Equation" r:id="rId36" imgW="685800" imgH="431800" progId="Equation.DSMT4">
                  <p:embed/>
                  <p:pic>
                    <p:nvPicPr>
                      <p:cNvPr id="11" name="对象 10"/>
                      <p:cNvPicPr>
                        <a:picLocks noChangeAspect="1" noChangeArrowheads="1"/>
                      </p:cNvPicPr>
                      <p:nvPr/>
                    </p:nvPicPr>
                    <p:blipFill>
                      <a:blip r:embed="rId37">
                        <a:extLst>
                          <a:ext uri="{28A0092B-C50C-407E-A947-70E740481C1C}">
                            <a14:useLocalDpi xmlns:a14="http://schemas.microsoft.com/office/drawing/2010/main" val="0"/>
                          </a:ext>
                        </a:extLst>
                      </a:blip>
                      <a:srcRect/>
                      <a:stretch>
                        <a:fillRect/>
                      </a:stretch>
                    </p:blipFill>
                    <p:spPr bwMode="auto">
                      <a:xfrm>
                        <a:off x="7020272" y="5255224"/>
                        <a:ext cx="1245725" cy="792088"/>
                      </a:xfrm>
                      <a:prstGeom prst="rect">
                        <a:avLst/>
                      </a:prstGeom>
                      <a:noFill/>
                      <a:ln>
                        <a:noFill/>
                      </a:ln>
                    </p:spPr>
                  </p:pic>
                </p:oleObj>
              </mc:Fallback>
            </mc:AlternateContent>
          </a:graphicData>
        </a:graphic>
      </p:graphicFrame>
      <p:graphicFrame>
        <p:nvGraphicFramePr>
          <p:cNvPr id="33" name="对象 32">
            <a:extLst>
              <a:ext uri="{FF2B5EF4-FFF2-40B4-BE49-F238E27FC236}">
                <a16:creationId xmlns:a16="http://schemas.microsoft.com/office/drawing/2014/main" id="{DBE90365-7B0A-4A01-B786-6118F1A643A8}"/>
              </a:ext>
            </a:extLst>
          </p:cNvPr>
          <p:cNvGraphicFramePr>
            <a:graphicFrameLocks noChangeAspect="1"/>
          </p:cNvGraphicFramePr>
          <p:nvPr>
            <p:extLst>
              <p:ext uri="{D42A27DB-BD31-4B8C-83A1-F6EECF244321}">
                <p14:modId xmlns:p14="http://schemas.microsoft.com/office/powerpoint/2010/main" val="1448665049"/>
              </p:ext>
            </p:extLst>
          </p:nvPr>
        </p:nvGraphicFramePr>
        <p:xfrm>
          <a:off x="7024861" y="4535144"/>
          <a:ext cx="1256661" cy="813907"/>
        </p:xfrm>
        <a:graphic>
          <a:graphicData uri="http://schemas.openxmlformats.org/presentationml/2006/ole">
            <mc:AlternateContent xmlns:mc="http://schemas.openxmlformats.org/markup-compatibility/2006">
              <mc:Choice xmlns:v="urn:schemas-microsoft-com:vml" Requires="v">
                <p:oleObj spid="_x0000_s24103" name="Equation" r:id="rId38" imgW="672808" imgH="431613" progId="Equation.DSMT4">
                  <p:embed/>
                </p:oleObj>
              </mc:Choice>
              <mc:Fallback>
                <p:oleObj name="Equation" r:id="rId38" imgW="672808" imgH="431613" progId="Equation.DSMT4">
                  <p:embed/>
                  <p:pic>
                    <p:nvPicPr>
                      <p:cNvPr id="12" name="对象 11"/>
                      <p:cNvPicPr>
                        <a:picLocks noChangeAspect="1" noChangeArrowheads="1"/>
                      </p:cNvPicPr>
                      <p:nvPr/>
                    </p:nvPicPr>
                    <p:blipFill>
                      <a:blip r:embed="rId39">
                        <a:extLst>
                          <a:ext uri="{28A0092B-C50C-407E-A947-70E740481C1C}">
                            <a14:useLocalDpi xmlns:a14="http://schemas.microsoft.com/office/drawing/2010/main" val="0"/>
                          </a:ext>
                        </a:extLst>
                      </a:blip>
                      <a:srcRect/>
                      <a:stretch>
                        <a:fillRect/>
                      </a:stretch>
                    </p:blipFill>
                    <p:spPr bwMode="auto">
                      <a:xfrm>
                        <a:off x="7024861" y="4535144"/>
                        <a:ext cx="1256661" cy="813907"/>
                      </a:xfrm>
                      <a:prstGeom prst="rect">
                        <a:avLst/>
                      </a:prstGeom>
                      <a:noFill/>
                      <a:ln>
                        <a:noFill/>
                      </a:ln>
                    </p:spPr>
                  </p:pic>
                </p:oleObj>
              </mc:Fallback>
            </mc:AlternateContent>
          </a:graphicData>
        </a:graphic>
      </p:graphicFrame>
      <p:graphicFrame>
        <p:nvGraphicFramePr>
          <p:cNvPr id="34" name="对象 33">
            <a:extLst>
              <a:ext uri="{FF2B5EF4-FFF2-40B4-BE49-F238E27FC236}">
                <a16:creationId xmlns:a16="http://schemas.microsoft.com/office/drawing/2014/main" id="{C932EDF3-E8E5-4B7E-A084-C7C3A4D98D01}"/>
              </a:ext>
            </a:extLst>
          </p:cNvPr>
          <p:cNvGraphicFramePr>
            <a:graphicFrameLocks noChangeAspect="1"/>
          </p:cNvGraphicFramePr>
          <p:nvPr>
            <p:extLst>
              <p:ext uri="{D42A27DB-BD31-4B8C-83A1-F6EECF244321}">
                <p14:modId xmlns:p14="http://schemas.microsoft.com/office/powerpoint/2010/main" val="776272195"/>
              </p:ext>
            </p:extLst>
          </p:nvPr>
        </p:nvGraphicFramePr>
        <p:xfrm>
          <a:off x="7230271" y="5912897"/>
          <a:ext cx="1013482" cy="576064"/>
        </p:xfrm>
        <a:graphic>
          <a:graphicData uri="http://schemas.openxmlformats.org/presentationml/2006/ole">
            <mc:AlternateContent xmlns:mc="http://schemas.openxmlformats.org/markup-compatibility/2006">
              <mc:Choice xmlns:v="urn:schemas-microsoft-com:vml" Requires="v">
                <p:oleObj spid="_x0000_s24104" name="Equation" r:id="rId40" imgW="406224" imgH="228501" progId="Equation.DSMT4">
                  <p:embed/>
                </p:oleObj>
              </mc:Choice>
              <mc:Fallback>
                <p:oleObj name="Equation" r:id="rId40" imgW="406224" imgH="228501" progId="Equation.DSMT4">
                  <p:embed/>
                  <p:pic>
                    <p:nvPicPr>
                      <p:cNvPr id="14" name="对象 13"/>
                      <p:cNvPicPr>
                        <a:picLocks noChangeAspect="1" noChangeArrowheads="1"/>
                      </p:cNvPicPr>
                      <p:nvPr/>
                    </p:nvPicPr>
                    <p:blipFill>
                      <a:blip r:embed="rId41">
                        <a:extLst>
                          <a:ext uri="{28A0092B-C50C-407E-A947-70E740481C1C}">
                            <a14:useLocalDpi xmlns:a14="http://schemas.microsoft.com/office/drawing/2010/main" val="0"/>
                          </a:ext>
                        </a:extLst>
                      </a:blip>
                      <a:srcRect/>
                      <a:stretch>
                        <a:fillRect/>
                      </a:stretch>
                    </p:blipFill>
                    <p:spPr bwMode="auto">
                      <a:xfrm>
                        <a:off x="7230271" y="5912897"/>
                        <a:ext cx="1013482" cy="576064"/>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192615847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a:extLst>
              <a:ext uri="{FF2B5EF4-FFF2-40B4-BE49-F238E27FC236}">
                <a16:creationId xmlns:a16="http://schemas.microsoft.com/office/drawing/2014/main" id="{20346565-9C3C-4D23-B36B-438EC1887FF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4181" y="866023"/>
            <a:ext cx="6955450" cy="419999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矩形 2">
            <a:extLst>
              <a:ext uri="{FF2B5EF4-FFF2-40B4-BE49-F238E27FC236}">
                <a16:creationId xmlns:a16="http://schemas.microsoft.com/office/drawing/2014/main" id="{B8283B04-EEA5-4D81-AA8F-5F4929BCEF8D}"/>
              </a:ext>
            </a:extLst>
          </p:cNvPr>
          <p:cNvSpPr/>
          <p:nvPr/>
        </p:nvSpPr>
        <p:spPr>
          <a:xfrm>
            <a:off x="41239" y="246426"/>
            <a:ext cx="2797566" cy="463973"/>
          </a:xfrm>
          <a:prstGeom prst="rect">
            <a:avLst/>
          </a:prstGeom>
        </p:spPr>
        <p:txBody>
          <a:bodyPr wrap="square">
            <a:spAutoFit/>
          </a:bodyPr>
          <a:lstStyle/>
          <a:p>
            <a:pPr algn="ctr" eaLnBrk="0" hangingPunct="0">
              <a:lnSpc>
                <a:spcPct val="120000"/>
              </a:lnSpc>
            </a:pPr>
            <a:r>
              <a:rPr lang="zh-CN" altLang="en-US" sz="22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反射波的位相差</a:t>
            </a:r>
          </a:p>
        </p:txBody>
      </p:sp>
      <p:sp>
        <p:nvSpPr>
          <p:cNvPr id="4" name="矩形 3">
            <a:extLst>
              <a:ext uri="{FF2B5EF4-FFF2-40B4-BE49-F238E27FC236}">
                <a16:creationId xmlns:a16="http://schemas.microsoft.com/office/drawing/2014/main" id="{87A50E2E-A179-4D8F-9C49-9E12EA9FE193}"/>
              </a:ext>
            </a:extLst>
          </p:cNvPr>
          <p:cNvSpPr/>
          <p:nvPr/>
        </p:nvSpPr>
        <p:spPr>
          <a:xfrm>
            <a:off x="1206500" y="5733256"/>
            <a:ext cx="6749876" cy="646331"/>
          </a:xfrm>
          <a:prstGeom prst="rect">
            <a:avLst/>
          </a:prstGeom>
        </p:spPr>
        <p:txBody>
          <a:bodyPr wrap="square">
            <a:spAutoFit/>
          </a:bodyPr>
          <a:lstStyle/>
          <a:p>
            <a:pPr algn="just"/>
            <a:r>
              <a:rPr lang="zh-CN" altLang="en-US" dirty="0">
                <a:solidFill>
                  <a:srgbClr val="0066FF"/>
                </a:solidFill>
                <a:latin typeface="微软雅黑" panose="020B0503020204020204" pitchFamily="34" charset="-122"/>
                <a:ea typeface="微软雅黑" panose="020B0503020204020204" pitchFamily="34" charset="-122"/>
              </a:rPr>
              <a:t>此处的位相（正负）是相对</a:t>
            </a:r>
            <a:r>
              <a:rPr lang="zh-CN" altLang="en-US">
                <a:solidFill>
                  <a:srgbClr val="0066FF"/>
                </a:solidFill>
                <a:latin typeface="微软雅黑" panose="020B0503020204020204" pitchFamily="34" charset="-122"/>
                <a:ea typeface="微软雅黑" panose="020B0503020204020204" pitchFamily="34" charset="-122"/>
              </a:rPr>
              <a:t>所取局域坐标系</a:t>
            </a:r>
            <a:r>
              <a:rPr lang="zh-CN" altLang="en-US" dirty="0">
                <a:solidFill>
                  <a:srgbClr val="0066FF"/>
                </a:solidFill>
                <a:latin typeface="微软雅黑" panose="020B0503020204020204" pitchFamily="34" charset="-122"/>
                <a:ea typeface="微软雅黑" panose="020B0503020204020204" pitchFamily="34" charset="-122"/>
              </a:rPr>
              <a:t>定义的，并不意味着实际的反方向，仅在少数情况有实际意义。</a:t>
            </a:r>
          </a:p>
        </p:txBody>
      </p:sp>
    </p:spTree>
    <p:extLst>
      <p:ext uri="{BB962C8B-B14F-4D97-AF65-F5344CB8AC3E}">
        <p14:creationId xmlns:p14="http://schemas.microsoft.com/office/powerpoint/2010/main" val="99061566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93199D3D-3546-41AE-9A27-BBEB6B349740}"/>
              </a:ext>
            </a:extLst>
          </p:cNvPr>
          <p:cNvSpPr/>
          <p:nvPr/>
        </p:nvSpPr>
        <p:spPr>
          <a:xfrm>
            <a:off x="104664" y="229333"/>
            <a:ext cx="3703834" cy="870238"/>
          </a:xfrm>
          <a:prstGeom prst="rect">
            <a:avLst/>
          </a:prstGeom>
        </p:spPr>
        <p:txBody>
          <a:bodyPr wrap="square">
            <a:spAutoFit/>
          </a:bodyPr>
          <a:lstStyle/>
          <a:p>
            <a:pPr algn="ctr" eaLnBrk="0" hangingPunct="0">
              <a:lnSpc>
                <a:spcPct val="120000"/>
              </a:lnSpc>
            </a:pPr>
            <a:r>
              <a:rPr lang="zh-CN" altLang="en-US" sz="22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例：</a:t>
            </a:r>
            <a:r>
              <a:rPr lang="zh-CN" altLang="en-US" sz="22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正入射时，反射光 </a:t>
            </a:r>
            <a:r>
              <a:rPr lang="en-US" altLang="zh-CN" sz="2200" i="1"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2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200" i="1"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s </a:t>
            </a:r>
            <a:r>
              <a:rPr lang="zh-CN" altLang="en-US" sz="22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分量的位相改变</a:t>
            </a:r>
          </a:p>
        </p:txBody>
      </p:sp>
      <p:pic>
        <p:nvPicPr>
          <p:cNvPr id="4" name="Picture 5">
            <a:extLst>
              <a:ext uri="{FF2B5EF4-FFF2-40B4-BE49-F238E27FC236}">
                <a16:creationId xmlns:a16="http://schemas.microsoft.com/office/drawing/2014/main" id="{AE0B70A4-F2A4-4A92-93FE-57B261ACFE3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96134" y="4215941"/>
            <a:ext cx="2822537" cy="254028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 name="Picture 6">
            <a:extLst>
              <a:ext uri="{FF2B5EF4-FFF2-40B4-BE49-F238E27FC236}">
                <a16:creationId xmlns:a16="http://schemas.microsoft.com/office/drawing/2014/main" id="{BBF8B03A-C639-4E0E-9173-D41E303FA62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86144" y="4298770"/>
            <a:ext cx="3206502" cy="246783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矩形 5">
            <a:extLst>
              <a:ext uri="{FF2B5EF4-FFF2-40B4-BE49-F238E27FC236}">
                <a16:creationId xmlns:a16="http://schemas.microsoft.com/office/drawing/2014/main" id="{E8577201-2343-4CBA-8016-B3009600C94B}"/>
              </a:ext>
            </a:extLst>
          </p:cNvPr>
          <p:cNvSpPr/>
          <p:nvPr/>
        </p:nvSpPr>
        <p:spPr>
          <a:xfrm>
            <a:off x="2790118" y="3696164"/>
            <a:ext cx="1398783" cy="496867"/>
          </a:xfrm>
          <a:prstGeom prst="rect">
            <a:avLst/>
          </a:prstGeom>
        </p:spPr>
        <p:txBody>
          <a:bodyPr wrap="square">
            <a:spAutoFit/>
          </a:bodyPr>
          <a:lstStyle/>
          <a:p>
            <a:pPr algn="ctr" eaLnBrk="0" hangingPunct="0">
              <a:lnSpc>
                <a:spcPct val="120000"/>
              </a:lnSpc>
            </a:pPr>
            <a:r>
              <a:rPr lang="en-US" altLang="zh-CN" sz="2400" b="1" i="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n</a:t>
            </a:r>
            <a:r>
              <a:rPr lang="en-US" altLang="zh-CN" sz="2400" b="1" baseline="-250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1</a:t>
            </a:r>
            <a:r>
              <a:rPr lang="en-US" altLang="zh-CN" sz="2400"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&lt;</a:t>
            </a:r>
            <a:r>
              <a:rPr lang="en-US" altLang="zh-CN" sz="2400" b="1" i="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n</a:t>
            </a:r>
            <a:r>
              <a:rPr lang="en-US" altLang="zh-CN" sz="2400" b="1" baseline="-250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2</a:t>
            </a:r>
            <a:endParaRPr lang="zh-CN" altLang="en-US" sz="2400" b="1" baseline="-250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7" name="Picture 2">
            <a:extLst>
              <a:ext uri="{FF2B5EF4-FFF2-40B4-BE49-F238E27FC236}">
                <a16:creationId xmlns:a16="http://schemas.microsoft.com/office/drawing/2014/main" id="{BA53F7B2-0F5F-44DC-B970-7BE9DD3B566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32600" y="1163193"/>
            <a:ext cx="2548478" cy="26735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矩形 7">
            <a:extLst>
              <a:ext uri="{FF2B5EF4-FFF2-40B4-BE49-F238E27FC236}">
                <a16:creationId xmlns:a16="http://schemas.microsoft.com/office/drawing/2014/main" id="{181AC737-F03F-489C-852C-083DE84D9DF2}"/>
              </a:ext>
            </a:extLst>
          </p:cNvPr>
          <p:cNvSpPr/>
          <p:nvPr/>
        </p:nvSpPr>
        <p:spPr>
          <a:xfrm>
            <a:off x="6156176" y="3738730"/>
            <a:ext cx="1728192" cy="496867"/>
          </a:xfrm>
          <a:prstGeom prst="rect">
            <a:avLst/>
          </a:prstGeom>
        </p:spPr>
        <p:txBody>
          <a:bodyPr wrap="square">
            <a:spAutoFit/>
          </a:bodyPr>
          <a:lstStyle/>
          <a:p>
            <a:pPr algn="ctr" eaLnBrk="0" hangingPunct="0">
              <a:lnSpc>
                <a:spcPct val="120000"/>
              </a:lnSpc>
            </a:pPr>
            <a:r>
              <a:rPr lang="en-US" altLang="zh-CN" sz="2400" b="1" i="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n</a:t>
            </a:r>
            <a:r>
              <a:rPr lang="en-US" altLang="zh-CN" sz="2400" b="1" baseline="-250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1</a:t>
            </a:r>
            <a:r>
              <a:rPr lang="en-US" altLang="zh-CN" sz="2400"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&gt;</a:t>
            </a:r>
            <a:r>
              <a:rPr lang="en-US" altLang="zh-CN" sz="2400" b="1" i="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n</a:t>
            </a:r>
            <a:r>
              <a:rPr lang="en-US" altLang="zh-CN" sz="2400" b="1" baseline="-250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2</a:t>
            </a:r>
            <a:endParaRPr lang="zh-CN" altLang="en-US" sz="2400" b="1" baseline="-250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endParaRPr>
          </a:p>
        </p:txBody>
      </p:sp>
      <p:graphicFrame>
        <p:nvGraphicFramePr>
          <p:cNvPr id="9" name="对象 8">
            <a:extLst>
              <a:ext uri="{FF2B5EF4-FFF2-40B4-BE49-F238E27FC236}">
                <a16:creationId xmlns:a16="http://schemas.microsoft.com/office/drawing/2014/main" id="{06779980-7995-401D-990D-0560635E9BC9}"/>
              </a:ext>
            </a:extLst>
          </p:cNvPr>
          <p:cNvGraphicFramePr>
            <a:graphicFrameLocks noChangeAspect="1"/>
          </p:cNvGraphicFramePr>
          <p:nvPr>
            <p:extLst>
              <p:ext uri="{D42A27DB-BD31-4B8C-83A1-F6EECF244321}">
                <p14:modId xmlns:p14="http://schemas.microsoft.com/office/powerpoint/2010/main" val="363152856"/>
              </p:ext>
            </p:extLst>
          </p:nvPr>
        </p:nvGraphicFramePr>
        <p:xfrm>
          <a:off x="220395" y="1214521"/>
          <a:ext cx="1529445" cy="896571"/>
        </p:xfrm>
        <a:graphic>
          <a:graphicData uri="http://schemas.openxmlformats.org/presentationml/2006/ole">
            <mc:AlternateContent xmlns:mc="http://schemas.openxmlformats.org/markup-compatibility/2006">
              <mc:Choice xmlns:v="urn:schemas-microsoft-com:vml" Requires="v">
                <p:oleObj spid="_x0000_s24662" name="Equation" r:id="rId6" imgW="736560" imgH="431640" progId="Equation.DSMT4">
                  <p:embed/>
                </p:oleObj>
              </mc:Choice>
              <mc:Fallback>
                <p:oleObj name="Equation" r:id="rId6" imgW="736560" imgH="431640" progId="Equation.DSMT4">
                  <p:embed/>
                  <p:pic>
                    <p:nvPicPr>
                      <p:cNvPr id="3" name="对象 2"/>
                      <p:cNvPicPr/>
                      <p:nvPr/>
                    </p:nvPicPr>
                    <p:blipFill>
                      <a:blip r:embed="rId7"/>
                      <a:stretch>
                        <a:fillRect/>
                      </a:stretch>
                    </p:blipFill>
                    <p:spPr>
                      <a:xfrm>
                        <a:off x="220395" y="1214521"/>
                        <a:ext cx="1529445" cy="896571"/>
                      </a:xfrm>
                      <a:prstGeom prst="rect">
                        <a:avLst/>
                      </a:prstGeom>
                    </p:spPr>
                  </p:pic>
                </p:oleObj>
              </mc:Fallback>
            </mc:AlternateContent>
          </a:graphicData>
        </a:graphic>
      </p:graphicFrame>
      <p:graphicFrame>
        <p:nvGraphicFramePr>
          <p:cNvPr id="10" name="对象 9">
            <a:extLst>
              <a:ext uri="{FF2B5EF4-FFF2-40B4-BE49-F238E27FC236}">
                <a16:creationId xmlns:a16="http://schemas.microsoft.com/office/drawing/2014/main" id="{323E549E-A826-45F3-9AC5-E31EE52BF007}"/>
              </a:ext>
            </a:extLst>
          </p:cNvPr>
          <p:cNvGraphicFramePr>
            <a:graphicFrameLocks noChangeAspect="1"/>
          </p:cNvGraphicFramePr>
          <p:nvPr>
            <p:extLst>
              <p:ext uri="{D42A27DB-BD31-4B8C-83A1-F6EECF244321}">
                <p14:modId xmlns:p14="http://schemas.microsoft.com/office/powerpoint/2010/main" val="2798184591"/>
              </p:ext>
            </p:extLst>
          </p:nvPr>
        </p:nvGraphicFramePr>
        <p:xfrm>
          <a:off x="215900" y="2086426"/>
          <a:ext cx="1503362" cy="896937"/>
        </p:xfrm>
        <a:graphic>
          <a:graphicData uri="http://schemas.openxmlformats.org/presentationml/2006/ole">
            <mc:AlternateContent xmlns:mc="http://schemas.openxmlformats.org/markup-compatibility/2006">
              <mc:Choice xmlns:v="urn:schemas-microsoft-com:vml" Requires="v">
                <p:oleObj spid="_x0000_s24663" name="Equation" r:id="rId8" imgW="723600" imgH="431640" progId="Equation.DSMT4">
                  <p:embed/>
                </p:oleObj>
              </mc:Choice>
              <mc:Fallback>
                <p:oleObj name="Equation" r:id="rId8" imgW="723600" imgH="431640" progId="Equation.DSMT4">
                  <p:embed/>
                  <p:pic>
                    <p:nvPicPr>
                      <p:cNvPr id="6" name="对象 5"/>
                      <p:cNvPicPr>
                        <a:picLocks noChangeAspect="1" noChangeArrowheads="1"/>
                      </p:cNvPicPr>
                      <p:nvPr/>
                    </p:nvPicPr>
                    <p:blipFill>
                      <a:blip r:embed="rId9"/>
                      <a:srcRect/>
                      <a:stretch>
                        <a:fillRect/>
                      </a:stretch>
                    </p:blipFill>
                    <p:spPr bwMode="auto">
                      <a:xfrm>
                        <a:off x="215900" y="2086426"/>
                        <a:ext cx="1503362" cy="896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 name="对象 10">
            <a:extLst>
              <a:ext uri="{FF2B5EF4-FFF2-40B4-BE49-F238E27FC236}">
                <a16:creationId xmlns:a16="http://schemas.microsoft.com/office/drawing/2014/main" id="{830CEC1A-DBF1-4526-8455-ED9171365C88}"/>
              </a:ext>
            </a:extLst>
          </p:cNvPr>
          <p:cNvGraphicFramePr>
            <a:graphicFrameLocks noChangeAspect="1"/>
          </p:cNvGraphicFramePr>
          <p:nvPr>
            <p:extLst>
              <p:ext uri="{D42A27DB-BD31-4B8C-83A1-F6EECF244321}">
                <p14:modId xmlns:p14="http://schemas.microsoft.com/office/powerpoint/2010/main" val="595848015"/>
              </p:ext>
            </p:extLst>
          </p:nvPr>
        </p:nvGraphicFramePr>
        <p:xfrm>
          <a:off x="177799" y="2961632"/>
          <a:ext cx="2057401" cy="896937"/>
        </p:xfrm>
        <a:graphic>
          <a:graphicData uri="http://schemas.openxmlformats.org/presentationml/2006/ole">
            <mc:AlternateContent xmlns:mc="http://schemas.openxmlformats.org/markup-compatibility/2006">
              <mc:Choice xmlns:v="urn:schemas-microsoft-com:vml" Requires="v">
                <p:oleObj spid="_x0000_s24664" name="Equation" r:id="rId10" imgW="990360" imgH="431640" progId="Equation.DSMT4">
                  <p:embed/>
                </p:oleObj>
              </mc:Choice>
              <mc:Fallback>
                <p:oleObj name="Equation" r:id="rId10" imgW="990360" imgH="431640" progId="Equation.DSMT4">
                  <p:embed/>
                  <p:pic>
                    <p:nvPicPr>
                      <p:cNvPr id="7" name="对象 6"/>
                      <p:cNvPicPr>
                        <a:picLocks noChangeAspect="1" noChangeArrowheads="1"/>
                      </p:cNvPicPr>
                      <p:nvPr/>
                    </p:nvPicPr>
                    <p:blipFill>
                      <a:blip r:embed="rId11"/>
                      <a:srcRect/>
                      <a:stretch>
                        <a:fillRect/>
                      </a:stretch>
                    </p:blipFill>
                    <p:spPr bwMode="auto">
                      <a:xfrm>
                        <a:off x="177799" y="2961632"/>
                        <a:ext cx="2057401" cy="896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 name="对象 11">
            <a:extLst>
              <a:ext uri="{FF2B5EF4-FFF2-40B4-BE49-F238E27FC236}">
                <a16:creationId xmlns:a16="http://schemas.microsoft.com/office/drawing/2014/main" id="{45E2B09F-7F99-4576-B78A-DB5F91E8D683}"/>
              </a:ext>
            </a:extLst>
          </p:cNvPr>
          <p:cNvGraphicFramePr>
            <a:graphicFrameLocks noChangeAspect="1"/>
          </p:cNvGraphicFramePr>
          <p:nvPr>
            <p:extLst>
              <p:ext uri="{D42A27DB-BD31-4B8C-83A1-F6EECF244321}">
                <p14:modId xmlns:p14="http://schemas.microsoft.com/office/powerpoint/2010/main" val="4163300558"/>
              </p:ext>
            </p:extLst>
          </p:nvPr>
        </p:nvGraphicFramePr>
        <p:xfrm>
          <a:off x="4394003" y="267603"/>
          <a:ext cx="3888432" cy="755790"/>
        </p:xfrm>
        <a:graphic>
          <a:graphicData uri="http://schemas.openxmlformats.org/presentationml/2006/ole">
            <mc:AlternateContent xmlns:mc="http://schemas.openxmlformats.org/markup-compatibility/2006">
              <mc:Choice xmlns:v="urn:schemas-microsoft-com:vml" Requires="v">
                <p:oleObj spid="_x0000_s24665" name="Equation" r:id="rId12" imgW="2234880" imgH="431640" progId="Equation.DSMT4">
                  <p:embed/>
                </p:oleObj>
              </mc:Choice>
              <mc:Fallback>
                <p:oleObj name="Equation" r:id="rId12" imgW="2234880" imgH="431640" progId="Equation.DSMT4">
                  <p:embed/>
                  <p:pic>
                    <p:nvPicPr>
                      <p:cNvPr id="4" name="对象 3"/>
                      <p:cNvPicPr>
                        <a:picLocks noChangeAspect="1" noChangeArrowheads="1"/>
                      </p:cNvPicPr>
                      <p:nvPr/>
                    </p:nvPicPr>
                    <p:blipFill>
                      <a:blip r:embed="rId13"/>
                      <a:srcRect/>
                      <a:stretch>
                        <a:fillRect/>
                      </a:stretch>
                    </p:blipFill>
                    <p:spPr bwMode="auto">
                      <a:xfrm>
                        <a:off x="4394003" y="267603"/>
                        <a:ext cx="3888432" cy="755790"/>
                      </a:xfrm>
                      <a:prstGeom prst="rect">
                        <a:avLst/>
                      </a:prstGeom>
                      <a:noFill/>
                      <a:ln>
                        <a:solidFill>
                          <a:srgbClr val="FF0000"/>
                        </a:solidFill>
                      </a:ln>
                    </p:spPr>
                  </p:pic>
                </p:oleObj>
              </mc:Fallback>
            </mc:AlternateContent>
          </a:graphicData>
        </a:graphic>
      </p:graphicFrame>
      <p:grpSp>
        <p:nvGrpSpPr>
          <p:cNvPr id="13" name="组合 12">
            <a:extLst>
              <a:ext uri="{FF2B5EF4-FFF2-40B4-BE49-F238E27FC236}">
                <a16:creationId xmlns:a16="http://schemas.microsoft.com/office/drawing/2014/main" id="{4B7DD34A-0F01-46AC-B6D4-5108ADA259A0}"/>
              </a:ext>
            </a:extLst>
          </p:cNvPr>
          <p:cNvGrpSpPr/>
          <p:nvPr/>
        </p:nvGrpSpPr>
        <p:grpSpPr>
          <a:xfrm>
            <a:off x="2576478" y="1682941"/>
            <a:ext cx="3425260" cy="1774618"/>
            <a:chOff x="2776975" y="1556792"/>
            <a:chExt cx="3425260" cy="1774618"/>
          </a:xfrm>
        </p:grpSpPr>
        <p:pic>
          <p:nvPicPr>
            <p:cNvPr id="14" name="Picture 3">
              <a:extLst>
                <a:ext uri="{FF2B5EF4-FFF2-40B4-BE49-F238E27FC236}">
                  <a16:creationId xmlns:a16="http://schemas.microsoft.com/office/drawing/2014/main" id="{4EDC44AA-267E-42DE-9A66-0306BD5310C4}"/>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790118" y="1556792"/>
              <a:ext cx="3394077" cy="1774618"/>
            </a:xfrm>
            <a:prstGeom prst="rect">
              <a:avLst/>
            </a:prstGeom>
            <a:noFill/>
            <a:ln w="12700">
              <a:solidFill>
                <a:srgbClr val="FF0000"/>
              </a:solidFill>
              <a:miter lim="800000"/>
              <a:headEnd/>
              <a:tailEnd/>
            </a:ln>
            <a:extLst>
              <a:ext uri="{909E8E84-426E-40DD-AFC4-6F175D3DCCD1}">
                <a14:hiddenFill xmlns:a14="http://schemas.microsoft.com/office/drawing/2010/main">
                  <a:solidFill>
                    <a:schemeClr val="accent1"/>
                  </a:solidFill>
                </a14:hiddenFill>
              </a:ext>
            </a:extLst>
          </p:spPr>
        </p:pic>
        <p:cxnSp>
          <p:nvCxnSpPr>
            <p:cNvPr id="15" name="直接连接符 14">
              <a:extLst>
                <a:ext uri="{FF2B5EF4-FFF2-40B4-BE49-F238E27FC236}">
                  <a16:creationId xmlns:a16="http://schemas.microsoft.com/office/drawing/2014/main" id="{A3E13368-9973-4595-B085-57A1818D680A}"/>
                </a:ext>
              </a:extLst>
            </p:cNvPr>
            <p:cNvCxnSpPr/>
            <p:nvPr/>
          </p:nvCxnSpPr>
          <p:spPr>
            <a:xfrm>
              <a:off x="3489509" y="1556792"/>
              <a:ext cx="0" cy="1774618"/>
            </a:xfrm>
            <a:prstGeom prst="line">
              <a:avLst/>
            </a:prstGeom>
            <a:noFill/>
            <a:ln w="12700" cap="flat" cmpd="sng" algn="ctr">
              <a:solidFill>
                <a:srgbClr val="FF0000"/>
              </a:solidFill>
              <a:prstDash val="solid"/>
              <a:miter lim="800000"/>
              <a:headEnd/>
              <a:tailEnd/>
            </a:ln>
            <a:effectLst/>
          </p:spPr>
        </p:cxnSp>
        <p:cxnSp>
          <p:nvCxnSpPr>
            <p:cNvPr id="16" name="直接连接符 15">
              <a:extLst>
                <a:ext uri="{FF2B5EF4-FFF2-40B4-BE49-F238E27FC236}">
                  <a16:creationId xmlns:a16="http://schemas.microsoft.com/office/drawing/2014/main" id="{171E9DE5-3FF4-40C2-AB7E-B635D43EE62B}"/>
                </a:ext>
              </a:extLst>
            </p:cNvPr>
            <p:cNvCxnSpPr/>
            <p:nvPr/>
          </p:nvCxnSpPr>
          <p:spPr>
            <a:xfrm>
              <a:off x="4860032" y="1556792"/>
              <a:ext cx="0" cy="1774618"/>
            </a:xfrm>
            <a:prstGeom prst="line">
              <a:avLst/>
            </a:prstGeom>
            <a:noFill/>
            <a:ln w="12700" cap="flat" cmpd="sng" algn="ctr">
              <a:solidFill>
                <a:srgbClr val="FF0000"/>
              </a:solidFill>
              <a:prstDash val="solid"/>
              <a:miter lim="800000"/>
              <a:headEnd/>
              <a:tailEnd/>
            </a:ln>
            <a:effectLst/>
          </p:spPr>
        </p:cxnSp>
        <p:cxnSp>
          <p:nvCxnSpPr>
            <p:cNvPr id="17" name="直接连接符 16">
              <a:extLst>
                <a:ext uri="{FF2B5EF4-FFF2-40B4-BE49-F238E27FC236}">
                  <a16:creationId xmlns:a16="http://schemas.microsoft.com/office/drawing/2014/main" id="{AE27F403-A9A4-42FD-ABA7-CE56F3062CB9}"/>
                </a:ext>
              </a:extLst>
            </p:cNvPr>
            <p:cNvCxnSpPr/>
            <p:nvPr/>
          </p:nvCxnSpPr>
          <p:spPr>
            <a:xfrm>
              <a:off x="2782235" y="2613263"/>
              <a:ext cx="3420000" cy="0"/>
            </a:xfrm>
            <a:prstGeom prst="line">
              <a:avLst/>
            </a:prstGeom>
            <a:noFill/>
            <a:ln w="12700" cap="flat" cmpd="sng" algn="ctr">
              <a:solidFill>
                <a:srgbClr val="FF0000"/>
              </a:solidFill>
              <a:prstDash val="solid"/>
              <a:miter lim="800000"/>
              <a:headEnd/>
              <a:tailEnd/>
            </a:ln>
            <a:effectLst/>
          </p:spPr>
        </p:cxnSp>
        <p:cxnSp>
          <p:nvCxnSpPr>
            <p:cNvPr id="18" name="直接连接符 17">
              <a:extLst>
                <a:ext uri="{FF2B5EF4-FFF2-40B4-BE49-F238E27FC236}">
                  <a16:creationId xmlns:a16="http://schemas.microsoft.com/office/drawing/2014/main" id="{75AACDAC-988A-45BF-A5E0-3AE742C798F9}"/>
                </a:ext>
              </a:extLst>
            </p:cNvPr>
            <p:cNvCxnSpPr/>
            <p:nvPr/>
          </p:nvCxnSpPr>
          <p:spPr>
            <a:xfrm>
              <a:off x="2776975" y="1953714"/>
              <a:ext cx="3420000" cy="0"/>
            </a:xfrm>
            <a:prstGeom prst="line">
              <a:avLst/>
            </a:prstGeom>
            <a:noFill/>
            <a:ln w="12700" cap="flat" cmpd="sng" algn="ctr">
              <a:solidFill>
                <a:srgbClr val="FF0000"/>
              </a:solidFill>
              <a:prstDash val="solid"/>
              <a:miter lim="800000"/>
              <a:headEnd/>
              <a:tailEnd/>
            </a:ln>
            <a:effectLst/>
          </p:spPr>
        </p:cxnSp>
      </p:grpSp>
    </p:spTree>
    <p:extLst>
      <p:ext uri="{BB962C8B-B14F-4D97-AF65-F5344CB8AC3E}">
        <p14:creationId xmlns:p14="http://schemas.microsoft.com/office/powerpoint/2010/main" val="369361368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B1334D31-4AA6-496B-9DBB-7C4EA49AAB63}"/>
              </a:ext>
            </a:extLst>
          </p:cNvPr>
          <p:cNvSpPr/>
          <p:nvPr/>
        </p:nvSpPr>
        <p:spPr>
          <a:xfrm>
            <a:off x="344881" y="639364"/>
            <a:ext cx="6912768" cy="430887"/>
          </a:xfrm>
          <a:prstGeom prst="rect">
            <a:avLst/>
          </a:prstGeom>
        </p:spPr>
        <p:txBody>
          <a:bodyPr wrap="square">
            <a:spAutoFit/>
          </a:bodyPr>
          <a:lstStyle/>
          <a:p>
            <a:r>
              <a:rPr lang="zh-CN" altLang="en-US" sz="2200" dirty="0">
                <a:solidFill>
                  <a:srgbClr val="FF0000"/>
                </a:solidFill>
                <a:latin typeface="微软雅黑" panose="020B0503020204020204" pitchFamily="34" charset="-122"/>
                <a:ea typeface="微软雅黑" panose="020B0503020204020204" pitchFamily="34" charset="-122"/>
              </a:rPr>
              <a:t>例</a:t>
            </a:r>
            <a:r>
              <a:rPr lang="zh-CN" altLang="en-US" sz="2200" b="1" dirty="0">
                <a:solidFill>
                  <a:prstClr val="black"/>
                </a:solidFill>
                <a:latin typeface="微软雅黑" panose="020B0503020204020204" pitchFamily="34" charset="-122"/>
                <a:ea typeface="微软雅黑" panose="020B0503020204020204" pitchFamily="34" charset="-122"/>
              </a:rPr>
              <a:t>：</a:t>
            </a:r>
            <a:r>
              <a:rPr lang="en-US" altLang="zh-CN" sz="2200" i="1"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n</a:t>
            </a:r>
            <a:r>
              <a:rPr lang="en-US" altLang="zh-CN" sz="2200" i="1" baseline="-25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1</a:t>
            </a:r>
            <a:r>
              <a:rPr lang="en-US" altLang="zh-CN" sz="2200" i="1"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&lt;n</a:t>
            </a:r>
            <a:r>
              <a:rPr lang="en-US" altLang="zh-CN" sz="2200" i="1" baseline="-25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22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，掠</a:t>
            </a:r>
            <a:r>
              <a:rPr lang="zh-CN" altLang="en-US" sz="2200" dirty="0">
                <a:solidFill>
                  <a:prstClr val="black"/>
                </a:solidFill>
                <a:latin typeface="微软雅黑" panose="020B0503020204020204" pitchFamily="34" charset="-122"/>
                <a:ea typeface="微软雅黑" panose="020B0503020204020204" pitchFamily="34" charset="-122"/>
              </a:rPr>
              <a:t>入射时，反射光 </a:t>
            </a:r>
            <a:r>
              <a:rPr lang="en-US" altLang="zh-CN" sz="2200" i="1"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p</a:t>
            </a:r>
            <a:r>
              <a:rPr lang="zh-CN" altLang="en-US" sz="2200" i="1"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i="1"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s</a:t>
            </a:r>
            <a:r>
              <a:rPr lang="zh-CN" altLang="en-US" sz="2200" dirty="0">
                <a:solidFill>
                  <a:prstClr val="black"/>
                </a:solidFill>
                <a:latin typeface="微软雅黑" panose="020B0503020204020204" pitchFamily="34" charset="-122"/>
                <a:ea typeface="微软雅黑" panose="020B0503020204020204" pitchFamily="34" charset="-122"/>
              </a:rPr>
              <a:t>分量的位相改变</a:t>
            </a:r>
          </a:p>
        </p:txBody>
      </p:sp>
      <p:pic>
        <p:nvPicPr>
          <p:cNvPr id="3" name="Picture 2">
            <a:extLst>
              <a:ext uri="{FF2B5EF4-FFF2-40B4-BE49-F238E27FC236}">
                <a16:creationId xmlns:a16="http://schemas.microsoft.com/office/drawing/2014/main" id="{25617D94-A34B-43CB-968D-38711E6B065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0212" y="1957848"/>
            <a:ext cx="1552575" cy="11334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 name="Picture 3">
            <a:extLst>
              <a:ext uri="{FF2B5EF4-FFF2-40B4-BE49-F238E27FC236}">
                <a16:creationId xmlns:a16="http://schemas.microsoft.com/office/drawing/2014/main" id="{9B5C1861-C480-4847-B5DE-AA2C8A821B3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40510" y="1437572"/>
            <a:ext cx="6229164" cy="183304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矩形 4">
            <a:extLst>
              <a:ext uri="{FF2B5EF4-FFF2-40B4-BE49-F238E27FC236}">
                <a16:creationId xmlns:a16="http://schemas.microsoft.com/office/drawing/2014/main" id="{BC657AF1-F6CB-48CC-A4C3-DE18BC913DE6}"/>
              </a:ext>
            </a:extLst>
          </p:cNvPr>
          <p:cNvSpPr/>
          <p:nvPr/>
        </p:nvSpPr>
        <p:spPr>
          <a:xfrm>
            <a:off x="646468" y="3429000"/>
            <a:ext cx="6912768" cy="430887"/>
          </a:xfrm>
          <a:prstGeom prst="rect">
            <a:avLst/>
          </a:prstGeom>
        </p:spPr>
        <p:txBody>
          <a:bodyPr wrap="square">
            <a:spAutoFit/>
          </a:bodyPr>
          <a:lstStyle/>
          <a:p>
            <a:r>
              <a:rPr lang="zh-CN" altLang="en-US" sz="2200" dirty="0">
                <a:solidFill>
                  <a:srgbClr val="FF0000"/>
                </a:solidFill>
                <a:latin typeface="微软雅黑" panose="020B0503020204020204" pitchFamily="34" charset="-122"/>
                <a:ea typeface="微软雅黑" panose="020B0503020204020204" pitchFamily="34" charset="-122"/>
              </a:rPr>
              <a:t>半波损失</a:t>
            </a:r>
          </a:p>
        </p:txBody>
      </p:sp>
      <p:graphicFrame>
        <p:nvGraphicFramePr>
          <p:cNvPr id="6" name="对象 5">
            <a:extLst>
              <a:ext uri="{FF2B5EF4-FFF2-40B4-BE49-F238E27FC236}">
                <a16:creationId xmlns:a16="http://schemas.microsoft.com/office/drawing/2014/main" id="{F7FC9E1E-8630-4B30-82C4-D47518188544}"/>
              </a:ext>
            </a:extLst>
          </p:cNvPr>
          <p:cNvGraphicFramePr>
            <a:graphicFrameLocks noChangeAspect="1"/>
          </p:cNvGraphicFramePr>
          <p:nvPr>
            <p:extLst>
              <p:ext uri="{D42A27DB-BD31-4B8C-83A1-F6EECF244321}">
                <p14:modId xmlns:p14="http://schemas.microsoft.com/office/powerpoint/2010/main" val="721475579"/>
              </p:ext>
            </p:extLst>
          </p:nvPr>
        </p:nvGraphicFramePr>
        <p:xfrm>
          <a:off x="3549650" y="3859213"/>
          <a:ext cx="1800225" cy="833437"/>
        </p:xfrm>
        <a:graphic>
          <a:graphicData uri="http://schemas.openxmlformats.org/presentationml/2006/ole">
            <mc:AlternateContent xmlns:mc="http://schemas.openxmlformats.org/markup-compatibility/2006">
              <mc:Choice xmlns:v="urn:schemas-microsoft-com:vml" Requires="v">
                <p:oleObj spid="_x0000_s25623" name="Equation" r:id="rId5" imgW="850680" imgH="393480" progId="Equation.DSMT4">
                  <p:embed/>
                </p:oleObj>
              </mc:Choice>
              <mc:Fallback>
                <p:oleObj name="Equation" r:id="rId5" imgW="850680" imgH="393480" progId="Equation.DSMT4">
                  <p:embed/>
                  <p:pic>
                    <p:nvPicPr>
                      <p:cNvPr id="6" name="对象 5"/>
                      <p:cNvPicPr/>
                      <p:nvPr/>
                    </p:nvPicPr>
                    <p:blipFill>
                      <a:blip r:embed="rId6"/>
                      <a:stretch>
                        <a:fillRect/>
                      </a:stretch>
                    </p:blipFill>
                    <p:spPr>
                      <a:xfrm>
                        <a:off x="3549650" y="3859213"/>
                        <a:ext cx="1800225" cy="833437"/>
                      </a:xfrm>
                      <a:prstGeom prst="rect">
                        <a:avLst/>
                      </a:prstGeom>
                    </p:spPr>
                  </p:pic>
                </p:oleObj>
              </mc:Fallback>
            </mc:AlternateContent>
          </a:graphicData>
        </a:graphic>
      </p:graphicFrame>
      <p:sp>
        <p:nvSpPr>
          <p:cNvPr id="7" name="矩形 6">
            <a:extLst>
              <a:ext uri="{FF2B5EF4-FFF2-40B4-BE49-F238E27FC236}">
                <a16:creationId xmlns:a16="http://schemas.microsoft.com/office/drawing/2014/main" id="{6DB2A6FC-6A02-46CB-A904-B561CB4EB28A}"/>
              </a:ext>
            </a:extLst>
          </p:cNvPr>
          <p:cNvSpPr/>
          <p:nvPr/>
        </p:nvSpPr>
        <p:spPr>
          <a:xfrm>
            <a:off x="245698" y="4866517"/>
            <a:ext cx="8718790" cy="1311128"/>
          </a:xfrm>
          <a:prstGeom prst="rect">
            <a:avLst/>
          </a:prstGeom>
        </p:spPr>
        <p:txBody>
          <a:bodyPr wrap="square">
            <a:spAutoFit/>
          </a:bodyPr>
          <a:lstStyle/>
          <a:p>
            <a:pPr>
              <a:lnSpc>
                <a:spcPct val="120000"/>
              </a:lnSpc>
            </a:pPr>
            <a:r>
              <a:rPr lang="zh-CN" altLang="en-US" sz="22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正入射或掠入射时，当光从光疏媒质向光密媒质传播时，反射光的 </a:t>
            </a:r>
            <a:r>
              <a:rPr lang="en-US" altLang="zh-CN" sz="2200" i="1"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λ</a:t>
            </a:r>
            <a:r>
              <a:rPr lang="en-US" altLang="zh-CN" sz="22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/2 </a:t>
            </a:r>
            <a:r>
              <a:rPr lang="zh-CN" altLang="en-US" sz="22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附加光程差称为半波损失。从光密媒质向光疏媒质传播时的反射、以及透射光没有半波损失。</a:t>
            </a:r>
          </a:p>
        </p:txBody>
      </p:sp>
    </p:spTree>
    <p:extLst>
      <p:ext uri="{BB962C8B-B14F-4D97-AF65-F5344CB8AC3E}">
        <p14:creationId xmlns:p14="http://schemas.microsoft.com/office/powerpoint/2010/main" val="200280296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3283198-EEAA-42F8-919B-0E98B48DA4F2}"/>
              </a:ext>
            </a:extLst>
          </p:cNvPr>
          <p:cNvSpPr/>
          <p:nvPr/>
        </p:nvSpPr>
        <p:spPr>
          <a:xfrm>
            <a:off x="467544" y="426986"/>
            <a:ext cx="8092672" cy="1276503"/>
          </a:xfrm>
          <a:prstGeom prst="rect">
            <a:avLst/>
          </a:prstGeom>
        </p:spPr>
        <p:txBody>
          <a:bodyPr wrap="square">
            <a:spAutoFit/>
          </a:bodyPr>
          <a:lstStyle/>
          <a:p>
            <a:pPr algn="just" eaLnBrk="0" hangingPunct="0">
              <a:lnSpc>
                <a:spcPct val="120000"/>
              </a:lnSpc>
            </a:pPr>
            <a:r>
              <a:rPr lang="zh-CN" altLang="en-US" sz="22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特殊情况的讨论</a:t>
            </a:r>
            <a:r>
              <a:rPr lang="zh-CN" altLang="en-US" sz="22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22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endParaRPr>
          </a:p>
          <a:p>
            <a:pPr algn="just" eaLnBrk="0" hangingPunct="0">
              <a:lnSpc>
                <a:spcPct val="120000"/>
              </a:lnSpc>
            </a:pPr>
            <a:r>
              <a:rPr lang="zh-CN" altLang="en-US" sz="22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垂直入射时，有时反射光的电矢量并未倒转，但也被视为产生了半波损失。</a:t>
            </a:r>
          </a:p>
        </p:txBody>
      </p:sp>
      <p:grpSp>
        <p:nvGrpSpPr>
          <p:cNvPr id="3" name="组合 2">
            <a:extLst>
              <a:ext uri="{FF2B5EF4-FFF2-40B4-BE49-F238E27FC236}">
                <a16:creationId xmlns:a16="http://schemas.microsoft.com/office/drawing/2014/main" id="{74825B67-31E6-4B4E-824F-6D56ADCE1E9D}"/>
              </a:ext>
            </a:extLst>
          </p:cNvPr>
          <p:cNvGrpSpPr/>
          <p:nvPr/>
        </p:nvGrpSpPr>
        <p:grpSpPr>
          <a:xfrm>
            <a:off x="560418" y="2830152"/>
            <a:ext cx="2715438" cy="2615072"/>
            <a:chOff x="560418" y="2830152"/>
            <a:chExt cx="3206183" cy="3004828"/>
          </a:xfrm>
        </p:grpSpPr>
        <p:grpSp>
          <p:nvGrpSpPr>
            <p:cNvPr id="4" name="组合 3">
              <a:extLst>
                <a:ext uri="{FF2B5EF4-FFF2-40B4-BE49-F238E27FC236}">
                  <a16:creationId xmlns:a16="http://schemas.microsoft.com/office/drawing/2014/main" id="{EA04A4AA-AD78-4119-9C76-79A53A7724DC}"/>
                </a:ext>
              </a:extLst>
            </p:cNvPr>
            <p:cNvGrpSpPr/>
            <p:nvPr/>
          </p:nvGrpSpPr>
          <p:grpSpPr>
            <a:xfrm>
              <a:off x="920458" y="3026668"/>
              <a:ext cx="1133433" cy="2274540"/>
              <a:chOff x="1979712" y="2132856"/>
              <a:chExt cx="1133433" cy="2274540"/>
            </a:xfrm>
          </p:grpSpPr>
          <p:cxnSp>
            <p:nvCxnSpPr>
              <p:cNvPr id="16" name="直接箭头连接符 15">
                <a:extLst>
                  <a:ext uri="{FF2B5EF4-FFF2-40B4-BE49-F238E27FC236}">
                    <a16:creationId xmlns:a16="http://schemas.microsoft.com/office/drawing/2014/main" id="{3DD8255A-C0B0-44E6-878F-09A9A4786BB4}"/>
                  </a:ext>
                </a:extLst>
              </p:cNvPr>
              <p:cNvCxnSpPr/>
              <p:nvPr/>
            </p:nvCxnSpPr>
            <p:spPr>
              <a:xfrm>
                <a:off x="1979712" y="2132856"/>
                <a:ext cx="576064" cy="1152128"/>
              </a:xfrm>
              <a:prstGeom prst="straightConnector1">
                <a:avLst/>
              </a:prstGeom>
              <a:noFill/>
              <a:ln w="19050" cap="flat" cmpd="sng" algn="ctr">
                <a:solidFill>
                  <a:sysClr val="windowText" lastClr="000000"/>
                </a:solidFill>
                <a:prstDash val="solid"/>
                <a:headEnd type="none" w="med" len="med"/>
                <a:tailEnd type="triangle" w="lg" len="lg"/>
              </a:ln>
              <a:effectLst/>
            </p:spPr>
          </p:cxnSp>
          <p:cxnSp>
            <p:nvCxnSpPr>
              <p:cNvPr id="17" name="直接箭头连接符 16">
                <a:extLst>
                  <a:ext uri="{FF2B5EF4-FFF2-40B4-BE49-F238E27FC236}">
                    <a16:creationId xmlns:a16="http://schemas.microsoft.com/office/drawing/2014/main" id="{5AB00AF1-5D7F-4CD2-A5E9-18B053BDFD61}"/>
                  </a:ext>
                </a:extLst>
              </p:cNvPr>
              <p:cNvCxnSpPr/>
              <p:nvPr/>
            </p:nvCxnSpPr>
            <p:spPr>
              <a:xfrm>
                <a:off x="2537081" y="3255268"/>
                <a:ext cx="576064" cy="1152128"/>
              </a:xfrm>
              <a:prstGeom prst="straightConnector1">
                <a:avLst/>
              </a:prstGeom>
              <a:noFill/>
              <a:ln w="19050" cap="flat" cmpd="sng" algn="ctr">
                <a:solidFill>
                  <a:sysClr val="windowText" lastClr="000000"/>
                </a:solidFill>
                <a:prstDash val="solid"/>
                <a:headEnd type="none" w="med" len="med"/>
                <a:tailEnd type="none" w="med" len="med"/>
              </a:ln>
              <a:effectLst/>
            </p:spPr>
          </p:cxnSp>
        </p:grpSp>
        <p:grpSp>
          <p:nvGrpSpPr>
            <p:cNvPr id="5" name="组合 4">
              <a:extLst>
                <a:ext uri="{FF2B5EF4-FFF2-40B4-BE49-F238E27FC236}">
                  <a16:creationId xmlns:a16="http://schemas.microsoft.com/office/drawing/2014/main" id="{D9F1204E-F279-489D-A920-217175F00AA0}"/>
                </a:ext>
              </a:extLst>
            </p:cNvPr>
            <p:cNvGrpSpPr/>
            <p:nvPr/>
          </p:nvGrpSpPr>
          <p:grpSpPr>
            <a:xfrm rot="13898217">
              <a:off x="2062614" y="3039595"/>
              <a:ext cx="1133433" cy="2274540"/>
              <a:chOff x="1979712" y="2132856"/>
              <a:chExt cx="1133433" cy="2274540"/>
            </a:xfrm>
          </p:grpSpPr>
          <p:cxnSp>
            <p:nvCxnSpPr>
              <p:cNvPr id="14" name="直接箭头连接符 13">
                <a:extLst>
                  <a:ext uri="{FF2B5EF4-FFF2-40B4-BE49-F238E27FC236}">
                    <a16:creationId xmlns:a16="http://schemas.microsoft.com/office/drawing/2014/main" id="{E85CD838-9D90-4DAA-A5D6-13798D83510B}"/>
                  </a:ext>
                </a:extLst>
              </p:cNvPr>
              <p:cNvCxnSpPr/>
              <p:nvPr/>
            </p:nvCxnSpPr>
            <p:spPr>
              <a:xfrm>
                <a:off x="1979712" y="2132856"/>
                <a:ext cx="576064" cy="1152128"/>
              </a:xfrm>
              <a:prstGeom prst="straightConnector1">
                <a:avLst/>
              </a:prstGeom>
              <a:noFill/>
              <a:ln w="19050" cap="flat" cmpd="sng" algn="ctr">
                <a:solidFill>
                  <a:sysClr val="windowText" lastClr="000000"/>
                </a:solidFill>
                <a:prstDash val="solid"/>
                <a:headEnd type="none" w="med" len="med"/>
                <a:tailEnd type="triangle" w="lg" len="lg"/>
              </a:ln>
              <a:effectLst/>
            </p:spPr>
          </p:cxnSp>
          <p:cxnSp>
            <p:nvCxnSpPr>
              <p:cNvPr id="15" name="直接箭头连接符 14">
                <a:extLst>
                  <a:ext uri="{FF2B5EF4-FFF2-40B4-BE49-F238E27FC236}">
                    <a16:creationId xmlns:a16="http://schemas.microsoft.com/office/drawing/2014/main" id="{D5F2ABAA-E325-47A3-8E1D-2926362CC501}"/>
                  </a:ext>
                </a:extLst>
              </p:cNvPr>
              <p:cNvCxnSpPr/>
              <p:nvPr/>
            </p:nvCxnSpPr>
            <p:spPr>
              <a:xfrm>
                <a:off x="2537081" y="3255268"/>
                <a:ext cx="576064" cy="1152128"/>
              </a:xfrm>
              <a:prstGeom prst="straightConnector1">
                <a:avLst/>
              </a:prstGeom>
              <a:noFill/>
              <a:ln w="19050" cap="flat" cmpd="sng" algn="ctr">
                <a:solidFill>
                  <a:sysClr val="windowText" lastClr="000000"/>
                </a:solidFill>
                <a:prstDash val="solid"/>
                <a:headEnd type="none" w="med" len="med"/>
                <a:tailEnd type="none" w="med" len="med"/>
              </a:ln>
              <a:effectLst/>
            </p:spPr>
          </p:cxnSp>
        </p:grpSp>
        <p:cxnSp>
          <p:nvCxnSpPr>
            <p:cNvPr id="6" name="直接连接符 5">
              <a:extLst>
                <a:ext uri="{FF2B5EF4-FFF2-40B4-BE49-F238E27FC236}">
                  <a16:creationId xmlns:a16="http://schemas.microsoft.com/office/drawing/2014/main" id="{624BC5D5-37A6-4AE6-9269-E366F8D5C4B0}"/>
                </a:ext>
              </a:extLst>
            </p:cNvPr>
            <p:cNvCxnSpPr/>
            <p:nvPr/>
          </p:nvCxnSpPr>
          <p:spPr>
            <a:xfrm flipV="1">
              <a:off x="560418" y="5301208"/>
              <a:ext cx="3024336" cy="4680"/>
            </a:xfrm>
            <a:prstGeom prst="line">
              <a:avLst/>
            </a:prstGeom>
            <a:noFill/>
            <a:ln w="9525" cap="flat" cmpd="sng" algn="ctr">
              <a:solidFill>
                <a:sysClr val="windowText" lastClr="000000"/>
              </a:solidFill>
              <a:prstDash val="solid"/>
            </a:ln>
            <a:effectLst/>
          </p:spPr>
        </p:cxnSp>
        <p:cxnSp>
          <p:nvCxnSpPr>
            <p:cNvPr id="7" name="直接连接符 6">
              <a:extLst>
                <a:ext uri="{FF2B5EF4-FFF2-40B4-BE49-F238E27FC236}">
                  <a16:creationId xmlns:a16="http://schemas.microsoft.com/office/drawing/2014/main" id="{2910F42C-99D4-4A7D-AB91-1FD2B9EE56E3}"/>
                </a:ext>
              </a:extLst>
            </p:cNvPr>
            <p:cNvCxnSpPr/>
            <p:nvPr/>
          </p:nvCxnSpPr>
          <p:spPr>
            <a:xfrm>
              <a:off x="2072586" y="2830152"/>
              <a:ext cx="0" cy="3004828"/>
            </a:xfrm>
            <a:prstGeom prst="line">
              <a:avLst/>
            </a:prstGeom>
            <a:noFill/>
            <a:ln w="9525" cap="flat" cmpd="sng" algn="ctr">
              <a:solidFill>
                <a:sysClr val="windowText" lastClr="000000"/>
              </a:solidFill>
              <a:prstDash val="lgDash"/>
            </a:ln>
            <a:effectLst/>
          </p:spPr>
        </p:cxnSp>
        <p:graphicFrame>
          <p:nvGraphicFramePr>
            <p:cNvPr id="8" name="对象 7">
              <a:extLst>
                <a:ext uri="{FF2B5EF4-FFF2-40B4-BE49-F238E27FC236}">
                  <a16:creationId xmlns:a16="http://schemas.microsoft.com/office/drawing/2014/main" id="{C8984ED2-72F0-41B3-B046-5433E5BB0507}"/>
                </a:ext>
              </a:extLst>
            </p:cNvPr>
            <p:cNvGraphicFramePr>
              <a:graphicFrameLocks noChangeAspect="1"/>
            </p:cNvGraphicFramePr>
            <p:nvPr>
              <p:extLst>
                <p:ext uri="{D42A27DB-BD31-4B8C-83A1-F6EECF244321}">
                  <p14:modId xmlns:p14="http://schemas.microsoft.com/office/powerpoint/2010/main" val="1927926056"/>
                </p:ext>
              </p:extLst>
            </p:nvPr>
          </p:nvGraphicFramePr>
          <p:xfrm>
            <a:off x="1407498" y="3598911"/>
            <a:ext cx="313060" cy="469590"/>
          </p:xfrm>
          <a:graphic>
            <a:graphicData uri="http://schemas.openxmlformats.org/presentationml/2006/ole">
              <mc:AlternateContent xmlns:mc="http://schemas.openxmlformats.org/markup-compatibility/2006">
                <mc:Choice xmlns:v="urn:schemas-microsoft-com:vml" Requires="v">
                  <p:oleObj spid="_x0000_s26721" name="Equation" r:id="rId3" imgW="152280" imgH="228600" progId="Equation.DSMT4">
                    <p:embed/>
                  </p:oleObj>
                </mc:Choice>
                <mc:Fallback>
                  <p:oleObj name="Equation" r:id="rId3" imgW="152280" imgH="228600" progId="Equation.DSMT4">
                    <p:embed/>
                    <p:pic>
                      <p:nvPicPr>
                        <p:cNvPr id="24" name="对象 23"/>
                        <p:cNvPicPr/>
                        <p:nvPr/>
                      </p:nvPicPr>
                      <p:blipFill>
                        <a:blip r:embed="rId4"/>
                        <a:stretch>
                          <a:fillRect/>
                        </a:stretch>
                      </p:blipFill>
                      <p:spPr>
                        <a:xfrm>
                          <a:off x="1407498" y="3598911"/>
                          <a:ext cx="313060" cy="469590"/>
                        </a:xfrm>
                        <a:prstGeom prst="rect">
                          <a:avLst/>
                        </a:prstGeom>
                      </p:spPr>
                    </p:pic>
                  </p:oleObj>
                </mc:Fallback>
              </mc:AlternateContent>
            </a:graphicData>
          </a:graphic>
        </p:graphicFrame>
        <p:graphicFrame>
          <p:nvGraphicFramePr>
            <p:cNvPr id="9" name="对象 8">
              <a:extLst>
                <a:ext uri="{FF2B5EF4-FFF2-40B4-BE49-F238E27FC236}">
                  <a16:creationId xmlns:a16="http://schemas.microsoft.com/office/drawing/2014/main" id="{7D443C6E-BD7A-4809-85A2-55F4CEDBD1E3}"/>
                </a:ext>
              </a:extLst>
            </p:cNvPr>
            <p:cNvGraphicFramePr>
              <a:graphicFrameLocks noChangeAspect="1"/>
            </p:cNvGraphicFramePr>
            <p:nvPr>
              <p:extLst>
                <p:ext uri="{D42A27DB-BD31-4B8C-83A1-F6EECF244321}">
                  <p14:modId xmlns:p14="http://schemas.microsoft.com/office/powerpoint/2010/main" val="4231641082"/>
                </p:ext>
              </p:extLst>
            </p:nvPr>
          </p:nvGraphicFramePr>
          <p:xfrm>
            <a:off x="2372921" y="3610025"/>
            <a:ext cx="314325" cy="468312"/>
          </p:xfrm>
          <a:graphic>
            <a:graphicData uri="http://schemas.openxmlformats.org/presentationml/2006/ole">
              <mc:AlternateContent xmlns:mc="http://schemas.openxmlformats.org/markup-compatibility/2006">
                <mc:Choice xmlns:v="urn:schemas-microsoft-com:vml" Requires="v">
                  <p:oleObj spid="_x0000_s26722" name="Equation" r:id="rId5" imgW="152280" imgH="228600" progId="Equation.DSMT4">
                    <p:embed/>
                  </p:oleObj>
                </mc:Choice>
                <mc:Fallback>
                  <p:oleObj name="Equation" r:id="rId5" imgW="152280" imgH="228600" progId="Equation.DSMT4">
                    <p:embed/>
                    <p:pic>
                      <p:nvPicPr>
                        <p:cNvPr id="25" name="对象 24"/>
                        <p:cNvPicPr>
                          <a:picLocks noChangeAspect="1" noChangeArrowheads="1"/>
                        </p:cNvPicPr>
                        <p:nvPr/>
                      </p:nvPicPr>
                      <p:blipFill>
                        <a:blip r:embed="rId6"/>
                        <a:srcRect/>
                        <a:stretch>
                          <a:fillRect/>
                        </a:stretch>
                      </p:blipFill>
                      <p:spPr bwMode="auto">
                        <a:xfrm>
                          <a:off x="2372921" y="3610025"/>
                          <a:ext cx="314325" cy="468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 name="对象 9">
              <a:extLst>
                <a:ext uri="{FF2B5EF4-FFF2-40B4-BE49-F238E27FC236}">
                  <a16:creationId xmlns:a16="http://schemas.microsoft.com/office/drawing/2014/main" id="{BA7244DE-B813-4EC5-8798-0D34214D53E9}"/>
                </a:ext>
              </a:extLst>
            </p:cNvPr>
            <p:cNvGraphicFramePr>
              <a:graphicFrameLocks noChangeAspect="1"/>
            </p:cNvGraphicFramePr>
            <p:nvPr>
              <p:extLst>
                <p:ext uri="{D42A27DB-BD31-4B8C-83A1-F6EECF244321}">
                  <p14:modId xmlns:p14="http://schemas.microsoft.com/office/powerpoint/2010/main" val="3353548212"/>
                </p:ext>
              </p:extLst>
            </p:nvPr>
          </p:nvGraphicFramePr>
          <p:xfrm>
            <a:off x="719198" y="4149080"/>
            <a:ext cx="495300" cy="496888"/>
          </p:xfrm>
          <a:graphic>
            <a:graphicData uri="http://schemas.openxmlformats.org/presentationml/2006/ole">
              <mc:AlternateContent xmlns:mc="http://schemas.openxmlformats.org/markup-compatibility/2006">
                <mc:Choice xmlns:v="urn:schemas-microsoft-com:vml" Requires="v">
                  <p:oleObj spid="_x0000_s26723" name="Equation" r:id="rId7" imgW="241200" imgH="241200" progId="Equation.DSMT4">
                    <p:embed/>
                  </p:oleObj>
                </mc:Choice>
                <mc:Fallback>
                  <p:oleObj name="Equation" r:id="rId7" imgW="241200" imgH="241200" progId="Equation.DSMT4">
                    <p:embed/>
                    <p:pic>
                      <p:nvPicPr>
                        <p:cNvPr id="27" name="对象 26"/>
                        <p:cNvPicPr>
                          <a:picLocks noChangeAspect="1" noChangeArrowheads="1"/>
                        </p:cNvPicPr>
                        <p:nvPr/>
                      </p:nvPicPr>
                      <p:blipFill>
                        <a:blip r:embed="rId8"/>
                        <a:srcRect/>
                        <a:stretch>
                          <a:fillRect/>
                        </a:stretch>
                      </p:blipFill>
                      <p:spPr bwMode="auto">
                        <a:xfrm>
                          <a:off x="719198" y="4149080"/>
                          <a:ext cx="495300" cy="496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cxnSp>
          <p:nvCxnSpPr>
            <p:cNvPr id="11" name="直接箭头连接符 10">
              <a:extLst>
                <a:ext uri="{FF2B5EF4-FFF2-40B4-BE49-F238E27FC236}">
                  <a16:creationId xmlns:a16="http://schemas.microsoft.com/office/drawing/2014/main" id="{EDE58AD7-2FE2-49D1-B256-E9A85DCAA821}"/>
                </a:ext>
              </a:extLst>
            </p:cNvPr>
            <p:cNvCxnSpPr/>
            <p:nvPr/>
          </p:nvCxnSpPr>
          <p:spPr>
            <a:xfrm flipH="1">
              <a:off x="1208490" y="4332566"/>
              <a:ext cx="360040" cy="206270"/>
            </a:xfrm>
            <a:prstGeom prst="straightConnector1">
              <a:avLst/>
            </a:prstGeom>
            <a:noFill/>
            <a:ln w="19050" cap="flat" cmpd="sng" algn="ctr">
              <a:solidFill>
                <a:sysClr val="windowText" lastClr="000000"/>
              </a:solidFill>
              <a:prstDash val="solid"/>
              <a:headEnd type="none" w="med" len="med"/>
              <a:tailEnd type="triangle" w="med" len="med"/>
            </a:ln>
            <a:effectLst/>
          </p:spPr>
        </p:cxnSp>
        <p:cxnSp>
          <p:nvCxnSpPr>
            <p:cNvPr id="12" name="直接箭头连接符 11">
              <a:extLst>
                <a:ext uri="{FF2B5EF4-FFF2-40B4-BE49-F238E27FC236}">
                  <a16:creationId xmlns:a16="http://schemas.microsoft.com/office/drawing/2014/main" id="{E06F48FE-666C-4BB4-8826-74A1AD5BD2EE}"/>
                </a:ext>
              </a:extLst>
            </p:cNvPr>
            <p:cNvCxnSpPr/>
            <p:nvPr/>
          </p:nvCxnSpPr>
          <p:spPr>
            <a:xfrm>
              <a:off x="2543542" y="4332566"/>
              <a:ext cx="449168" cy="206270"/>
            </a:xfrm>
            <a:prstGeom prst="straightConnector1">
              <a:avLst/>
            </a:prstGeom>
            <a:noFill/>
            <a:ln w="19050" cap="flat" cmpd="sng" algn="ctr">
              <a:solidFill>
                <a:sysClr val="windowText" lastClr="000000"/>
              </a:solidFill>
              <a:prstDash val="solid"/>
              <a:headEnd type="none" w="med" len="med"/>
              <a:tailEnd type="triangle" w="med" len="med"/>
            </a:ln>
            <a:effectLst/>
          </p:spPr>
        </p:cxnSp>
        <p:graphicFrame>
          <p:nvGraphicFramePr>
            <p:cNvPr id="13" name="对象 12">
              <a:extLst>
                <a:ext uri="{FF2B5EF4-FFF2-40B4-BE49-F238E27FC236}">
                  <a16:creationId xmlns:a16="http://schemas.microsoft.com/office/drawing/2014/main" id="{2BF83774-8592-47B3-9D6B-29C3C3B6FFFB}"/>
                </a:ext>
              </a:extLst>
            </p:cNvPr>
            <p:cNvGraphicFramePr>
              <a:graphicFrameLocks noChangeAspect="1"/>
            </p:cNvGraphicFramePr>
            <p:nvPr>
              <p:extLst>
                <p:ext uri="{D42A27DB-BD31-4B8C-83A1-F6EECF244321}">
                  <p14:modId xmlns:p14="http://schemas.microsoft.com/office/powerpoint/2010/main" val="2137733171"/>
                </p:ext>
              </p:extLst>
            </p:nvPr>
          </p:nvGraphicFramePr>
          <p:xfrm>
            <a:off x="2896405" y="4084122"/>
            <a:ext cx="495300" cy="496887"/>
          </p:xfrm>
          <a:graphic>
            <a:graphicData uri="http://schemas.openxmlformats.org/presentationml/2006/ole">
              <mc:AlternateContent xmlns:mc="http://schemas.openxmlformats.org/markup-compatibility/2006">
                <mc:Choice xmlns:v="urn:schemas-microsoft-com:vml" Requires="v">
                  <p:oleObj spid="_x0000_s26724" name="Equation" r:id="rId9" imgW="241200" imgH="241200" progId="Equation.DSMT4">
                    <p:embed/>
                  </p:oleObj>
                </mc:Choice>
                <mc:Fallback>
                  <p:oleObj name="Equation" r:id="rId9" imgW="241200" imgH="241200" progId="Equation.DSMT4">
                    <p:embed/>
                    <p:pic>
                      <p:nvPicPr>
                        <p:cNvPr id="32" name="对象 31"/>
                        <p:cNvPicPr>
                          <a:picLocks noChangeAspect="1" noChangeArrowheads="1"/>
                        </p:cNvPicPr>
                        <p:nvPr/>
                      </p:nvPicPr>
                      <p:blipFill>
                        <a:blip r:embed="rId10"/>
                        <a:srcRect/>
                        <a:stretch>
                          <a:fillRect/>
                        </a:stretch>
                      </p:blipFill>
                      <p:spPr bwMode="auto">
                        <a:xfrm>
                          <a:off x="2896405" y="4084122"/>
                          <a:ext cx="495300" cy="496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18" name="矩形 17">
            <a:extLst>
              <a:ext uri="{FF2B5EF4-FFF2-40B4-BE49-F238E27FC236}">
                <a16:creationId xmlns:a16="http://schemas.microsoft.com/office/drawing/2014/main" id="{0F36026D-1CB0-4D09-B641-6EE2FCBC9BDF}"/>
              </a:ext>
            </a:extLst>
          </p:cNvPr>
          <p:cNvSpPr/>
          <p:nvPr/>
        </p:nvSpPr>
        <p:spPr>
          <a:xfrm>
            <a:off x="4095720" y="1947655"/>
            <a:ext cx="4464496" cy="904863"/>
          </a:xfrm>
          <a:prstGeom prst="rect">
            <a:avLst/>
          </a:prstGeom>
        </p:spPr>
        <p:txBody>
          <a:bodyPr wrap="square">
            <a:spAutoFit/>
          </a:bodyPr>
          <a:lstStyle/>
          <a:p>
            <a:pPr algn="just" eaLnBrk="0" hangingPunct="0">
              <a:lnSpc>
                <a:spcPct val="120000"/>
              </a:lnSpc>
            </a:pPr>
            <a:r>
              <a:rPr lang="zh-CN" altLang="en-US" sz="22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例如：入射光只有 </a:t>
            </a:r>
            <a:r>
              <a:rPr lang="en-US" altLang="zh-CN" sz="2200" i="1"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p </a:t>
            </a:r>
            <a:r>
              <a:rPr lang="zh-CN" altLang="en-US" sz="22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分量，</a:t>
            </a:r>
            <a:r>
              <a:rPr lang="en-US" altLang="zh-CN" sz="2200" i="1"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n</a:t>
            </a:r>
            <a:r>
              <a:rPr lang="en-US" altLang="zh-CN" sz="2200" baseline="-25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1</a:t>
            </a:r>
            <a:r>
              <a:rPr lang="en-US" altLang="zh-CN" sz="22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&lt;</a:t>
            </a:r>
            <a:r>
              <a:rPr lang="en-US" altLang="zh-CN" sz="2200" i="1"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n</a:t>
            </a:r>
            <a:r>
              <a:rPr lang="en-US" altLang="zh-CN" sz="2200" baseline="-25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22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，从菲涅耳公式可以得到</a:t>
            </a:r>
            <a:endParaRPr lang="en-US" altLang="zh-CN" sz="22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endParaRPr>
          </a:p>
        </p:txBody>
      </p:sp>
      <p:graphicFrame>
        <p:nvGraphicFramePr>
          <p:cNvPr id="19" name="对象 18">
            <a:extLst>
              <a:ext uri="{FF2B5EF4-FFF2-40B4-BE49-F238E27FC236}">
                <a16:creationId xmlns:a16="http://schemas.microsoft.com/office/drawing/2014/main" id="{D6F5EFD9-B474-4B71-B630-64644FE2B43E}"/>
              </a:ext>
            </a:extLst>
          </p:cNvPr>
          <p:cNvGraphicFramePr>
            <a:graphicFrameLocks noChangeAspect="1"/>
          </p:cNvGraphicFramePr>
          <p:nvPr>
            <p:extLst>
              <p:ext uri="{D42A27DB-BD31-4B8C-83A1-F6EECF244321}">
                <p14:modId xmlns:p14="http://schemas.microsoft.com/office/powerpoint/2010/main" val="976285407"/>
              </p:ext>
            </p:extLst>
          </p:nvPr>
        </p:nvGraphicFramePr>
        <p:xfrm>
          <a:off x="5937778" y="3026668"/>
          <a:ext cx="994916" cy="895424"/>
        </p:xfrm>
        <a:graphic>
          <a:graphicData uri="http://schemas.openxmlformats.org/presentationml/2006/ole">
            <mc:AlternateContent xmlns:mc="http://schemas.openxmlformats.org/markup-compatibility/2006">
              <mc:Choice xmlns:v="urn:schemas-microsoft-com:vml" Requires="v">
                <p:oleObj spid="_x0000_s26725" name="Equation" r:id="rId11" imgW="507960" imgH="457200" progId="Equation.DSMT4">
                  <p:embed/>
                </p:oleObj>
              </mc:Choice>
              <mc:Fallback>
                <p:oleObj name="Equation" r:id="rId11" imgW="507960" imgH="457200" progId="Equation.DSMT4">
                  <p:embed/>
                  <p:pic>
                    <p:nvPicPr>
                      <p:cNvPr id="33" name="对象 32"/>
                      <p:cNvPicPr/>
                      <p:nvPr/>
                    </p:nvPicPr>
                    <p:blipFill>
                      <a:blip r:embed="rId12"/>
                      <a:stretch>
                        <a:fillRect/>
                      </a:stretch>
                    </p:blipFill>
                    <p:spPr>
                      <a:xfrm>
                        <a:off x="5937778" y="3026668"/>
                        <a:ext cx="994916" cy="895424"/>
                      </a:xfrm>
                      <a:prstGeom prst="rect">
                        <a:avLst/>
                      </a:prstGeom>
                    </p:spPr>
                  </p:pic>
                </p:oleObj>
              </mc:Fallback>
            </mc:AlternateContent>
          </a:graphicData>
        </a:graphic>
      </p:graphicFrame>
      <p:sp>
        <p:nvSpPr>
          <p:cNvPr id="20" name="矩形 19">
            <a:extLst>
              <a:ext uri="{FF2B5EF4-FFF2-40B4-BE49-F238E27FC236}">
                <a16:creationId xmlns:a16="http://schemas.microsoft.com/office/drawing/2014/main" id="{4AF9F6E8-3351-461E-912C-65765B05FC7C}"/>
              </a:ext>
            </a:extLst>
          </p:cNvPr>
          <p:cNvSpPr/>
          <p:nvPr/>
        </p:nvSpPr>
        <p:spPr>
          <a:xfrm>
            <a:off x="3878952" y="3933056"/>
            <a:ext cx="5112568" cy="2123658"/>
          </a:xfrm>
          <a:prstGeom prst="rect">
            <a:avLst/>
          </a:prstGeom>
        </p:spPr>
        <p:txBody>
          <a:bodyPr wrap="square">
            <a:spAutoFit/>
          </a:bodyPr>
          <a:lstStyle/>
          <a:p>
            <a:pPr algn="just" eaLnBrk="0" hangingPunct="0">
              <a:lnSpc>
                <a:spcPct val="120000"/>
              </a:lnSpc>
            </a:pPr>
            <a:r>
              <a:rPr lang="zh-CN" altLang="en-US" sz="22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这一结果意味着反射光的电矢量相对于局域坐标架来说并未翻转。但是如果反射光和入射光做对比，可以看到分界面处，两者的电矢量方向确实是相反的，因此这种情况也会被认为有半波损失。</a:t>
            </a:r>
            <a:endParaRPr lang="en-US" altLang="zh-CN" sz="22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307187893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6B29F5A6-58A7-4181-ABC8-12B90D1F472C}"/>
              </a:ext>
            </a:extLst>
          </p:cNvPr>
          <p:cNvSpPr/>
          <p:nvPr/>
        </p:nvSpPr>
        <p:spPr>
          <a:xfrm>
            <a:off x="197706" y="559488"/>
            <a:ext cx="8748587" cy="870431"/>
          </a:xfrm>
          <a:prstGeom prst="rect">
            <a:avLst/>
          </a:prstGeom>
        </p:spPr>
        <p:txBody>
          <a:bodyPr wrap="square">
            <a:spAutoFit/>
          </a:bodyPr>
          <a:lstStyle/>
          <a:p>
            <a:pPr algn="just" eaLnBrk="0" hangingPunct="0">
              <a:lnSpc>
                <a:spcPct val="120000"/>
              </a:lnSpc>
            </a:pPr>
            <a:r>
              <a:rPr lang="zh-CN" altLang="en-US" sz="2200" dirty="0">
                <a:solidFill>
                  <a:prstClr val="black"/>
                </a:solidFill>
                <a:latin typeface="微软雅黑" panose="020B0503020204020204" pitchFamily="34" charset="-122"/>
                <a:ea typeface="微软雅黑" panose="020B0503020204020204" pitchFamily="34" charset="-122"/>
              </a:rPr>
              <a:t>斜入射情况下，反射光相对入射光的相位变化一般较为复杂，但经同一分界面的内、外反射所得两束反射光之间一定存在半波损失。</a:t>
            </a:r>
          </a:p>
        </p:txBody>
      </p:sp>
      <p:pic>
        <p:nvPicPr>
          <p:cNvPr id="3" name="Picture 2">
            <a:extLst>
              <a:ext uri="{FF2B5EF4-FFF2-40B4-BE49-F238E27FC236}">
                <a16:creationId xmlns:a16="http://schemas.microsoft.com/office/drawing/2014/main" id="{44185E76-2C22-4404-91C9-C1DEFA3A47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09590" y="1570014"/>
            <a:ext cx="2808312" cy="221179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 name="Picture 3">
            <a:extLst>
              <a:ext uri="{FF2B5EF4-FFF2-40B4-BE49-F238E27FC236}">
                <a16:creationId xmlns:a16="http://schemas.microsoft.com/office/drawing/2014/main" id="{5BCA9B9A-4798-4CCB-96A8-4AB9EA922E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77942" y="1466390"/>
            <a:ext cx="2592288" cy="231300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 name="Picture 4">
            <a:extLst>
              <a:ext uri="{FF2B5EF4-FFF2-40B4-BE49-F238E27FC236}">
                <a16:creationId xmlns:a16="http://schemas.microsoft.com/office/drawing/2014/main" id="{07264B47-8245-4EDA-A2AC-919F51B3B6E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33790" y="3938254"/>
            <a:ext cx="2717295" cy="218318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 name="Picture 5">
            <a:extLst>
              <a:ext uri="{FF2B5EF4-FFF2-40B4-BE49-F238E27FC236}">
                <a16:creationId xmlns:a16="http://schemas.microsoft.com/office/drawing/2014/main" id="{E347B0BF-E0A8-4B3B-B311-67D60CF6E7C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859860" y="3943864"/>
            <a:ext cx="2428452" cy="218629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矩形 6">
            <a:extLst>
              <a:ext uri="{FF2B5EF4-FFF2-40B4-BE49-F238E27FC236}">
                <a16:creationId xmlns:a16="http://schemas.microsoft.com/office/drawing/2014/main" id="{53518551-E26C-4C1A-BEA7-1D22395D8509}"/>
              </a:ext>
            </a:extLst>
          </p:cNvPr>
          <p:cNvSpPr/>
          <p:nvPr/>
        </p:nvSpPr>
        <p:spPr>
          <a:xfrm>
            <a:off x="616806" y="2140382"/>
            <a:ext cx="1398783" cy="535531"/>
          </a:xfrm>
          <a:prstGeom prst="rect">
            <a:avLst/>
          </a:prstGeom>
        </p:spPr>
        <p:txBody>
          <a:bodyPr wrap="square">
            <a:spAutoFit/>
          </a:bodyPr>
          <a:lstStyle/>
          <a:p>
            <a:pPr algn="ctr" eaLnBrk="0" hangingPunct="0">
              <a:lnSpc>
                <a:spcPct val="120000"/>
              </a:lnSpc>
            </a:pPr>
            <a:r>
              <a:rPr lang="en-US" altLang="zh-CN" sz="2400" i="1"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n</a:t>
            </a:r>
            <a:r>
              <a:rPr lang="en-US" altLang="zh-CN" sz="2400" baseline="-25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1</a:t>
            </a:r>
            <a:r>
              <a:rPr lang="en-US" altLang="zh-CN" sz="24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&lt;</a:t>
            </a:r>
            <a:r>
              <a:rPr lang="en-US" altLang="zh-CN" sz="2400" i="1"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n</a:t>
            </a:r>
            <a:r>
              <a:rPr lang="en-US" altLang="zh-CN" sz="2400" baseline="-25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2</a:t>
            </a:r>
            <a:endParaRPr lang="zh-CN" altLang="en-US" sz="2400" baseline="-25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8" name="矩形 7">
            <a:extLst>
              <a:ext uri="{FF2B5EF4-FFF2-40B4-BE49-F238E27FC236}">
                <a16:creationId xmlns:a16="http://schemas.microsoft.com/office/drawing/2014/main" id="{484D6F36-2933-4A8E-A86D-B98AB2356CF7}"/>
              </a:ext>
            </a:extLst>
          </p:cNvPr>
          <p:cNvSpPr/>
          <p:nvPr/>
        </p:nvSpPr>
        <p:spPr>
          <a:xfrm>
            <a:off x="769205" y="4769247"/>
            <a:ext cx="1398783" cy="496867"/>
          </a:xfrm>
          <a:prstGeom prst="rect">
            <a:avLst/>
          </a:prstGeom>
        </p:spPr>
        <p:txBody>
          <a:bodyPr wrap="square">
            <a:spAutoFit/>
          </a:bodyPr>
          <a:lstStyle/>
          <a:p>
            <a:pPr algn="ctr" eaLnBrk="0" hangingPunct="0">
              <a:lnSpc>
                <a:spcPct val="120000"/>
              </a:lnSpc>
            </a:pPr>
            <a:r>
              <a:rPr lang="en-US" altLang="zh-CN" sz="2400" i="1"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n</a:t>
            </a:r>
            <a:r>
              <a:rPr lang="en-US" altLang="zh-CN" sz="2400" baseline="-25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1</a:t>
            </a:r>
            <a:r>
              <a:rPr lang="en-US" altLang="zh-CN" sz="24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&gt;</a:t>
            </a:r>
            <a:r>
              <a:rPr lang="en-US" altLang="zh-CN" sz="2400" i="1"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n</a:t>
            </a:r>
            <a:r>
              <a:rPr lang="en-US" altLang="zh-CN" sz="2400" baseline="-25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2</a:t>
            </a:r>
            <a:endParaRPr lang="zh-CN" altLang="en-US" sz="2400" baseline="-25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106956080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165EC1B8-B6C5-4442-978C-F0195100CF09}"/>
              </a:ext>
            </a:extLst>
          </p:cNvPr>
          <p:cNvSpPr/>
          <p:nvPr/>
        </p:nvSpPr>
        <p:spPr>
          <a:xfrm>
            <a:off x="200345" y="139191"/>
            <a:ext cx="4921321" cy="559769"/>
          </a:xfrm>
          <a:prstGeom prst="rect">
            <a:avLst/>
          </a:prstGeom>
        </p:spPr>
        <p:txBody>
          <a:bodyPr wrap="square">
            <a:spAutoFit/>
          </a:bodyPr>
          <a:lstStyle/>
          <a:p>
            <a:pPr lvl="0">
              <a:lnSpc>
                <a:spcPct val="150000"/>
              </a:lnSpc>
              <a:spcBef>
                <a:spcPts val="1000"/>
              </a:spcBef>
            </a:pPr>
            <a:r>
              <a:rPr lang="en-US" altLang="zh-CN" sz="2400" dirty="0">
                <a:solidFill>
                  <a:prstClr val="black"/>
                </a:solidFill>
                <a:latin typeface="黑体" panose="02010609060101010101" pitchFamily="49" charset="-122"/>
                <a:ea typeface="黑体" panose="02010609060101010101" pitchFamily="49" charset="-122"/>
              </a:rPr>
              <a:t>§10.5 </a:t>
            </a:r>
            <a:r>
              <a:rPr lang="zh-CN" altLang="en-US" sz="2400" dirty="0">
                <a:solidFill>
                  <a:prstClr val="black"/>
                </a:solidFill>
                <a:latin typeface="黑体" panose="02010609060101010101" pitchFamily="49" charset="-122"/>
                <a:ea typeface="黑体" panose="02010609060101010101" pitchFamily="49" charset="-122"/>
              </a:rPr>
              <a:t>反射、折射时的偏振现象</a:t>
            </a:r>
            <a:endParaRPr lang="en-US" altLang="zh-CN" sz="2400" dirty="0">
              <a:solidFill>
                <a:prstClr val="black"/>
              </a:solidFill>
              <a:latin typeface="黑体" panose="02010609060101010101" pitchFamily="49" charset="-122"/>
              <a:ea typeface="黑体" panose="02010609060101010101" pitchFamily="49" charset="-122"/>
            </a:endParaRPr>
          </a:p>
        </p:txBody>
      </p:sp>
      <p:sp>
        <p:nvSpPr>
          <p:cNvPr id="3" name="矩形 2">
            <a:extLst>
              <a:ext uri="{FF2B5EF4-FFF2-40B4-BE49-F238E27FC236}">
                <a16:creationId xmlns:a16="http://schemas.microsoft.com/office/drawing/2014/main" id="{A76FF996-D859-41D1-A7E2-26321F81840B}"/>
              </a:ext>
            </a:extLst>
          </p:cNvPr>
          <p:cNvSpPr/>
          <p:nvPr/>
        </p:nvSpPr>
        <p:spPr>
          <a:xfrm>
            <a:off x="473919" y="1150080"/>
            <a:ext cx="7973945" cy="4228850"/>
          </a:xfrm>
          <a:prstGeom prst="rect">
            <a:avLst/>
          </a:prstGeom>
        </p:spPr>
        <p:txBody>
          <a:bodyPr wrap="square">
            <a:spAutoFit/>
          </a:bodyPr>
          <a:lstStyle/>
          <a:p>
            <a:pPr marL="342900" indent="-342900" algn="just">
              <a:lnSpc>
                <a:spcPct val="130000"/>
              </a:lnSpc>
              <a:spcBef>
                <a:spcPts val="1200"/>
              </a:spcBef>
              <a:buFontTx/>
              <a:buAutoNum type="arabicParenBoth"/>
            </a:pPr>
            <a:r>
              <a:rPr lang="zh-CN" altLang="en-US" sz="22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自然光入射时，反射光和透射光均为部分偏振光。</a:t>
            </a:r>
            <a:endParaRPr lang="en-US" altLang="zh-CN" sz="22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endParaRPr>
          </a:p>
          <a:p>
            <a:pPr marL="342900" indent="-342900" algn="just">
              <a:lnSpc>
                <a:spcPct val="130000"/>
              </a:lnSpc>
              <a:spcBef>
                <a:spcPts val="1200"/>
              </a:spcBef>
              <a:buFontTx/>
              <a:buAutoNum type="arabicParenBoth"/>
            </a:pPr>
            <a:r>
              <a:rPr lang="zh-CN" altLang="en-US" sz="22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圆偏振光入射时，反射光和透射光均为椭圆偏振光。</a:t>
            </a:r>
          </a:p>
          <a:p>
            <a:pPr marL="342900" indent="-342900" algn="just">
              <a:lnSpc>
                <a:spcPct val="130000"/>
              </a:lnSpc>
              <a:spcBef>
                <a:spcPts val="1200"/>
              </a:spcBef>
              <a:buFontTx/>
              <a:buAutoNum type="arabicParenBoth"/>
            </a:pPr>
            <a:r>
              <a:rPr lang="zh-CN" altLang="en-US" sz="22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一般情况下线偏振光入射时，反射光和透射光仍为线偏振光，但振动面相对于原入射光有一定偏转。</a:t>
            </a:r>
            <a:endParaRPr lang="en-US" altLang="zh-CN" sz="22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endParaRPr>
          </a:p>
          <a:p>
            <a:pPr marL="342900" indent="-342900" algn="just">
              <a:lnSpc>
                <a:spcPct val="130000"/>
              </a:lnSpc>
              <a:spcBef>
                <a:spcPts val="1200"/>
              </a:spcBef>
              <a:buFontTx/>
              <a:buAutoNum type="arabicParenBoth"/>
            </a:pPr>
            <a:r>
              <a:rPr lang="zh-CN" altLang="en-US" sz="22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全反射条件下线偏振光入射时，反射光一般是椭圆偏振光。此时要求入射光线偏振方向与入射面之间的夹角不是</a:t>
            </a:r>
            <a:r>
              <a:rPr lang="en-US" altLang="zh-CN" sz="22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0</a:t>
            </a:r>
            <a:r>
              <a:rPr lang="zh-CN" altLang="en-US" sz="22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或</a:t>
            </a:r>
            <a:r>
              <a:rPr lang="en-US" altLang="zh-CN" sz="22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π/2</a:t>
            </a:r>
            <a:r>
              <a:rPr lang="zh-CN" altLang="en-US" sz="22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，这是为了保证</a:t>
            </a:r>
            <a:r>
              <a:rPr lang="en-US" altLang="zh-CN" sz="22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p</a:t>
            </a:r>
            <a:r>
              <a:rPr lang="zh-CN" altLang="en-US" sz="22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分量和</a:t>
            </a:r>
            <a:r>
              <a:rPr lang="en-US" altLang="zh-CN" sz="22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s</a:t>
            </a:r>
            <a:r>
              <a:rPr lang="zh-CN" altLang="en-US" sz="22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分量同时存在。</a:t>
            </a:r>
            <a:endParaRPr lang="en-US" altLang="zh-CN" sz="22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endParaRPr>
          </a:p>
          <a:p>
            <a:pPr marL="342900" indent="-342900" algn="just">
              <a:lnSpc>
                <a:spcPct val="130000"/>
              </a:lnSpc>
              <a:spcBef>
                <a:spcPts val="1200"/>
              </a:spcBef>
              <a:buFontTx/>
              <a:buAutoNum type="arabicParenBoth"/>
            </a:pPr>
            <a:r>
              <a:rPr lang="zh-CN" altLang="en-US" sz="22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以布儒斯特角入射，反射光是</a:t>
            </a:r>
            <a:r>
              <a:rPr lang="en-US" altLang="zh-CN" sz="22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s</a:t>
            </a:r>
            <a:r>
              <a:rPr lang="zh-CN" altLang="en-US" sz="22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线偏振光。</a:t>
            </a:r>
          </a:p>
        </p:txBody>
      </p:sp>
    </p:spTree>
    <p:extLst>
      <p:ext uri="{BB962C8B-B14F-4D97-AF65-F5344CB8AC3E}">
        <p14:creationId xmlns:p14="http://schemas.microsoft.com/office/powerpoint/2010/main" val="88311932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74751101-39A9-4B3E-B447-FF55CDA1EA71}"/>
              </a:ext>
            </a:extLst>
          </p:cNvPr>
          <p:cNvSpPr/>
          <p:nvPr/>
        </p:nvSpPr>
        <p:spPr>
          <a:xfrm>
            <a:off x="215649" y="188627"/>
            <a:ext cx="8496944" cy="904863"/>
          </a:xfrm>
          <a:prstGeom prst="rect">
            <a:avLst/>
          </a:prstGeom>
        </p:spPr>
        <p:txBody>
          <a:bodyPr wrap="square">
            <a:spAutoFit/>
          </a:bodyPr>
          <a:lstStyle/>
          <a:p>
            <a:pPr eaLnBrk="0" hangingPunct="0">
              <a:lnSpc>
                <a:spcPct val="120000"/>
              </a:lnSpc>
            </a:pPr>
            <a:r>
              <a:rPr lang="zh-CN" altLang="en-US" sz="22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例：</a:t>
            </a:r>
            <a:r>
              <a:rPr lang="zh-CN" altLang="en-US" sz="22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一左旋圆偏振光的以</a:t>
            </a:r>
            <a:r>
              <a:rPr lang="en-US" altLang="zh-CN" sz="22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50</a:t>
            </a:r>
            <a:r>
              <a:rPr lang="zh-CN" altLang="en-US" sz="22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度角入射到空气</a:t>
            </a:r>
            <a:r>
              <a:rPr lang="en-US" altLang="zh-CN" sz="22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2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玻璃分界面上，试求反射光和投射光的偏振态：</a:t>
            </a:r>
          </a:p>
        </p:txBody>
      </p:sp>
      <p:pic>
        <p:nvPicPr>
          <p:cNvPr id="3" name="图片 2">
            <a:extLst>
              <a:ext uri="{FF2B5EF4-FFF2-40B4-BE49-F238E27FC236}">
                <a16:creationId xmlns:a16="http://schemas.microsoft.com/office/drawing/2014/main" id="{C5050B57-54DF-4B21-BB01-EB10A9E53081}"/>
              </a:ext>
            </a:extLst>
          </p:cNvPr>
          <p:cNvPicPr>
            <a:picLocks noChangeAspect="1"/>
          </p:cNvPicPr>
          <p:nvPr/>
        </p:nvPicPr>
        <p:blipFill rotWithShape="1">
          <a:blip r:embed="rId3"/>
          <a:srcRect l="57093" t="32899" r="33063" b="30001"/>
          <a:stretch/>
        </p:blipFill>
        <p:spPr>
          <a:xfrm>
            <a:off x="40332" y="1130350"/>
            <a:ext cx="5343325" cy="5663924"/>
          </a:xfrm>
          <a:prstGeom prst="rect">
            <a:avLst/>
          </a:prstGeom>
        </p:spPr>
      </p:pic>
      <p:pic>
        <p:nvPicPr>
          <p:cNvPr id="4" name="图片 3">
            <a:extLst>
              <a:ext uri="{FF2B5EF4-FFF2-40B4-BE49-F238E27FC236}">
                <a16:creationId xmlns:a16="http://schemas.microsoft.com/office/drawing/2014/main" id="{7B47A391-A6EA-4622-ACEE-D70670871376}"/>
              </a:ext>
            </a:extLst>
          </p:cNvPr>
          <p:cNvPicPr>
            <a:picLocks noChangeAspect="1"/>
          </p:cNvPicPr>
          <p:nvPr/>
        </p:nvPicPr>
        <p:blipFill rotWithShape="1">
          <a:blip r:embed="rId4"/>
          <a:srcRect l="66734" t="29700" r="23816" b="65400"/>
          <a:stretch/>
        </p:blipFill>
        <p:spPr>
          <a:xfrm>
            <a:off x="3838108" y="6085142"/>
            <a:ext cx="4103816" cy="598473"/>
          </a:xfrm>
          <a:prstGeom prst="rect">
            <a:avLst/>
          </a:prstGeom>
        </p:spPr>
      </p:pic>
      <p:sp>
        <p:nvSpPr>
          <p:cNvPr id="5" name="文本框 4">
            <a:extLst>
              <a:ext uri="{FF2B5EF4-FFF2-40B4-BE49-F238E27FC236}">
                <a16:creationId xmlns:a16="http://schemas.microsoft.com/office/drawing/2014/main" id="{F158A7D4-141E-47B4-9D0F-BF3CC3ADDF4C}"/>
              </a:ext>
            </a:extLst>
          </p:cNvPr>
          <p:cNvSpPr txBox="1"/>
          <p:nvPr/>
        </p:nvSpPr>
        <p:spPr>
          <a:xfrm>
            <a:off x="6261843" y="2702296"/>
            <a:ext cx="2119298" cy="584775"/>
          </a:xfrm>
          <a:prstGeom prst="rect">
            <a:avLst/>
          </a:prstGeom>
          <a:noFill/>
        </p:spPr>
        <p:txBody>
          <a:bodyPr wrap="none" rtlCol="0">
            <a:spAutoFit/>
          </a:bodyPr>
          <a:lstStyle/>
          <a:p>
            <a:r>
              <a:rPr lang="en-US" altLang="zh-CN" sz="3200" dirty="0" err="1">
                <a:solidFill>
                  <a:prstClr val="black"/>
                </a:solidFill>
                <a:latin typeface="Calibri"/>
                <a:ea typeface="宋体" panose="02010600030101010101" pitchFamily="2" charset="-122"/>
              </a:rPr>
              <a:t>tani</a:t>
            </a:r>
            <a:r>
              <a:rPr lang="en-US" altLang="zh-CN" sz="3200" baseline="-25000" dirty="0" err="1">
                <a:solidFill>
                  <a:prstClr val="black"/>
                </a:solidFill>
                <a:latin typeface="Calibri"/>
                <a:ea typeface="宋体" panose="02010600030101010101" pitchFamily="2" charset="-122"/>
              </a:rPr>
              <a:t>B</a:t>
            </a:r>
            <a:r>
              <a:rPr lang="en-US" altLang="zh-CN" sz="3200" dirty="0">
                <a:solidFill>
                  <a:prstClr val="black"/>
                </a:solidFill>
                <a:latin typeface="Calibri"/>
                <a:ea typeface="宋体" panose="02010600030101010101" pitchFamily="2" charset="-122"/>
              </a:rPr>
              <a:t>=n</a:t>
            </a:r>
            <a:r>
              <a:rPr lang="en-US" altLang="zh-CN" sz="3200" baseline="-25000" dirty="0">
                <a:solidFill>
                  <a:prstClr val="black"/>
                </a:solidFill>
                <a:latin typeface="Calibri"/>
                <a:ea typeface="宋体" panose="02010600030101010101" pitchFamily="2" charset="-122"/>
              </a:rPr>
              <a:t>2</a:t>
            </a:r>
            <a:r>
              <a:rPr lang="en-US" altLang="zh-CN" sz="3200" dirty="0">
                <a:solidFill>
                  <a:prstClr val="black"/>
                </a:solidFill>
                <a:latin typeface="Calibri"/>
                <a:ea typeface="宋体" panose="02010600030101010101" pitchFamily="2" charset="-122"/>
              </a:rPr>
              <a:t>/n</a:t>
            </a:r>
            <a:r>
              <a:rPr lang="en-US" altLang="zh-CN" sz="3200" baseline="-25000" dirty="0">
                <a:solidFill>
                  <a:prstClr val="black"/>
                </a:solidFill>
                <a:latin typeface="Calibri"/>
                <a:ea typeface="宋体" panose="02010600030101010101" pitchFamily="2" charset="-122"/>
              </a:rPr>
              <a:t>1</a:t>
            </a:r>
            <a:endParaRPr lang="zh-CN" altLang="en-US" sz="3200" baseline="-25000" dirty="0">
              <a:solidFill>
                <a:prstClr val="black"/>
              </a:solidFill>
              <a:latin typeface="Calibri"/>
              <a:ea typeface="宋体" panose="02010600030101010101" pitchFamily="2" charset="-122"/>
            </a:endParaRPr>
          </a:p>
        </p:txBody>
      </p:sp>
    </p:spTree>
    <p:extLst>
      <p:ext uri="{BB962C8B-B14F-4D97-AF65-F5344CB8AC3E}">
        <p14:creationId xmlns:p14="http://schemas.microsoft.com/office/powerpoint/2010/main" val="80267483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C280D8D7-8516-44E8-99DF-F9E22BF386A7}"/>
              </a:ext>
            </a:extLst>
          </p:cNvPr>
          <p:cNvSpPr/>
          <p:nvPr/>
        </p:nvSpPr>
        <p:spPr>
          <a:xfrm>
            <a:off x="226647" y="125314"/>
            <a:ext cx="3416320" cy="559769"/>
          </a:xfrm>
          <a:prstGeom prst="rect">
            <a:avLst/>
          </a:prstGeom>
        </p:spPr>
        <p:txBody>
          <a:bodyPr wrap="none">
            <a:spAutoFit/>
          </a:bodyPr>
          <a:lstStyle/>
          <a:p>
            <a:pPr>
              <a:lnSpc>
                <a:spcPct val="150000"/>
              </a:lnSpc>
            </a:pPr>
            <a:r>
              <a:rPr lang="en-US" altLang="zh-CN" sz="2400" b="1" dirty="0">
                <a:latin typeface="黑体" panose="02010609060101010101" pitchFamily="49" charset="-122"/>
                <a:ea typeface="黑体" panose="02010609060101010101" pitchFamily="49" charset="-122"/>
              </a:rPr>
              <a:t>§10.6 </a:t>
            </a:r>
            <a:r>
              <a:rPr lang="zh-CN" altLang="en-US" sz="2400" b="1" dirty="0">
                <a:latin typeface="黑体" panose="02010609060101010101" pitchFamily="49" charset="-122"/>
                <a:ea typeface="黑体" panose="02010609060101010101" pitchFamily="49" charset="-122"/>
              </a:rPr>
              <a:t>全反射与隐失波</a:t>
            </a:r>
          </a:p>
        </p:txBody>
      </p:sp>
      <p:sp>
        <p:nvSpPr>
          <p:cNvPr id="4" name="矩形 3">
            <a:extLst>
              <a:ext uri="{FF2B5EF4-FFF2-40B4-BE49-F238E27FC236}">
                <a16:creationId xmlns:a16="http://schemas.microsoft.com/office/drawing/2014/main" id="{CAADC65F-A85D-40AA-84E4-859DFEB76029}"/>
              </a:ext>
            </a:extLst>
          </p:cNvPr>
          <p:cNvSpPr/>
          <p:nvPr/>
        </p:nvSpPr>
        <p:spPr>
          <a:xfrm>
            <a:off x="257240" y="1052736"/>
            <a:ext cx="4559261" cy="461665"/>
          </a:xfrm>
          <a:prstGeom prst="rect">
            <a:avLst/>
          </a:prstGeom>
        </p:spPr>
        <p:txBody>
          <a:bodyPr wrap="none">
            <a:spAutoFit/>
          </a:bodyPr>
          <a:lstStyle/>
          <a:p>
            <a:r>
              <a:rPr lang="zh-CN" altLang="en-US" sz="24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 全反射和衰逝波(evanscent wave)</a:t>
            </a:r>
          </a:p>
        </p:txBody>
      </p:sp>
      <p:graphicFrame>
        <p:nvGraphicFramePr>
          <p:cNvPr id="5" name="对象 4">
            <a:extLst>
              <a:ext uri="{FF2B5EF4-FFF2-40B4-BE49-F238E27FC236}">
                <a16:creationId xmlns:a16="http://schemas.microsoft.com/office/drawing/2014/main" id="{6D6C063B-5657-4F68-9E00-7064A36B38DF}"/>
              </a:ext>
            </a:extLst>
          </p:cNvPr>
          <p:cNvGraphicFramePr>
            <a:graphicFrameLocks noChangeAspect="1"/>
          </p:cNvGraphicFramePr>
          <p:nvPr>
            <p:extLst>
              <p:ext uri="{D42A27DB-BD31-4B8C-83A1-F6EECF244321}">
                <p14:modId xmlns:p14="http://schemas.microsoft.com/office/powerpoint/2010/main" val="704629519"/>
              </p:ext>
            </p:extLst>
          </p:nvPr>
        </p:nvGraphicFramePr>
        <p:xfrm>
          <a:off x="647027" y="1762485"/>
          <a:ext cx="1080120" cy="881150"/>
        </p:xfrm>
        <a:graphic>
          <a:graphicData uri="http://schemas.openxmlformats.org/presentationml/2006/ole">
            <mc:AlternateContent xmlns:mc="http://schemas.openxmlformats.org/markup-compatibility/2006">
              <mc:Choice xmlns:v="urn:schemas-microsoft-com:vml" Requires="v">
                <p:oleObj spid="_x0000_s27680" name="Equation" r:id="rId3" imgW="482400" imgH="393480" progId="Equation.DSMT4">
                  <p:embed/>
                </p:oleObj>
              </mc:Choice>
              <mc:Fallback>
                <p:oleObj name="Equation" r:id="rId3" imgW="482400" imgH="393480" progId="Equation.DSMT4">
                  <p:embed/>
                  <p:pic>
                    <p:nvPicPr>
                      <p:cNvPr id="4" name="对象 3"/>
                      <p:cNvPicPr/>
                      <p:nvPr/>
                    </p:nvPicPr>
                    <p:blipFill>
                      <a:blip r:embed="rId4"/>
                      <a:stretch>
                        <a:fillRect/>
                      </a:stretch>
                    </p:blipFill>
                    <p:spPr>
                      <a:xfrm>
                        <a:off x="647027" y="1762485"/>
                        <a:ext cx="1080120" cy="881150"/>
                      </a:xfrm>
                      <a:prstGeom prst="rect">
                        <a:avLst/>
                      </a:prstGeom>
                    </p:spPr>
                  </p:pic>
                </p:oleObj>
              </mc:Fallback>
            </mc:AlternateContent>
          </a:graphicData>
        </a:graphic>
      </p:graphicFrame>
      <p:graphicFrame>
        <p:nvGraphicFramePr>
          <p:cNvPr id="8" name="对象 7">
            <a:extLst>
              <a:ext uri="{FF2B5EF4-FFF2-40B4-BE49-F238E27FC236}">
                <a16:creationId xmlns:a16="http://schemas.microsoft.com/office/drawing/2014/main" id="{1F3752C2-ADBF-424C-BCAF-CE8BCB4388BC}"/>
              </a:ext>
            </a:extLst>
          </p:cNvPr>
          <p:cNvGraphicFramePr>
            <a:graphicFrameLocks noChangeAspect="1"/>
          </p:cNvGraphicFramePr>
          <p:nvPr>
            <p:extLst>
              <p:ext uri="{D42A27DB-BD31-4B8C-83A1-F6EECF244321}">
                <p14:modId xmlns:p14="http://schemas.microsoft.com/office/powerpoint/2010/main" val="3835105717"/>
              </p:ext>
            </p:extLst>
          </p:nvPr>
        </p:nvGraphicFramePr>
        <p:xfrm>
          <a:off x="2068090" y="1719666"/>
          <a:ext cx="1363662" cy="966787"/>
        </p:xfrm>
        <a:graphic>
          <a:graphicData uri="http://schemas.openxmlformats.org/presentationml/2006/ole">
            <mc:AlternateContent xmlns:mc="http://schemas.openxmlformats.org/markup-compatibility/2006">
              <mc:Choice xmlns:v="urn:schemas-microsoft-com:vml" Requires="v">
                <p:oleObj spid="_x0000_s27681" name="Equation" r:id="rId5" imgW="609480" imgH="431640" progId="Equation.DSMT4">
                  <p:embed/>
                </p:oleObj>
              </mc:Choice>
              <mc:Fallback>
                <p:oleObj name="Equation" r:id="rId5" imgW="609480" imgH="431640" progId="Equation.DSMT4">
                  <p:embed/>
                  <p:pic>
                    <p:nvPicPr>
                      <p:cNvPr id="8" name="对象 7"/>
                      <p:cNvPicPr/>
                      <p:nvPr/>
                    </p:nvPicPr>
                    <p:blipFill>
                      <a:blip r:embed="rId6"/>
                      <a:stretch>
                        <a:fillRect/>
                      </a:stretch>
                    </p:blipFill>
                    <p:spPr>
                      <a:xfrm>
                        <a:off x="2068090" y="1719666"/>
                        <a:ext cx="1363662" cy="966787"/>
                      </a:xfrm>
                      <a:prstGeom prst="rect">
                        <a:avLst/>
                      </a:prstGeom>
                    </p:spPr>
                  </p:pic>
                </p:oleObj>
              </mc:Fallback>
            </mc:AlternateContent>
          </a:graphicData>
        </a:graphic>
      </p:graphicFrame>
      <p:graphicFrame>
        <p:nvGraphicFramePr>
          <p:cNvPr id="9" name="对象 8">
            <a:extLst>
              <a:ext uri="{FF2B5EF4-FFF2-40B4-BE49-F238E27FC236}">
                <a16:creationId xmlns:a16="http://schemas.microsoft.com/office/drawing/2014/main" id="{FC88A3D4-EDB0-4C17-A4FF-BC82F083AD09}"/>
              </a:ext>
            </a:extLst>
          </p:cNvPr>
          <p:cNvGraphicFramePr>
            <a:graphicFrameLocks noChangeAspect="1"/>
          </p:cNvGraphicFramePr>
          <p:nvPr>
            <p:extLst>
              <p:ext uri="{D42A27DB-BD31-4B8C-83A1-F6EECF244321}">
                <p14:modId xmlns:p14="http://schemas.microsoft.com/office/powerpoint/2010/main" val="1150692234"/>
              </p:ext>
            </p:extLst>
          </p:nvPr>
        </p:nvGraphicFramePr>
        <p:xfrm>
          <a:off x="577850" y="2935288"/>
          <a:ext cx="4489450" cy="3300412"/>
        </p:xfrm>
        <a:graphic>
          <a:graphicData uri="http://schemas.openxmlformats.org/presentationml/2006/ole">
            <mc:AlternateContent xmlns:mc="http://schemas.openxmlformats.org/markup-compatibility/2006">
              <mc:Choice xmlns:v="urn:schemas-microsoft-com:vml" Requires="v">
                <p:oleObj spid="_x0000_s27682" name="Equation" r:id="rId7" imgW="2006280" imgH="1473120" progId="Equation.DSMT4">
                  <p:embed/>
                </p:oleObj>
              </mc:Choice>
              <mc:Fallback>
                <p:oleObj name="Equation" r:id="rId7" imgW="2006280" imgH="1473120" progId="Equation.DSMT4">
                  <p:embed/>
                  <p:pic>
                    <p:nvPicPr>
                      <p:cNvPr id="9" name="对象 8"/>
                      <p:cNvPicPr/>
                      <p:nvPr/>
                    </p:nvPicPr>
                    <p:blipFill>
                      <a:blip r:embed="rId8"/>
                      <a:stretch>
                        <a:fillRect/>
                      </a:stretch>
                    </p:blipFill>
                    <p:spPr>
                      <a:xfrm>
                        <a:off x="577850" y="2935288"/>
                        <a:ext cx="4489450" cy="3300412"/>
                      </a:xfrm>
                      <a:prstGeom prst="rect">
                        <a:avLst/>
                      </a:prstGeom>
                    </p:spPr>
                  </p:pic>
                </p:oleObj>
              </mc:Fallback>
            </mc:AlternateContent>
          </a:graphicData>
        </a:graphic>
      </p:graphicFrame>
      <p:pic>
        <p:nvPicPr>
          <p:cNvPr id="53" name="图片 52">
            <a:extLst>
              <a:ext uri="{FF2B5EF4-FFF2-40B4-BE49-F238E27FC236}">
                <a16:creationId xmlns:a16="http://schemas.microsoft.com/office/drawing/2014/main" id="{252E6B5A-BB15-49EB-AD0C-C6157AB34211}"/>
              </a:ext>
            </a:extLst>
          </p:cNvPr>
          <p:cNvPicPr>
            <a:picLocks noChangeAspect="1"/>
          </p:cNvPicPr>
          <p:nvPr/>
        </p:nvPicPr>
        <p:blipFill>
          <a:blip r:embed="rId9"/>
          <a:stretch>
            <a:fillRect/>
          </a:stretch>
        </p:blipFill>
        <p:spPr>
          <a:xfrm>
            <a:off x="5640745" y="413587"/>
            <a:ext cx="3503255" cy="3578943"/>
          </a:xfrm>
          <a:prstGeom prst="rect">
            <a:avLst/>
          </a:prstGeom>
        </p:spPr>
      </p:pic>
      <mc:AlternateContent xmlns:mc="http://schemas.openxmlformats.org/markup-compatibility/2006" xmlns:a14="http://schemas.microsoft.com/office/drawing/2010/main">
        <mc:Choice Requires="a14">
          <p:sp>
            <p:nvSpPr>
              <p:cNvPr id="54" name="文本框 53">
                <a:extLst>
                  <a:ext uri="{FF2B5EF4-FFF2-40B4-BE49-F238E27FC236}">
                    <a16:creationId xmlns:a16="http://schemas.microsoft.com/office/drawing/2014/main" id="{525E2F93-853A-415B-9840-D0A0AAB3B3EA}"/>
                  </a:ext>
                </a:extLst>
              </p:cNvPr>
              <p:cNvSpPr txBox="1"/>
              <p:nvPr/>
            </p:nvSpPr>
            <p:spPr>
              <a:xfrm>
                <a:off x="3720022" y="1975066"/>
                <a:ext cx="1485991" cy="36933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i="1" smtClean="0">
                              <a:latin typeface="Cambria Math" panose="02040503050406030204" pitchFamily="18" charset="0"/>
                            </a:rPr>
                          </m:ctrlPr>
                        </m:sSubPr>
                        <m:e>
                          <m:r>
                            <a:rPr lang="en-US" altLang="zh-CN" sz="2400" b="0" i="1" smtClean="0">
                              <a:latin typeface="Cambria Math" panose="02040503050406030204" pitchFamily="18" charset="0"/>
                            </a:rPr>
                            <m:t>𝑘</m:t>
                          </m:r>
                        </m:e>
                        <m:sub>
                          <m:r>
                            <a:rPr lang="en-US" altLang="zh-CN" sz="2400" b="0" i="1" smtClean="0">
                              <a:latin typeface="Cambria Math" panose="02040503050406030204" pitchFamily="18" charset="0"/>
                            </a:rPr>
                            <m:t>1</m:t>
                          </m:r>
                          <m:r>
                            <a:rPr lang="en-US" altLang="zh-CN" sz="2400" b="0" i="1" smtClean="0">
                              <a:latin typeface="Cambria Math" panose="02040503050406030204" pitchFamily="18" charset="0"/>
                            </a:rPr>
                            <m:t>𝑥</m:t>
                          </m:r>
                        </m:sub>
                      </m:sSub>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𝑘</m:t>
                          </m:r>
                        </m:e>
                        <m:sub>
                          <m:r>
                            <a:rPr lang="en-US" altLang="zh-CN" sz="2400" b="0" i="1" smtClean="0">
                              <a:latin typeface="Cambria Math" panose="02040503050406030204" pitchFamily="18" charset="0"/>
                            </a:rPr>
                            <m:t>2</m:t>
                          </m:r>
                          <m:r>
                            <a:rPr lang="en-US" altLang="zh-CN" sz="2400" b="0" i="1" smtClean="0">
                              <a:latin typeface="Cambria Math" panose="02040503050406030204" pitchFamily="18" charset="0"/>
                            </a:rPr>
                            <m:t>𝑥</m:t>
                          </m:r>
                        </m:sub>
                      </m:sSub>
                    </m:oMath>
                  </m:oMathPara>
                </a14:m>
                <a:endParaRPr lang="zh-CN" altLang="en-US" sz="2400" dirty="0"/>
              </a:p>
            </p:txBody>
          </p:sp>
        </mc:Choice>
        <mc:Fallback xmlns="">
          <p:sp>
            <p:nvSpPr>
              <p:cNvPr id="54" name="文本框 53">
                <a:extLst>
                  <a:ext uri="{FF2B5EF4-FFF2-40B4-BE49-F238E27FC236}">
                    <a16:creationId xmlns:a16="http://schemas.microsoft.com/office/drawing/2014/main" id="{525E2F93-853A-415B-9840-D0A0AAB3B3EA}"/>
                  </a:ext>
                </a:extLst>
              </p:cNvPr>
              <p:cNvSpPr txBox="1">
                <a:spLocks noRot="1" noChangeAspect="1" noMove="1" noResize="1" noEditPoints="1" noAdjustHandles="1" noChangeArrowheads="1" noChangeShapeType="1" noTextEdit="1"/>
              </p:cNvSpPr>
              <p:nvPr/>
            </p:nvSpPr>
            <p:spPr>
              <a:xfrm>
                <a:off x="3720022" y="1975066"/>
                <a:ext cx="1485991" cy="369332"/>
              </a:xfrm>
              <a:prstGeom prst="rect">
                <a:avLst/>
              </a:prstGeom>
              <a:blipFill>
                <a:blip r:embed="rId10"/>
                <a:stretch>
                  <a:fillRect l="-410" b="-13115"/>
                </a:stretch>
              </a:blipFill>
            </p:spPr>
            <p:txBody>
              <a:bodyPr/>
              <a:lstStyle/>
              <a:p>
                <a:r>
                  <a:rPr lang="zh-CN" altLang="en-US">
                    <a:noFill/>
                  </a:rPr>
                  <a:t> </a:t>
                </a:r>
              </a:p>
            </p:txBody>
          </p:sp>
        </mc:Fallback>
      </mc:AlternateContent>
      <p:sp>
        <p:nvSpPr>
          <p:cNvPr id="56" name="文本框 55">
            <a:extLst>
              <a:ext uri="{FF2B5EF4-FFF2-40B4-BE49-F238E27FC236}">
                <a16:creationId xmlns:a16="http://schemas.microsoft.com/office/drawing/2014/main" id="{442BB154-1E39-4695-89B1-40C27E0A8804}"/>
              </a:ext>
            </a:extLst>
          </p:cNvPr>
          <p:cNvSpPr txBox="1"/>
          <p:nvPr/>
        </p:nvSpPr>
        <p:spPr>
          <a:xfrm>
            <a:off x="6349429" y="4484984"/>
            <a:ext cx="1595309" cy="430887"/>
          </a:xfrm>
          <a:prstGeom prst="rect">
            <a:avLst/>
          </a:prstGeom>
          <a:noFill/>
        </p:spPr>
        <p:txBody>
          <a:bodyPr wrap="none" rtlCol="0">
            <a:spAutoFit/>
          </a:bodyPr>
          <a:lstStyle/>
          <a:p>
            <a:r>
              <a:rPr lang="zh-CN" altLang="en-US" sz="2200" dirty="0">
                <a:latin typeface="黑体" panose="02010609060101010101" pitchFamily="49" charset="-122"/>
                <a:ea typeface="黑体" panose="02010609060101010101" pitchFamily="49" charset="-122"/>
              </a:rPr>
              <a:t>全反射条件</a:t>
            </a:r>
          </a:p>
        </p:txBody>
      </p:sp>
      <mc:AlternateContent xmlns:mc="http://schemas.openxmlformats.org/markup-compatibility/2006" xmlns:a14="http://schemas.microsoft.com/office/drawing/2010/main">
        <mc:Choice Requires="a14">
          <p:sp>
            <p:nvSpPr>
              <p:cNvPr id="57" name="文本框 56">
                <a:extLst>
                  <a:ext uri="{FF2B5EF4-FFF2-40B4-BE49-F238E27FC236}">
                    <a16:creationId xmlns:a16="http://schemas.microsoft.com/office/drawing/2014/main" id="{7A847161-6713-4428-AFCF-73BCC6ED63CE}"/>
                  </a:ext>
                </a:extLst>
              </p:cNvPr>
              <p:cNvSpPr txBox="1"/>
              <p:nvPr/>
            </p:nvSpPr>
            <p:spPr>
              <a:xfrm>
                <a:off x="6470776" y="5138204"/>
                <a:ext cx="1352614" cy="63517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unc>
                        <m:funcPr>
                          <m:ctrlPr>
                            <a:rPr lang="en-US" altLang="zh-CN" sz="2200" i="1" smtClean="0">
                              <a:latin typeface="Cambria Math" panose="02040503050406030204" pitchFamily="18" charset="0"/>
                            </a:rPr>
                          </m:ctrlPr>
                        </m:funcPr>
                        <m:fName>
                          <m:r>
                            <m:rPr>
                              <m:sty m:val="p"/>
                            </m:rPr>
                            <a:rPr lang="en-US" altLang="zh-CN" sz="2200" i="0" smtClean="0">
                              <a:latin typeface="Cambria Math" panose="02040503050406030204" pitchFamily="18" charset="0"/>
                            </a:rPr>
                            <m:t>sin</m:t>
                          </m:r>
                        </m:fName>
                        <m:e>
                          <m:sSub>
                            <m:sSubPr>
                              <m:ctrlPr>
                                <a:rPr lang="en-US" altLang="zh-CN" sz="2200" i="1" smtClean="0">
                                  <a:latin typeface="Cambria Math" panose="02040503050406030204" pitchFamily="18" charset="0"/>
                                </a:rPr>
                              </m:ctrlPr>
                            </m:sSubPr>
                            <m:e>
                              <m:r>
                                <a:rPr lang="en-US" altLang="zh-CN" sz="2200" b="0" i="1" smtClean="0">
                                  <a:latin typeface="Cambria Math" panose="02040503050406030204" pitchFamily="18" charset="0"/>
                                </a:rPr>
                                <m:t>𝑖</m:t>
                              </m:r>
                            </m:e>
                            <m:sub>
                              <m:r>
                                <a:rPr lang="en-US" altLang="zh-CN" sz="2200" b="0" i="1" smtClean="0">
                                  <a:latin typeface="Cambria Math" panose="02040503050406030204" pitchFamily="18" charset="0"/>
                                </a:rPr>
                                <m:t>𝑐</m:t>
                              </m:r>
                            </m:sub>
                          </m:sSub>
                          <m:r>
                            <a:rPr lang="en-US" altLang="zh-CN" sz="2200" b="0" i="1" smtClean="0">
                              <a:latin typeface="Cambria Math" panose="02040503050406030204" pitchFamily="18" charset="0"/>
                            </a:rPr>
                            <m:t>=</m:t>
                          </m:r>
                          <m:f>
                            <m:fPr>
                              <m:ctrlPr>
                                <a:rPr lang="en-US" altLang="zh-CN" sz="2200" b="0" i="1" smtClean="0">
                                  <a:latin typeface="Cambria Math" panose="02040503050406030204" pitchFamily="18" charset="0"/>
                                </a:rPr>
                              </m:ctrlPr>
                            </m:fPr>
                            <m:num>
                              <m:sSub>
                                <m:sSubPr>
                                  <m:ctrlPr>
                                    <a:rPr lang="en-US" altLang="zh-CN" sz="2200" b="0" i="1" smtClean="0">
                                      <a:latin typeface="Cambria Math" panose="02040503050406030204" pitchFamily="18" charset="0"/>
                                    </a:rPr>
                                  </m:ctrlPr>
                                </m:sSubPr>
                                <m:e>
                                  <m:r>
                                    <a:rPr lang="en-US" altLang="zh-CN" sz="2200" b="0" i="1" smtClean="0">
                                      <a:latin typeface="Cambria Math" panose="02040503050406030204" pitchFamily="18" charset="0"/>
                                    </a:rPr>
                                    <m:t>𝑛</m:t>
                                  </m:r>
                                </m:e>
                                <m:sub>
                                  <m:r>
                                    <a:rPr lang="en-US" altLang="zh-CN" sz="2200" b="0" i="1" smtClean="0">
                                      <a:latin typeface="Cambria Math" panose="02040503050406030204" pitchFamily="18" charset="0"/>
                                    </a:rPr>
                                    <m:t>2</m:t>
                                  </m:r>
                                </m:sub>
                              </m:sSub>
                            </m:num>
                            <m:den>
                              <m:sSub>
                                <m:sSubPr>
                                  <m:ctrlPr>
                                    <a:rPr lang="en-US" altLang="zh-CN" sz="2200" b="0" i="1" smtClean="0">
                                      <a:latin typeface="Cambria Math" panose="02040503050406030204" pitchFamily="18" charset="0"/>
                                    </a:rPr>
                                  </m:ctrlPr>
                                </m:sSubPr>
                                <m:e>
                                  <m:r>
                                    <a:rPr lang="en-US" altLang="zh-CN" sz="2200" b="0" i="1" smtClean="0">
                                      <a:latin typeface="Cambria Math" panose="02040503050406030204" pitchFamily="18" charset="0"/>
                                    </a:rPr>
                                    <m:t>𝑛</m:t>
                                  </m:r>
                                </m:e>
                                <m:sub>
                                  <m:r>
                                    <a:rPr lang="en-US" altLang="zh-CN" sz="2200" b="0" i="1" smtClean="0">
                                      <a:latin typeface="Cambria Math" panose="02040503050406030204" pitchFamily="18" charset="0"/>
                                    </a:rPr>
                                    <m:t>1</m:t>
                                  </m:r>
                                </m:sub>
                              </m:sSub>
                            </m:den>
                          </m:f>
                        </m:e>
                      </m:func>
                    </m:oMath>
                  </m:oMathPara>
                </a14:m>
                <a:endParaRPr lang="zh-CN" altLang="en-US" sz="2200" dirty="0"/>
              </a:p>
            </p:txBody>
          </p:sp>
        </mc:Choice>
        <mc:Fallback xmlns="">
          <p:sp>
            <p:nvSpPr>
              <p:cNvPr id="57" name="文本框 56">
                <a:extLst>
                  <a:ext uri="{FF2B5EF4-FFF2-40B4-BE49-F238E27FC236}">
                    <a16:creationId xmlns:a16="http://schemas.microsoft.com/office/drawing/2014/main" id="{7A847161-6713-4428-AFCF-73BCC6ED63CE}"/>
                  </a:ext>
                </a:extLst>
              </p:cNvPr>
              <p:cNvSpPr txBox="1">
                <a:spLocks noRot="1" noChangeAspect="1" noMove="1" noResize="1" noEditPoints="1" noAdjustHandles="1" noChangeArrowheads="1" noChangeShapeType="1" noTextEdit="1"/>
              </p:cNvSpPr>
              <p:nvPr/>
            </p:nvSpPr>
            <p:spPr>
              <a:xfrm>
                <a:off x="6470776" y="5138204"/>
                <a:ext cx="1352614" cy="635174"/>
              </a:xfrm>
              <a:prstGeom prst="rect">
                <a:avLst/>
              </a:prstGeom>
              <a:blipFill>
                <a:blip r:embed="rId11"/>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37724968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a:extLst>
              <a:ext uri="{FF2B5EF4-FFF2-40B4-BE49-F238E27FC236}">
                <a16:creationId xmlns:a16="http://schemas.microsoft.com/office/drawing/2014/main" id="{465BDA8B-6624-435F-A3EF-17DE3C078802}"/>
              </a:ext>
            </a:extLst>
          </p:cNvPr>
          <p:cNvPicPr>
            <a:picLocks noChangeAspect="1"/>
          </p:cNvPicPr>
          <p:nvPr/>
        </p:nvPicPr>
        <p:blipFill>
          <a:blip r:embed="rId2"/>
          <a:stretch>
            <a:fillRect/>
          </a:stretch>
        </p:blipFill>
        <p:spPr>
          <a:xfrm>
            <a:off x="4386290" y="2809865"/>
            <a:ext cx="4688810" cy="1752008"/>
          </a:xfrm>
          <a:prstGeom prst="rect">
            <a:avLst/>
          </a:prstGeom>
        </p:spPr>
      </p:pic>
      <p:sp>
        <p:nvSpPr>
          <p:cNvPr id="2" name="文本框 1">
            <a:extLst>
              <a:ext uri="{FF2B5EF4-FFF2-40B4-BE49-F238E27FC236}">
                <a16:creationId xmlns:a16="http://schemas.microsoft.com/office/drawing/2014/main" id="{7DF66926-28BE-48C1-9121-5140E31DD722}"/>
              </a:ext>
            </a:extLst>
          </p:cNvPr>
          <p:cNvSpPr txBox="1"/>
          <p:nvPr/>
        </p:nvSpPr>
        <p:spPr>
          <a:xfrm>
            <a:off x="66785" y="272265"/>
            <a:ext cx="3852337" cy="430887"/>
          </a:xfrm>
          <a:prstGeom prst="rect">
            <a:avLst/>
          </a:prstGeom>
          <a:noFill/>
        </p:spPr>
        <p:txBody>
          <a:bodyPr wrap="none" rtlCol="0">
            <a:spAutoFit/>
          </a:bodyPr>
          <a:lstStyle/>
          <a:p>
            <a:r>
              <a:rPr lang="zh-CN" altLang="en-US" sz="2200" dirty="0">
                <a:latin typeface="黑体" panose="02010609060101010101" pitchFamily="49" charset="-122"/>
                <a:ea typeface="黑体" panose="02010609060101010101" pitchFamily="49" charset="-122"/>
              </a:rPr>
              <a:t>当入射角大于全反射临界角时</a:t>
            </a:r>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C0344DDC-4CEC-4EF4-B779-A8CBCD43929B}"/>
                  </a:ext>
                </a:extLst>
              </p:cNvPr>
              <p:cNvSpPr txBox="1"/>
              <p:nvPr/>
            </p:nvSpPr>
            <p:spPr>
              <a:xfrm>
                <a:off x="497313" y="953585"/>
                <a:ext cx="4196993" cy="75430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i="1" smtClean="0">
                              <a:latin typeface="Cambria Math" panose="02040503050406030204" pitchFamily="18" charset="0"/>
                            </a:rPr>
                          </m:ctrlPr>
                        </m:sSubPr>
                        <m:e>
                          <m:r>
                            <a:rPr lang="en-US" altLang="zh-CN" sz="2400" b="0" i="1" smtClean="0">
                              <a:latin typeface="Cambria Math" panose="02040503050406030204" pitchFamily="18" charset="0"/>
                            </a:rPr>
                            <m:t>𝑘</m:t>
                          </m:r>
                        </m:e>
                        <m:sub>
                          <m:r>
                            <a:rPr lang="en-US" altLang="zh-CN" sz="2400" b="0" i="1" smtClean="0">
                              <a:latin typeface="Cambria Math" panose="02040503050406030204" pitchFamily="18" charset="0"/>
                            </a:rPr>
                            <m:t>𝑧</m:t>
                          </m:r>
                        </m:sub>
                      </m:sSub>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𝑖</m:t>
                      </m:r>
                      <m:f>
                        <m:fPr>
                          <m:ctrlPr>
                            <a:rPr lang="en-US" altLang="zh-CN" sz="2400" b="0" i="1" smtClean="0">
                              <a:latin typeface="Cambria Math" panose="02040503050406030204" pitchFamily="18" charset="0"/>
                            </a:rPr>
                          </m:ctrlPr>
                        </m:fPr>
                        <m:num>
                          <m:r>
                            <a:rPr lang="en-US" altLang="zh-CN" sz="2400" b="0" i="1" smtClean="0">
                              <a:latin typeface="Cambria Math" panose="02040503050406030204" pitchFamily="18" charset="0"/>
                            </a:rPr>
                            <m:t>2</m:t>
                          </m:r>
                          <m:r>
                            <a:rPr lang="zh-CN" altLang="en-US" sz="2400" b="0" i="1" smtClean="0">
                              <a:latin typeface="Cambria Math" panose="02040503050406030204" pitchFamily="18" charset="0"/>
                            </a:rPr>
                            <m:t>𝜋</m:t>
                          </m:r>
                        </m:num>
                        <m:den>
                          <m:sSub>
                            <m:sSubPr>
                              <m:ctrlPr>
                                <a:rPr lang="en-US" altLang="zh-CN" sz="2400" b="0" i="1" smtClean="0">
                                  <a:latin typeface="Cambria Math" panose="02040503050406030204" pitchFamily="18" charset="0"/>
                                </a:rPr>
                              </m:ctrlPr>
                            </m:sSubPr>
                            <m:e>
                              <m:r>
                                <a:rPr lang="zh-CN" altLang="en-US" sz="2400" b="0" i="1" smtClean="0">
                                  <a:latin typeface="Cambria Math" panose="02040503050406030204" pitchFamily="18" charset="0"/>
                                </a:rPr>
                                <m:t>𝜆</m:t>
                              </m:r>
                            </m:e>
                            <m:sub>
                              <m:r>
                                <a:rPr lang="en-US" altLang="zh-CN" sz="2400" b="0" i="1" smtClean="0">
                                  <a:latin typeface="Cambria Math" panose="02040503050406030204" pitchFamily="18" charset="0"/>
                                </a:rPr>
                                <m:t>1</m:t>
                              </m:r>
                            </m:sub>
                          </m:sSub>
                        </m:den>
                      </m:f>
                      <m:rad>
                        <m:radPr>
                          <m:degHide m:val="on"/>
                          <m:ctrlPr>
                            <a:rPr lang="en-US" altLang="zh-CN" sz="2400" b="0" i="1" smtClean="0">
                              <a:latin typeface="Cambria Math" panose="02040503050406030204" pitchFamily="18" charset="0"/>
                            </a:rPr>
                          </m:ctrlPr>
                        </m:radPr>
                        <m:deg/>
                        <m:e>
                          <m:sSup>
                            <m:sSupPr>
                              <m:ctrlPr>
                                <a:rPr lang="en-US" altLang="zh-CN" sz="2400" b="0" i="1" smtClean="0">
                                  <a:latin typeface="Cambria Math" panose="02040503050406030204" pitchFamily="18" charset="0"/>
                                </a:rPr>
                              </m:ctrlPr>
                            </m:sSupPr>
                            <m:e>
                              <m:r>
                                <a:rPr lang="en-US" altLang="zh-CN" sz="2400" b="0" i="1" smtClean="0">
                                  <a:latin typeface="Cambria Math" panose="02040503050406030204" pitchFamily="18" charset="0"/>
                                </a:rPr>
                                <m:t>𝑠𝑖𝑛</m:t>
                              </m:r>
                            </m:e>
                            <m:sup>
                              <m:r>
                                <a:rPr lang="en-US" altLang="zh-CN" sz="2400" b="0" i="1" smtClean="0">
                                  <a:latin typeface="Cambria Math" panose="02040503050406030204" pitchFamily="18" charset="0"/>
                                </a:rPr>
                                <m:t>2</m:t>
                              </m:r>
                            </m:sup>
                          </m:sSup>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𝑖</m:t>
                              </m:r>
                            </m:e>
                            <m:sub>
                              <m:r>
                                <a:rPr lang="en-US" altLang="zh-CN" sz="2400" b="0" i="1" smtClean="0">
                                  <a:latin typeface="Cambria Math" panose="02040503050406030204" pitchFamily="18" charset="0"/>
                                </a:rPr>
                                <m:t>1</m:t>
                              </m:r>
                            </m:sub>
                          </m:sSub>
                          <m:r>
                            <a:rPr lang="en-US" altLang="zh-CN" sz="2400" b="0" i="1" smtClean="0">
                              <a:latin typeface="Cambria Math" panose="02040503050406030204" pitchFamily="18" charset="0"/>
                            </a:rPr>
                            <m:t>−</m:t>
                          </m:r>
                          <m:sSup>
                            <m:sSupPr>
                              <m:ctrlPr>
                                <a:rPr lang="en-US" altLang="zh-CN" sz="2400" b="0" i="1" smtClean="0">
                                  <a:latin typeface="Cambria Math" panose="02040503050406030204" pitchFamily="18" charset="0"/>
                                </a:rPr>
                              </m:ctrlPr>
                            </m:sSupPr>
                            <m:e>
                              <m:r>
                                <a:rPr lang="en-US" altLang="zh-CN" sz="2400" b="0" i="1" smtClean="0">
                                  <a:latin typeface="Cambria Math" panose="02040503050406030204" pitchFamily="18" charset="0"/>
                                </a:rPr>
                                <m:t>𝑠𝑖𝑛</m:t>
                              </m:r>
                            </m:e>
                            <m:sup>
                              <m:r>
                                <a:rPr lang="en-US" altLang="zh-CN" sz="2400" b="0" i="1" smtClean="0">
                                  <a:latin typeface="Cambria Math" panose="02040503050406030204" pitchFamily="18" charset="0"/>
                                </a:rPr>
                                <m:t>2</m:t>
                              </m:r>
                            </m:sup>
                          </m:sSup>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𝑖</m:t>
                              </m:r>
                            </m:e>
                            <m:sub>
                              <m:r>
                                <a:rPr lang="en-US" altLang="zh-CN" sz="2400" b="0" i="1" smtClean="0">
                                  <a:latin typeface="Cambria Math" panose="02040503050406030204" pitchFamily="18" charset="0"/>
                                </a:rPr>
                                <m:t>𝑐</m:t>
                              </m:r>
                            </m:sub>
                          </m:sSub>
                        </m:e>
                      </m:rad>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𝑖</m:t>
                      </m:r>
                      <m:r>
                        <a:rPr lang="zh-CN" altLang="en-US" sz="2400" b="0" i="1" smtClean="0">
                          <a:latin typeface="Cambria Math" panose="02040503050406030204" pitchFamily="18" charset="0"/>
                        </a:rPr>
                        <m:t>𝜅</m:t>
                      </m:r>
                    </m:oMath>
                  </m:oMathPara>
                </a14:m>
                <a:endParaRPr lang="zh-CN" altLang="en-US" sz="2400" dirty="0"/>
              </a:p>
            </p:txBody>
          </p:sp>
        </mc:Choice>
        <mc:Fallback xmlns="">
          <p:sp>
            <p:nvSpPr>
              <p:cNvPr id="3" name="文本框 2">
                <a:extLst>
                  <a:ext uri="{FF2B5EF4-FFF2-40B4-BE49-F238E27FC236}">
                    <a16:creationId xmlns:a16="http://schemas.microsoft.com/office/drawing/2014/main" id="{C0344DDC-4CEC-4EF4-B779-A8CBCD43929B}"/>
                  </a:ext>
                </a:extLst>
              </p:cNvPr>
              <p:cNvSpPr txBox="1">
                <a:spLocks noRot="1" noChangeAspect="1" noMove="1" noResize="1" noEditPoints="1" noAdjustHandles="1" noChangeArrowheads="1" noChangeShapeType="1" noTextEdit="1"/>
              </p:cNvSpPr>
              <p:nvPr/>
            </p:nvSpPr>
            <p:spPr>
              <a:xfrm>
                <a:off x="497313" y="953585"/>
                <a:ext cx="4196993" cy="754309"/>
              </a:xfrm>
              <a:prstGeom prst="rect">
                <a:avLst/>
              </a:prstGeom>
              <a:blipFill>
                <a:blip r:embed="rId3"/>
                <a:stretch>
                  <a:fillRect/>
                </a:stretch>
              </a:blipFill>
            </p:spPr>
            <p:txBody>
              <a:bodyPr/>
              <a:lstStyle/>
              <a:p>
                <a:r>
                  <a:rPr lang="zh-CN" altLang="en-US">
                    <a:noFill/>
                  </a:rPr>
                  <a:t> </a:t>
                </a:r>
              </a:p>
            </p:txBody>
          </p:sp>
        </mc:Fallback>
      </mc:AlternateContent>
      <p:sp>
        <p:nvSpPr>
          <p:cNvPr id="4" name="文本框 3">
            <a:extLst>
              <a:ext uri="{FF2B5EF4-FFF2-40B4-BE49-F238E27FC236}">
                <a16:creationId xmlns:a16="http://schemas.microsoft.com/office/drawing/2014/main" id="{B0F38E6D-F01E-4194-903F-429A7973AFBC}"/>
              </a:ext>
            </a:extLst>
          </p:cNvPr>
          <p:cNvSpPr txBox="1"/>
          <p:nvPr/>
        </p:nvSpPr>
        <p:spPr>
          <a:xfrm>
            <a:off x="102745" y="1926688"/>
            <a:ext cx="4283545" cy="430887"/>
          </a:xfrm>
          <a:prstGeom prst="rect">
            <a:avLst/>
          </a:prstGeom>
          <a:noFill/>
        </p:spPr>
        <p:txBody>
          <a:bodyPr wrap="none" rtlCol="0">
            <a:spAutoFit/>
          </a:bodyPr>
          <a:lstStyle/>
          <a:p>
            <a:r>
              <a:rPr lang="zh-CN" altLang="en-US" sz="2200" dirty="0">
                <a:latin typeface="黑体" panose="02010609060101010101" pitchFamily="49" charset="-122"/>
                <a:ea typeface="黑体" panose="02010609060101010101" pitchFamily="49" charset="-122"/>
              </a:rPr>
              <a:t>此时，介质</a:t>
            </a:r>
            <a:r>
              <a:rPr lang="en-US" altLang="zh-CN" sz="2200" dirty="0">
                <a:latin typeface="黑体" panose="02010609060101010101" pitchFamily="49" charset="-122"/>
                <a:ea typeface="黑体" panose="02010609060101010101" pitchFamily="49" charset="-122"/>
              </a:rPr>
              <a:t>2</a:t>
            </a:r>
            <a:r>
              <a:rPr lang="zh-CN" altLang="en-US" sz="2200" dirty="0">
                <a:latin typeface="黑体" panose="02010609060101010101" pitchFamily="49" charset="-122"/>
                <a:ea typeface="黑体" panose="02010609060101010101" pitchFamily="49" charset="-122"/>
              </a:rPr>
              <a:t>中的电磁场可表示为</a:t>
            </a:r>
          </a:p>
        </p:txBody>
      </p:sp>
      <p:pic>
        <p:nvPicPr>
          <p:cNvPr id="5" name="图片 4">
            <a:extLst>
              <a:ext uri="{FF2B5EF4-FFF2-40B4-BE49-F238E27FC236}">
                <a16:creationId xmlns:a16="http://schemas.microsoft.com/office/drawing/2014/main" id="{73670F79-864A-4FDA-9A1F-18B9479D21E1}"/>
              </a:ext>
            </a:extLst>
          </p:cNvPr>
          <p:cNvPicPr>
            <a:picLocks noChangeAspect="1"/>
          </p:cNvPicPr>
          <p:nvPr/>
        </p:nvPicPr>
        <p:blipFill>
          <a:blip r:embed="rId4"/>
          <a:stretch>
            <a:fillRect/>
          </a:stretch>
        </p:blipFill>
        <p:spPr>
          <a:xfrm>
            <a:off x="272581" y="2576369"/>
            <a:ext cx="4646456" cy="1263671"/>
          </a:xfrm>
          <a:prstGeom prst="rect">
            <a:avLst/>
          </a:prstGeom>
        </p:spPr>
      </p:pic>
      <p:sp>
        <p:nvSpPr>
          <p:cNvPr id="6" name="文本框 5">
            <a:extLst>
              <a:ext uri="{FF2B5EF4-FFF2-40B4-BE49-F238E27FC236}">
                <a16:creationId xmlns:a16="http://schemas.microsoft.com/office/drawing/2014/main" id="{FFA3347A-0E08-486B-A410-7D554F77DBAD}"/>
              </a:ext>
            </a:extLst>
          </p:cNvPr>
          <p:cNvSpPr txBox="1"/>
          <p:nvPr/>
        </p:nvSpPr>
        <p:spPr>
          <a:xfrm>
            <a:off x="215760" y="4159240"/>
            <a:ext cx="2441694" cy="430887"/>
          </a:xfrm>
          <a:prstGeom prst="rect">
            <a:avLst/>
          </a:prstGeom>
          <a:noFill/>
        </p:spPr>
        <p:txBody>
          <a:bodyPr wrap="none" rtlCol="0">
            <a:spAutoFit/>
          </a:bodyPr>
          <a:lstStyle/>
          <a:p>
            <a:r>
              <a:rPr lang="zh-CN" altLang="en-US" sz="2200" dirty="0">
                <a:latin typeface="黑体" panose="02010609060101010101" pitchFamily="49" charset="-122"/>
                <a:ea typeface="黑体" panose="02010609060101010101" pitchFamily="49" charset="-122"/>
              </a:rPr>
              <a:t>穿透深度可表示为</a:t>
            </a:r>
          </a:p>
        </p:txBody>
      </p:sp>
      <p:pic>
        <p:nvPicPr>
          <p:cNvPr id="7" name="图片 6">
            <a:extLst>
              <a:ext uri="{FF2B5EF4-FFF2-40B4-BE49-F238E27FC236}">
                <a16:creationId xmlns:a16="http://schemas.microsoft.com/office/drawing/2014/main" id="{95CA8ADC-6F25-4F94-9118-8832F7A23636}"/>
              </a:ext>
            </a:extLst>
          </p:cNvPr>
          <p:cNvPicPr>
            <a:picLocks noChangeAspect="1"/>
          </p:cNvPicPr>
          <p:nvPr/>
        </p:nvPicPr>
        <p:blipFill>
          <a:blip r:embed="rId5"/>
          <a:stretch>
            <a:fillRect/>
          </a:stretch>
        </p:blipFill>
        <p:spPr>
          <a:xfrm>
            <a:off x="272581" y="4708515"/>
            <a:ext cx="4818580" cy="1090349"/>
          </a:xfrm>
          <a:prstGeom prst="rect">
            <a:avLst/>
          </a:prstGeom>
        </p:spPr>
      </p:pic>
    </p:spTree>
    <p:extLst>
      <p:ext uri="{BB962C8B-B14F-4D97-AF65-F5344CB8AC3E}">
        <p14:creationId xmlns:p14="http://schemas.microsoft.com/office/powerpoint/2010/main" val="280412110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8A7107BC-B677-4D7E-A8B3-2227650D27BF}"/>
              </a:ext>
            </a:extLst>
          </p:cNvPr>
          <p:cNvSpPr/>
          <p:nvPr/>
        </p:nvSpPr>
        <p:spPr>
          <a:xfrm>
            <a:off x="2087986" y="2540554"/>
            <a:ext cx="4968027" cy="646331"/>
          </a:xfrm>
          <a:prstGeom prst="rect">
            <a:avLst/>
          </a:prstGeom>
        </p:spPr>
        <p:txBody>
          <a:bodyPr wrap="none">
            <a:spAutoFit/>
          </a:bodyPr>
          <a:lstStyle/>
          <a:p>
            <a:r>
              <a:rPr kumimoji="1" lang="zh-CN" altLang="en-US" sz="3600" b="1" dirty="0">
                <a:solidFill>
                  <a:srgbClr val="0000FF"/>
                </a:solidFill>
                <a:latin typeface="Times New Roman" panose="02020603050405020304" pitchFamily="18" charset="0"/>
              </a:rPr>
              <a:t>作业： </a:t>
            </a:r>
            <a:r>
              <a:rPr kumimoji="1" lang="en-US" altLang="zh-CN" sz="3600" b="1" dirty="0">
                <a:solidFill>
                  <a:srgbClr val="0000FF"/>
                </a:solidFill>
                <a:latin typeface="Times New Roman" panose="02020603050405020304" pitchFamily="18" charset="0"/>
              </a:rPr>
              <a:t>P193</a:t>
            </a:r>
            <a:r>
              <a:rPr kumimoji="1" lang="zh-CN" altLang="en-US" sz="3600" b="1" dirty="0">
                <a:solidFill>
                  <a:srgbClr val="0000FF"/>
                </a:solidFill>
                <a:latin typeface="Times New Roman" panose="02020603050405020304" pitchFamily="18" charset="0"/>
              </a:rPr>
              <a:t>：</a:t>
            </a:r>
            <a:r>
              <a:rPr kumimoji="1" lang="en-US" altLang="zh-CN" sz="3600" b="1" dirty="0">
                <a:solidFill>
                  <a:srgbClr val="0000FF"/>
                </a:solidFill>
                <a:latin typeface="Times New Roman" panose="02020603050405020304" pitchFamily="18" charset="0"/>
              </a:rPr>
              <a:t>3, 4, 7, 10</a:t>
            </a:r>
            <a:endParaRPr lang="zh-CN" altLang="en-US" sz="3600" dirty="0"/>
          </a:p>
        </p:txBody>
      </p:sp>
    </p:spTree>
    <p:extLst>
      <p:ext uri="{BB962C8B-B14F-4D97-AF65-F5344CB8AC3E}">
        <p14:creationId xmlns:p14="http://schemas.microsoft.com/office/powerpoint/2010/main" val="318765953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771361212"/>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475</TotalTime>
  <Words>1710</Words>
  <Application>Microsoft Office PowerPoint</Application>
  <PresentationFormat>全屏显示(4:3)</PresentationFormat>
  <Paragraphs>176</Paragraphs>
  <Slides>41</Slides>
  <Notes>3</Notes>
  <HiddenSlides>0</HiddenSlides>
  <MMClips>0</MMClips>
  <ScaleCrop>false</ScaleCrop>
  <HeadingPairs>
    <vt:vector size="8" baseType="variant">
      <vt:variant>
        <vt:lpstr>已用的字体</vt:lpstr>
      </vt:variant>
      <vt:variant>
        <vt:i4>13</vt:i4>
      </vt:variant>
      <vt:variant>
        <vt:lpstr>主题</vt:lpstr>
      </vt:variant>
      <vt:variant>
        <vt:i4>1</vt:i4>
      </vt:variant>
      <vt:variant>
        <vt:lpstr>嵌入 OLE 服务器</vt:lpstr>
      </vt:variant>
      <vt:variant>
        <vt:i4>2</vt:i4>
      </vt:variant>
      <vt:variant>
        <vt:lpstr>幻灯片标题</vt:lpstr>
      </vt:variant>
      <vt:variant>
        <vt:i4>41</vt:i4>
      </vt:variant>
    </vt:vector>
  </HeadingPairs>
  <TitlesOfParts>
    <vt:vector size="57" baseType="lpstr">
      <vt:lpstr>等线</vt:lpstr>
      <vt:lpstr>等线 Light</vt:lpstr>
      <vt:lpstr>仿宋_GB2312</vt:lpstr>
      <vt:lpstr>黑体</vt:lpstr>
      <vt:lpstr>楷体_GB2312</vt:lpstr>
      <vt:lpstr>宋体</vt:lpstr>
      <vt:lpstr>微软雅黑</vt:lpstr>
      <vt:lpstr>Arial</vt:lpstr>
      <vt:lpstr>Calibri</vt:lpstr>
      <vt:lpstr>Cambria Math</vt:lpstr>
      <vt:lpstr>Script MT Bold</vt:lpstr>
      <vt:lpstr>Times New Roman</vt:lpstr>
      <vt:lpstr>Wingdings</vt:lpstr>
      <vt:lpstr>Office 主题​​</vt:lpstr>
      <vt:lpstr>Equation</vt:lpstr>
      <vt:lpstr>公式</vt:lpstr>
      <vt:lpstr>§10 光在电介质表面的反射和折射 菲涅耳公式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§10 光在电介质表面的反射和折射 菲涅耳公式</dc:title>
  <dc:creator>lenovo</dc:creator>
  <cp:lastModifiedBy>lenovo</cp:lastModifiedBy>
  <cp:revision>96</cp:revision>
  <dcterms:created xsi:type="dcterms:W3CDTF">2022-10-31T08:04:54Z</dcterms:created>
  <dcterms:modified xsi:type="dcterms:W3CDTF">2022-11-02T09:52:16Z</dcterms:modified>
</cp:coreProperties>
</file>