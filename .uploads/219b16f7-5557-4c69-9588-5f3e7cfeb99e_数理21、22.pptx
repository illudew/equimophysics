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1"/>
    <p:restoredTop sz="94620"/>
  </p:normalViewPr>
  <p:slideViewPr>
    <p:cSldViewPr snapToGrid="0" snapToObjects="1">
      <p:cViewPr varScale="1">
        <p:scale>
          <a:sx n="87" d="100"/>
          <a:sy n="87" d="100"/>
        </p:scale>
        <p:origin x="8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2452D-C966-AF4E-896C-DC78E2CB04C4}" type="datetimeFigureOut">
              <a:rPr lang="en-US" smtClean="0"/>
              <a:t>5/10/23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2E803-64E9-EB4D-9A7A-6055E20F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265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2452D-C966-AF4E-896C-DC78E2CB04C4}" type="datetimeFigureOut">
              <a:rPr lang="en-US" smtClean="0"/>
              <a:t>5/10/23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2E803-64E9-EB4D-9A7A-6055E20F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262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2452D-C966-AF4E-896C-DC78E2CB04C4}" type="datetimeFigureOut">
              <a:rPr lang="en-US" smtClean="0"/>
              <a:t>5/10/23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2E803-64E9-EB4D-9A7A-6055E20F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543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2452D-C966-AF4E-896C-DC78E2CB04C4}" type="datetimeFigureOut">
              <a:rPr lang="en-US" smtClean="0"/>
              <a:t>5/10/23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2E803-64E9-EB4D-9A7A-6055E20F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424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2452D-C966-AF4E-896C-DC78E2CB04C4}" type="datetimeFigureOut">
              <a:rPr lang="en-US" smtClean="0"/>
              <a:t>5/10/23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2E803-64E9-EB4D-9A7A-6055E20F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464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2452D-C966-AF4E-896C-DC78E2CB04C4}" type="datetimeFigureOut">
              <a:rPr lang="en-US" smtClean="0"/>
              <a:t>5/10/23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2E803-64E9-EB4D-9A7A-6055E20F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399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2452D-C966-AF4E-896C-DC78E2CB04C4}" type="datetimeFigureOut">
              <a:rPr lang="en-US" smtClean="0"/>
              <a:t>5/10/23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2E803-64E9-EB4D-9A7A-6055E20F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42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2452D-C966-AF4E-896C-DC78E2CB04C4}" type="datetimeFigureOut">
              <a:rPr lang="en-US" smtClean="0"/>
              <a:t>5/10/23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2E803-64E9-EB4D-9A7A-6055E20F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555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2452D-C966-AF4E-896C-DC78E2CB04C4}" type="datetimeFigureOut">
              <a:rPr lang="en-US" smtClean="0"/>
              <a:t>5/10/23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2E803-64E9-EB4D-9A7A-6055E20F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678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2452D-C966-AF4E-896C-DC78E2CB04C4}" type="datetimeFigureOut">
              <a:rPr lang="en-US" smtClean="0"/>
              <a:t>5/10/23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2E803-64E9-EB4D-9A7A-6055E20F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533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2452D-C966-AF4E-896C-DC78E2CB04C4}" type="datetimeFigureOut">
              <a:rPr lang="en-US" smtClean="0"/>
              <a:t>5/10/23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2E803-64E9-EB4D-9A7A-6055E20F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539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F2452D-C966-AF4E-896C-DC78E2CB04C4}" type="datetimeFigureOut">
              <a:rPr lang="en-US" smtClean="0"/>
              <a:t>5/10/23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2E803-64E9-EB4D-9A7A-6055E20F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596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7000" y="858255"/>
            <a:ext cx="6858000" cy="5141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302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6998" y="858254"/>
            <a:ext cx="6858001" cy="514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787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6998" y="858254"/>
            <a:ext cx="6858001" cy="514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80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6998" y="858254"/>
            <a:ext cx="6858001" cy="514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457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6998" y="858254"/>
            <a:ext cx="6858001" cy="514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383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6998" y="858254"/>
            <a:ext cx="6858001" cy="514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374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6998" y="858254"/>
            <a:ext cx="6858001" cy="514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257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6998" y="858254"/>
            <a:ext cx="6858001" cy="514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88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6998" y="858254"/>
            <a:ext cx="6858001" cy="514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3539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6998" y="858254"/>
            <a:ext cx="6858001" cy="514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987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6998" y="858254"/>
            <a:ext cx="6858001" cy="514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082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6998" y="858254"/>
            <a:ext cx="6858001" cy="514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82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6998" y="858254"/>
            <a:ext cx="6858001" cy="514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9622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6998" y="858254"/>
            <a:ext cx="6858001" cy="514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0581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6998" y="858254"/>
            <a:ext cx="6858001" cy="514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732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Macintosh PowerPoint</Application>
  <PresentationFormat>Widescreen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15.0030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Huanan Li</dc:creator>
  <cp:lastModifiedBy>Huanan Li</cp:lastModifiedBy>
  <cp:revision>1</cp:revision>
  <dcterms:created xsi:type="dcterms:W3CDTF">2023-05-10T04:13:50Z</dcterms:created>
  <dcterms:modified xsi:type="dcterms:W3CDTF">2023-05-10T04:21:17Z</dcterms:modified>
</cp:coreProperties>
</file>