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60"/>
  </p:notesMasterIdLst>
  <p:handoutMasterIdLst>
    <p:handoutMasterId r:id="rId61"/>
  </p:handoutMasterIdLst>
  <p:sldIdLst>
    <p:sldId id="422" r:id="rId2"/>
    <p:sldId id="423" r:id="rId3"/>
    <p:sldId id="443" r:id="rId4"/>
    <p:sldId id="458" r:id="rId5"/>
    <p:sldId id="525" r:id="rId6"/>
    <p:sldId id="616" r:id="rId7"/>
    <p:sldId id="534" r:id="rId8"/>
    <p:sldId id="424" r:id="rId9"/>
    <p:sldId id="455" r:id="rId10"/>
    <p:sldId id="456" r:id="rId11"/>
    <p:sldId id="457" r:id="rId12"/>
    <p:sldId id="459" r:id="rId13"/>
    <p:sldId id="460" r:id="rId14"/>
    <p:sldId id="442" r:id="rId15"/>
    <p:sldId id="444" r:id="rId16"/>
    <p:sldId id="583" r:id="rId17"/>
    <p:sldId id="466" r:id="rId18"/>
    <p:sldId id="467" r:id="rId19"/>
    <p:sldId id="462" r:id="rId20"/>
    <p:sldId id="461" r:id="rId21"/>
    <p:sldId id="445" r:id="rId22"/>
    <p:sldId id="465" r:id="rId23"/>
    <p:sldId id="608" r:id="rId24"/>
    <p:sldId id="609" r:id="rId25"/>
    <p:sldId id="606" r:id="rId26"/>
    <p:sldId id="604" r:id="rId27"/>
    <p:sldId id="605" r:id="rId28"/>
    <p:sldId id="468" r:id="rId29"/>
    <p:sldId id="469" r:id="rId30"/>
    <p:sldId id="617" r:id="rId31"/>
    <p:sldId id="463" r:id="rId32"/>
    <p:sldId id="470" r:id="rId33"/>
    <p:sldId id="610" r:id="rId34"/>
    <p:sldId id="585" r:id="rId35"/>
    <p:sldId id="584" r:id="rId36"/>
    <p:sldId id="618" r:id="rId37"/>
    <p:sldId id="471" r:id="rId38"/>
    <p:sldId id="472" r:id="rId39"/>
    <p:sldId id="587" r:id="rId40"/>
    <p:sldId id="588" r:id="rId41"/>
    <p:sldId id="589" r:id="rId42"/>
    <p:sldId id="607" r:id="rId43"/>
    <p:sldId id="590" r:id="rId44"/>
    <p:sldId id="622" r:id="rId45"/>
    <p:sldId id="591" r:id="rId46"/>
    <p:sldId id="615" r:id="rId47"/>
    <p:sldId id="593" r:id="rId48"/>
    <p:sldId id="611" r:id="rId49"/>
    <p:sldId id="612" r:id="rId50"/>
    <p:sldId id="619" r:id="rId51"/>
    <p:sldId id="603" r:id="rId52"/>
    <p:sldId id="601" r:id="rId53"/>
    <p:sldId id="602" r:id="rId54"/>
    <p:sldId id="598" r:id="rId55"/>
    <p:sldId id="599" r:id="rId56"/>
    <p:sldId id="614" r:id="rId57"/>
    <p:sldId id="620" r:id="rId58"/>
    <p:sldId id="621" r:id="rId59"/>
  </p:sldIdLst>
  <p:sldSz cx="9144000" cy="6858000" type="screen4x3"/>
  <p:notesSz cx="6858000" cy="9144000"/>
  <p:defaultTextStyle>
    <a:defPPr>
      <a:defRPr lang="en-US"/>
    </a:defPPr>
    <a:lvl1pPr algn="l" rtl="0" eaLnBrk="0" fontAlgn="base" hangingPunct="0">
      <a:spcBef>
        <a:spcPct val="0"/>
      </a:spcBef>
      <a:spcAft>
        <a:spcPct val="0"/>
      </a:spcAft>
      <a:defRPr sz="1600" kern="1200">
        <a:solidFill>
          <a:srgbClr val="CCFFFF"/>
        </a:solidFill>
        <a:effectLst>
          <a:outerShdw blurRad="38100" dist="38100" dir="2700000" algn="tl">
            <a:srgbClr val="000000">
              <a:alpha val="43137"/>
            </a:srgbClr>
          </a:outerShdw>
        </a:effectLst>
        <a:latin typeface="Times New Roman" pitchFamily="18" charset="0"/>
        <a:ea typeface="楷体_GB2312" pitchFamily="49" charset="-122"/>
        <a:cs typeface="+mn-cs"/>
      </a:defRPr>
    </a:lvl1pPr>
    <a:lvl2pPr marL="457200" algn="l" rtl="0" eaLnBrk="0" fontAlgn="base" hangingPunct="0">
      <a:spcBef>
        <a:spcPct val="0"/>
      </a:spcBef>
      <a:spcAft>
        <a:spcPct val="0"/>
      </a:spcAft>
      <a:defRPr sz="1600" kern="1200">
        <a:solidFill>
          <a:srgbClr val="CCFFFF"/>
        </a:solidFill>
        <a:effectLst>
          <a:outerShdw blurRad="38100" dist="38100" dir="2700000" algn="tl">
            <a:srgbClr val="000000">
              <a:alpha val="43137"/>
            </a:srgbClr>
          </a:outerShdw>
        </a:effectLst>
        <a:latin typeface="Times New Roman" pitchFamily="18" charset="0"/>
        <a:ea typeface="楷体_GB2312" pitchFamily="49" charset="-122"/>
        <a:cs typeface="+mn-cs"/>
      </a:defRPr>
    </a:lvl2pPr>
    <a:lvl3pPr marL="914400" algn="l" rtl="0" eaLnBrk="0" fontAlgn="base" hangingPunct="0">
      <a:spcBef>
        <a:spcPct val="0"/>
      </a:spcBef>
      <a:spcAft>
        <a:spcPct val="0"/>
      </a:spcAft>
      <a:defRPr sz="1600" kern="1200">
        <a:solidFill>
          <a:srgbClr val="CCFFFF"/>
        </a:solidFill>
        <a:effectLst>
          <a:outerShdw blurRad="38100" dist="38100" dir="2700000" algn="tl">
            <a:srgbClr val="000000">
              <a:alpha val="43137"/>
            </a:srgbClr>
          </a:outerShdw>
        </a:effectLst>
        <a:latin typeface="Times New Roman" pitchFamily="18" charset="0"/>
        <a:ea typeface="楷体_GB2312" pitchFamily="49" charset="-122"/>
        <a:cs typeface="+mn-cs"/>
      </a:defRPr>
    </a:lvl3pPr>
    <a:lvl4pPr marL="1371600" algn="l" rtl="0" eaLnBrk="0" fontAlgn="base" hangingPunct="0">
      <a:spcBef>
        <a:spcPct val="0"/>
      </a:spcBef>
      <a:spcAft>
        <a:spcPct val="0"/>
      </a:spcAft>
      <a:defRPr sz="1600" kern="1200">
        <a:solidFill>
          <a:srgbClr val="CCFFFF"/>
        </a:solidFill>
        <a:effectLst>
          <a:outerShdw blurRad="38100" dist="38100" dir="2700000" algn="tl">
            <a:srgbClr val="000000">
              <a:alpha val="43137"/>
            </a:srgbClr>
          </a:outerShdw>
        </a:effectLst>
        <a:latin typeface="Times New Roman" pitchFamily="18" charset="0"/>
        <a:ea typeface="楷体_GB2312" pitchFamily="49" charset="-122"/>
        <a:cs typeface="+mn-cs"/>
      </a:defRPr>
    </a:lvl4pPr>
    <a:lvl5pPr marL="1828800" algn="l" rtl="0" eaLnBrk="0" fontAlgn="base" hangingPunct="0">
      <a:spcBef>
        <a:spcPct val="0"/>
      </a:spcBef>
      <a:spcAft>
        <a:spcPct val="0"/>
      </a:spcAft>
      <a:defRPr sz="1600" kern="1200">
        <a:solidFill>
          <a:srgbClr val="CCFFFF"/>
        </a:solidFill>
        <a:effectLst>
          <a:outerShdw blurRad="38100" dist="38100" dir="2700000" algn="tl">
            <a:srgbClr val="000000">
              <a:alpha val="43137"/>
            </a:srgbClr>
          </a:outerShdw>
        </a:effectLst>
        <a:latin typeface="Times New Roman" pitchFamily="18" charset="0"/>
        <a:ea typeface="楷体_GB2312" pitchFamily="49" charset="-122"/>
        <a:cs typeface="+mn-cs"/>
      </a:defRPr>
    </a:lvl5pPr>
    <a:lvl6pPr marL="2286000" algn="l" defTabSz="914400" rtl="0" eaLnBrk="1" latinLnBrk="0" hangingPunct="1">
      <a:defRPr sz="1600" kern="1200">
        <a:solidFill>
          <a:srgbClr val="CCFFFF"/>
        </a:solidFill>
        <a:effectLst>
          <a:outerShdw blurRad="38100" dist="38100" dir="2700000" algn="tl">
            <a:srgbClr val="000000">
              <a:alpha val="43137"/>
            </a:srgbClr>
          </a:outerShdw>
        </a:effectLst>
        <a:latin typeface="Times New Roman" pitchFamily="18" charset="0"/>
        <a:ea typeface="楷体_GB2312" pitchFamily="49" charset="-122"/>
        <a:cs typeface="+mn-cs"/>
      </a:defRPr>
    </a:lvl6pPr>
    <a:lvl7pPr marL="2743200" algn="l" defTabSz="914400" rtl="0" eaLnBrk="1" latinLnBrk="0" hangingPunct="1">
      <a:defRPr sz="1600" kern="1200">
        <a:solidFill>
          <a:srgbClr val="CCFFFF"/>
        </a:solidFill>
        <a:effectLst>
          <a:outerShdw blurRad="38100" dist="38100" dir="2700000" algn="tl">
            <a:srgbClr val="000000">
              <a:alpha val="43137"/>
            </a:srgbClr>
          </a:outerShdw>
        </a:effectLst>
        <a:latin typeface="Times New Roman" pitchFamily="18" charset="0"/>
        <a:ea typeface="楷体_GB2312" pitchFamily="49" charset="-122"/>
        <a:cs typeface="+mn-cs"/>
      </a:defRPr>
    </a:lvl7pPr>
    <a:lvl8pPr marL="3200400" algn="l" defTabSz="914400" rtl="0" eaLnBrk="1" latinLnBrk="0" hangingPunct="1">
      <a:defRPr sz="1600" kern="1200">
        <a:solidFill>
          <a:srgbClr val="CCFFFF"/>
        </a:solidFill>
        <a:effectLst>
          <a:outerShdw blurRad="38100" dist="38100" dir="2700000" algn="tl">
            <a:srgbClr val="000000">
              <a:alpha val="43137"/>
            </a:srgbClr>
          </a:outerShdw>
        </a:effectLst>
        <a:latin typeface="Times New Roman" pitchFamily="18" charset="0"/>
        <a:ea typeface="楷体_GB2312" pitchFamily="49" charset="-122"/>
        <a:cs typeface="+mn-cs"/>
      </a:defRPr>
    </a:lvl8pPr>
    <a:lvl9pPr marL="3657600" algn="l" defTabSz="914400" rtl="0" eaLnBrk="1" latinLnBrk="0" hangingPunct="1">
      <a:defRPr sz="1600" kern="1200">
        <a:solidFill>
          <a:srgbClr val="CCFFFF"/>
        </a:solidFill>
        <a:effectLst>
          <a:outerShdw blurRad="38100" dist="38100" dir="2700000" algn="tl">
            <a:srgbClr val="000000">
              <a:alpha val="43137"/>
            </a:srgbClr>
          </a:outerShdw>
        </a:effectLst>
        <a:latin typeface="Times New Roman" pitchFamily="18"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6B6A2"/>
    <a:srgbClr val="CCFFCC"/>
    <a:srgbClr val="FFCC99"/>
    <a:srgbClr val="CCFFFF"/>
    <a:srgbClr val="FFFFFF"/>
    <a:srgbClr val="FFFF00"/>
    <a:srgbClr val="3366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78" autoAdjust="0"/>
    <p:restoredTop sz="94709" autoAdjust="0"/>
  </p:normalViewPr>
  <p:slideViewPr>
    <p:cSldViewPr>
      <p:cViewPr varScale="1">
        <p:scale>
          <a:sx n="85" d="100"/>
          <a:sy n="85" d="100"/>
        </p:scale>
        <p:origin x="1140"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3650"/>
    </p:cViewPr>
  </p:sorterViewPr>
  <p:notesViewPr>
    <p:cSldViewPr>
      <p:cViewPr varScale="1">
        <p:scale>
          <a:sx n="50" d="100"/>
          <a:sy n="50" d="100"/>
        </p:scale>
        <p:origin x="-1860"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wmf"/><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image" Target="../media/image8.emf"/><Relationship Id="rId4"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 Id="rId5" Type="http://schemas.openxmlformats.org/officeDocument/2006/relationships/image" Target="../media/image21.emf"/><Relationship Id="rId4" Type="http://schemas.openxmlformats.org/officeDocument/2006/relationships/image" Target="../media/image20.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2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wmf"/><Relationship Id="rId1" Type="http://schemas.openxmlformats.org/officeDocument/2006/relationships/image" Target="../media/image30.wmf"/><Relationship Id="rId5" Type="http://schemas.openxmlformats.org/officeDocument/2006/relationships/image" Target="../media/image34.wmf"/><Relationship Id="rId4" Type="http://schemas.openxmlformats.org/officeDocument/2006/relationships/image" Target="../media/image33.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6.wmf"/><Relationship Id="rId1" Type="http://schemas.openxmlformats.org/officeDocument/2006/relationships/image" Target="../media/image35.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5.emf"/><Relationship Id="rId1" Type="http://schemas.openxmlformats.org/officeDocument/2006/relationships/image" Target="../media/image38.emf"/><Relationship Id="rId4" Type="http://schemas.openxmlformats.org/officeDocument/2006/relationships/image" Target="../media/image40.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43.e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wmf"/><Relationship Id="rId1" Type="http://schemas.openxmlformats.org/officeDocument/2006/relationships/image" Target="../media/image3.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53.e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8.wmf"/><Relationship Id="rId1" Type="http://schemas.openxmlformats.org/officeDocument/2006/relationships/image" Target="../media/image57.wmf"/><Relationship Id="rId4" Type="http://schemas.openxmlformats.org/officeDocument/2006/relationships/image" Target="../media/image59.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image" Target="../media/image61.wmf"/><Relationship Id="rId1" Type="http://schemas.openxmlformats.org/officeDocument/2006/relationships/image" Target="../media/image60.wmf"/><Relationship Id="rId4" Type="http://schemas.openxmlformats.org/officeDocument/2006/relationships/image" Target="../media/image63.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64.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 Id="rId4" Type="http://schemas.openxmlformats.org/officeDocument/2006/relationships/image" Target="../media/image67.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image" Target="../media/image69.wmf"/><Relationship Id="rId1" Type="http://schemas.openxmlformats.org/officeDocument/2006/relationships/image" Target="../media/image68.wmf"/><Relationship Id="rId6" Type="http://schemas.openxmlformats.org/officeDocument/2006/relationships/image" Target="../media/image64.wmf"/><Relationship Id="rId5" Type="http://schemas.openxmlformats.org/officeDocument/2006/relationships/image" Target="../media/image72.wmf"/><Relationship Id="rId4" Type="http://schemas.openxmlformats.org/officeDocument/2006/relationships/image" Target="../media/image71.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73.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 Id="rId5" Type="http://schemas.openxmlformats.org/officeDocument/2006/relationships/image" Target="../media/image76.wmf"/><Relationship Id="rId4" Type="http://schemas.openxmlformats.org/officeDocument/2006/relationships/image" Target="../media/image67.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77.wmf"/><Relationship Id="rId1" Type="http://schemas.openxmlformats.org/officeDocument/2006/relationships/image" Target="../media/image68.wmf"/><Relationship Id="rId4" Type="http://schemas.openxmlformats.org/officeDocument/2006/relationships/image" Target="../media/image78.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image" Target="../media/image80.wmf"/><Relationship Id="rId1" Type="http://schemas.openxmlformats.org/officeDocument/2006/relationships/image" Target="../media/image79.wmf"/><Relationship Id="rId4" Type="http://schemas.openxmlformats.org/officeDocument/2006/relationships/image" Target="../media/image82.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83.wmf"/><Relationship Id="rId1" Type="http://schemas.openxmlformats.org/officeDocument/2006/relationships/image" Target="../media/image7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kumimoji="1" sz="1200">
                <a:solidFill>
                  <a:schemeClr val="tx1"/>
                </a:solidFill>
                <a:effectLst/>
                <a:ea typeface="宋体" pitchFamily="2" charset="-122"/>
              </a:defRPr>
            </a:lvl1pPr>
          </a:lstStyle>
          <a:p>
            <a:pPr>
              <a:defRPr/>
            </a:pPr>
            <a:endParaRPr lang="zh-CN" altLang="en-US"/>
          </a:p>
        </p:txBody>
      </p:sp>
      <p:sp>
        <p:nvSpPr>
          <p:cNvPr id="5123"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200">
                <a:solidFill>
                  <a:schemeClr val="tx1"/>
                </a:solidFill>
                <a:effectLst/>
                <a:ea typeface="宋体" pitchFamily="2" charset="-122"/>
              </a:defRPr>
            </a:lvl1pPr>
          </a:lstStyle>
          <a:p>
            <a:pPr>
              <a:defRPr/>
            </a:pPr>
            <a:endParaRPr lang="en-US" altLang="zh-CN"/>
          </a:p>
        </p:txBody>
      </p:sp>
      <p:sp>
        <p:nvSpPr>
          <p:cNvPr id="5124"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1" sz="1200">
                <a:solidFill>
                  <a:schemeClr val="tx1"/>
                </a:solidFill>
                <a:effectLst/>
                <a:ea typeface="宋体" pitchFamily="2" charset="-122"/>
              </a:defRPr>
            </a:lvl1pPr>
          </a:lstStyle>
          <a:p>
            <a:pPr>
              <a:defRPr/>
            </a:pPr>
            <a:endParaRPr lang="en-US" altLang="zh-CN"/>
          </a:p>
        </p:txBody>
      </p:sp>
      <p:sp>
        <p:nvSpPr>
          <p:cNvPr id="5125"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a:solidFill>
                  <a:schemeClr val="tx1"/>
                </a:solidFill>
                <a:effectLst/>
                <a:ea typeface="宋体" pitchFamily="2" charset="-122"/>
              </a:defRPr>
            </a:lvl1pPr>
          </a:lstStyle>
          <a:p>
            <a:pPr>
              <a:defRPr/>
            </a:pPr>
            <a:fld id="{97126AB9-7203-4A83-8F42-AC54A3126521}" type="slidenum">
              <a:rPr lang="zh-CN" altLang="en-US"/>
              <a:pPr>
                <a:defRPr/>
              </a:pPr>
              <a:t>‹#›</a:t>
            </a:fld>
            <a:endParaRPr lang="en-US" altLang="zh-CN"/>
          </a:p>
        </p:txBody>
      </p:sp>
    </p:spTree>
    <p:extLst>
      <p:ext uri="{BB962C8B-B14F-4D97-AF65-F5344CB8AC3E}">
        <p14:creationId xmlns:p14="http://schemas.microsoft.com/office/powerpoint/2010/main" val="31798604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kumimoji="1" sz="1200">
                <a:solidFill>
                  <a:schemeClr val="tx1"/>
                </a:solidFill>
                <a:effectLst/>
                <a:ea typeface="宋体" pitchFamily="2" charset="-122"/>
              </a:defRPr>
            </a:lvl1pPr>
          </a:lstStyle>
          <a:p>
            <a:pPr>
              <a:defRPr/>
            </a:pPr>
            <a:endParaRPr lang="zh-CN" altLang="en-US"/>
          </a:p>
        </p:txBody>
      </p:sp>
      <p:sp>
        <p:nvSpPr>
          <p:cNvPr id="4099"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200">
                <a:solidFill>
                  <a:schemeClr val="tx1"/>
                </a:solidFill>
                <a:effectLst/>
                <a:ea typeface="宋体" pitchFamily="2" charset="-122"/>
              </a:defRPr>
            </a:lvl1pPr>
          </a:lstStyle>
          <a:p>
            <a:pPr>
              <a:defRPr/>
            </a:pPr>
            <a:endParaRPr lang="en-US" altLang="zh-CN"/>
          </a:p>
        </p:txBody>
      </p:sp>
      <p:sp>
        <p:nvSpPr>
          <p:cNvPr id="59396" name="Rectangle 4"/>
          <p:cNvSpPr>
            <a:spLocks noGrp="1" noRot="1" noChangeAspect="1" noChangeArrowheads="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1" sz="1200">
                <a:solidFill>
                  <a:schemeClr val="tx1"/>
                </a:solidFill>
                <a:effectLst/>
                <a:ea typeface="宋体" pitchFamily="2" charset="-122"/>
              </a:defRPr>
            </a:lvl1pPr>
          </a:lstStyle>
          <a:p>
            <a:pPr>
              <a:defRPr/>
            </a:pPr>
            <a:endParaRPr lang="en-US" altLang="zh-CN"/>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a:solidFill>
                  <a:schemeClr val="tx1"/>
                </a:solidFill>
                <a:effectLst/>
                <a:ea typeface="宋体" pitchFamily="2" charset="-122"/>
              </a:defRPr>
            </a:lvl1pPr>
          </a:lstStyle>
          <a:p>
            <a:pPr>
              <a:defRPr/>
            </a:pPr>
            <a:fld id="{7803E0BA-712D-459B-BB03-CFF18A65AB68}" type="slidenum">
              <a:rPr lang="zh-CN" altLang="en-US"/>
              <a:pPr>
                <a:defRPr/>
              </a:pPr>
              <a:t>‹#›</a:t>
            </a:fld>
            <a:endParaRPr lang="en-US" altLang="zh-CN"/>
          </a:p>
        </p:txBody>
      </p:sp>
    </p:spTree>
    <p:extLst>
      <p:ext uri="{BB962C8B-B14F-4D97-AF65-F5344CB8AC3E}">
        <p14:creationId xmlns:p14="http://schemas.microsoft.com/office/powerpoint/2010/main" val="235459982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Freeform 2"/>
          <p:cNvSpPr>
            <a:spLocks/>
          </p:cNvSpPr>
          <p:nvPr/>
        </p:nvSpPr>
        <p:spPr bwMode="gray">
          <a:xfrm>
            <a:off x="690563" y="3340100"/>
            <a:ext cx="7653337" cy="485775"/>
          </a:xfrm>
          <a:custGeom>
            <a:avLst/>
            <a:gdLst>
              <a:gd name="T0" fmla="*/ 163 w 4128"/>
              <a:gd name="T1" fmla="*/ 200 h 479"/>
              <a:gd name="T2" fmla="*/ 4128 w 4128"/>
              <a:gd name="T3" fmla="*/ 200 h 479"/>
              <a:gd name="T4" fmla="*/ 4128 w 4128"/>
              <a:gd name="T5" fmla="*/ 429 h 479"/>
              <a:gd name="T6" fmla="*/ 0 w 4128"/>
              <a:gd name="T7" fmla="*/ 441 h 479"/>
              <a:gd name="T8" fmla="*/ 163 w 4128"/>
              <a:gd name="T9" fmla="*/ 200 h 479"/>
            </a:gdLst>
            <a:ahLst/>
            <a:cxnLst>
              <a:cxn ang="0">
                <a:pos x="T0" y="T1"/>
              </a:cxn>
              <a:cxn ang="0">
                <a:pos x="T2" y="T3"/>
              </a:cxn>
              <a:cxn ang="0">
                <a:pos x="T4" y="T5"/>
              </a:cxn>
              <a:cxn ang="0">
                <a:pos x="T6" y="T7"/>
              </a:cxn>
              <a:cxn ang="0">
                <a:pos x="T8" y="T9"/>
              </a:cxn>
            </a:cxnLst>
            <a:rect l="0" t="0" r="r" b="b"/>
            <a:pathLst>
              <a:path w="4128" h="479">
                <a:moveTo>
                  <a:pt x="163" y="200"/>
                </a:moveTo>
                <a:cubicBezTo>
                  <a:pt x="163" y="200"/>
                  <a:pt x="2054" y="0"/>
                  <a:pt x="4128" y="200"/>
                </a:cubicBezTo>
                <a:cubicBezTo>
                  <a:pt x="4128" y="200"/>
                  <a:pt x="4128" y="314"/>
                  <a:pt x="4128" y="429"/>
                </a:cubicBezTo>
                <a:cubicBezTo>
                  <a:pt x="2371" y="200"/>
                  <a:pt x="688" y="479"/>
                  <a:pt x="0" y="441"/>
                </a:cubicBezTo>
                <a:lnTo>
                  <a:pt x="163" y="200"/>
                </a:lnTo>
                <a:close/>
              </a:path>
            </a:pathLst>
          </a:custGeom>
          <a:solidFill>
            <a:schemeClr val="hlink">
              <a:alpha val="50000"/>
            </a:schemeClr>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pPr>
              <a:defRPr/>
            </a:pPr>
            <a:endParaRPr lang="zh-CN" altLang="en-US"/>
          </a:p>
        </p:txBody>
      </p:sp>
      <p:sp>
        <p:nvSpPr>
          <p:cNvPr id="3075" name="Rectangle 3"/>
          <p:cNvSpPr>
            <a:spLocks noGrp="1" noChangeArrowheads="1"/>
          </p:cNvSpPr>
          <p:nvPr>
            <p:ph type="ctrTitle"/>
          </p:nvPr>
        </p:nvSpPr>
        <p:spPr>
          <a:xfrm>
            <a:off x="685800" y="2286000"/>
            <a:ext cx="7772400" cy="1143000"/>
          </a:xfrm>
        </p:spPr>
        <p:txBody>
          <a:bodyPr/>
          <a:lstStyle>
            <a:lvl1pPr>
              <a:defRPr kumimoji="0" sz="4800"/>
            </a:lvl1pPr>
          </a:lstStyle>
          <a:p>
            <a:pPr lvl="0"/>
            <a:r>
              <a:rPr lang="zh-CN" altLang="en-US" noProof="0"/>
              <a:t>单击此处编辑母版标题样式</a:t>
            </a:r>
            <a:endParaRPr lang="zh-CN" altLang="zh-CN" noProof="0"/>
          </a:p>
        </p:txBody>
      </p:sp>
      <p:sp>
        <p:nvSpPr>
          <p:cNvPr id="3076" name="Rectangle 4"/>
          <p:cNvSpPr>
            <a:spLocks noGrp="1" noChangeArrowheads="1"/>
          </p:cNvSpPr>
          <p:nvPr>
            <p:ph type="subTitle" idx="1"/>
          </p:nvPr>
        </p:nvSpPr>
        <p:spPr>
          <a:xfrm>
            <a:off x="1371600" y="3886200"/>
            <a:ext cx="6400800" cy="1752600"/>
          </a:xfrm>
        </p:spPr>
        <p:txBody>
          <a:bodyPr/>
          <a:lstStyle>
            <a:lvl1pPr marL="0" indent="0">
              <a:spcBef>
                <a:spcPct val="0"/>
              </a:spcBef>
              <a:buClrTx/>
              <a:buFontTx/>
              <a:buNone/>
              <a:defRPr kumimoji="0">
                <a:solidFill>
                  <a:srgbClr val="333333"/>
                </a:solidFill>
              </a:defRPr>
            </a:lvl1pPr>
          </a:lstStyle>
          <a:p>
            <a:pPr lvl="0"/>
            <a:r>
              <a:rPr lang="zh-CN" altLang="en-US" noProof="0"/>
              <a:t>单击此处编辑母版副标题样式</a:t>
            </a:r>
          </a:p>
        </p:txBody>
      </p:sp>
      <p:sp>
        <p:nvSpPr>
          <p:cNvPr id="5" name="Rectangle 5"/>
          <p:cNvSpPr>
            <a:spLocks noGrp="1" noChangeArrowheads="1"/>
          </p:cNvSpPr>
          <p:nvPr>
            <p:ph type="dt" sz="half" idx="10"/>
          </p:nvPr>
        </p:nvSpPr>
        <p:spPr/>
        <p:txBody>
          <a:bodyPr/>
          <a:lstStyle>
            <a:lvl1pPr>
              <a:defRPr>
                <a:solidFill>
                  <a:srgbClr val="578963"/>
                </a:solidFill>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solidFill>
                  <a:srgbClr val="578963"/>
                </a:solidFill>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solidFill>
                  <a:srgbClr val="578963"/>
                </a:solidFill>
              </a:defRPr>
            </a:lvl1pPr>
          </a:lstStyle>
          <a:p>
            <a:pPr>
              <a:defRPr/>
            </a:pPr>
            <a:fld id="{C4EA4082-33FF-4238-88D7-3A0B105A7619}" type="slidenum">
              <a:rPr lang="zh-CN" altLang="en-US"/>
              <a:pPr>
                <a:defRPr/>
              </a:pPr>
              <a:t>‹#›</a:t>
            </a:fld>
            <a:endParaRPr lang="en-US" altLang="zh-CN"/>
          </a:p>
        </p:txBody>
      </p:sp>
    </p:spTree>
    <p:extLst>
      <p:ext uri="{BB962C8B-B14F-4D97-AF65-F5344CB8AC3E}">
        <p14:creationId xmlns:p14="http://schemas.microsoft.com/office/powerpoint/2010/main" val="3359245969"/>
      </p:ext>
    </p:extLst>
  </p:cSld>
  <p:clrMapOvr>
    <a:masterClrMapping/>
  </p:clrMapOvr>
  <p:transition>
    <p:cover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971168B2-AF46-497C-8091-B2FB56C00454}" type="slidenum">
              <a:rPr lang="zh-CN" altLang="en-US"/>
              <a:pPr>
                <a:defRPr/>
              </a:pPr>
              <a:t>‹#›</a:t>
            </a:fld>
            <a:endParaRPr lang="en-US" altLang="zh-CN"/>
          </a:p>
        </p:txBody>
      </p:sp>
    </p:spTree>
    <p:extLst>
      <p:ext uri="{BB962C8B-B14F-4D97-AF65-F5344CB8AC3E}">
        <p14:creationId xmlns:p14="http://schemas.microsoft.com/office/powerpoint/2010/main" val="2608863434"/>
      </p:ext>
    </p:extLst>
  </p:cSld>
  <p:clrMapOvr>
    <a:masterClrMapping/>
  </p:clrMapOvr>
  <p:transition>
    <p:cover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E21A5E9D-14FE-4020-9C4C-F9565C121DC1}" type="slidenum">
              <a:rPr lang="zh-CN" altLang="en-US"/>
              <a:pPr>
                <a:defRPr/>
              </a:pPr>
              <a:t>‹#›</a:t>
            </a:fld>
            <a:endParaRPr lang="en-US" altLang="zh-CN"/>
          </a:p>
        </p:txBody>
      </p:sp>
    </p:spTree>
    <p:extLst>
      <p:ext uri="{BB962C8B-B14F-4D97-AF65-F5344CB8AC3E}">
        <p14:creationId xmlns:p14="http://schemas.microsoft.com/office/powerpoint/2010/main" val="214434970"/>
      </p:ext>
    </p:extLst>
  </p:cSld>
  <p:clrMapOvr>
    <a:masterClrMapping/>
  </p:clrMapOvr>
  <p:transition>
    <p:cover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08E0224D-7354-412D-903F-AF362A87E517}" type="slidenum">
              <a:rPr lang="zh-CN" altLang="en-US"/>
              <a:pPr>
                <a:defRPr/>
              </a:pPr>
              <a:t>‹#›</a:t>
            </a:fld>
            <a:endParaRPr lang="en-US" altLang="zh-CN"/>
          </a:p>
        </p:txBody>
      </p:sp>
    </p:spTree>
    <p:extLst>
      <p:ext uri="{BB962C8B-B14F-4D97-AF65-F5344CB8AC3E}">
        <p14:creationId xmlns:p14="http://schemas.microsoft.com/office/powerpoint/2010/main" val="3093840705"/>
      </p:ext>
    </p:extLst>
  </p:cSld>
  <p:clrMapOvr>
    <a:masterClrMapping/>
  </p:clrMapOvr>
  <p:transition>
    <p:cover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AA96A031-6C31-48E6-8A05-8D704BFBC024}" type="slidenum">
              <a:rPr lang="zh-CN" altLang="en-US"/>
              <a:pPr>
                <a:defRPr/>
              </a:pPr>
              <a:t>‹#›</a:t>
            </a:fld>
            <a:endParaRPr lang="en-US" altLang="zh-CN"/>
          </a:p>
        </p:txBody>
      </p:sp>
    </p:spTree>
    <p:extLst>
      <p:ext uri="{BB962C8B-B14F-4D97-AF65-F5344CB8AC3E}">
        <p14:creationId xmlns:p14="http://schemas.microsoft.com/office/powerpoint/2010/main" val="1222019488"/>
      </p:ext>
    </p:extLst>
  </p:cSld>
  <p:clrMapOvr>
    <a:masterClrMapping/>
  </p:clrMapOvr>
  <p:transition>
    <p:cover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3EF86514-814E-4248-9E8D-ED8992C2B59E}" type="slidenum">
              <a:rPr lang="zh-CN" altLang="en-US"/>
              <a:pPr>
                <a:defRPr/>
              </a:pPr>
              <a:t>‹#›</a:t>
            </a:fld>
            <a:endParaRPr lang="en-US" altLang="zh-CN"/>
          </a:p>
        </p:txBody>
      </p:sp>
    </p:spTree>
    <p:extLst>
      <p:ext uri="{BB962C8B-B14F-4D97-AF65-F5344CB8AC3E}">
        <p14:creationId xmlns:p14="http://schemas.microsoft.com/office/powerpoint/2010/main" val="119947526"/>
      </p:ext>
    </p:extLst>
  </p:cSld>
  <p:clrMapOvr>
    <a:masterClrMapping/>
  </p:clrMapOvr>
  <p:transition>
    <p:cover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1C9BC884-1F67-4E1B-9671-38111131C24E}" type="slidenum">
              <a:rPr lang="zh-CN" altLang="en-US"/>
              <a:pPr>
                <a:defRPr/>
              </a:pPr>
              <a:t>‹#›</a:t>
            </a:fld>
            <a:endParaRPr lang="en-US" altLang="zh-CN"/>
          </a:p>
        </p:txBody>
      </p:sp>
    </p:spTree>
    <p:extLst>
      <p:ext uri="{BB962C8B-B14F-4D97-AF65-F5344CB8AC3E}">
        <p14:creationId xmlns:p14="http://schemas.microsoft.com/office/powerpoint/2010/main" val="4066119209"/>
      </p:ext>
    </p:extLst>
  </p:cSld>
  <p:clrMapOvr>
    <a:masterClrMapping/>
  </p:clrMapOvr>
  <p:transition>
    <p:cover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69A94BB0-F540-4D5B-BE30-589F6B14BBBF}" type="slidenum">
              <a:rPr lang="zh-CN" altLang="en-US"/>
              <a:pPr>
                <a:defRPr/>
              </a:pPr>
              <a:t>‹#›</a:t>
            </a:fld>
            <a:endParaRPr lang="en-US" altLang="zh-CN"/>
          </a:p>
        </p:txBody>
      </p:sp>
    </p:spTree>
    <p:extLst>
      <p:ext uri="{BB962C8B-B14F-4D97-AF65-F5344CB8AC3E}">
        <p14:creationId xmlns:p14="http://schemas.microsoft.com/office/powerpoint/2010/main" val="3035114732"/>
      </p:ext>
    </p:extLst>
  </p:cSld>
  <p:clrMapOvr>
    <a:masterClrMapping/>
  </p:clrMapOvr>
  <p:transition>
    <p:cover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07BD4DB9-253C-40F5-BEB8-06D22F193791}" type="slidenum">
              <a:rPr lang="zh-CN" altLang="en-US"/>
              <a:pPr>
                <a:defRPr/>
              </a:pPr>
              <a:t>‹#›</a:t>
            </a:fld>
            <a:endParaRPr lang="en-US" altLang="zh-CN"/>
          </a:p>
        </p:txBody>
      </p:sp>
    </p:spTree>
    <p:extLst>
      <p:ext uri="{BB962C8B-B14F-4D97-AF65-F5344CB8AC3E}">
        <p14:creationId xmlns:p14="http://schemas.microsoft.com/office/powerpoint/2010/main" val="2467678482"/>
      </p:ext>
    </p:extLst>
  </p:cSld>
  <p:clrMapOvr>
    <a:masterClrMapping/>
  </p:clrMapOvr>
  <p:transition>
    <p:cover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D226B26D-03CA-4D6C-8755-5CF4CA5ACCAC}" type="slidenum">
              <a:rPr lang="zh-CN" altLang="en-US"/>
              <a:pPr>
                <a:defRPr/>
              </a:pPr>
              <a:t>‹#›</a:t>
            </a:fld>
            <a:endParaRPr lang="en-US" altLang="zh-CN"/>
          </a:p>
        </p:txBody>
      </p:sp>
    </p:spTree>
    <p:extLst>
      <p:ext uri="{BB962C8B-B14F-4D97-AF65-F5344CB8AC3E}">
        <p14:creationId xmlns:p14="http://schemas.microsoft.com/office/powerpoint/2010/main" val="1250655777"/>
      </p:ext>
    </p:extLst>
  </p:cSld>
  <p:clrMapOvr>
    <a:masterClrMapping/>
  </p:clrMapOvr>
  <p:transition>
    <p:cover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457200"/>
            <a:ext cx="1943100" cy="5638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457200"/>
            <a:ext cx="5676900" cy="5638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5C59B6B-CA26-4A83-8AD6-AB1C6A3C600B}" type="slidenum">
              <a:rPr lang="zh-CN" altLang="en-US"/>
              <a:pPr>
                <a:defRPr/>
              </a:pPr>
              <a:t>‹#›</a:t>
            </a:fld>
            <a:endParaRPr lang="en-US" altLang="zh-CN"/>
          </a:p>
        </p:txBody>
      </p:sp>
    </p:spTree>
    <p:extLst>
      <p:ext uri="{BB962C8B-B14F-4D97-AF65-F5344CB8AC3E}">
        <p14:creationId xmlns:p14="http://schemas.microsoft.com/office/powerpoint/2010/main" val="3642985386"/>
      </p:ext>
    </p:extLst>
  </p:cSld>
  <p:clrMapOvr>
    <a:masterClrMapping/>
  </p:clrMapOvr>
  <p:transition>
    <p:cover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457200"/>
            <a:ext cx="77724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B67B47BB-5384-4D84-8177-FB9D309C3360}" type="slidenum">
              <a:rPr lang="zh-CN" altLang="en-US"/>
              <a:pPr>
                <a:defRPr/>
              </a:pPr>
              <a:t>‹#›</a:t>
            </a:fld>
            <a:endParaRPr lang="en-US" altLang="zh-CN"/>
          </a:p>
        </p:txBody>
      </p:sp>
    </p:spTree>
    <p:extLst>
      <p:ext uri="{BB962C8B-B14F-4D97-AF65-F5344CB8AC3E}">
        <p14:creationId xmlns:p14="http://schemas.microsoft.com/office/powerpoint/2010/main" val="1166923875"/>
      </p:ext>
    </p:extLst>
  </p:cSld>
  <p:clrMapOvr>
    <a:masterClrMapping/>
  </p:clrMapOvr>
  <p:transition>
    <p:cover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457200"/>
            <a:ext cx="77724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981200"/>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4114800"/>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a:ln/>
        </p:spPr>
        <p:txBody>
          <a:bodyPr/>
          <a:lstStyle>
            <a:lvl1pPr>
              <a:defRPr/>
            </a:lvl1pPr>
          </a:lstStyle>
          <a:p>
            <a:pPr>
              <a:defRPr/>
            </a:pPr>
            <a:fld id="{907C3CED-6958-444F-B0A2-C9C09453959E}" type="slidenum">
              <a:rPr lang="zh-CN" altLang="en-US"/>
              <a:pPr>
                <a:defRPr/>
              </a:pPr>
              <a:t>‹#›</a:t>
            </a:fld>
            <a:endParaRPr lang="en-US" altLang="zh-CN"/>
          </a:p>
        </p:txBody>
      </p:sp>
    </p:spTree>
    <p:extLst>
      <p:ext uri="{BB962C8B-B14F-4D97-AF65-F5344CB8AC3E}">
        <p14:creationId xmlns:p14="http://schemas.microsoft.com/office/powerpoint/2010/main" val="98226073"/>
      </p:ext>
    </p:extLst>
  </p:cSld>
  <p:clrMapOvr>
    <a:masterClrMapping/>
  </p:clrMapOvr>
  <p:transition>
    <p:cover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4572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052" name="Rectangle 4"/>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spcBef>
                <a:spcPct val="50000"/>
              </a:spcBef>
              <a:defRPr sz="1400">
                <a:solidFill>
                  <a:schemeClr val="bg2"/>
                </a:solidFill>
                <a:effectLst/>
                <a:ea typeface="+mn-ea"/>
              </a:defRPr>
            </a:lvl1pPr>
          </a:lstStyle>
          <a:p>
            <a:pPr>
              <a:defRPr/>
            </a:pPr>
            <a:endParaRPr lang="en-US" altLang="zh-CN"/>
          </a:p>
        </p:txBody>
      </p:sp>
      <p:sp>
        <p:nvSpPr>
          <p:cNvPr id="2053" name="Rectangle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eaLnBrk="1" hangingPunct="1">
              <a:spcBef>
                <a:spcPct val="50000"/>
              </a:spcBef>
              <a:defRPr sz="1400">
                <a:solidFill>
                  <a:schemeClr val="bg2"/>
                </a:solidFill>
                <a:effectLst/>
                <a:ea typeface="+mn-ea"/>
              </a:defRPr>
            </a:lvl1pPr>
          </a:lstStyle>
          <a:p>
            <a:pPr>
              <a:defRPr/>
            </a:pPr>
            <a:endParaRPr lang="en-US" altLang="zh-CN"/>
          </a:p>
        </p:txBody>
      </p:sp>
      <p:sp>
        <p:nvSpPr>
          <p:cNvPr id="2054" name="Rectangle 6"/>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spcBef>
                <a:spcPct val="50000"/>
              </a:spcBef>
              <a:defRPr sz="1400">
                <a:solidFill>
                  <a:schemeClr val="bg2"/>
                </a:solidFill>
                <a:effectLst/>
                <a:ea typeface="+mn-ea"/>
              </a:defRPr>
            </a:lvl1pPr>
          </a:lstStyle>
          <a:p>
            <a:pPr>
              <a:defRPr/>
            </a:pPr>
            <a:fld id="{9CA0FCA6-F89A-4246-924D-6BB223B40BB9}"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46"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Lst>
  <p:transition>
    <p:cover dir="r"/>
  </p:transition>
  <p:hf hdr="0" ftr="0" dt="0"/>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l"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l"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l"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lr>
          <a:schemeClr val="bg2"/>
        </a:buClr>
        <a:buFont typeface="Monotype Sorts" pitchFamily="2" charset="2"/>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2.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6.png"/><Relationship Id="rId7" Type="http://schemas.openxmlformats.org/officeDocument/2006/relationships/image" Target="../media/image4.w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4.bin"/><Relationship Id="rId5" Type="http://schemas.openxmlformats.org/officeDocument/2006/relationships/image" Target="../media/image3.wmf"/><Relationship Id="rId4" Type="http://schemas.openxmlformats.org/officeDocument/2006/relationships/oleObject" Target="../embeddings/oleObject3.bin"/><Relationship Id="rId9" Type="http://schemas.openxmlformats.org/officeDocument/2006/relationships/image" Target="../media/image5.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7.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image" Target="../media/image10.emf"/><Relationship Id="rId13" Type="http://schemas.openxmlformats.org/officeDocument/2006/relationships/image" Target="../media/image14.png"/><Relationship Id="rId3" Type="http://schemas.openxmlformats.org/officeDocument/2006/relationships/oleObject" Target="../embeddings/oleObject7.bin"/><Relationship Id="rId7" Type="http://schemas.openxmlformats.org/officeDocument/2006/relationships/oleObject" Target="../embeddings/oleObject9.bin"/><Relationship Id="rId12" Type="http://schemas.openxmlformats.org/officeDocument/2006/relationships/image" Target="../media/image13.png"/><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9.emf"/><Relationship Id="rId11" Type="http://schemas.openxmlformats.org/officeDocument/2006/relationships/image" Target="../media/image12.png"/><Relationship Id="rId5" Type="http://schemas.openxmlformats.org/officeDocument/2006/relationships/oleObject" Target="../embeddings/oleObject8.bin"/><Relationship Id="rId10" Type="http://schemas.openxmlformats.org/officeDocument/2006/relationships/image" Target="../media/image11.wmf"/><Relationship Id="rId4" Type="http://schemas.openxmlformats.org/officeDocument/2006/relationships/image" Target="../media/image8.emf"/><Relationship Id="rId9" Type="http://schemas.openxmlformats.org/officeDocument/2006/relationships/oleObject" Target="../embeddings/oleObject10.bin"/></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7.xml"/><Relationship Id="rId1" Type="http://schemas.openxmlformats.org/officeDocument/2006/relationships/vmlDrawing" Target="../drawings/vmlDrawing6.vml"/><Relationship Id="rId5" Type="http://schemas.openxmlformats.org/officeDocument/2006/relationships/image" Target="../media/image15.emf"/><Relationship Id="rId4" Type="http://schemas.openxmlformats.org/officeDocument/2006/relationships/oleObject" Target="../embeddings/oleObject11.bin"/></Relationships>
</file>

<file path=ppt/slides/_rels/slide23.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oleObject" Target="../embeddings/oleObject12.bin"/><Relationship Id="rId7" Type="http://schemas.openxmlformats.org/officeDocument/2006/relationships/oleObject" Target="../embeddings/oleObject14.bin"/><Relationship Id="rId12" Type="http://schemas.openxmlformats.org/officeDocument/2006/relationships/image" Target="../media/image21.emf"/><Relationship Id="rId2" Type="http://schemas.openxmlformats.org/officeDocument/2006/relationships/slideLayout" Target="../slideLayouts/slideLayout12.xml"/><Relationship Id="rId1" Type="http://schemas.openxmlformats.org/officeDocument/2006/relationships/vmlDrawing" Target="../drawings/vmlDrawing7.vml"/><Relationship Id="rId6" Type="http://schemas.openxmlformats.org/officeDocument/2006/relationships/image" Target="../media/image18.wmf"/><Relationship Id="rId11" Type="http://schemas.openxmlformats.org/officeDocument/2006/relationships/oleObject" Target="../embeddings/oleObject16.bin"/><Relationship Id="rId5" Type="http://schemas.openxmlformats.org/officeDocument/2006/relationships/oleObject" Target="../embeddings/oleObject13.bin"/><Relationship Id="rId10" Type="http://schemas.openxmlformats.org/officeDocument/2006/relationships/image" Target="../media/image20.emf"/><Relationship Id="rId4" Type="http://schemas.openxmlformats.org/officeDocument/2006/relationships/image" Target="../media/image17.wmf"/><Relationship Id="rId9" Type="http://schemas.openxmlformats.org/officeDocument/2006/relationships/oleObject" Target="../embeddings/oleObject15.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4.xml"/><Relationship Id="rId1" Type="http://schemas.openxmlformats.org/officeDocument/2006/relationships/vmlDrawing" Target="../drawings/vmlDrawing8.vml"/><Relationship Id="rId6" Type="http://schemas.openxmlformats.org/officeDocument/2006/relationships/image" Target="../media/image19.wmf"/><Relationship Id="rId5" Type="http://schemas.openxmlformats.org/officeDocument/2006/relationships/oleObject" Target="../embeddings/oleObject18.bin"/><Relationship Id="rId4" Type="http://schemas.openxmlformats.org/officeDocument/2006/relationships/image" Target="../media/image22.wmf"/></Relationships>
</file>

<file path=ppt/slides/_rels/slide25.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image" Target="../media/image24.wmf"/><Relationship Id="rId7" Type="http://schemas.openxmlformats.org/officeDocument/2006/relationships/image" Target="../media/image26.wmf"/><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25.wmf"/><Relationship Id="rId5" Type="http://schemas.openxmlformats.org/officeDocument/2006/relationships/image" Target="../media/image23.emf"/><Relationship Id="rId10" Type="http://schemas.openxmlformats.org/officeDocument/2006/relationships/image" Target="../media/image29.wmf"/><Relationship Id="rId4" Type="http://schemas.openxmlformats.org/officeDocument/2006/relationships/oleObject" Target="../embeddings/oleObject19.bin"/><Relationship Id="rId9" Type="http://schemas.openxmlformats.org/officeDocument/2006/relationships/image" Target="../media/image28.png"/></Relationships>
</file>

<file path=ppt/slides/_rels/slide26.xml.rels><?xml version="1.0" encoding="UTF-8" standalone="yes"?>
<Relationships xmlns="http://schemas.openxmlformats.org/package/2006/relationships"><Relationship Id="rId8" Type="http://schemas.openxmlformats.org/officeDocument/2006/relationships/image" Target="../media/image32.emf"/><Relationship Id="rId3" Type="http://schemas.openxmlformats.org/officeDocument/2006/relationships/oleObject" Target="../embeddings/oleObject20.bin"/><Relationship Id="rId7" Type="http://schemas.openxmlformats.org/officeDocument/2006/relationships/oleObject" Target="../embeddings/oleObject22.bin"/><Relationship Id="rId12" Type="http://schemas.openxmlformats.org/officeDocument/2006/relationships/image" Target="../media/image34.wmf"/><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31.wmf"/><Relationship Id="rId11" Type="http://schemas.openxmlformats.org/officeDocument/2006/relationships/oleObject" Target="../embeddings/oleObject24.bin"/><Relationship Id="rId5" Type="http://schemas.openxmlformats.org/officeDocument/2006/relationships/oleObject" Target="../embeddings/oleObject21.bin"/><Relationship Id="rId10" Type="http://schemas.openxmlformats.org/officeDocument/2006/relationships/image" Target="../media/image33.wmf"/><Relationship Id="rId4" Type="http://schemas.openxmlformats.org/officeDocument/2006/relationships/image" Target="../media/image30.wmf"/><Relationship Id="rId9" Type="http://schemas.openxmlformats.org/officeDocument/2006/relationships/oleObject" Target="../embeddings/oleObject23.bin"/></Relationships>
</file>

<file path=ppt/slides/_rels/slide27.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oleObject" Target="../embeddings/oleObject25.bin"/><Relationship Id="rId7" Type="http://schemas.openxmlformats.org/officeDocument/2006/relationships/oleObject" Target="../embeddings/oleObject27.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36.wmf"/><Relationship Id="rId5" Type="http://schemas.openxmlformats.org/officeDocument/2006/relationships/oleObject" Target="../embeddings/oleObject26.bin"/><Relationship Id="rId4" Type="http://schemas.openxmlformats.org/officeDocument/2006/relationships/image" Target="../media/image35.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slideLayout" Target="../slideLayouts/slideLayout7.xml"/><Relationship Id="rId1" Type="http://schemas.openxmlformats.org/officeDocument/2006/relationships/vmlDrawing" Target="../drawings/vmlDrawing12.vml"/><Relationship Id="rId5" Type="http://schemas.openxmlformats.org/officeDocument/2006/relationships/image" Target="../media/image32.emf"/><Relationship Id="rId4" Type="http://schemas.openxmlformats.org/officeDocument/2006/relationships/oleObject" Target="../embeddings/oleObject28.bin"/></Relationships>
</file>

<file path=ppt/slides/_rels/slide31.xml.rels><?xml version="1.0" encoding="UTF-8" standalone="yes"?>
<Relationships xmlns="http://schemas.openxmlformats.org/package/2006/relationships"><Relationship Id="rId8" Type="http://schemas.openxmlformats.org/officeDocument/2006/relationships/image" Target="../media/image39.wmf"/><Relationship Id="rId3" Type="http://schemas.openxmlformats.org/officeDocument/2006/relationships/oleObject" Target="../embeddings/oleObject29.bin"/><Relationship Id="rId7" Type="http://schemas.openxmlformats.org/officeDocument/2006/relationships/oleObject" Target="../embeddings/oleObject31.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5.emf"/><Relationship Id="rId5" Type="http://schemas.openxmlformats.org/officeDocument/2006/relationships/oleObject" Target="../embeddings/oleObject30.bin"/><Relationship Id="rId10" Type="http://schemas.openxmlformats.org/officeDocument/2006/relationships/image" Target="../media/image40.wmf"/><Relationship Id="rId4" Type="http://schemas.openxmlformats.org/officeDocument/2006/relationships/image" Target="../media/image38.emf"/><Relationship Id="rId9" Type="http://schemas.openxmlformats.org/officeDocument/2006/relationships/oleObject" Target="../embeddings/oleObject32.bin"/></Relationships>
</file>

<file path=ppt/slides/_rels/slide32.x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slideLayout" Target="../slideLayouts/slideLayout7.xml"/><Relationship Id="rId1" Type="http://schemas.openxmlformats.org/officeDocument/2006/relationships/vmlDrawing" Target="../drawings/vmlDrawing14.vml"/><Relationship Id="rId5" Type="http://schemas.openxmlformats.org/officeDocument/2006/relationships/image" Target="../media/image5.emf"/><Relationship Id="rId4" Type="http://schemas.openxmlformats.org/officeDocument/2006/relationships/oleObject" Target="../embeddings/oleObject33.bin"/></Relationships>
</file>

<file path=ppt/slides/_rels/slide34.xml.rels><?xml version="1.0" encoding="UTF-8" standalone="yes"?>
<Relationships xmlns="http://schemas.openxmlformats.org/package/2006/relationships"><Relationship Id="rId3" Type="http://schemas.openxmlformats.org/officeDocument/2006/relationships/image" Target="../media/image24.wmf"/><Relationship Id="rId7" Type="http://schemas.openxmlformats.org/officeDocument/2006/relationships/image" Target="../media/image45.wmf"/><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44.wmf"/><Relationship Id="rId5" Type="http://schemas.openxmlformats.org/officeDocument/2006/relationships/image" Target="../media/image43.emf"/><Relationship Id="rId4" Type="http://schemas.openxmlformats.org/officeDocument/2006/relationships/oleObject" Target="../embeddings/oleObject34.bin"/></Relationships>
</file>

<file path=ppt/slides/_rels/slide35.xml.rels><?xml version="1.0" encoding="UTF-8" standalone="yes"?>
<Relationships xmlns="http://schemas.openxmlformats.org/package/2006/relationships"><Relationship Id="rId8" Type="http://schemas.openxmlformats.org/officeDocument/2006/relationships/image" Target="../media/image52.wmf"/><Relationship Id="rId3" Type="http://schemas.openxmlformats.org/officeDocument/2006/relationships/image" Target="../media/image47.png"/><Relationship Id="rId7" Type="http://schemas.openxmlformats.org/officeDocument/2006/relationships/image" Target="../media/image51.wmf"/><Relationship Id="rId2" Type="http://schemas.openxmlformats.org/officeDocument/2006/relationships/image" Target="../media/image46.wmf"/><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9.wmf"/><Relationship Id="rId4" Type="http://schemas.openxmlformats.org/officeDocument/2006/relationships/image" Target="../media/image48.wmf"/></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37.bin"/><Relationship Id="rId3" Type="http://schemas.openxmlformats.org/officeDocument/2006/relationships/image" Target="../media/image6.png"/><Relationship Id="rId7" Type="http://schemas.openxmlformats.org/officeDocument/2006/relationships/image" Target="../media/image4.wmf"/><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oleObject" Target="../embeddings/oleObject36.bin"/><Relationship Id="rId5" Type="http://schemas.openxmlformats.org/officeDocument/2006/relationships/image" Target="../media/image3.wmf"/><Relationship Id="rId4" Type="http://schemas.openxmlformats.org/officeDocument/2006/relationships/oleObject" Target="../embeddings/oleObject35.bin"/><Relationship Id="rId9" Type="http://schemas.openxmlformats.org/officeDocument/2006/relationships/image" Target="../media/image5.e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7.xml"/><Relationship Id="rId1" Type="http://schemas.openxmlformats.org/officeDocument/2006/relationships/vmlDrawing" Target="../drawings/vmlDrawing17.vml"/><Relationship Id="rId4" Type="http://schemas.openxmlformats.org/officeDocument/2006/relationships/image" Target="../media/image53.e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8" Type="http://schemas.openxmlformats.org/officeDocument/2006/relationships/image" Target="../media/image56.wmf"/><Relationship Id="rId3" Type="http://schemas.openxmlformats.org/officeDocument/2006/relationships/oleObject" Target="../embeddings/oleObject39.bin"/><Relationship Id="rId7" Type="http://schemas.openxmlformats.org/officeDocument/2006/relationships/oleObject" Target="../embeddings/oleObject41.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55.wmf"/><Relationship Id="rId5" Type="http://schemas.openxmlformats.org/officeDocument/2006/relationships/oleObject" Target="../embeddings/oleObject40.bin"/><Relationship Id="rId4" Type="http://schemas.openxmlformats.org/officeDocument/2006/relationships/image" Target="../media/image54.wmf"/></Relationships>
</file>

<file path=ppt/slides/_rels/slide41.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oleObject" Target="../embeddings/oleObject42.bin"/><Relationship Id="rId7" Type="http://schemas.openxmlformats.org/officeDocument/2006/relationships/oleObject" Target="../embeddings/oleObject44.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58.wmf"/><Relationship Id="rId5" Type="http://schemas.openxmlformats.org/officeDocument/2006/relationships/oleObject" Target="../embeddings/oleObject43.bin"/><Relationship Id="rId10" Type="http://schemas.openxmlformats.org/officeDocument/2006/relationships/image" Target="../media/image59.wmf"/><Relationship Id="rId4" Type="http://schemas.openxmlformats.org/officeDocument/2006/relationships/image" Target="../media/image57.wmf"/><Relationship Id="rId9" Type="http://schemas.openxmlformats.org/officeDocument/2006/relationships/oleObject" Target="../embeddings/oleObject45.bin"/></Relationships>
</file>

<file path=ppt/slides/_rels/slide42.xml.rels><?xml version="1.0" encoding="UTF-8" standalone="yes"?>
<Relationships xmlns="http://schemas.openxmlformats.org/package/2006/relationships"><Relationship Id="rId8" Type="http://schemas.openxmlformats.org/officeDocument/2006/relationships/image" Target="../media/image62.wmf"/><Relationship Id="rId3" Type="http://schemas.openxmlformats.org/officeDocument/2006/relationships/oleObject" Target="../embeddings/oleObject46.bin"/><Relationship Id="rId7" Type="http://schemas.openxmlformats.org/officeDocument/2006/relationships/oleObject" Target="../embeddings/oleObject48.bin"/><Relationship Id="rId2" Type="http://schemas.openxmlformats.org/officeDocument/2006/relationships/slideLayout" Target="../slideLayouts/slideLayout13.xml"/><Relationship Id="rId1" Type="http://schemas.openxmlformats.org/officeDocument/2006/relationships/vmlDrawing" Target="../drawings/vmlDrawing20.vml"/><Relationship Id="rId6" Type="http://schemas.openxmlformats.org/officeDocument/2006/relationships/image" Target="../media/image61.wmf"/><Relationship Id="rId5" Type="http://schemas.openxmlformats.org/officeDocument/2006/relationships/oleObject" Target="../embeddings/oleObject47.bin"/><Relationship Id="rId10" Type="http://schemas.openxmlformats.org/officeDocument/2006/relationships/image" Target="../media/image63.wmf"/><Relationship Id="rId4" Type="http://schemas.openxmlformats.org/officeDocument/2006/relationships/image" Target="../media/image60.wmf"/><Relationship Id="rId9" Type="http://schemas.openxmlformats.org/officeDocument/2006/relationships/oleObject" Target="../embeddings/oleObject49.bin"/></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7.xml"/><Relationship Id="rId1" Type="http://schemas.openxmlformats.org/officeDocument/2006/relationships/vmlDrawing" Target="../drawings/vmlDrawing21.vml"/><Relationship Id="rId4" Type="http://schemas.openxmlformats.org/officeDocument/2006/relationships/image" Target="../media/image64.wmf"/></Relationships>
</file>

<file path=ppt/slides/_rels/slide44.xml.rels><?xml version="1.0" encoding="UTF-8" standalone="yes"?>
<Relationships xmlns="http://schemas.openxmlformats.org/package/2006/relationships"><Relationship Id="rId8" Type="http://schemas.openxmlformats.org/officeDocument/2006/relationships/image" Target="../media/image66.wmf"/><Relationship Id="rId3" Type="http://schemas.openxmlformats.org/officeDocument/2006/relationships/oleObject" Target="../embeddings/oleObject50.bin"/><Relationship Id="rId7" Type="http://schemas.openxmlformats.org/officeDocument/2006/relationships/oleObject" Target="../embeddings/oleObject52.bin"/><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65.wmf"/><Relationship Id="rId5" Type="http://schemas.openxmlformats.org/officeDocument/2006/relationships/oleObject" Target="../embeddings/oleObject51.bin"/><Relationship Id="rId10" Type="http://schemas.openxmlformats.org/officeDocument/2006/relationships/image" Target="../media/image67.wmf"/><Relationship Id="rId4" Type="http://schemas.openxmlformats.org/officeDocument/2006/relationships/image" Target="../media/image64.wmf"/><Relationship Id="rId9" Type="http://schemas.openxmlformats.org/officeDocument/2006/relationships/oleObject" Target="../embeddings/oleObject53.bin"/></Relationships>
</file>

<file path=ppt/slides/_rels/slide45.xml.rels><?xml version="1.0" encoding="UTF-8" standalone="yes"?>
<Relationships xmlns="http://schemas.openxmlformats.org/package/2006/relationships"><Relationship Id="rId8" Type="http://schemas.openxmlformats.org/officeDocument/2006/relationships/image" Target="../media/image70.wmf"/><Relationship Id="rId13" Type="http://schemas.openxmlformats.org/officeDocument/2006/relationships/oleObject" Target="../embeddings/oleObject59.bin"/><Relationship Id="rId3" Type="http://schemas.openxmlformats.org/officeDocument/2006/relationships/oleObject" Target="../embeddings/oleObject54.bin"/><Relationship Id="rId7" Type="http://schemas.openxmlformats.org/officeDocument/2006/relationships/oleObject" Target="../embeddings/oleObject56.bin"/><Relationship Id="rId12" Type="http://schemas.openxmlformats.org/officeDocument/2006/relationships/image" Target="../media/image72.wmf"/><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69.wmf"/><Relationship Id="rId11" Type="http://schemas.openxmlformats.org/officeDocument/2006/relationships/oleObject" Target="../embeddings/oleObject58.bin"/><Relationship Id="rId5" Type="http://schemas.openxmlformats.org/officeDocument/2006/relationships/oleObject" Target="../embeddings/oleObject55.bin"/><Relationship Id="rId10" Type="http://schemas.openxmlformats.org/officeDocument/2006/relationships/image" Target="../media/image71.wmf"/><Relationship Id="rId4" Type="http://schemas.openxmlformats.org/officeDocument/2006/relationships/image" Target="../media/image68.wmf"/><Relationship Id="rId9" Type="http://schemas.openxmlformats.org/officeDocument/2006/relationships/oleObject" Target="../embeddings/oleObject57.bin"/><Relationship Id="rId14" Type="http://schemas.openxmlformats.org/officeDocument/2006/relationships/image" Target="../media/image64.wmf"/></Relationships>
</file>

<file path=ppt/slides/_rels/slide46.x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image" Target="../media/image75.png"/><Relationship Id="rId5" Type="http://schemas.openxmlformats.org/officeDocument/2006/relationships/image" Target="../media/image73.wmf"/><Relationship Id="rId4" Type="http://schemas.openxmlformats.org/officeDocument/2006/relationships/oleObject" Target="../embeddings/oleObject60.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8" Type="http://schemas.openxmlformats.org/officeDocument/2006/relationships/image" Target="../media/image66.wmf"/><Relationship Id="rId3" Type="http://schemas.openxmlformats.org/officeDocument/2006/relationships/oleObject" Target="../embeddings/oleObject61.bin"/><Relationship Id="rId7" Type="http://schemas.openxmlformats.org/officeDocument/2006/relationships/oleObject" Target="../embeddings/oleObject63.bin"/><Relationship Id="rId12" Type="http://schemas.openxmlformats.org/officeDocument/2006/relationships/image" Target="../media/image76.wmf"/><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image" Target="../media/image65.wmf"/><Relationship Id="rId11" Type="http://schemas.openxmlformats.org/officeDocument/2006/relationships/oleObject" Target="../embeddings/oleObject65.bin"/><Relationship Id="rId5" Type="http://schemas.openxmlformats.org/officeDocument/2006/relationships/oleObject" Target="../embeddings/oleObject62.bin"/><Relationship Id="rId10" Type="http://schemas.openxmlformats.org/officeDocument/2006/relationships/image" Target="../media/image67.wmf"/><Relationship Id="rId4" Type="http://schemas.openxmlformats.org/officeDocument/2006/relationships/image" Target="../media/image64.wmf"/><Relationship Id="rId9" Type="http://schemas.openxmlformats.org/officeDocument/2006/relationships/oleObject" Target="../embeddings/oleObject64.bin"/></Relationships>
</file>

<file path=ppt/slides/_rels/slide53.xml.rels><?xml version="1.0" encoding="UTF-8" standalone="yes"?>
<Relationships xmlns="http://schemas.openxmlformats.org/package/2006/relationships"><Relationship Id="rId8" Type="http://schemas.openxmlformats.org/officeDocument/2006/relationships/image" Target="../media/image64.wmf"/><Relationship Id="rId3" Type="http://schemas.openxmlformats.org/officeDocument/2006/relationships/oleObject" Target="../embeddings/oleObject66.bin"/><Relationship Id="rId7" Type="http://schemas.openxmlformats.org/officeDocument/2006/relationships/oleObject" Target="../embeddings/oleObject68.bin"/><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image" Target="../media/image77.wmf"/><Relationship Id="rId5" Type="http://schemas.openxmlformats.org/officeDocument/2006/relationships/oleObject" Target="../embeddings/oleObject67.bin"/><Relationship Id="rId10" Type="http://schemas.openxmlformats.org/officeDocument/2006/relationships/image" Target="../media/image78.wmf"/><Relationship Id="rId4" Type="http://schemas.openxmlformats.org/officeDocument/2006/relationships/image" Target="../media/image68.wmf"/><Relationship Id="rId9" Type="http://schemas.openxmlformats.org/officeDocument/2006/relationships/oleObject" Target="../embeddings/oleObject69.bin"/></Relationships>
</file>

<file path=ppt/slides/_rels/slide54.xml.rels><?xml version="1.0" encoding="UTF-8" standalone="yes"?>
<Relationships xmlns="http://schemas.openxmlformats.org/package/2006/relationships"><Relationship Id="rId8" Type="http://schemas.openxmlformats.org/officeDocument/2006/relationships/image" Target="../media/image81.wmf"/><Relationship Id="rId3" Type="http://schemas.openxmlformats.org/officeDocument/2006/relationships/oleObject" Target="../embeddings/oleObject70.bin"/><Relationship Id="rId7" Type="http://schemas.openxmlformats.org/officeDocument/2006/relationships/oleObject" Target="../embeddings/oleObject72.bin"/><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image" Target="../media/image80.wmf"/><Relationship Id="rId5" Type="http://schemas.openxmlformats.org/officeDocument/2006/relationships/oleObject" Target="../embeddings/oleObject71.bin"/><Relationship Id="rId10" Type="http://schemas.openxmlformats.org/officeDocument/2006/relationships/image" Target="../media/image82.wmf"/><Relationship Id="rId4" Type="http://schemas.openxmlformats.org/officeDocument/2006/relationships/image" Target="../media/image79.wmf"/><Relationship Id="rId9" Type="http://schemas.openxmlformats.org/officeDocument/2006/relationships/oleObject" Target="../embeddings/oleObject73.bin"/></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74.bin"/><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image" Target="../media/image83.wmf"/><Relationship Id="rId5" Type="http://schemas.openxmlformats.org/officeDocument/2006/relationships/oleObject" Target="../embeddings/oleObject75.bin"/><Relationship Id="rId4" Type="http://schemas.openxmlformats.org/officeDocument/2006/relationships/image" Target="../media/image79.w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fld id="{6AF2C675-D635-4F97-8D4F-48981CC655BD}" type="slidenum">
              <a:rPr lang="zh-CN" altLang="en-US"/>
              <a:pPr>
                <a:defRPr/>
              </a:pPr>
              <a:t>1</a:t>
            </a:fld>
            <a:endParaRPr lang="en-US" altLang="zh-CN"/>
          </a:p>
        </p:txBody>
      </p:sp>
      <p:sp>
        <p:nvSpPr>
          <p:cNvPr id="3075" name="Rectangle 2"/>
          <p:cNvSpPr>
            <a:spLocks noChangeArrowheads="1"/>
          </p:cNvSpPr>
          <p:nvPr/>
        </p:nvSpPr>
        <p:spPr bwMode="auto">
          <a:xfrm>
            <a:off x="762000" y="493713"/>
            <a:ext cx="7543800"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pPr eaLnBrk="1" hangingPunct="1">
              <a:lnSpc>
                <a:spcPct val="140000"/>
              </a:lnSpc>
              <a:spcBef>
                <a:spcPct val="50000"/>
              </a:spcBef>
            </a:pPr>
            <a:r>
              <a:rPr kumimoji="1" lang="zh-CN" altLang="en-US" sz="3200" b="1">
                <a:solidFill>
                  <a:schemeClr val="tx1"/>
                </a:solidFill>
                <a:effectLst/>
              </a:rPr>
              <a:t>第四章:  </a:t>
            </a:r>
            <a:r>
              <a:rPr kumimoji="1" lang="en-US" altLang="zh-CN" sz="3200" b="1">
                <a:solidFill>
                  <a:schemeClr val="tx1"/>
                </a:solidFill>
                <a:effectLst/>
                <a:ea typeface="宋体" charset="-122"/>
              </a:rPr>
              <a:t>Root finding in one dimension</a:t>
            </a:r>
            <a:endParaRPr kumimoji="1" lang="zh-CN" altLang="en-US" sz="3200" b="1">
              <a:solidFill>
                <a:schemeClr val="tx1"/>
              </a:solidFill>
              <a:effectLst/>
              <a:ea typeface="宋体" charset="-122"/>
            </a:endParaRPr>
          </a:p>
        </p:txBody>
      </p:sp>
      <p:sp>
        <p:nvSpPr>
          <p:cNvPr id="324611" name="Text Box 3"/>
          <p:cNvSpPr txBox="1">
            <a:spLocks noChangeArrowheads="1"/>
          </p:cNvSpPr>
          <p:nvPr/>
        </p:nvSpPr>
        <p:spPr bwMode="auto">
          <a:xfrm>
            <a:off x="304800" y="1673225"/>
            <a:ext cx="8305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100513" indent="-4100513">
              <a:defRPr sz="2400">
                <a:solidFill>
                  <a:schemeClr val="tx1"/>
                </a:solidFill>
                <a:latin typeface="Times New Roman" pitchFamily="18" charset="0"/>
                <a:ea typeface="宋体" pitchFamily="2" charset="-122"/>
              </a:defRPr>
            </a:lvl1pPr>
            <a:lvl2pPr marL="4291013">
              <a:defRPr sz="2400">
                <a:solidFill>
                  <a:schemeClr val="tx1"/>
                </a:solidFill>
                <a:latin typeface="Times New Roman" pitchFamily="18" charset="0"/>
                <a:ea typeface="宋体" pitchFamily="2" charset="-122"/>
              </a:defRPr>
            </a:lvl2pPr>
            <a:lvl3pPr marL="4481513">
              <a:defRPr sz="2400">
                <a:solidFill>
                  <a:schemeClr val="tx1"/>
                </a:solidFill>
                <a:latin typeface="Times New Roman" pitchFamily="18" charset="0"/>
                <a:ea typeface="宋体" pitchFamily="2" charset="-122"/>
              </a:defRPr>
            </a:lvl3pPr>
            <a:lvl4pPr marL="4672013">
              <a:defRPr sz="2400">
                <a:solidFill>
                  <a:schemeClr val="tx1"/>
                </a:solidFill>
                <a:latin typeface="Times New Roman" pitchFamily="18" charset="0"/>
                <a:ea typeface="宋体" pitchFamily="2" charset="-122"/>
              </a:defRPr>
            </a:lvl4pPr>
            <a:lvl5pPr marL="4862513">
              <a:defRPr sz="2400">
                <a:solidFill>
                  <a:schemeClr val="tx1"/>
                </a:solidFill>
                <a:latin typeface="Times New Roman" pitchFamily="18" charset="0"/>
                <a:ea typeface="宋体" pitchFamily="2" charset="-122"/>
              </a:defRPr>
            </a:lvl5pPr>
            <a:lvl6pPr marL="5319713" eaLnBrk="0" fontAlgn="base" hangingPunct="0">
              <a:spcBef>
                <a:spcPct val="0"/>
              </a:spcBef>
              <a:spcAft>
                <a:spcPct val="0"/>
              </a:spcAft>
              <a:defRPr sz="2400">
                <a:solidFill>
                  <a:schemeClr val="tx1"/>
                </a:solidFill>
                <a:latin typeface="Times New Roman" pitchFamily="18" charset="0"/>
                <a:ea typeface="宋体" pitchFamily="2" charset="-122"/>
              </a:defRPr>
            </a:lvl6pPr>
            <a:lvl7pPr marL="5776913" eaLnBrk="0" fontAlgn="base" hangingPunct="0">
              <a:spcBef>
                <a:spcPct val="0"/>
              </a:spcBef>
              <a:spcAft>
                <a:spcPct val="0"/>
              </a:spcAft>
              <a:defRPr sz="2400">
                <a:solidFill>
                  <a:schemeClr val="tx1"/>
                </a:solidFill>
                <a:latin typeface="Times New Roman" pitchFamily="18" charset="0"/>
                <a:ea typeface="宋体" pitchFamily="2" charset="-122"/>
              </a:defRPr>
            </a:lvl7pPr>
            <a:lvl8pPr marL="6234113" eaLnBrk="0" fontAlgn="base" hangingPunct="0">
              <a:spcBef>
                <a:spcPct val="0"/>
              </a:spcBef>
              <a:spcAft>
                <a:spcPct val="0"/>
              </a:spcAft>
              <a:defRPr sz="2400">
                <a:solidFill>
                  <a:schemeClr val="tx1"/>
                </a:solidFill>
                <a:latin typeface="Times New Roman" pitchFamily="18" charset="0"/>
                <a:ea typeface="宋体" pitchFamily="2" charset="-122"/>
              </a:defRPr>
            </a:lvl8pPr>
            <a:lvl9pPr marL="6691313"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a:defRPr/>
            </a:pPr>
            <a:r>
              <a:rPr lang="zh-CN" altLang="en-US" sz="3200" b="1" dirty="0">
                <a:effectLst/>
                <a:ea typeface="楷体_GB2312" pitchFamily="49" charset="-122"/>
              </a:rPr>
              <a:t>1. </a:t>
            </a:r>
            <a:r>
              <a:rPr lang="en-US" altLang="zh-CN" sz="3200" b="1" dirty="0">
                <a:effectLst/>
                <a:ea typeface="楷体_GB2312" pitchFamily="49" charset="-122"/>
              </a:rPr>
              <a:t>Bisection method</a:t>
            </a:r>
          </a:p>
        </p:txBody>
      </p:sp>
      <p:sp>
        <p:nvSpPr>
          <p:cNvPr id="324612" name="Text Box 4"/>
          <p:cNvSpPr txBox="1">
            <a:spLocks noChangeArrowheads="1"/>
          </p:cNvSpPr>
          <p:nvPr/>
        </p:nvSpPr>
        <p:spPr bwMode="auto">
          <a:xfrm>
            <a:off x="250825" y="3557588"/>
            <a:ext cx="8305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100513" indent="-4100513">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zh-CN" altLang="en-US" sz="3200" b="1">
                <a:solidFill>
                  <a:schemeClr val="tx1"/>
                </a:solidFill>
                <a:effectLst/>
              </a:rPr>
              <a:t>3. </a:t>
            </a:r>
            <a:r>
              <a:rPr lang="en-US" altLang="zh-CN" sz="3200" b="1">
                <a:solidFill>
                  <a:schemeClr val="tx1"/>
                </a:solidFill>
                <a:effectLst/>
              </a:rPr>
              <a:t>The Newton method</a:t>
            </a:r>
          </a:p>
        </p:txBody>
      </p:sp>
      <p:sp>
        <p:nvSpPr>
          <p:cNvPr id="324613" name="Text Box 5"/>
          <p:cNvSpPr txBox="1">
            <a:spLocks noChangeArrowheads="1"/>
          </p:cNvSpPr>
          <p:nvPr/>
        </p:nvSpPr>
        <p:spPr bwMode="auto">
          <a:xfrm>
            <a:off x="304800" y="4468813"/>
            <a:ext cx="8305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100513" indent="-4100513">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zh-CN" altLang="en-US" sz="3200" b="1">
                <a:solidFill>
                  <a:schemeClr val="tx1"/>
                </a:solidFill>
                <a:effectLst/>
              </a:rPr>
              <a:t>4. </a:t>
            </a:r>
            <a:r>
              <a:rPr lang="en-US" altLang="zh-CN" sz="3200" b="1">
                <a:solidFill>
                  <a:schemeClr val="tx1"/>
                </a:solidFill>
                <a:effectLst/>
              </a:rPr>
              <a:t>Secant (chord) method</a:t>
            </a:r>
          </a:p>
        </p:txBody>
      </p:sp>
      <p:sp>
        <p:nvSpPr>
          <p:cNvPr id="324614" name="Rectangle 6"/>
          <p:cNvSpPr>
            <a:spLocks noChangeArrowheads="1"/>
          </p:cNvSpPr>
          <p:nvPr/>
        </p:nvSpPr>
        <p:spPr bwMode="auto">
          <a:xfrm>
            <a:off x="304800" y="2608263"/>
            <a:ext cx="63119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kumimoji="1" lang="en-US" altLang="zh-CN" sz="3200" b="1">
                <a:solidFill>
                  <a:schemeClr val="tx1"/>
                </a:solidFill>
                <a:effectLst/>
              </a:rPr>
              <a:t>2. Linear inter</a:t>
            </a:r>
            <a:r>
              <a:rPr kumimoji="1" lang="en-US" altLang="zh-CN" sz="3200" b="1">
                <a:solidFill>
                  <a:schemeClr val="tx1"/>
                </a:solidFill>
                <a:effectLst/>
                <a:ea typeface="宋体" charset="-122"/>
              </a:rPr>
              <a:t>polation </a:t>
            </a:r>
            <a:r>
              <a:rPr kumimoji="1" lang="zh-CN" altLang="en-US" sz="3200">
                <a:solidFill>
                  <a:schemeClr val="tx1"/>
                </a:solidFill>
                <a:effectLst/>
                <a:ea typeface="宋体" charset="-122"/>
              </a:rPr>
              <a:t>(</a:t>
            </a:r>
            <a:r>
              <a:rPr kumimoji="1" lang="en-US" altLang="zh-CN" sz="3200">
                <a:solidFill>
                  <a:schemeClr val="tx1"/>
                </a:solidFill>
                <a:effectLst/>
                <a:ea typeface="宋体" charset="-122"/>
              </a:rPr>
              <a:t>regula falsi)</a:t>
            </a:r>
            <a:endParaRPr kumimoji="1" lang="zh-CN" altLang="en-US" sz="3200" b="1">
              <a:solidFill>
                <a:schemeClr val="tx1"/>
              </a:solidFill>
              <a:effectLst/>
              <a:ea typeface="宋体" charset="-122"/>
            </a:endParaRPr>
          </a:p>
        </p:txBody>
      </p:sp>
      <p:sp>
        <p:nvSpPr>
          <p:cNvPr id="324615" name="Text Box 7"/>
          <p:cNvSpPr txBox="1">
            <a:spLocks noChangeArrowheads="1"/>
          </p:cNvSpPr>
          <p:nvPr/>
        </p:nvSpPr>
        <p:spPr bwMode="auto">
          <a:xfrm>
            <a:off x="304800" y="5297488"/>
            <a:ext cx="83058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100513" indent="-4100513">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3200" b="1" dirty="0">
                <a:solidFill>
                  <a:schemeClr val="tx1"/>
                </a:solidFill>
                <a:effectLst/>
              </a:rPr>
              <a:t>5. Direct iteration </a:t>
            </a:r>
          </a:p>
        </p:txBody>
      </p:sp>
      <p:sp>
        <p:nvSpPr>
          <p:cNvPr id="3081" name="Text Box 3"/>
          <p:cNvSpPr txBox="1">
            <a:spLocks noChangeArrowheads="1"/>
          </p:cNvSpPr>
          <p:nvPr/>
        </p:nvSpPr>
        <p:spPr bwMode="auto">
          <a:xfrm>
            <a:off x="5051425" y="1624013"/>
            <a:ext cx="35972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3200" b="1" i="1">
                <a:solidFill>
                  <a:schemeClr val="tx1"/>
                </a:solidFill>
                <a:effectLst/>
              </a:rPr>
              <a:t>f(x)=exp(x)*ln(x)-x</a:t>
            </a:r>
            <a:r>
              <a:rPr lang="en-US" altLang="zh-CN" sz="3200" b="1" i="1" baseline="30000">
                <a:solidFill>
                  <a:schemeClr val="tx1"/>
                </a:solidFill>
                <a:effectLst/>
              </a:rPr>
              <a:t>2</a:t>
            </a:r>
            <a:endParaRPr lang="zh-CN" altLang="en-US" sz="3200" b="1" i="1" baseline="30000">
              <a:solidFill>
                <a:schemeClr val="tx1"/>
              </a:solidFill>
              <a:effectLst/>
            </a:endParaRPr>
          </a:p>
        </p:txBody>
      </p:sp>
      <p:sp>
        <p:nvSpPr>
          <p:cNvPr id="10" name="Text Box 7"/>
          <p:cNvSpPr txBox="1">
            <a:spLocks noChangeArrowheads="1"/>
          </p:cNvSpPr>
          <p:nvPr/>
        </p:nvSpPr>
        <p:spPr bwMode="auto">
          <a:xfrm>
            <a:off x="251520" y="6012577"/>
            <a:ext cx="83058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100513" indent="-4100513">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3200" b="1" dirty="0">
                <a:solidFill>
                  <a:schemeClr val="tx1"/>
                </a:solidFill>
                <a:effectLst/>
              </a:rPr>
              <a:t>6. Brute force method</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4611"/>
                                        </p:tgtEl>
                                        <p:attrNameLst>
                                          <p:attrName>style.visibility</p:attrName>
                                        </p:attrNameLst>
                                      </p:cBhvr>
                                      <p:to>
                                        <p:strVal val="visible"/>
                                      </p:to>
                                    </p:set>
                                    <p:anim calcmode="lin" valueType="num">
                                      <p:cBhvr additive="base">
                                        <p:cTn id="7" dur="500" fill="hold"/>
                                        <p:tgtEl>
                                          <p:spTgt spid="324611"/>
                                        </p:tgtEl>
                                        <p:attrNameLst>
                                          <p:attrName>ppt_x</p:attrName>
                                        </p:attrNameLst>
                                      </p:cBhvr>
                                      <p:tavLst>
                                        <p:tav tm="0">
                                          <p:val>
                                            <p:strVal val="0-#ppt_w/2"/>
                                          </p:val>
                                        </p:tav>
                                        <p:tav tm="100000">
                                          <p:val>
                                            <p:strVal val="#ppt_x"/>
                                          </p:val>
                                        </p:tav>
                                      </p:tavLst>
                                    </p:anim>
                                    <p:anim calcmode="lin" valueType="num">
                                      <p:cBhvr additive="base">
                                        <p:cTn id="8" dur="500" fill="hold"/>
                                        <p:tgtEl>
                                          <p:spTgt spid="32461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24614"/>
                                        </p:tgtEl>
                                        <p:attrNameLst>
                                          <p:attrName>style.visibility</p:attrName>
                                        </p:attrNameLst>
                                      </p:cBhvr>
                                      <p:to>
                                        <p:strVal val="visible"/>
                                      </p:to>
                                    </p:set>
                                    <p:anim calcmode="lin" valueType="num">
                                      <p:cBhvr additive="base">
                                        <p:cTn id="13" dur="500" fill="hold"/>
                                        <p:tgtEl>
                                          <p:spTgt spid="324614"/>
                                        </p:tgtEl>
                                        <p:attrNameLst>
                                          <p:attrName>ppt_x</p:attrName>
                                        </p:attrNameLst>
                                      </p:cBhvr>
                                      <p:tavLst>
                                        <p:tav tm="0">
                                          <p:val>
                                            <p:strVal val="#ppt_x"/>
                                          </p:val>
                                        </p:tav>
                                        <p:tav tm="100000">
                                          <p:val>
                                            <p:strVal val="#ppt_x"/>
                                          </p:val>
                                        </p:tav>
                                      </p:tavLst>
                                    </p:anim>
                                    <p:anim calcmode="lin" valueType="num">
                                      <p:cBhvr additive="base">
                                        <p:cTn id="14" dur="500" fill="hold"/>
                                        <p:tgtEl>
                                          <p:spTgt spid="324614"/>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24612"/>
                                        </p:tgtEl>
                                        <p:attrNameLst>
                                          <p:attrName>style.visibility</p:attrName>
                                        </p:attrNameLst>
                                      </p:cBhvr>
                                      <p:to>
                                        <p:strVal val="visible"/>
                                      </p:to>
                                    </p:set>
                                    <p:anim calcmode="lin" valueType="num">
                                      <p:cBhvr additive="base">
                                        <p:cTn id="19" dur="500" fill="hold"/>
                                        <p:tgtEl>
                                          <p:spTgt spid="324612"/>
                                        </p:tgtEl>
                                        <p:attrNameLst>
                                          <p:attrName>ppt_x</p:attrName>
                                        </p:attrNameLst>
                                      </p:cBhvr>
                                      <p:tavLst>
                                        <p:tav tm="0">
                                          <p:val>
                                            <p:strVal val="0-#ppt_w/2"/>
                                          </p:val>
                                        </p:tav>
                                        <p:tav tm="100000">
                                          <p:val>
                                            <p:strVal val="#ppt_x"/>
                                          </p:val>
                                        </p:tav>
                                      </p:tavLst>
                                    </p:anim>
                                    <p:anim calcmode="lin" valueType="num">
                                      <p:cBhvr additive="base">
                                        <p:cTn id="20" dur="500" fill="hold"/>
                                        <p:tgtEl>
                                          <p:spTgt spid="32461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24613"/>
                                        </p:tgtEl>
                                        <p:attrNameLst>
                                          <p:attrName>style.visibility</p:attrName>
                                        </p:attrNameLst>
                                      </p:cBhvr>
                                      <p:to>
                                        <p:strVal val="visible"/>
                                      </p:to>
                                    </p:set>
                                    <p:anim calcmode="lin" valueType="num">
                                      <p:cBhvr additive="base">
                                        <p:cTn id="25" dur="500" fill="hold"/>
                                        <p:tgtEl>
                                          <p:spTgt spid="324613"/>
                                        </p:tgtEl>
                                        <p:attrNameLst>
                                          <p:attrName>ppt_x</p:attrName>
                                        </p:attrNameLst>
                                      </p:cBhvr>
                                      <p:tavLst>
                                        <p:tav tm="0">
                                          <p:val>
                                            <p:strVal val="0-#ppt_w/2"/>
                                          </p:val>
                                        </p:tav>
                                        <p:tav tm="100000">
                                          <p:val>
                                            <p:strVal val="#ppt_x"/>
                                          </p:val>
                                        </p:tav>
                                      </p:tavLst>
                                    </p:anim>
                                    <p:anim calcmode="lin" valueType="num">
                                      <p:cBhvr additive="base">
                                        <p:cTn id="26" dur="500" fill="hold"/>
                                        <p:tgtEl>
                                          <p:spTgt spid="324613"/>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24615"/>
                                        </p:tgtEl>
                                        <p:attrNameLst>
                                          <p:attrName>style.visibility</p:attrName>
                                        </p:attrNameLst>
                                      </p:cBhvr>
                                      <p:to>
                                        <p:strVal val="visible"/>
                                      </p:to>
                                    </p:set>
                                    <p:anim calcmode="lin" valueType="num">
                                      <p:cBhvr additive="base">
                                        <p:cTn id="31" dur="500" fill="hold"/>
                                        <p:tgtEl>
                                          <p:spTgt spid="324615"/>
                                        </p:tgtEl>
                                        <p:attrNameLst>
                                          <p:attrName>ppt_x</p:attrName>
                                        </p:attrNameLst>
                                      </p:cBhvr>
                                      <p:tavLst>
                                        <p:tav tm="0">
                                          <p:val>
                                            <p:strVal val="0-#ppt_w/2"/>
                                          </p:val>
                                        </p:tav>
                                        <p:tav tm="100000">
                                          <p:val>
                                            <p:strVal val="#ppt_x"/>
                                          </p:val>
                                        </p:tav>
                                      </p:tavLst>
                                    </p:anim>
                                    <p:anim calcmode="lin" valueType="num">
                                      <p:cBhvr additive="base">
                                        <p:cTn id="32" dur="500" fill="hold"/>
                                        <p:tgtEl>
                                          <p:spTgt spid="324615"/>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0-#ppt_w/2"/>
                                          </p:val>
                                        </p:tav>
                                        <p:tav tm="100000">
                                          <p:val>
                                            <p:strVal val="#ppt_x"/>
                                          </p:val>
                                        </p:tav>
                                      </p:tavLst>
                                    </p:anim>
                                    <p:anim calcmode="lin" valueType="num">
                                      <p:cBhvr additive="base">
                                        <p:cTn id="3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611" grpId="0" autoUpdateAnimBg="0"/>
      <p:bldP spid="324612" grpId="0" autoUpdateAnimBg="0"/>
      <p:bldP spid="324613" grpId="0" autoUpdateAnimBg="0"/>
      <p:bldP spid="324614" grpId="0"/>
      <p:bldP spid="324615" grpId="0" autoUpdateAnimBg="0"/>
      <p:bldP spid="10"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601C11DA-F798-4A71-83AA-C322DD26DF0F}" type="slidenum">
              <a:rPr lang="zh-CN" altLang="en-US"/>
              <a:pPr>
                <a:defRPr/>
              </a:pPr>
              <a:t>2</a:t>
            </a:fld>
            <a:endParaRPr lang="en-US" altLang="zh-CN"/>
          </a:p>
        </p:txBody>
      </p:sp>
      <p:sp>
        <p:nvSpPr>
          <p:cNvPr id="325634" name="Text Box 2"/>
          <p:cNvSpPr txBox="1">
            <a:spLocks noChangeArrowheads="1"/>
          </p:cNvSpPr>
          <p:nvPr/>
        </p:nvSpPr>
        <p:spPr bwMode="auto">
          <a:xfrm>
            <a:off x="304800" y="228600"/>
            <a:ext cx="8305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100513" indent="-4100513">
              <a:defRPr sz="2400">
                <a:solidFill>
                  <a:schemeClr val="tx1"/>
                </a:solidFill>
                <a:latin typeface="Times New Roman" pitchFamily="18" charset="0"/>
                <a:ea typeface="宋体" pitchFamily="2" charset="-122"/>
              </a:defRPr>
            </a:lvl1pPr>
            <a:lvl2pPr marL="4291013">
              <a:defRPr sz="2400">
                <a:solidFill>
                  <a:schemeClr val="tx1"/>
                </a:solidFill>
                <a:latin typeface="Times New Roman" pitchFamily="18" charset="0"/>
                <a:ea typeface="宋体" pitchFamily="2" charset="-122"/>
              </a:defRPr>
            </a:lvl2pPr>
            <a:lvl3pPr marL="4481513">
              <a:defRPr sz="2400">
                <a:solidFill>
                  <a:schemeClr val="tx1"/>
                </a:solidFill>
                <a:latin typeface="Times New Roman" pitchFamily="18" charset="0"/>
                <a:ea typeface="宋体" pitchFamily="2" charset="-122"/>
              </a:defRPr>
            </a:lvl3pPr>
            <a:lvl4pPr marL="4672013">
              <a:defRPr sz="2400">
                <a:solidFill>
                  <a:schemeClr val="tx1"/>
                </a:solidFill>
                <a:latin typeface="Times New Roman" pitchFamily="18" charset="0"/>
                <a:ea typeface="宋体" pitchFamily="2" charset="-122"/>
              </a:defRPr>
            </a:lvl4pPr>
            <a:lvl5pPr marL="4862513">
              <a:defRPr sz="2400">
                <a:solidFill>
                  <a:schemeClr val="tx1"/>
                </a:solidFill>
                <a:latin typeface="Times New Roman" pitchFamily="18" charset="0"/>
                <a:ea typeface="宋体" pitchFamily="2" charset="-122"/>
              </a:defRPr>
            </a:lvl5pPr>
            <a:lvl6pPr marL="5319713" eaLnBrk="0" fontAlgn="base" hangingPunct="0">
              <a:spcBef>
                <a:spcPct val="0"/>
              </a:spcBef>
              <a:spcAft>
                <a:spcPct val="0"/>
              </a:spcAft>
              <a:defRPr sz="2400">
                <a:solidFill>
                  <a:schemeClr val="tx1"/>
                </a:solidFill>
                <a:latin typeface="Times New Roman" pitchFamily="18" charset="0"/>
                <a:ea typeface="宋体" pitchFamily="2" charset="-122"/>
              </a:defRPr>
            </a:lvl6pPr>
            <a:lvl7pPr marL="5776913" eaLnBrk="0" fontAlgn="base" hangingPunct="0">
              <a:spcBef>
                <a:spcPct val="0"/>
              </a:spcBef>
              <a:spcAft>
                <a:spcPct val="0"/>
              </a:spcAft>
              <a:defRPr sz="2400">
                <a:solidFill>
                  <a:schemeClr val="tx1"/>
                </a:solidFill>
                <a:latin typeface="Times New Roman" pitchFamily="18" charset="0"/>
                <a:ea typeface="宋体" pitchFamily="2" charset="-122"/>
              </a:defRPr>
            </a:lvl7pPr>
            <a:lvl8pPr marL="6234113" eaLnBrk="0" fontAlgn="base" hangingPunct="0">
              <a:spcBef>
                <a:spcPct val="0"/>
              </a:spcBef>
              <a:spcAft>
                <a:spcPct val="0"/>
              </a:spcAft>
              <a:defRPr sz="2400">
                <a:solidFill>
                  <a:schemeClr val="tx1"/>
                </a:solidFill>
                <a:latin typeface="Times New Roman" pitchFamily="18" charset="0"/>
                <a:ea typeface="宋体" pitchFamily="2" charset="-122"/>
              </a:defRPr>
            </a:lvl8pPr>
            <a:lvl9pPr marL="6691313"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a:defRPr/>
            </a:pPr>
            <a:r>
              <a:rPr lang="zh-CN" altLang="en-US" sz="2800" b="1">
                <a:effectLst>
                  <a:outerShdw blurRad="38100" dist="38100" dir="2700000" algn="tl">
                    <a:srgbClr val="C0C0C0"/>
                  </a:outerShdw>
                </a:effectLst>
                <a:ea typeface="楷体_GB2312" pitchFamily="49" charset="-122"/>
              </a:rPr>
              <a:t>1. </a:t>
            </a:r>
            <a:r>
              <a:rPr lang="en-US" altLang="zh-CN" sz="2800" b="1">
                <a:effectLst>
                  <a:outerShdw blurRad="38100" dist="38100" dir="2700000" algn="tl">
                    <a:srgbClr val="C0C0C0"/>
                  </a:outerShdw>
                </a:effectLst>
                <a:ea typeface="楷体_GB2312" pitchFamily="49" charset="-122"/>
              </a:rPr>
              <a:t>Bisection method</a:t>
            </a:r>
          </a:p>
        </p:txBody>
      </p:sp>
      <p:sp>
        <p:nvSpPr>
          <p:cNvPr id="325635" name="Text Box 3"/>
          <p:cNvSpPr txBox="1">
            <a:spLocks noChangeArrowheads="1"/>
          </p:cNvSpPr>
          <p:nvPr/>
        </p:nvSpPr>
        <p:spPr bwMode="auto">
          <a:xfrm>
            <a:off x="228600" y="1066800"/>
            <a:ext cx="85344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2800" b="1">
                <a:solidFill>
                  <a:schemeClr val="tx1"/>
                </a:solidFill>
                <a:effectLst/>
              </a:rPr>
              <a:t>If there is a root in the region x</a:t>
            </a:r>
            <a:r>
              <a:rPr lang="en-US" altLang="zh-CN" sz="2800" b="1">
                <a:solidFill>
                  <a:schemeClr val="tx1"/>
                </a:solidFill>
                <a:effectLst/>
                <a:sym typeface="Symbol" pitchFamily="18" charset="2"/>
              </a:rPr>
              <a:t></a:t>
            </a:r>
            <a:r>
              <a:rPr lang="en-US" altLang="zh-CN" sz="2800" b="1">
                <a:solidFill>
                  <a:schemeClr val="tx1"/>
                </a:solidFill>
                <a:effectLst/>
              </a:rPr>
              <a:t>[a,b] for </a:t>
            </a:r>
            <a:r>
              <a:rPr lang="en-US" altLang="zh-CN" sz="2800" b="1" i="1">
                <a:solidFill>
                  <a:schemeClr val="tx1"/>
                </a:solidFill>
                <a:effectLst/>
              </a:rPr>
              <a:t>f(x)=0, we can use </a:t>
            </a:r>
            <a:r>
              <a:rPr lang="en-US" altLang="zh-CN" sz="2800" b="1">
                <a:solidFill>
                  <a:schemeClr val="tx1"/>
                </a:solidFill>
                <a:effectLst/>
              </a:rPr>
              <a:t>Bisection method to find it within a required accuracy.</a:t>
            </a:r>
            <a:endParaRPr lang="zh-CN" altLang="en-US" sz="2800" b="1">
              <a:solidFill>
                <a:schemeClr val="tx1"/>
              </a:solidFill>
              <a:effectLst/>
            </a:endParaRPr>
          </a:p>
        </p:txBody>
      </p:sp>
      <p:pic>
        <p:nvPicPr>
          <p:cNvPr id="325644"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2514600"/>
            <a:ext cx="5295900"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5635"/>
                                        </p:tgtEl>
                                        <p:attrNameLst>
                                          <p:attrName>style.visibility</p:attrName>
                                        </p:attrNameLst>
                                      </p:cBhvr>
                                      <p:to>
                                        <p:strVal val="visible"/>
                                      </p:to>
                                    </p:set>
                                    <p:anim calcmode="lin" valueType="num">
                                      <p:cBhvr additive="base">
                                        <p:cTn id="7" dur="500" fill="hold"/>
                                        <p:tgtEl>
                                          <p:spTgt spid="325635"/>
                                        </p:tgtEl>
                                        <p:attrNameLst>
                                          <p:attrName>ppt_x</p:attrName>
                                        </p:attrNameLst>
                                      </p:cBhvr>
                                      <p:tavLst>
                                        <p:tav tm="0">
                                          <p:val>
                                            <p:strVal val="0-#ppt_w/2"/>
                                          </p:val>
                                        </p:tav>
                                        <p:tav tm="100000">
                                          <p:val>
                                            <p:strVal val="#ppt_x"/>
                                          </p:val>
                                        </p:tav>
                                      </p:tavLst>
                                    </p:anim>
                                    <p:anim calcmode="lin" valueType="num">
                                      <p:cBhvr additive="base">
                                        <p:cTn id="8" dur="500" fill="hold"/>
                                        <p:tgtEl>
                                          <p:spTgt spid="32563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25644"/>
                                        </p:tgtEl>
                                        <p:attrNameLst>
                                          <p:attrName>style.visibility</p:attrName>
                                        </p:attrNameLst>
                                      </p:cBhvr>
                                      <p:to>
                                        <p:strVal val="visible"/>
                                      </p:to>
                                    </p:set>
                                    <p:anim calcmode="lin" valueType="num">
                                      <p:cBhvr additive="base">
                                        <p:cTn id="13" dur="500" fill="hold"/>
                                        <p:tgtEl>
                                          <p:spTgt spid="325644"/>
                                        </p:tgtEl>
                                        <p:attrNameLst>
                                          <p:attrName>ppt_x</p:attrName>
                                        </p:attrNameLst>
                                      </p:cBhvr>
                                      <p:tavLst>
                                        <p:tav tm="0">
                                          <p:val>
                                            <p:strVal val="#ppt_x"/>
                                          </p:val>
                                        </p:tav>
                                        <p:tav tm="100000">
                                          <p:val>
                                            <p:strVal val="#ppt_x"/>
                                          </p:val>
                                        </p:tav>
                                      </p:tavLst>
                                    </p:anim>
                                    <p:anim calcmode="lin" valueType="num">
                                      <p:cBhvr additive="base">
                                        <p:cTn id="14" dur="500" fill="hold"/>
                                        <p:tgtEl>
                                          <p:spTgt spid="3256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5635"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BA33EE9A-15B4-4897-81FB-45DC6F463ECB}" type="slidenum">
              <a:rPr lang="zh-CN" altLang="en-US"/>
              <a:pPr>
                <a:defRPr/>
              </a:pPr>
              <a:t>3</a:t>
            </a:fld>
            <a:endParaRPr lang="en-US" altLang="zh-CN"/>
          </a:p>
        </p:txBody>
      </p:sp>
      <p:sp>
        <p:nvSpPr>
          <p:cNvPr id="5123" name="Text Box 2"/>
          <p:cNvSpPr txBox="1">
            <a:spLocks noChangeArrowheads="1"/>
          </p:cNvSpPr>
          <p:nvPr/>
        </p:nvSpPr>
        <p:spPr bwMode="auto">
          <a:xfrm>
            <a:off x="128588" y="1903413"/>
            <a:ext cx="9196387" cy="476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pPr>
              <a:lnSpc>
                <a:spcPct val="120000"/>
              </a:lnSpc>
            </a:pPr>
            <a:r>
              <a:rPr lang="en-US" altLang="zh-CN" sz="3200" b="1">
                <a:solidFill>
                  <a:srgbClr val="000000"/>
                </a:solidFill>
                <a:effectLst/>
              </a:rPr>
              <a:t>* if </a:t>
            </a:r>
            <a:r>
              <a:rPr lang="en-US" altLang="zh-CN" sz="3200" b="1" i="1">
                <a:solidFill>
                  <a:srgbClr val="000080"/>
                </a:solidFill>
                <a:effectLst/>
              </a:rPr>
              <a:t>f</a:t>
            </a:r>
            <a:r>
              <a:rPr lang="en-US" altLang="zh-CN" sz="3200" b="1" i="1" baseline="-25000">
                <a:solidFill>
                  <a:srgbClr val="008080"/>
                </a:solidFill>
                <a:effectLst/>
              </a:rPr>
              <a:t>c</a:t>
            </a:r>
            <a:r>
              <a:rPr lang="en-US" altLang="zh-CN" sz="3200" b="1" i="1">
                <a:solidFill>
                  <a:srgbClr val="008080"/>
                </a:solidFill>
                <a:effectLst/>
              </a:rPr>
              <a:t> </a:t>
            </a:r>
            <a:r>
              <a:rPr lang="en-US" altLang="zh-CN" sz="3200" b="1">
                <a:solidFill>
                  <a:srgbClr val="000080"/>
                </a:solidFill>
                <a:effectLst/>
              </a:rPr>
              <a:t>= </a:t>
            </a:r>
            <a:r>
              <a:rPr lang="en-US" altLang="zh-CN" sz="3200" b="1" i="1">
                <a:solidFill>
                  <a:srgbClr val="000080"/>
                </a:solidFill>
                <a:effectLst/>
              </a:rPr>
              <a:t>f</a:t>
            </a:r>
            <a:r>
              <a:rPr lang="en-US" altLang="zh-CN" sz="3200" b="1">
                <a:solidFill>
                  <a:srgbClr val="000080"/>
                </a:solidFill>
                <a:effectLst/>
              </a:rPr>
              <a:t>(</a:t>
            </a:r>
            <a:r>
              <a:rPr lang="en-US" altLang="zh-CN" sz="3200" b="1" i="1">
                <a:solidFill>
                  <a:srgbClr val="000080"/>
                </a:solidFill>
                <a:effectLst/>
              </a:rPr>
              <a:t>x</a:t>
            </a:r>
            <a:r>
              <a:rPr lang="en-US" altLang="zh-CN" sz="3200" b="1" i="1" baseline="-25000">
                <a:solidFill>
                  <a:srgbClr val="008080"/>
                </a:solidFill>
                <a:effectLst/>
              </a:rPr>
              <a:t>c</a:t>
            </a:r>
            <a:r>
              <a:rPr lang="en-US" altLang="zh-CN" sz="3200" b="1">
                <a:solidFill>
                  <a:srgbClr val="000080"/>
                </a:solidFill>
                <a:effectLst/>
              </a:rPr>
              <a:t>) = 0 </a:t>
            </a:r>
            <a:r>
              <a:rPr lang="en-US" altLang="zh-CN" sz="3200" b="1">
                <a:solidFill>
                  <a:srgbClr val="000000"/>
                </a:solidFill>
                <a:effectLst/>
              </a:rPr>
              <a:t>then </a:t>
            </a:r>
            <a:r>
              <a:rPr lang="en-US" altLang="zh-CN" sz="3200" b="1" i="1">
                <a:solidFill>
                  <a:srgbClr val="000080"/>
                </a:solidFill>
                <a:effectLst/>
              </a:rPr>
              <a:t>x </a:t>
            </a:r>
            <a:r>
              <a:rPr lang="en-US" altLang="zh-CN" sz="3200" b="1">
                <a:solidFill>
                  <a:srgbClr val="000080"/>
                </a:solidFill>
                <a:effectLst/>
              </a:rPr>
              <a:t>= </a:t>
            </a:r>
            <a:r>
              <a:rPr lang="en-US" altLang="zh-CN" sz="3200" b="1" i="1">
                <a:solidFill>
                  <a:srgbClr val="000080"/>
                </a:solidFill>
                <a:effectLst/>
              </a:rPr>
              <a:t>x</a:t>
            </a:r>
            <a:r>
              <a:rPr lang="en-US" altLang="zh-CN" sz="3200" b="1" i="1" baseline="-25000">
                <a:solidFill>
                  <a:srgbClr val="008080"/>
                </a:solidFill>
                <a:effectLst/>
              </a:rPr>
              <a:t>c</a:t>
            </a:r>
            <a:r>
              <a:rPr lang="en-US" altLang="zh-CN" sz="3200" b="1">
                <a:solidFill>
                  <a:srgbClr val="000080"/>
                </a:solidFill>
                <a:effectLst/>
              </a:rPr>
              <a:t> </a:t>
            </a:r>
            <a:r>
              <a:rPr lang="en-US" altLang="zh-CN" sz="3200" b="1">
                <a:solidFill>
                  <a:srgbClr val="000000"/>
                </a:solidFill>
                <a:effectLst/>
              </a:rPr>
              <a:t>is an exact solution,</a:t>
            </a:r>
          </a:p>
          <a:p>
            <a:pPr>
              <a:lnSpc>
                <a:spcPct val="120000"/>
              </a:lnSpc>
            </a:pPr>
            <a:r>
              <a:rPr lang="en-US" altLang="zh-CN" sz="3200" b="1">
                <a:solidFill>
                  <a:srgbClr val="000000"/>
                </a:solidFill>
                <a:effectLst/>
              </a:rPr>
              <a:t>*else if </a:t>
            </a:r>
            <a:r>
              <a:rPr lang="en-US" altLang="zh-CN" sz="3200" b="1" i="1">
                <a:solidFill>
                  <a:srgbClr val="000080"/>
                </a:solidFill>
                <a:effectLst/>
              </a:rPr>
              <a:t>f</a:t>
            </a:r>
            <a:r>
              <a:rPr lang="en-US" altLang="zh-CN" sz="3200" b="1" i="1" baseline="-25000">
                <a:solidFill>
                  <a:srgbClr val="008080"/>
                </a:solidFill>
                <a:effectLst/>
              </a:rPr>
              <a:t>a</a:t>
            </a:r>
            <a:r>
              <a:rPr lang="en-US" altLang="zh-CN" sz="3200" b="1" i="1">
                <a:solidFill>
                  <a:srgbClr val="008080"/>
                </a:solidFill>
                <a:effectLst/>
              </a:rPr>
              <a:t> </a:t>
            </a:r>
            <a:r>
              <a:rPr lang="en-US" altLang="zh-CN" sz="3200" b="1" i="1">
                <a:solidFill>
                  <a:srgbClr val="000080"/>
                </a:solidFill>
                <a:effectLst/>
              </a:rPr>
              <a:t>f</a:t>
            </a:r>
            <a:r>
              <a:rPr lang="en-US" altLang="zh-CN" sz="3200" b="1" i="1" baseline="-25000">
                <a:solidFill>
                  <a:srgbClr val="008080"/>
                </a:solidFill>
                <a:effectLst/>
              </a:rPr>
              <a:t>c</a:t>
            </a:r>
            <a:r>
              <a:rPr lang="en-US" altLang="zh-CN" sz="3200" b="1">
                <a:solidFill>
                  <a:srgbClr val="000080"/>
                </a:solidFill>
                <a:effectLst/>
              </a:rPr>
              <a:t>&lt;0 </a:t>
            </a:r>
            <a:r>
              <a:rPr lang="en-US" altLang="zh-CN" sz="3200" b="1">
                <a:solidFill>
                  <a:srgbClr val="000000"/>
                </a:solidFill>
                <a:effectLst/>
              </a:rPr>
              <a:t>then the root lies in the interval </a:t>
            </a:r>
            <a:r>
              <a:rPr lang="en-US" altLang="zh-CN" sz="3200" b="1">
                <a:solidFill>
                  <a:srgbClr val="000080"/>
                </a:solidFill>
                <a:effectLst/>
              </a:rPr>
              <a:t>(</a:t>
            </a:r>
            <a:r>
              <a:rPr lang="en-US" altLang="zh-CN" sz="3200" b="1" i="1">
                <a:solidFill>
                  <a:srgbClr val="000080"/>
                </a:solidFill>
                <a:effectLst/>
              </a:rPr>
              <a:t>x</a:t>
            </a:r>
            <a:r>
              <a:rPr lang="en-US" altLang="zh-CN" sz="3200" b="1" i="1" baseline="-25000">
                <a:solidFill>
                  <a:srgbClr val="008080"/>
                </a:solidFill>
                <a:effectLst/>
              </a:rPr>
              <a:t>a</a:t>
            </a:r>
            <a:r>
              <a:rPr lang="en-US" altLang="zh-CN" sz="3200" b="1">
                <a:solidFill>
                  <a:srgbClr val="000080"/>
                </a:solidFill>
                <a:effectLst/>
              </a:rPr>
              <a:t>, </a:t>
            </a:r>
            <a:r>
              <a:rPr lang="en-US" altLang="zh-CN" sz="3200" b="1" i="1">
                <a:solidFill>
                  <a:srgbClr val="000080"/>
                </a:solidFill>
                <a:effectLst/>
              </a:rPr>
              <a:t>x</a:t>
            </a:r>
            <a:r>
              <a:rPr lang="en-US" altLang="zh-CN" sz="3200" b="1" i="1" baseline="-25000">
                <a:solidFill>
                  <a:srgbClr val="008080"/>
                </a:solidFill>
                <a:effectLst/>
              </a:rPr>
              <a:t>c</a:t>
            </a:r>
            <a:r>
              <a:rPr lang="en-US" altLang="zh-CN" sz="3200" b="1">
                <a:solidFill>
                  <a:srgbClr val="000080"/>
                </a:solidFill>
                <a:effectLst/>
              </a:rPr>
              <a:t>), </a:t>
            </a:r>
            <a:r>
              <a:rPr lang="en-US" altLang="zh-CN" sz="3200" b="1">
                <a:solidFill>
                  <a:srgbClr val="000000"/>
                </a:solidFill>
                <a:effectLst/>
              </a:rPr>
              <a:t> then replacing the interval </a:t>
            </a:r>
            <a:r>
              <a:rPr lang="en-US" altLang="zh-CN" sz="3200" b="1">
                <a:solidFill>
                  <a:srgbClr val="000080"/>
                </a:solidFill>
                <a:effectLst/>
              </a:rPr>
              <a:t>(</a:t>
            </a:r>
            <a:r>
              <a:rPr lang="en-US" altLang="zh-CN" sz="3200" b="1" i="1">
                <a:solidFill>
                  <a:srgbClr val="000080"/>
                </a:solidFill>
                <a:effectLst/>
              </a:rPr>
              <a:t>x</a:t>
            </a:r>
            <a:r>
              <a:rPr lang="en-US" altLang="zh-CN" sz="3200" b="1" i="1" baseline="-25000">
                <a:solidFill>
                  <a:srgbClr val="008080"/>
                </a:solidFill>
                <a:effectLst/>
              </a:rPr>
              <a:t>a</a:t>
            </a:r>
            <a:r>
              <a:rPr lang="en-US" altLang="zh-CN" sz="3200" b="1">
                <a:solidFill>
                  <a:srgbClr val="000080"/>
                </a:solidFill>
                <a:effectLst/>
              </a:rPr>
              <a:t>, </a:t>
            </a:r>
            <a:r>
              <a:rPr lang="en-US" altLang="zh-CN" sz="3200" b="1" i="1">
                <a:solidFill>
                  <a:srgbClr val="000080"/>
                </a:solidFill>
                <a:effectLst/>
              </a:rPr>
              <a:t>x</a:t>
            </a:r>
            <a:r>
              <a:rPr lang="en-US" altLang="zh-CN" sz="3200" b="1" i="1" baseline="-25000">
                <a:solidFill>
                  <a:srgbClr val="008080"/>
                </a:solidFill>
                <a:effectLst/>
              </a:rPr>
              <a:t>b</a:t>
            </a:r>
            <a:r>
              <a:rPr lang="en-US" altLang="zh-CN" sz="3200" b="1">
                <a:solidFill>
                  <a:srgbClr val="000080"/>
                </a:solidFill>
                <a:effectLst/>
              </a:rPr>
              <a:t>) </a:t>
            </a:r>
            <a:r>
              <a:rPr lang="en-US" altLang="zh-CN" sz="3200" b="1">
                <a:solidFill>
                  <a:srgbClr val="000000"/>
                </a:solidFill>
                <a:effectLst/>
              </a:rPr>
              <a:t>with </a:t>
            </a:r>
            <a:r>
              <a:rPr lang="en-US" altLang="zh-CN" sz="3200" b="1">
                <a:solidFill>
                  <a:srgbClr val="000080"/>
                </a:solidFill>
                <a:effectLst/>
              </a:rPr>
              <a:t>(</a:t>
            </a:r>
            <a:r>
              <a:rPr lang="en-US" altLang="zh-CN" sz="3200" b="1" i="1">
                <a:solidFill>
                  <a:srgbClr val="000080"/>
                </a:solidFill>
                <a:effectLst/>
              </a:rPr>
              <a:t>x</a:t>
            </a:r>
            <a:r>
              <a:rPr lang="en-US" altLang="zh-CN" sz="3200" b="1" i="1" baseline="-25000">
                <a:solidFill>
                  <a:srgbClr val="008080"/>
                </a:solidFill>
                <a:effectLst/>
              </a:rPr>
              <a:t>a</a:t>
            </a:r>
            <a:r>
              <a:rPr lang="en-US" altLang="zh-CN" sz="3200" b="1">
                <a:solidFill>
                  <a:srgbClr val="000080"/>
                </a:solidFill>
                <a:effectLst/>
              </a:rPr>
              <a:t>, </a:t>
            </a:r>
            <a:r>
              <a:rPr lang="en-US" altLang="zh-CN" sz="3200" b="1" i="1">
                <a:solidFill>
                  <a:srgbClr val="000080"/>
                </a:solidFill>
                <a:effectLst/>
              </a:rPr>
              <a:t>x</a:t>
            </a:r>
            <a:r>
              <a:rPr lang="en-US" altLang="zh-CN" sz="3200" b="1" i="1" baseline="-25000">
                <a:solidFill>
                  <a:srgbClr val="008080"/>
                </a:solidFill>
                <a:effectLst/>
              </a:rPr>
              <a:t>c</a:t>
            </a:r>
            <a:r>
              <a:rPr lang="en-US" altLang="zh-CN" sz="3200" b="1">
                <a:solidFill>
                  <a:srgbClr val="000080"/>
                </a:solidFill>
                <a:effectLst/>
              </a:rPr>
              <a:t>).</a:t>
            </a:r>
            <a:endParaRPr lang="en-US" altLang="zh-CN" sz="3200" b="1">
              <a:solidFill>
                <a:srgbClr val="000000"/>
              </a:solidFill>
              <a:effectLst/>
            </a:endParaRPr>
          </a:p>
          <a:p>
            <a:pPr>
              <a:lnSpc>
                <a:spcPct val="120000"/>
              </a:lnSpc>
            </a:pPr>
            <a:r>
              <a:rPr lang="en-US" altLang="zh-CN" sz="3200" b="1">
                <a:solidFill>
                  <a:srgbClr val="000000"/>
                </a:solidFill>
                <a:effectLst/>
              </a:rPr>
              <a:t>*else the root lies in the interval </a:t>
            </a:r>
            <a:r>
              <a:rPr lang="en-US" altLang="zh-CN" sz="3200" b="1">
                <a:solidFill>
                  <a:srgbClr val="000080"/>
                </a:solidFill>
                <a:effectLst/>
              </a:rPr>
              <a:t>(</a:t>
            </a:r>
            <a:r>
              <a:rPr lang="en-US" altLang="zh-CN" sz="3200" b="1" i="1">
                <a:solidFill>
                  <a:srgbClr val="000080"/>
                </a:solidFill>
                <a:effectLst/>
              </a:rPr>
              <a:t>x</a:t>
            </a:r>
            <a:r>
              <a:rPr lang="en-US" altLang="zh-CN" sz="3200" b="1" i="1" baseline="-25000">
                <a:solidFill>
                  <a:srgbClr val="008080"/>
                </a:solidFill>
                <a:effectLst/>
              </a:rPr>
              <a:t>c</a:t>
            </a:r>
            <a:r>
              <a:rPr lang="en-US" altLang="zh-CN" sz="3200" b="1">
                <a:solidFill>
                  <a:srgbClr val="000080"/>
                </a:solidFill>
                <a:effectLst/>
              </a:rPr>
              <a:t>, </a:t>
            </a:r>
            <a:r>
              <a:rPr lang="en-US" altLang="zh-CN" sz="3200" b="1" i="1">
                <a:solidFill>
                  <a:srgbClr val="000080"/>
                </a:solidFill>
                <a:effectLst/>
              </a:rPr>
              <a:t>x</a:t>
            </a:r>
            <a:r>
              <a:rPr lang="en-US" altLang="zh-CN" sz="3200" b="1" i="1" baseline="-25000">
                <a:solidFill>
                  <a:srgbClr val="008080"/>
                </a:solidFill>
                <a:effectLst/>
              </a:rPr>
              <a:t>b</a:t>
            </a:r>
            <a:r>
              <a:rPr lang="en-US" altLang="zh-CN" sz="3200" b="1">
                <a:solidFill>
                  <a:srgbClr val="000080"/>
                </a:solidFill>
                <a:effectLst/>
              </a:rPr>
              <a:t>),</a:t>
            </a:r>
            <a:r>
              <a:rPr lang="en-US" altLang="zh-CN" sz="3200" b="1">
                <a:solidFill>
                  <a:srgbClr val="000000"/>
                </a:solidFill>
                <a:effectLst/>
              </a:rPr>
              <a:t> then replacing the interval </a:t>
            </a:r>
            <a:r>
              <a:rPr lang="en-US" altLang="zh-CN" sz="3200" b="1">
                <a:solidFill>
                  <a:srgbClr val="000080"/>
                </a:solidFill>
                <a:effectLst/>
              </a:rPr>
              <a:t>(</a:t>
            </a:r>
            <a:r>
              <a:rPr lang="en-US" altLang="zh-CN" sz="3200" b="1" i="1">
                <a:solidFill>
                  <a:srgbClr val="000080"/>
                </a:solidFill>
                <a:effectLst/>
              </a:rPr>
              <a:t>x</a:t>
            </a:r>
            <a:r>
              <a:rPr lang="en-US" altLang="zh-CN" sz="3200" b="1" i="1" baseline="-25000">
                <a:solidFill>
                  <a:srgbClr val="008080"/>
                </a:solidFill>
                <a:effectLst/>
              </a:rPr>
              <a:t>a</a:t>
            </a:r>
            <a:r>
              <a:rPr lang="en-US" altLang="zh-CN" sz="3200" b="1">
                <a:solidFill>
                  <a:srgbClr val="000080"/>
                </a:solidFill>
                <a:effectLst/>
              </a:rPr>
              <a:t>, </a:t>
            </a:r>
            <a:r>
              <a:rPr lang="en-US" altLang="zh-CN" sz="3200" b="1" i="1">
                <a:solidFill>
                  <a:srgbClr val="000080"/>
                </a:solidFill>
                <a:effectLst/>
              </a:rPr>
              <a:t>x</a:t>
            </a:r>
            <a:r>
              <a:rPr lang="en-US" altLang="zh-CN" sz="3200" b="1" i="1" baseline="-25000">
                <a:solidFill>
                  <a:srgbClr val="008080"/>
                </a:solidFill>
                <a:effectLst/>
              </a:rPr>
              <a:t>b</a:t>
            </a:r>
            <a:r>
              <a:rPr lang="en-US" altLang="zh-CN" sz="3200" b="1">
                <a:solidFill>
                  <a:srgbClr val="000080"/>
                </a:solidFill>
                <a:effectLst/>
              </a:rPr>
              <a:t>) </a:t>
            </a:r>
            <a:r>
              <a:rPr lang="en-US" altLang="zh-CN" sz="3200" b="1">
                <a:solidFill>
                  <a:srgbClr val="000000"/>
                </a:solidFill>
                <a:effectLst/>
              </a:rPr>
              <a:t>with </a:t>
            </a:r>
            <a:r>
              <a:rPr lang="en-US" altLang="zh-CN" sz="3200" b="1">
                <a:solidFill>
                  <a:srgbClr val="000080"/>
                </a:solidFill>
                <a:effectLst/>
              </a:rPr>
              <a:t>(</a:t>
            </a:r>
            <a:r>
              <a:rPr lang="en-US" altLang="zh-CN" sz="3200" b="1" i="1">
                <a:solidFill>
                  <a:srgbClr val="000080"/>
                </a:solidFill>
                <a:effectLst/>
              </a:rPr>
              <a:t>x</a:t>
            </a:r>
            <a:r>
              <a:rPr lang="en-US" altLang="zh-CN" sz="3200" b="1" i="1" baseline="-25000">
                <a:solidFill>
                  <a:srgbClr val="008080"/>
                </a:solidFill>
                <a:effectLst/>
              </a:rPr>
              <a:t>c</a:t>
            </a:r>
            <a:r>
              <a:rPr lang="en-US" altLang="zh-CN" sz="3200" b="1">
                <a:solidFill>
                  <a:srgbClr val="000080"/>
                </a:solidFill>
                <a:effectLst/>
              </a:rPr>
              <a:t>, </a:t>
            </a:r>
            <a:r>
              <a:rPr lang="en-US" altLang="zh-CN" sz="3200" b="1" i="1">
                <a:solidFill>
                  <a:srgbClr val="000080"/>
                </a:solidFill>
                <a:effectLst/>
              </a:rPr>
              <a:t>x</a:t>
            </a:r>
            <a:r>
              <a:rPr lang="en-US" altLang="zh-CN" sz="3200" b="1" i="1" baseline="-25000">
                <a:solidFill>
                  <a:srgbClr val="008080"/>
                </a:solidFill>
                <a:effectLst/>
              </a:rPr>
              <a:t>b</a:t>
            </a:r>
            <a:r>
              <a:rPr lang="en-US" altLang="zh-CN" sz="3200" b="1">
                <a:solidFill>
                  <a:srgbClr val="000080"/>
                </a:solidFill>
                <a:effectLst/>
              </a:rPr>
              <a:t>).</a:t>
            </a:r>
          </a:p>
          <a:p>
            <a:pPr>
              <a:lnSpc>
                <a:spcPct val="120000"/>
              </a:lnSpc>
            </a:pPr>
            <a:r>
              <a:rPr lang="en-US" altLang="zh-CN" sz="3200" b="1">
                <a:solidFill>
                  <a:srgbClr val="000080"/>
                </a:solidFill>
                <a:effectLst/>
              </a:rPr>
              <a:t>We repeat this interval halving until either the exact root has been found or the interval is smaller than some specified tolerance.</a:t>
            </a:r>
          </a:p>
        </p:txBody>
      </p:sp>
      <p:sp>
        <p:nvSpPr>
          <p:cNvPr id="5124" name="Text Box 3"/>
          <p:cNvSpPr txBox="1">
            <a:spLocks noChangeArrowheads="1"/>
          </p:cNvSpPr>
          <p:nvPr/>
        </p:nvSpPr>
        <p:spPr bwMode="auto">
          <a:xfrm>
            <a:off x="144463" y="44450"/>
            <a:ext cx="8964612"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pPr>
              <a:lnSpc>
                <a:spcPct val="120000"/>
              </a:lnSpc>
            </a:pPr>
            <a:r>
              <a:rPr lang="en-US" altLang="zh-CN" sz="3200" b="1">
                <a:solidFill>
                  <a:srgbClr val="000000"/>
                </a:solidFill>
                <a:effectLst/>
              </a:rPr>
              <a:t>The basic algorithm for the bisection method relies on repeated application of</a:t>
            </a:r>
          </a:p>
        </p:txBody>
      </p:sp>
      <p:sp>
        <p:nvSpPr>
          <p:cNvPr id="5125" name="Text Box 4"/>
          <p:cNvSpPr txBox="1">
            <a:spLocks noChangeArrowheads="1"/>
          </p:cNvSpPr>
          <p:nvPr/>
        </p:nvSpPr>
        <p:spPr bwMode="auto">
          <a:xfrm>
            <a:off x="395288" y="1196975"/>
            <a:ext cx="5472112"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pPr>
              <a:lnSpc>
                <a:spcPct val="120000"/>
              </a:lnSpc>
            </a:pPr>
            <a:r>
              <a:rPr lang="en-US" altLang="zh-CN" sz="3200" b="1">
                <a:solidFill>
                  <a:srgbClr val="000000"/>
                </a:solidFill>
                <a:effectLst/>
              </a:rPr>
              <a:t>* Let </a:t>
            </a:r>
            <a:r>
              <a:rPr lang="en-US" altLang="zh-CN" sz="3200" b="1" i="1">
                <a:solidFill>
                  <a:srgbClr val="000080"/>
                </a:solidFill>
                <a:effectLst/>
              </a:rPr>
              <a:t>x</a:t>
            </a:r>
            <a:r>
              <a:rPr lang="en-US" altLang="zh-CN" sz="3200" b="1" i="1" baseline="-25000">
                <a:solidFill>
                  <a:srgbClr val="008080"/>
                </a:solidFill>
                <a:effectLst/>
              </a:rPr>
              <a:t>c</a:t>
            </a:r>
            <a:r>
              <a:rPr lang="en-US" altLang="zh-CN" sz="3200" b="1" i="1">
                <a:solidFill>
                  <a:srgbClr val="008080"/>
                </a:solidFill>
                <a:effectLst/>
              </a:rPr>
              <a:t> </a:t>
            </a:r>
            <a:r>
              <a:rPr lang="en-US" altLang="zh-CN" sz="3200" b="1">
                <a:solidFill>
                  <a:srgbClr val="000080"/>
                </a:solidFill>
                <a:effectLst/>
              </a:rPr>
              <a:t>= (</a:t>
            </a:r>
            <a:r>
              <a:rPr lang="en-US" altLang="zh-CN" sz="3200" b="1" i="1">
                <a:solidFill>
                  <a:srgbClr val="000080"/>
                </a:solidFill>
                <a:effectLst/>
              </a:rPr>
              <a:t>x</a:t>
            </a:r>
            <a:r>
              <a:rPr lang="en-US" altLang="zh-CN" sz="3200" b="1" i="1" baseline="-25000">
                <a:solidFill>
                  <a:srgbClr val="008080"/>
                </a:solidFill>
                <a:effectLst/>
              </a:rPr>
              <a:t>a</a:t>
            </a:r>
            <a:r>
              <a:rPr lang="en-US" altLang="zh-CN" sz="3200" b="1">
                <a:solidFill>
                  <a:srgbClr val="000080"/>
                </a:solidFill>
                <a:effectLst/>
              </a:rPr>
              <a:t>+</a:t>
            </a:r>
            <a:r>
              <a:rPr lang="en-US" altLang="zh-CN" sz="3200" b="1" i="1">
                <a:solidFill>
                  <a:srgbClr val="000080"/>
                </a:solidFill>
                <a:effectLst/>
              </a:rPr>
              <a:t>x</a:t>
            </a:r>
            <a:r>
              <a:rPr lang="en-US" altLang="zh-CN" sz="3200" b="1" i="1" baseline="-25000">
                <a:solidFill>
                  <a:srgbClr val="008080"/>
                </a:solidFill>
                <a:effectLst/>
              </a:rPr>
              <a:t>b</a:t>
            </a:r>
            <a:r>
              <a:rPr lang="en-US" altLang="zh-CN" sz="3200" b="1">
                <a:solidFill>
                  <a:srgbClr val="000080"/>
                </a:solidFill>
                <a:effectLst/>
              </a:rPr>
              <a:t>)/2</a:t>
            </a:r>
            <a:r>
              <a:rPr lang="en-US" altLang="zh-CN" sz="3200" b="1">
                <a:solidFill>
                  <a:srgbClr val="000000"/>
                </a:solidFill>
                <a:effectLst/>
              </a:rPr>
              <a:t>,</a:t>
            </a:r>
          </a:p>
        </p:txBody>
      </p:sp>
    </p:spTree>
  </p:cSld>
  <p:clrMapOvr>
    <a:masterClrMapping/>
  </p:clrMapOvr>
  <p:transition>
    <p:cover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pPr>
              <a:defRPr/>
            </a:pPr>
            <a:fld id="{C0D0298B-54BE-49FD-A966-B92E9F82B671}" type="slidenum">
              <a:rPr lang="zh-CN" altLang="en-US"/>
              <a:pPr>
                <a:defRPr/>
              </a:pPr>
              <a:t>4</a:t>
            </a:fld>
            <a:endParaRPr lang="en-US" altLang="zh-CN"/>
          </a:p>
        </p:txBody>
      </p:sp>
      <p:sp>
        <p:nvSpPr>
          <p:cNvPr id="6147" name="Text Box 2"/>
          <p:cNvSpPr txBox="1">
            <a:spLocks noChangeArrowheads="1"/>
          </p:cNvSpPr>
          <p:nvPr/>
        </p:nvSpPr>
        <p:spPr bwMode="auto">
          <a:xfrm>
            <a:off x="468313" y="333375"/>
            <a:ext cx="8382000" cy="74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pPr>
              <a:lnSpc>
                <a:spcPct val="135000"/>
              </a:lnSpc>
            </a:pPr>
            <a:r>
              <a:rPr lang="en-US" altLang="zh-CN" sz="3200" b="1">
                <a:solidFill>
                  <a:schemeClr val="tx1"/>
                </a:solidFill>
                <a:effectLst/>
                <a:latin typeface="Symbol" pitchFamily="18" charset="2"/>
              </a:rPr>
              <a:t>e</a:t>
            </a:r>
            <a:r>
              <a:rPr lang="en-US" altLang="zh-CN" sz="3200" b="1" i="1" baseline="-25000">
                <a:solidFill>
                  <a:schemeClr val="tx1"/>
                </a:solidFill>
                <a:effectLst/>
              </a:rPr>
              <a:t>n</a:t>
            </a:r>
            <a:r>
              <a:rPr lang="en-US" altLang="zh-CN" sz="3200" b="1" i="1">
                <a:solidFill>
                  <a:schemeClr val="tx1"/>
                </a:solidFill>
                <a:effectLst/>
              </a:rPr>
              <a:t> </a:t>
            </a:r>
            <a:r>
              <a:rPr lang="en-US" altLang="zh-CN" sz="3200" b="1">
                <a:solidFill>
                  <a:schemeClr val="tx1"/>
                </a:solidFill>
                <a:effectLst/>
              </a:rPr>
              <a:t>&lt; |</a:t>
            </a:r>
            <a:r>
              <a:rPr lang="en-US" altLang="zh-CN" sz="3200" b="1" i="1">
                <a:solidFill>
                  <a:schemeClr val="tx1"/>
                </a:solidFill>
                <a:effectLst/>
              </a:rPr>
              <a:t>x</a:t>
            </a:r>
            <a:r>
              <a:rPr lang="en-US" altLang="zh-CN" sz="3200" b="1" i="1" baseline="-25000">
                <a:solidFill>
                  <a:schemeClr val="tx1"/>
                </a:solidFill>
                <a:effectLst/>
              </a:rPr>
              <a:t>a</a:t>
            </a:r>
            <a:r>
              <a:rPr lang="en-US" altLang="zh-CN" sz="3200" b="1" i="1">
                <a:solidFill>
                  <a:schemeClr val="tx1"/>
                </a:solidFill>
                <a:effectLst/>
              </a:rPr>
              <a:t> </a:t>
            </a:r>
            <a:r>
              <a:rPr lang="en-US" altLang="zh-CN" sz="3200" b="1">
                <a:solidFill>
                  <a:schemeClr val="tx1"/>
                </a:solidFill>
                <a:effectLst/>
              </a:rPr>
              <a:t>- </a:t>
            </a:r>
            <a:r>
              <a:rPr lang="en-US" altLang="zh-CN" sz="3200" b="1" i="1">
                <a:solidFill>
                  <a:schemeClr val="tx1"/>
                </a:solidFill>
                <a:effectLst/>
              </a:rPr>
              <a:t>x</a:t>
            </a:r>
            <a:r>
              <a:rPr lang="en-US" altLang="zh-CN" sz="3200" b="1" i="1" baseline="-25000">
                <a:solidFill>
                  <a:schemeClr val="tx1"/>
                </a:solidFill>
                <a:effectLst/>
              </a:rPr>
              <a:t>b</a:t>
            </a:r>
            <a:r>
              <a:rPr lang="en-US" altLang="zh-CN" sz="3200" b="1">
                <a:solidFill>
                  <a:schemeClr val="tx1"/>
                </a:solidFill>
                <a:effectLst/>
              </a:rPr>
              <a:t>|.    </a:t>
            </a:r>
            <a:r>
              <a:rPr lang="en-US" altLang="zh-CN" sz="3200" b="1">
                <a:solidFill>
                  <a:schemeClr val="tx1"/>
                </a:solidFill>
                <a:effectLst/>
                <a:latin typeface="Symbol" pitchFamily="18" charset="2"/>
              </a:rPr>
              <a:t>e</a:t>
            </a:r>
            <a:r>
              <a:rPr lang="en-US" altLang="zh-CN" sz="3200" b="1" i="1" baseline="-25000">
                <a:solidFill>
                  <a:schemeClr val="tx1"/>
                </a:solidFill>
                <a:effectLst/>
              </a:rPr>
              <a:t>n</a:t>
            </a:r>
            <a:r>
              <a:rPr lang="en-US" altLang="zh-CN" sz="3200" b="1" baseline="-25000">
                <a:solidFill>
                  <a:schemeClr val="tx1"/>
                </a:solidFill>
                <a:effectLst/>
              </a:rPr>
              <a:t>+1</a:t>
            </a:r>
            <a:r>
              <a:rPr lang="en-US" altLang="zh-CN" sz="3200" b="1">
                <a:solidFill>
                  <a:schemeClr val="tx1"/>
                </a:solidFill>
                <a:effectLst/>
              </a:rPr>
              <a:t> ~ </a:t>
            </a:r>
            <a:r>
              <a:rPr lang="en-US" altLang="zh-CN" sz="3200" b="1">
                <a:solidFill>
                  <a:schemeClr val="tx1"/>
                </a:solidFill>
                <a:effectLst/>
                <a:latin typeface="Symbol" pitchFamily="18" charset="2"/>
              </a:rPr>
              <a:t>e</a:t>
            </a:r>
            <a:r>
              <a:rPr lang="en-US" altLang="zh-CN" sz="3200" b="1" i="1" baseline="-25000">
                <a:solidFill>
                  <a:schemeClr val="tx1"/>
                </a:solidFill>
                <a:effectLst/>
              </a:rPr>
              <a:t>n</a:t>
            </a:r>
            <a:r>
              <a:rPr lang="en-US" altLang="zh-CN" sz="3200" b="1">
                <a:solidFill>
                  <a:schemeClr val="tx1"/>
                </a:solidFill>
                <a:effectLst/>
              </a:rPr>
              <a:t> /2.</a:t>
            </a:r>
          </a:p>
        </p:txBody>
      </p:sp>
      <p:sp>
        <p:nvSpPr>
          <p:cNvPr id="361475" name="Text Box 3"/>
          <p:cNvSpPr txBox="1">
            <a:spLocks noChangeArrowheads="1"/>
          </p:cNvSpPr>
          <p:nvPr/>
        </p:nvSpPr>
        <p:spPr bwMode="auto">
          <a:xfrm>
            <a:off x="250825" y="5661025"/>
            <a:ext cx="8382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3200" b="1" i="1">
                <a:solidFill>
                  <a:srgbClr val="000080"/>
                </a:solidFill>
                <a:effectLst/>
              </a:rPr>
              <a:t>p </a:t>
            </a:r>
            <a:r>
              <a:rPr lang="en-US" altLang="zh-CN" sz="3200" b="1">
                <a:solidFill>
                  <a:srgbClr val="000080"/>
                </a:solidFill>
                <a:effectLst/>
              </a:rPr>
              <a:t>= 1 </a:t>
            </a:r>
            <a:r>
              <a:rPr lang="en-US" altLang="zh-CN" sz="3200" b="1">
                <a:solidFill>
                  <a:srgbClr val="000000"/>
                </a:solidFill>
                <a:effectLst/>
              </a:rPr>
              <a:t>and </a:t>
            </a:r>
            <a:r>
              <a:rPr lang="en-US" altLang="zh-CN" sz="3200" b="1" i="1">
                <a:solidFill>
                  <a:srgbClr val="000080"/>
                </a:solidFill>
                <a:effectLst/>
              </a:rPr>
              <a:t>C </a:t>
            </a:r>
            <a:r>
              <a:rPr lang="en-US" altLang="zh-CN" sz="3200" b="1">
                <a:solidFill>
                  <a:srgbClr val="000080"/>
                </a:solidFill>
                <a:effectLst/>
              </a:rPr>
              <a:t>= 1/2</a:t>
            </a:r>
            <a:endParaRPr lang="zh-CN" altLang="en-US" sz="3200" b="1">
              <a:solidFill>
                <a:schemeClr val="tx1"/>
              </a:solidFill>
              <a:effectLst>
                <a:outerShdw blurRad="38100" dist="38100" dir="2700000" algn="tl">
                  <a:srgbClr val="C0C0C0"/>
                </a:outerShdw>
              </a:effectLst>
            </a:endParaRPr>
          </a:p>
        </p:txBody>
      </p:sp>
      <p:sp>
        <p:nvSpPr>
          <p:cNvPr id="6149" name="Text Box 4"/>
          <p:cNvSpPr txBox="1">
            <a:spLocks noChangeArrowheads="1"/>
          </p:cNvSpPr>
          <p:nvPr/>
        </p:nvSpPr>
        <p:spPr bwMode="auto">
          <a:xfrm>
            <a:off x="179388" y="1490663"/>
            <a:ext cx="8713787" cy="272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pPr>
              <a:lnSpc>
                <a:spcPct val="135000"/>
              </a:lnSpc>
            </a:pPr>
            <a:r>
              <a:rPr lang="en-US" altLang="zh-CN" sz="3200" b="1">
                <a:solidFill>
                  <a:schemeClr val="tx1"/>
                </a:solidFill>
                <a:effectLst/>
              </a:rPr>
              <a:t>More generally, if </a:t>
            </a:r>
            <a:r>
              <a:rPr lang="en-US" altLang="zh-CN" sz="3200" b="1" i="1">
                <a:solidFill>
                  <a:schemeClr val="tx1"/>
                </a:solidFill>
                <a:effectLst/>
              </a:rPr>
              <a:t>x</a:t>
            </a:r>
            <a:r>
              <a:rPr lang="en-US" altLang="zh-CN" sz="3200" b="1" i="1" baseline="-25000">
                <a:solidFill>
                  <a:schemeClr val="tx1"/>
                </a:solidFill>
                <a:effectLst/>
              </a:rPr>
              <a:t>n</a:t>
            </a:r>
            <a:r>
              <a:rPr lang="en-US" altLang="zh-CN" sz="3200" b="1">
                <a:solidFill>
                  <a:schemeClr val="tx1"/>
                </a:solidFill>
                <a:effectLst/>
              </a:rPr>
              <a:t> </a:t>
            </a:r>
            <a:r>
              <a:rPr lang="en-US" altLang="zh-CN" sz="3200" b="1" i="1">
                <a:solidFill>
                  <a:schemeClr val="tx1"/>
                </a:solidFill>
                <a:effectLst/>
              </a:rPr>
              <a:t> </a:t>
            </a:r>
            <a:r>
              <a:rPr lang="en-US" altLang="zh-CN" sz="3200" b="1">
                <a:solidFill>
                  <a:schemeClr val="tx1"/>
                </a:solidFill>
                <a:effectLst/>
              </a:rPr>
              <a:t>is the estimate for the root </a:t>
            </a:r>
            <a:r>
              <a:rPr lang="en-US" altLang="zh-CN" sz="3200" b="1" i="1">
                <a:solidFill>
                  <a:schemeClr val="tx1"/>
                </a:solidFill>
                <a:effectLst/>
              </a:rPr>
              <a:t>x</a:t>
            </a:r>
            <a:r>
              <a:rPr lang="en-US" altLang="zh-CN" sz="3200" b="1">
                <a:solidFill>
                  <a:schemeClr val="tx1"/>
                </a:solidFill>
                <a:effectLst/>
              </a:rPr>
              <a:t>* at the </a:t>
            </a:r>
            <a:r>
              <a:rPr lang="en-US" altLang="zh-CN" sz="3200" b="1" i="1">
                <a:solidFill>
                  <a:schemeClr val="tx1"/>
                </a:solidFill>
                <a:effectLst/>
              </a:rPr>
              <a:t>n</a:t>
            </a:r>
            <a:r>
              <a:rPr lang="en-US" altLang="zh-CN" sz="3200" b="1">
                <a:solidFill>
                  <a:schemeClr val="tx1"/>
                </a:solidFill>
                <a:effectLst/>
              </a:rPr>
              <a:t>th iteration, then the error in this estimate is</a:t>
            </a:r>
          </a:p>
          <a:p>
            <a:pPr>
              <a:lnSpc>
                <a:spcPct val="135000"/>
              </a:lnSpc>
            </a:pPr>
            <a:r>
              <a:rPr lang="en-US" altLang="zh-CN" sz="3200" b="1">
                <a:solidFill>
                  <a:schemeClr val="tx1"/>
                </a:solidFill>
                <a:effectLst/>
                <a:latin typeface="Symbol" pitchFamily="18" charset="2"/>
              </a:rPr>
              <a:t>e</a:t>
            </a:r>
            <a:r>
              <a:rPr lang="en-US" altLang="zh-CN" sz="3200" b="1" i="1" baseline="-25000">
                <a:solidFill>
                  <a:schemeClr val="tx1"/>
                </a:solidFill>
                <a:effectLst/>
              </a:rPr>
              <a:t>n</a:t>
            </a:r>
            <a:r>
              <a:rPr lang="en-US" altLang="zh-CN" sz="3200" b="1">
                <a:solidFill>
                  <a:schemeClr val="tx1"/>
                </a:solidFill>
                <a:effectLst/>
              </a:rPr>
              <a:t> </a:t>
            </a:r>
            <a:r>
              <a:rPr lang="en-US" altLang="zh-CN" sz="3200" b="1" i="1">
                <a:solidFill>
                  <a:schemeClr val="tx1"/>
                </a:solidFill>
                <a:effectLst/>
              </a:rPr>
              <a:t> </a:t>
            </a:r>
            <a:r>
              <a:rPr lang="en-US" altLang="zh-CN" sz="3200" b="1">
                <a:solidFill>
                  <a:schemeClr val="tx1"/>
                </a:solidFill>
                <a:effectLst/>
              </a:rPr>
              <a:t>= </a:t>
            </a:r>
            <a:r>
              <a:rPr lang="en-US" altLang="zh-CN" sz="3200" b="1" i="1">
                <a:solidFill>
                  <a:schemeClr val="tx1"/>
                </a:solidFill>
                <a:effectLst/>
              </a:rPr>
              <a:t>x</a:t>
            </a:r>
            <a:r>
              <a:rPr lang="en-US" altLang="zh-CN" sz="3200" b="1" i="1" baseline="-25000">
                <a:solidFill>
                  <a:schemeClr val="tx1"/>
                </a:solidFill>
                <a:effectLst/>
              </a:rPr>
              <a:t>n</a:t>
            </a:r>
            <a:r>
              <a:rPr lang="en-US" altLang="zh-CN" sz="3200" b="1">
                <a:solidFill>
                  <a:schemeClr val="tx1"/>
                </a:solidFill>
                <a:effectLst/>
              </a:rPr>
              <a:t> </a:t>
            </a:r>
            <a:r>
              <a:rPr lang="en-US" altLang="zh-CN" sz="3200" b="1" i="1">
                <a:solidFill>
                  <a:schemeClr val="tx1"/>
                </a:solidFill>
                <a:effectLst/>
              </a:rPr>
              <a:t> </a:t>
            </a:r>
            <a:r>
              <a:rPr lang="en-US" altLang="zh-CN" sz="3200" b="1">
                <a:solidFill>
                  <a:schemeClr val="tx1"/>
                </a:solidFill>
                <a:effectLst/>
              </a:rPr>
              <a:t>- </a:t>
            </a:r>
            <a:r>
              <a:rPr lang="en-US" altLang="zh-CN" sz="3200" b="1" i="1">
                <a:solidFill>
                  <a:schemeClr val="tx1"/>
                </a:solidFill>
                <a:effectLst/>
              </a:rPr>
              <a:t>x</a:t>
            </a:r>
            <a:r>
              <a:rPr lang="en-US" altLang="zh-CN" sz="3200" b="1">
                <a:solidFill>
                  <a:schemeClr val="tx1"/>
                </a:solidFill>
                <a:effectLst/>
              </a:rPr>
              <a:t>*.</a:t>
            </a:r>
            <a:endParaRPr lang="zh-CN" altLang="en-US" sz="3200" b="1">
              <a:solidFill>
                <a:schemeClr val="tx1"/>
              </a:solidFill>
              <a:effectLst/>
            </a:endParaRPr>
          </a:p>
        </p:txBody>
      </p:sp>
      <p:sp>
        <p:nvSpPr>
          <p:cNvPr id="361478" name="Text Box 6"/>
          <p:cNvSpPr txBox="1">
            <a:spLocks noChangeArrowheads="1"/>
          </p:cNvSpPr>
          <p:nvPr/>
        </p:nvSpPr>
        <p:spPr bwMode="auto">
          <a:xfrm>
            <a:off x="971550" y="4652963"/>
            <a:ext cx="27781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2800" b="1">
                <a:solidFill>
                  <a:schemeClr val="tx1"/>
                </a:solidFill>
                <a:effectLst>
                  <a:outerShdw blurRad="38100" dist="38100" dir="2700000" algn="tl">
                    <a:srgbClr val="C0C0C0"/>
                  </a:outerShdw>
                </a:effectLst>
              </a:rPr>
              <a:t>   </a:t>
            </a:r>
            <a:r>
              <a:rPr lang="en-US" altLang="zh-CN" sz="2800" b="1">
                <a:solidFill>
                  <a:schemeClr val="tx1"/>
                </a:solidFill>
                <a:effectLst>
                  <a:outerShdw blurRad="38100" dist="38100" dir="2700000" algn="tl">
                    <a:srgbClr val="C0C0C0"/>
                  </a:outerShdw>
                </a:effectLst>
              </a:rPr>
              <a:t>|</a:t>
            </a:r>
            <a:r>
              <a:rPr lang="en-US" altLang="zh-CN" sz="3200" b="1">
                <a:solidFill>
                  <a:schemeClr val="tx1"/>
                </a:solidFill>
                <a:effectLst/>
                <a:latin typeface="Symbol" pitchFamily="18" charset="2"/>
              </a:rPr>
              <a:t>e</a:t>
            </a:r>
            <a:r>
              <a:rPr lang="en-US" altLang="zh-CN" sz="3200" b="1" i="1" baseline="-25000">
                <a:solidFill>
                  <a:schemeClr val="tx1"/>
                </a:solidFill>
                <a:effectLst/>
              </a:rPr>
              <a:t>n+1</a:t>
            </a:r>
            <a:r>
              <a:rPr lang="en-US" altLang="zh-CN" sz="3200" b="1">
                <a:solidFill>
                  <a:schemeClr val="tx1"/>
                </a:solidFill>
                <a:effectLst/>
              </a:rPr>
              <a:t>|  =</a:t>
            </a:r>
            <a:r>
              <a:rPr lang="en-US" altLang="zh-CN" sz="3200" b="1" i="1">
                <a:solidFill>
                  <a:schemeClr val="tx1"/>
                </a:solidFill>
                <a:effectLst/>
              </a:rPr>
              <a:t>C</a:t>
            </a:r>
            <a:r>
              <a:rPr lang="en-US" altLang="zh-CN" sz="3200" b="1">
                <a:solidFill>
                  <a:schemeClr val="tx1"/>
                </a:solidFill>
                <a:effectLst/>
              </a:rPr>
              <a:t>|</a:t>
            </a:r>
            <a:r>
              <a:rPr lang="en-US" altLang="zh-CN" sz="3200" b="1">
                <a:solidFill>
                  <a:schemeClr val="tx1"/>
                </a:solidFill>
                <a:effectLst/>
                <a:latin typeface="Symbol" pitchFamily="18" charset="2"/>
              </a:rPr>
              <a:t>e</a:t>
            </a:r>
            <a:r>
              <a:rPr lang="en-US" altLang="zh-CN" sz="3200" b="1" i="1" baseline="-25000">
                <a:solidFill>
                  <a:schemeClr val="tx1"/>
                </a:solidFill>
                <a:effectLst/>
              </a:rPr>
              <a:t>n</a:t>
            </a:r>
            <a:r>
              <a:rPr lang="en-US" altLang="zh-CN" sz="3200" b="1">
                <a:solidFill>
                  <a:schemeClr val="tx1"/>
                </a:solidFill>
                <a:effectLst/>
              </a:rPr>
              <a:t> |</a:t>
            </a:r>
            <a:r>
              <a:rPr lang="en-US" altLang="zh-CN" sz="3200" b="1" i="1" baseline="30000">
                <a:solidFill>
                  <a:schemeClr val="tx1"/>
                </a:solidFill>
                <a:effectLst/>
              </a:rPr>
              <a:t>p</a:t>
            </a:r>
            <a:r>
              <a:rPr lang="en-US" altLang="zh-CN" sz="3200" b="1">
                <a:solidFill>
                  <a:schemeClr val="tx1"/>
                </a:solidFill>
                <a:effectLst/>
              </a:rPr>
              <a:t>.</a:t>
            </a:r>
            <a:endParaRPr lang="zh-CN" altLang="en-US" sz="2800" b="1">
              <a:solidFill>
                <a:schemeClr val="tx1"/>
              </a:solidFill>
              <a:effectLst>
                <a:outerShdw blurRad="38100" dist="38100" dir="2700000" algn="tl">
                  <a:srgbClr val="C0C0C0"/>
                </a:outerShdw>
              </a:effectLst>
            </a:endParaRPr>
          </a:p>
        </p:txBody>
      </p:sp>
      <p:sp>
        <p:nvSpPr>
          <p:cNvPr id="6151" name="Text Box 7"/>
          <p:cNvSpPr txBox="1">
            <a:spLocks noChangeArrowheads="1"/>
          </p:cNvSpPr>
          <p:nvPr/>
        </p:nvSpPr>
        <p:spPr bwMode="auto">
          <a:xfrm>
            <a:off x="4284663" y="4221163"/>
            <a:ext cx="42656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zh-CN" altLang="en-US" sz="3200" b="1">
                <a:solidFill>
                  <a:schemeClr val="tx1"/>
                </a:solidFill>
                <a:effectLst/>
                <a:latin typeface="宋体" charset="-122"/>
                <a:ea typeface="宋体" charset="-122"/>
              </a:rPr>
              <a:t>则称该序列是</a:t>
            </a:r>
            <a:r>
              <a:rPr lang="en-US" altLang="zh-CN" sz="3200" b="1" i="1">
                <a:solidFill>
                  <a:schemeClr val="tx1"/>
                </a:solidFill>
                <a:effectLst/>
                <a:latin typeface="宋体" charset="-122"/>
                <a:ea typeface="宋体" charset="-122"/>
              </a:rPr>
              <a:t>p</a:t>
            </a:r>
            <a:r>
              <a:rPr lang="en-US" altLang="zh-CN" sz="3200" b="1">
                <a:solidFill>
                  <a:schemeClr val="tx1"/>
                </a:solidFill>
                <a:effectLst/>
                <a:latin typeface="宋体" charset="-122"/>
                <a:ea typeface="宋体" charset="-122"/>
              </a:rPr>
              <a:t> </a:t>
            </a:r>
            <a:r>
              <a:rPr lang="zh-CN" altLang="en-US" sz="3200" b="1">
                <a:solidFill>
                  <a:schemeClr val="tx1"/>
                </a:solidFill>
                <a:effectLst/>
                <a:latin typeface="宋体" charset="-122"/>
                <a:ea typeface="宋体" charset="-122"/>
              </a:rPr>
              <a:t>阶收敛</a:t>
            </a:r>
          </a:p>
        </p:txBody>
      </p:sp>
      <p:sp>
        <p:nvSpPr>
          <p:cNvPr id="6152" name="Rectangle 8"/>
          <p:cNvSpPr>
            <a:spLocks noChangeArrowheads="1"/>
          </p:cNvSpPr>
          <p:nvPr/>
        </p:nvSpPr>
        <p:spPr bwMode="auto">
          <a:xfrm>
            <a:off x="4427538" y="5181600"/>
            <a:ext cx="44942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zh-CN" altLang="en-US" sz="3200" b="1">
                <a:solidFill>
                  <a:schemeClr val="tx1"/>
                </a:solidFill>
                <a:effectLst/>
              </a:rPr>
              <a:t>当</a:t>
            </a:r>
            <a:r>
              <a:rPr lang="en-US" altLang="zh-CN" sz="3200" b="1" i="1">
                <a:solidFill>
                  <a:schemeClr val="tx1"/>
                </a:solidFill>
                <a:effectLst/>
              </a:rPr>
              <a:t>p</a:t>
            </a:r>
            <a:r>
              <a:rPr lang="en-US" altLang="zh-CN" sz="3200" b="1">
                <a:solidFill>
                  <a:schemeClr val="tx1"/>
                </a:solidFill>
                <a:effectLst/>
              </a:rPr>
              <a:t>=1</a:t>
            </a:r>
            <a:r>
              <a:rPr lang="zh-CN" altLang="en-US" sz="3200" b="1">
                <a:solidFill>
                  <a:schemeClr val="tx1"/>
                </a:solidFill>
                <a:effectLst/>
              </a:rPr>
              <a:t>时，称为线性收敛</a:t>
            </a:r>
          </a:p>
        </p:txBody>
      </p:sp>
      <p:graphicFrame>
        <p:nvGraphicFramePr>
          <p:cNvPr id="6153" name="Object 9"/>
          <p:cNvGraphicFramePr>
            <a:graphicFrameLocks noChangeAspect="1"/>
          </p:cNvGraphicFramePr>
          <p:nvPr/>
        </p:nvGraphicFramePr>
        <p:xfrm>
          <a:off x="3419475" y="5949950"/>
          <a:ext cx="4608513" cy="858838"/>
        </p:xfrm>
        <a:graphic>
          <a:graphicData uri="http://schemas.openxmlformats.org/presentationml/2006/ole">
            <mc:AlternateContent xmlns:mc="http://schemas.openxmlformats.org/markup-compatibility/2006">
              <mc:Choice xmlns:v="urn:schemas-microsoft-com:vml" Requires="v">
                <p:oleObj spid="_x0000_s6182" name="公式" r:id="rId3" imgW="2145369" imgH="393529" progId="Equation.3">
                  <p:embed/>
                </p:oleObj>
              </mc:Choice>
              <mc:Fallback>
                <p:oleObj name="公式" r:id="rId3" imgW="2145369" imgH="393529"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9475" y="5949950"/>
                        <a:ext cx="4608513"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1475"/>
                                        </p:tgtEl>
                                        <p:attrNameLst>
                                          <p:attrName>style.visibility</p:attrName>
                                        </p:attrNameLst>
                                      </p:cBhvr>
                                      <p:to>
                                        <p:strVal val="visible"/>
                                      </p:to>
                                    </p:set>
                                    <p:anim calcmode="lin" valueType="num">
                                      <p:cBhvr additive="base">
                                        <p:cTn id="7" dur="500" fill="hold"/>
                                        <p:tgtEl>
                                          <p:spTgt spid="361475"/>
                                        </p:tgtEl>
                                        <p:attrNameLst>
                                          <p:attrName>ppt_x</p:attrName>
                                        </p:attrNameLst>
                                      </p:cBhvr>
                                      <p:tavLst>
                                        <p:tav tm="0">
                                          <p:val>
                                            <p:strVal val="#ppt_x"/>
                                          </p:val>
                                        </p:tav>
                                        <p:tav tm="100000">
                                          <p:val>
                                            <p:strVal val="#ppt_x"/>
                                          </p:val>
                                        </p:tav>
                                      </p:tavLst>
                                    </p:anim>
                                    <p:anim calcmode="lin" valueType="num">
                                      <p:cBhvr additive="base">
                                        <p:cTn id="8" dur="500" fill="hold"/>
                                        <p:tgtEl>
                                          <p:spTgt spid="3614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47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9FE483DB-FBBA-4951-852B-D0274BE630D8}" type="slidenum">
              <a:rPr lang="zh-CN" altLang="en-US"/>
              <a:pPr>
                <a:defRPr/>
              </a:pPr>
              <a:t>5</a:t>
            </a:fld>
            <a:endParaRPr lang="en-US" altLang="zh-CN"/>
          </a:p>
        </p:txBody>
      </p:sp>
      <p:sp>
        <p:nvSpPr>
          <p:cNvPr id="453638" name="Text Box 6"/>
          <p:cNvSpPr txBox="1">
            <a:spLocks noChangeArrowheads="1"/>
          </p:cNvSpPr>
          <p:nvPr/>
        </p:nvSpPr>
        <p:spPr bwMode="auto">
          <a:xfrm>
            <a:off x="323850" y="1844675"/>
            <a:ext cx="8208963"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pPr>
              <a:lnSpc>
                <a:spcPct val="150000"/>
              </a:lnSpc>
            </a:pPr>
            <a:r>
              <a:rPr lang="en-US" altLang="zh-CN" sz="3200" b="1">
                <a:solidFill>
                  <a:schemeClr val="tx1"/>
                </a:solidFill>
                <a:effectLst/>
                <a:ea typeface="宋体" charset="-122"/>
              </a:rPr>
              <a:t> </a:t>
            </a:r>
            <a:r>
              <a:rPr lang="zh-CN" altLang="en-US" sz="3200" b="1">
                <a:solidFill>
                  <a:schemeClr val="tx1"/>
                </a:solidFill>
                <a:effectLst/>
                <a:ea typeface="宋体" charset="-122"/>
              </a:rPr>
              <a:t>用二分法求方程 </a:t>
            </a:r>
            <a:r>
              <a:rPr lang="en-US" altLang="zh-CN" sz="3200" b="1" i="1">
                <a:solidFill>
                  <a:schemeClr val="tx1"/>
                </a:solidFill>
                <a:effectLst/>
                <a:ea typeface="宋体" charset="-122"/>
              </a:rPr>
              <a:t>f(x)=x</a:t>
            </a:r>
            <a:r>
              <a:rPr lang="en-US" altLang="zh-CN" sz="3200" b="1" i="1" baseline="30000">
                <a:solidFill>
                  <a:schemeClr val="tx1"/>
                </a:solidFill>
                <a:effectLst/>
                <a:ea typeface="宋体" charset="-122"/>
              </a:rPr>
              <a:t>3</a:t>
            </a:r>
            <a:r>
              <a:rPr lang="en-US" altLang="zh-CN" sz="3200" b="1" i="1">
                <a:solidFill>
                  <a:schemeClr val="tx1"/>
                </a:solidFill>
                <a:effectLst/>
                <a:ea typeface="宋体" charset="-122"/>
              </a:rPr>
              <a:t>-x-1</a:t>
            </a:r>
            <a:r>
              <a:rPr lang="en-US" altLang="zh-CN" sz="3200" b="1">
                <a:solidFill>
                  <a:schemeClr val="tx1"/>
                </a:solidFill>
                <a:effectLst/>
                <a:ea typeface="宋体" charset="-122"/>
              </a:rPr>
              <a:t>, </a:t>
            </a:r>
            <a:r>
              <a:rPr lang="zh-CN" altLang="en-US" sz="3200" b="1">
                <a:solidFill>
                  <a:schemeClr val="tx1"/>
                </a:solidFill>
                <a:effectLst/>
                <a:ea typeface="宋体" charset="-122"/>
              </a:rPr>
              <a:t>在</a:t>
            </a:r>
            <a:r>
              <a:rPr lang="en-US" altLang="zh-CN" sz="3200" b="1">
                <a:solidFill>
                  <a:schemeClr val="tx1"/>
                </a:solidFill>
                <a:effectLst/>
                <a:ea typeface="宋体" charset="-122"/>
              </a:rPr>
              <a:t>[1,1.5]</a:t>
            </a:r>
            <a:r>
              <a:rPr lang="zh-CN" altLang="en-US" sz="3200" b="1">
                <a:solidFill>
                  <a:schemeClr val="tx1"/>
                </a:solidFill>
                <a:effectLst/>
                <a:ea typeface="宋体" charset="-122"/>
              </a:rPr>
              <a:t>内的实根的近似值，要求误差小于</a:t>
            </a:r>
            <a:r>
              <a:rPr lang="en-US" altLang="zh-CN" sz="3200" b="1">
                <a:solidFill>
                  <a:schemeClr val="tx1"/>
                </a:solidFill>
                <a:effectLst/>
                <a:ea typeface="宋体" charset="-122"/>
              </a:rPr>
              <a:t>0.1, 0.01.</a:t>
            </a:r>
            <a:endParaRPr lang="zh-CN" altLang="en-US" sz="3200" b="1">
              <a:solidFill>
                <a:schemeClr val="tx1"/>
              </a:solidFill>
              <a:effectLst/>
              <a:ea typeface="宋体" charset="-122"/>
            </a:endParaRPr>
          </a:p>
        </p:txBody>
      </p:sp>
      <p:sp>
        <p:nvSpPr>
          <p:cNvPr id="453639" name="Text Box 7"/>
          <p:cNvSpPr txBox="1">
            <a:spLocks noChangeArrowheads="1"/>
          </p:cNvSpPr>
          <p:nvPr/>
        </p:nvSpPr>
        <p:spPr bwMode="auto">
          <a:xfrm>
            <a:off x="735013" y="398463"/>
            <a:ext cx="171926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3200" b="1">
                <a:solidFill>
                  <a:schemeClr val="tx1"/>
                </a:solidFill>
                <a:effectLst>
                  <a:outerShdw blurRad="38100" dist="38100" dir="2700000" algn="tl">
                    <a:srgbClr val="C0C0C0"/>
                  </a:outerShdw>
                </a:effectLst>
              </a:rPr>
              <a:t>Example</a:t>
            </a:r>
          </a:p>
        </p:txBody>
      </p:sp>
      <p:sp>
        <p:nvSpPr>
          <p:cNvPr id="453640" name="Text Box 8"/>
          <p:cNvSpPr txBox="1">
            <a:spLocks noChangeArrowheads="1"/>
          </p:cNvSpPr>
          <p:nvPr/>
        </p:nvSpPr>
        <p:spPr bwMode="auto">
          <a:xfrm>
            <a:off x="2411413" y="4292600"/>
            <a:ext cx="2449512" cy="742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pPr>
              <a:lnSpc>
                <a:spcPct val="150000"/>
              </a:lnSpc>
            </a:pPr>
            <a:r>
              <a:rPr lang="en-US" altLang="zh-CN" sz="3200" b="1" i="1" dirty="0">
                <a:solidFill>
                  <a:schemeClr val="tx1"/>
                </a:solidFill>
                <a:effectLst/>
                <a:ea typeface="宋体" charset="-122"/>
              </a:rPr>
              <a:t>f(1)= -1</a:t>
            </a:r>
            <a:endParaRPr lang="zh-CN" altLang="en-US" sz="3200" b="1" dirty="0">
              <a:solidFill>
                <a:schemeClr val="tx1"/>
              </a:solidFill>
              <a:effectLst/>
              <a:ea typeface="宋体" charset="-122"/>
            </a:endParaRPr>
          </a:p>
        </p:txBody>
      </p:sp>
      <p:sp>
        <p:nvSpPr>
          <p:cNvPr id="453641" name="Text Box 9"/>
          <p:cNvSpPr txBox="1">
            <a:spLocks noChangeArrowheads="1"/>
          </p:cNvSpPr>
          <p:nvPr/>
        </p:nvSpPr>
        <p:spPr bwMode="auto">
          <a:xfrm>
            <a:off x="1692275" y="5516563"/>
            <a:ext cx="5688013"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pPr>
              <a:lnSpc>
                <a:spcPct val="150000"/>
              </a:lnSpc>
            </a:pPr>
            <a:r>
              <a:rPr lang="en-US" altLang="zh-CN" sz="3200" b="1" i="1">
                <a:solidFill>
                  <a:schemeClr val="tx1"/>
                </a:solidFill>
                <a:effectLst/>
                <a:ea typeface="宋体" charset="-122"/>
              </a:rPr>
              <a:t>f(1.5)=3.375-1.5-1=0.875</a:t>
            </a:r>
            <a:endParaRPr lang="zh-CN" altLang="en-US" sz="3200" b="1">
              <a:solidFill>
                <a:schemeClr val="tx1"/>
              </a:solidFill>
              <a:effectLst/>
              <a:ea typeface="宋体" charset="-122"/>
            </a:endParaRPr>
          </a:p>
        </p:txBody>
      </p:sp>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53638"/>
                                        </p:tgtEl>
                                        <p:attrNameLst>
                                          <p:attrName>style.visibility</p:attrName>
                                        </p:attrNameLst>
                                      </p:cBhvr>
                                      <p:to>
                                        <p:strVal val="visible"/>
                                      </p:to>
                                    </p:set>
                                    <p:anim calcmode="lin" valueType="num">
                                      <p:cBhvr additive="base">
                                        <p:cTn id="7" dur="500" fill="hold"/>
                                        <p:tgtEl>
                                          <p:spTgt spid="453638"/>
                                        </p:tgtEl>
                                        <p:attrNameLst>
                                          <p:attrName>ppt_x</p:attrName>
                                        </p:attrNameLst>
                                      </p:cBhvr>
                                      <p:tavLst>
                                        <p:tav tm="0">
                                          <p:val>
                                            <p:strVal val="#ppt_x"/>
                                          </p:val>
                                        </p:tav>
                                        <p:tav tm="100000">
                                          <p:val>
                                            <p:strVal val="#ppt_x"/>
                                          </p:val>
                                        </p:tav>
                                      </p:tavLst>
                                    </p:anim>
                                    <p:anim calcmode="lin" valueType="num">
                                      <p:cBhvr additive="base">
                                        <p:cTn id="8" dur="500" fill="hold"/>
                                        <p:tgtEl>
                                          <p:spTgt spid="45363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53640"/>
                                        </p:tgtEl>
                                        <p:attrNameLst>
                                          <p:attrName>style.visibility</p:attrName>
                                        </p:attrNameLst>
                                      </p:cBhvr>
                                      <p:to>
                                        <p:strVal val="visible"/>
                                      </p:to>
                                    </p:set>
                                    <p:anim calcmode="lin" valueType="num">
                                      <p:cBhvr additive="base">
                                        <p:cTn id="13" dur="500" fill="hold"/>
                                        <p:tgtEl>
                                          <p:spTgt spid="453640"/>
                                        </p:tgtEl>
                                        <p:attrNameLst>
                                          <p:attrName>ppt_x</p:attrName>
                                        </p:attrNameLst>
                                      </p:cBhvr>
                                      <p:tavLst>
                                        <p:tav tm="0">
                                          <p:val>
                                            <p:strVal val="#ppt_x"/>
                                          </p:val>
                                        </p:tav>
                                        <p:tav tm="100000">
                                          <p:val>
                                            <p:strVal val="#ppt_x"/>
                                          </p:val>
                                        </p:tav>
                                      </p:tavLst>
                                    </p:anim>
                                    <p:anim calcmode="lin" valueType="num">
                                      <p:cBhvr additive="base">
                                        <p:cTn id="14" dur="500" fill="hold"/>
                                        <p:tgtEl>
                                          <p:spTgt spid="453640"/>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53641"/>
                                        </p:tgtEl>
                                        <p:attrNameLst>
                                          <p:attrName>style.visibility</p:attrName>
                                        </p:attrNameLst>
                                      </p:cBhvr>
                                      <p:to>
                                        <p:strVal val="visible"/>
                                      </p:to>
                                    </p:set>
                                    <p:anim calcmode="lin" valueType="num">
                                      <p:cBhvr additive="base">
                                        <p:cTn id="19" dur="500" fill="hold"/>
                                        <p:tgtEl>
                                          <p:spTgt spid="453641"/>
                                        </p:tgtEl>
                                        <p:attrNameLst>
                                          <p:attrName>ppt_x</p:attrName>
                                        </p:attrNameLst>
                                      </p:cBhvr>
                                      <p:tavLst>
                                        <p:tav tm="0">
                                          <p:val>
                                            <p:strVal val="#ppt_x"/>
                                          </p:val>
                                        </p:tav>
                                        <p:tav tm="100000">
                                          <p:val>
                                            <p:strVal val="#ppt_x"/>
                                          </p:val>
                                        </p:tav>
                                      </p:tavLst>
                                    </p:anim>
                                    <p:anim calcmode="lin" valueType="num">
                                      <p:cBhvr additive="base">
                                        <p:cTn id="20" dur="500" fill="hold"/>
                                        <p:tgtEl>
                                          <p:spTgt spid="4536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3638" grpId="0"/>
      <p:bldP spid="453640" grpId="0"/>
      <p:bldP spid="45364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CE351C68-C03C-43C5-BE22-F4F6A04C1AF8}" type="slidenum">
              <a:rPr lang="zh-CN" altLang="en-US"/>
              <a:pPr>
                <a:defRPr/>
              </a:pPr>
              <a:t>6</a:t>
            </a:fld>
            <a:endParaRPr lang="en-US" altLang="zh-CN"/>
          </a:p>
        </p:txBody>
      </p:sp>
      <p:sp>
        <p:nvSpPr>
          <p:cNvPr id="463877" name="Text Box 5"/>
          <p:cNvSpPr txBox="1">
            <a:spLocks noChangeArrowheads="1"/>
          </p:cNvSpPr>
          <p:nvPr/>
        </p:nvSpPr>
        <p:spPr bwMode="auto">
          <a:xfrm>
            <a:off x="179388" y="333375"/>
            <a:ext cx="8713787" cy="585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New Roman" pitchFamily="18" charset="0"/>
                <a:ea typeface="宋体" pitchFamily="2" charset="-122"/>
              </a:defRPr>
            </a:lvl1pPr>
            <a:lvl2pPr marL="914400" indent="-457200">
              <a:defRPr sz="2400">
                <a:solidFill>
                  <a:schemeClr val="tx1"/>
                </a:solidFill>
                <a:latin typeface="Times New Roman" pitchFamily="18" charset="0"/>
                <a:ea typeface="宋体" pitchFamily="2" charset="-122"/>
              </a:defRPr>
            </a:lvl2pPr>
            <a:lvl3pPr marL="1371600" indent="-457200">
              <a:defRPr sz="2400">
                <a:solidFill>
                  <a:schemeClr val="tx1"/>
                </a:solidFill>
                <a:latin typeface="Times New Roman" pitchFamily="18" charset="0"/>
                <a:ea typeface="宋体" pitchFamily="2" charset="-122"/>
              </a:defRPr>
            </a:lvl3pPr>
            <a:lvl4pPr marL="1828800" indent="-457200">
              <a:defRPr sz="2400">
                <a:solidFill>
                  <a:schemeClr val="tx1"/>
                </a:solidFill>
                <a:latin typeface="Times New Roman" pitchFamily="18" charset="0"/>
                <a:ea typeface="宋体" pitchFamily="2" charset="-122"/>
              </a:defRPr>
            </a:lvl4pPr>
            <a:lvl5pPr marL="2286000" indent="-457200">
              <a:defRPr sz="2400">
                <a:solidFill>
                  <a:schemeClr val="tx1"/>
                </a:solidFill>
                <a:latin typeface="Times New Roman" pitchFamily="18" charset="0"/>
                <a:ea typeface="宋体" pitchFamily="2" charset="-122"/>
              </a:defRPr>
            </a:lvl5pPr>
            <a:lvl6pPr marL="2743200" indent="-457200" eaLnBrk="0" fontAlgn="base" hangingPunct="0">
              <a:spcBef>
                <a:spcPct val="0"/>
              </a:spcBef>
              <a:spcAft>
                <a:spcPct val="0"/>
              </a:spcAft>
              <a:defRPr sz="2400">
                <a:solidFill>
                  <a:schemeClr val="tx1"/>
                </a:solidFill>
                <a:latin typeface="Times New Roman" pitchFamily="18" charset="0"/>
                <a:ea typeface="宋体" pitchFamily="2" charset="-122"/>
              </a:defRPr>
            </a:lvl6pPr>
            <a:lvl7pPr marL="3200400" indent="-457200" eaLnBrk="0" fontAlgn="base" hangingPunct="0">
              <a:spcBef>
                <a:spcPct val="0"/>
              </a:spcBef>
              <a:spcAft>
                <a:spcPct val="0"/>
              </a:spcAft>
              <a:defRPr sz="2400">
                <a:solidFill>
                  <a:schemeClr val="tx1"/>
                </a:solidFill>
                <a:latin typeface="Times New Roman" pitchFamily="18" charset="0"/>
                <a:ea typeface="宋体" pitchFamily="2" charset="-122"/>
              </a:defRPr>
            </a:lvl7pPr>
            <a:lvl8pPr marL="3657600" indent="-457200" eaLnBrk="0" fontAlgn="base" hangingPunct="0">
              <a:spcBef>
                <a:spcPct val="0"/>
              </a:spcBef>
              <a:spcAft>
                <a:spcPct val="0"/>
              </a:spcAft>
              <a:defRPr sz="2400">
                <a:solidFill>
                  <a:schemeClr val="tx1"/>
                </a:solidFill>
                <a:latin typeface="Times New Roman" pitchFamily="18" charset="0"/>
                <a:ea typeface="宋体" pitchFamily="2" charset="-122"/>
              </a:defRPr>
            </a:lvl8pPr>
            <a:lvl9pPr marL="4114800" indent="-457200"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a:lnSpc>
                <a:spcPct val="135000"/>
              </a:lnSpc>
              <a:buFontTx/>
              <a:buAutoNum type="arabicPeriod"/>
              <a:defRPr/>
            </a:pPr>
            <a:r>
              <a:rPr lang="zh-CN" altLang="en-US" sz="2800" b="1">
                <a:effectLst>
                  <a:outerShdw blurRad="38100" dist="38100" dir="2700000" algn="tl">
                    <a:srgbClr val="C0C0C0"/>
                  </a:outerShdw>
                </a:effectLst>
                <a:ea typeface="楷体_GB2312" pitchFamily="49" charset="-122"/>
              </a:rPr>
              <a:t>用二分法，这里</a:t>
            </a:r>
            <a:r>
              <a:rPr lang="en-US" altLang="zh-CN" sz="2800" b="1">
                <a:effectLst>
                  <a:outerShdw blurRad="38100" dist="38100" dir="2700000" algn="tl">
                    <a:srgbClr val="C0C0C0"/>
                  </a:outerShdw>
                </a:effectLst>
                <a:ea typeface="楷体_GB2312" pitchFamily="49" charset="-122"/>
              </a:rPr>
              <a:t>a = 1, b = 1.5</a:t>
            </a:r>
            <a:r>
              <a:rPr lang="zh-CN" altLang="en-US" sz="2800" b="1">
                <a:effectLst>
                  <a:outerShdw blurRad="38100" dist="38100" dir="2700000" algn="tl">
                    <a:srgbClr val="C0C0C0"/>
                  </a:outerShdw>
                </a:effectLst>
                <a:ea typeface="楷体_GB2312" pitchFamily="49" charset="-122"/>
              </a:rPr>
              <a:t>， 且</a:t>
            </a:r>
            <a:r>
              <a:rPr lang="en-US" altLang="zh-CN" sz="2800" b="1">
                <a:effectLst>
                  <a:outerShdw blurRad="38100" dist="38100" dir="2700000" algn="tl">
                    <a:srgbClr val="C0C0C0"/>
                  </a:outerShdw>
                </a:effectLst>
                <a:ea typeface="楷体_GB2312" pitchFamily="49" charset="-122"/>
              </a:rPr>
              <a:t>f (a) &lt; 0</a:t>
            </a:r>
            <a:r>
              <a:rPr lang="zh-CN" altLang="en-US" sz="2800" b="1">
                <a:effectLst>
                  <a:outerShdw blurRad="38100" dist="38100" dir="2700000" algn="tl">
                    <a:srgbClr val="C0C0C0"/>
                  </a:outerShdw>
                </a:effectLst>
                <a:ea typeface="楷体_GB2312" pitchFamily="49" charset="-122"/>
              </a:rPr>
              <a:t>，</a:t>
            </a:r>
            <a:r>
              <a:rPr lang="en-US" altLang="zh-CN" sz="2800" b="1">
                <a:effectLst>
                  <a:outerShdw blurRad="38100" dist="38100" dir="2700000" algn="tl">
                    <a:srgbClr val="C0C0C0"/>
                  </a:outerShdw>
                </a:effectLst>
                <a:ea typeface="楷体_GB2312" pitchFamily="49" charset="-122"/>
              </a:rPr>
              <a:t>f (b) &gt; 0</a:t>
            </a:r>
            <a:r>
              <a:rPr lang="zh-CN" altLang="en-US" sz="2800" b="1">
                <a:effectLst>
                  <a:outerShdw blurRad="38100" dist="38100" dir="2700000" algn="tl">
                    <a:srgbClr val="C0C0C0"/>
                  </a:outerShdw>
                </a:effectLst>
                <a:ea typeface="楷体_GB2312" pitchFamily="49" charset="-122"/>
              </a:rPr>
              <a:t>。取区间</a:t>
            </a:r>
            <a:r>
              <a:rPr lang="en-US" altLang="zh-CN" sz="2800" b="1">
                <a:effectLst>
                  <a:outerShdw blurRad="38100" dist="38100" dir="2700000" algn="tl">
                    <a:srgbClr val="C0C0C0"/>
                  </a:outerShdw>
                </a:effectLst>
                <a:ea typeface="楷体_GB2312" pitchFamily="49" charset="-122"/>
              </a:rPr>
              <a:t>[a, b]</a:t>
            </a:r>
            <a:r>
              <a:rPr lang="zh-CN" altLang="en-US" sz="2800" b="1">
                <a:effectLst>
                  <a:outerShdw blurRad="38100" dist="38100" dir="2700000" algn="tl">
                    <a:srgbClr val="C0C0C0"/>
                  </a:outerShdw>
                </a:effectLst>
                <a:ea typeface="楷体_GB2312" pitchFamily="49" charset="-122"/>
              </a:rPr>
              <a:t>的中点</a:t>
            </a:r>
            <a:r>
              <a:rPr lang="en-US" altLang="zh-CN" sz="2800" b="1">
                <a:effectLst>
                  <a:outerShdw blurRad="38100" dist="38100" dir="2700000" algn="tl">
                    <a:srgbClr val="C0C0C0"/>
                  </a:outerShdw>
                </a:effectLst>
                <a:ea typeface="楷体_GB2312" pitchFamily="49" charset="-122"/>
              </a:rPr>
              <a:t>x</a:t>
            </a:r>
            <a:r>
              <a:rPr lang="en-US" altLang="zh-CN" sz="2800" b="1" baseline="-25000">
                <a:effectLst>
                  <a:outerShdw blurRad="38100" dist="38100" dir="2700000" algn="tl">
                    <a:srgbClr val="C0C0C0"/>
                  </a:outerShdw>
                </a:effectLst>
                <a:ea typeface="楷体_GB2312" pitchFamily="49" charset="-122"/>
              </a:rPr>
              <a:t>0</a:t>
            </a:r>
            <a:r>
              <a:rPr lang="en-US" altLang="zh-CN" sz="2800" b="1">
                <a:effectLst>
                  <a:outerShdw blurRad="38100" dist="38100" dir="2700000" algn="tl">
                    <a:srgbClr val="C0C0C0"/>
                  </a:outerShdw>
                </a:effectLst>
                <a:ea typeface="楷体_GB2312" pitchFamily="49" charset="-122"/>
              </a:rPr>
              <a:t> = 1.25</a:t>
            </a:r>
            <a:r>
              <a:rPr lang="zh-CN" altLang="en-US" sz="2800" b="1">
                <a:effectLst>
                  <a:outerShdw blurRad="38100" dist="38100" dir="2700000" algn="tl">
                    <a:srgbClr val="C0C0C0"/>
                  </a:outerShdw>
                </a:effectLst>
                <a:ea typeface="楷体_GB2312" pitchFamily="49" charset="-122"/>
              </a:rPr>
              <a:t>将区间二等分，由于</a:t>
            </a:r>
            <a:r>
              <a:rPr lang="en-US" altLang="zh-CN" sz="2800" b="1">
                <a:effectLst>
                  <a:outerShdw blurRad="38100" dist="38100" dir="2700000" algn="tl">
                    <a:srgbClr val="C0C0C0"/>
                  </a:outerShdw>
                </a:effectLst>
                <a:ea typeface="楷体_GB2312" pitchFamily="49" charset="-122"/>
              </a:rPr>
              <a:t>f (x</a:t>
            </a:r>
            <a:r>
              <a:rPr lang="en-US" altLang="zh-CN" sz="2800" b="1" baseline="-25000">
                <a:effectLst>
                  <a:outerShdw blurRad="38100" dist="38100" dir="2700000" algn="tl">
                    <a:srgbClr val="C0C0C0"/>
                  </a:outerShdw>
                </a:effectLst>
                <a:ea typeface="楷体_GB2312" pitchFamily="49" charset="-122"/>
              </a:rPr>
              <a:t>0</a:t>
            </a:r>
            <a:r>
              <a:rPr lang="en-US" altLang="zh-CN" sz="2800" b="1">
                <a:effectLst>
                  <a:outerShdw blurRad="38100" dist="38100" dir="2700000" algn="tl">
                    <a:srgbClr val="C0C0C0"/>
                  </a:outerShdw>
                </a:effectLst>
                <a:ea typeface="楷体_GB2312" pitchFamily="49" charset="-122"/>
              </a:rPr>
              <a:t>)&lt; 0</a:t>
            </a:r>
            <a:r>
              <a:rPr lang="zh-CN" altLang="en-US" sz="2800" b="1">
                <a:effectLst>
                  <a:outerShdw blurRad="38100" dist="38100" dir="2700000" algn="tl">
                    <a:srgbClr val="C0C0C0"/>
                  </a:outerShdw>
                </a:effectLst>
                <a:ea typeface="楷体_GB2312" pitchFamily="49" charset="-122"/>
              </a:rPr>
              <a:t>，即</a:t>
            </a:r>
            <a:r>
              <a:rPr lang="en-US" altLang="zh-CN" sz="2800" b="1">
                <a:effectLst>
                  <a:outerShdw blurRad="38100" dist="38100" dir="2700000" algn="tl">
                    <a:srgbClr val="C0C0C0"/>
                  </a:outerShdw>
                </a:effectLst>
                <a:ea typeface="楷体_GB2312" pitchFamily="49" charset="-122"/>
              </a:rPr>
              <a:t>f (x</a:t>
            </a:r>
            <a:r>
              <a:rPr lang="en-US" altLang="zh-CN" sz="2800" b="1" baseline="-25000">
                <a:effectLst>
                  <a:outerShdw blurRad="38100" dist="38100" dir="2700000" algn="tl">
                    <a:srgbClr val="C0C0C0"/>
                  </a:outerShdw>
                </a:effectLst>
                <a:ea typeface="楷体_GB2312" pitchFamily="49" charset="-122"/>
              </a:rPr>
              <a:t>0</a:t>
            </a:r>
            <a:r>
              <a:rPr lang="en-US" altLang="zh-CN" sz="2800" b="1">
                <a:effectLst>
                  <a:outerShdw blurRad="38100" dist="38100" dir="2700000" algn="tl">
                    <a:srgbClr val="C0C0C0"/>
                  </a:outerShdw>
                </a:effectLst>
                <a:ea typeface="楷体_GB2312" pitchFamily="49" charset="-122"/>
              </a:rPr>
              <a:t>)</a:t>
            </a:r>
            <a:r>
              <a:rPr lang="zh-CN" altLang="en-US" sz="2800" b="1">
                <a:effectLst>
                  <a:outerShdw blurRad="38100" dist="38100" dir="2700000" algn="tl">
                    <a:srgbClr val="C0C0C0"/>
                  </a:outerShdw>
                </a:effectLst>
                <a:ea typeface="楷体_GB2312" pitchFamily="49" charset="-122"/>
              </a:rPr>
              <a:t>与</a:t>
            </a:r>
            <a:r>
              <a:rPr lang="en-US" altLang="zh-CN" sz="2800" b="1">
                <a:effectLst>
                  <a:outerShdw blurRad="38100" dist="38100" dir="2700000" algn="tl">
                    <a:srgbClr val="C0C0C0"/>
                  </a:outerShdw>
                </a:effectLst>
                <a:ea typeface="楷体_GB2312" pitchFamily="49" charset="-122"/>
              </a:rPr>
              <a:t>f (a)</a:t>
            </a:r>
            <a:r>
              <a:rPr lang="zh-CN" altLang="en-US" sz="2800" b="1">
                <a:effectLst>
                  <a:outerShdw blurRad="38100" dist="38100" dir="2700000" algn="tl">
                    <a:srgbClr val="C0C0C0"/>
                  </a:outerShdw>
                </a:effectLst>
                <a:ea typeface="楷体_GB2312" pitchFamily="49" charset="-122"/>
              </a:rPr>
              <a:t>同号，</a:t>
            </a:r>
          </a:p>
          <a:p>
            <a:pPr>
              <a:lnSpc>
                <a:spcPct val="135000"/>
              </a:lnSpc>
              <a:buFontTx/>
              <a:buAutoNum type="arabicPeriod"/>
              <a:defRPr/>
            </a:pPr>
            <a:r>
              <a:rPr lang="zh-CN" altLang="en-US" sz="2800" b="1">
                <a:effectLst>
                  <a:outerShdw blurRad="38100" dist="38100" dir="2700000" algn="tl">
                    <a:srgbClr val="C0C0C0"/>
                  </a:outerShdw>
                </a:effectLst>
                <a:ea typeface="楷体_GB2312" pitchFamily="49" charset="-122"/>
              </a:rPr>
              <a:t>故所求的根必在</a:t>
            </a:r>
            <a:r>
              <a:rPr lang="en-US" altLang="zh-CN" sz="2800" b="1">
                <a:effectLst>
                  <a:outerShdw blurRad="38100" dist="38100" dir="2700000" algn="tl">
                    <a:srgbClr val="C0C0C0"/>
                  </a:outerShdw>
                </a:effectLst>
                <a:ea typeface="楷体_GB2312" pitchFamily="49" charset="-122"/>
              </a:rPr>
              <a:t>x</a:t>
            </a:r>
            <a:r>
              <a:rPr lang="en-US" altLang="zh-CN" sz="2800" b="1" baseline="-25000">
                <a:effectLst>
                  <a:outerShdw blurRad="38100" dist="38100" dir="2700000" algn="tl">
                    <a:srgbClr val="C0C0C0"/>
                  </a:outerShdw>
                </a:effectLst>
                <a:ea typeface="楷体_GB2312" pitchFamily="49" charset="-122"/>
              </a:rPr>
              <a:t>0</a:t>
            </a:r>
            <a:r>
              <a:rPr lang="zh-CN" altLang="en-US" sz="2800" b="1">
                <a:effectLst>
                  <a:outerShdw blurRad="38100" dist="38100" dir="2700000" algn="tl">
                    <a:srgbClr val="C0C0C0"/>
                  </a:outerShdw>
                </a:effectLst>
                <a:ea typeface="楷体_GB2312" pitchFamily="49" charset="-122"/>
              </a:rPr>
              <a:t>的右侧，这里应令</a:t>
            </a:r>
            <a:r>
              <a:rPr lang="en-US" altLang="zh-CN" sz="2800" b="1">
                <a:effectLst>
                  <a:outerShdw blurRad="38100" dist="38100" dir="2700000" algn="tl">
                    <a:srgbClr val="C0C0C0"/>
                  </a:outerShdw>
                </a:effectLst>
                <a:ea typeface="楷体_GB2312" pitchFamily="49" charset="-122"/>
              </a:rPr>
              <a:t>a</a:t>
            </a:r>
            <a:r>
              <a:rPr lang="en-US" altLang="zh-CN" sz="2800" b="1" baseline="-25000">
                <a:effectLst>
                  <a:outerShdw blurRad="38100" dist="38100" dir="2700000" algn="tl">
                    <a:srgbClr val="C0C0C0"/>
                  </a:outerShdw>
                </a:effectLst>
                <a:ea typeface="楷体_GB2312" pitchFamily="49" charset="-122"/>
              </a:rPr>
              <a:t>1</a:t>
            </a:r>
            <a:r>
              <a:rPr lang="en-US" altLang="zh-CN" sz="2800" b="1">
                <a:effectLst>
                  <a:outerShdw blurRad="38100" dist="38100" dir="2700000" algn="tl">
                    <a:srgbClr val="C0C0C0"/>
                  </a:outerShdw>
                </a:effectLst>
                <a:ea typeface="楷体_GB2312" pitchFamily="49" charset="-122"/>
              </a:rPr>
              <a:t> = x</a:t>
            </a:r>
            <a:r>
              <a:rPr lang="en-US" altLang="zh-CN" sz="2800" b="1" baseline="-25000">
                <a:effectLst>
                  <a:outerShdw blurRad="38100" dist="38100" dir="2700000" algn="tl">
                    <a:srgbClr val="C0C0C0"/>
                  </a:outerShdw>
                </a:effectLst>
                <a:ea typeface="楷体_GB2312" pitchFamily="49" charset="-122"/>
              </a:rPr>
              <a:t>0</a:t>
            </a:r>
            <a:r>
              <a:rPr lang="en-US" altLang="zh-CN" sz="2800" b="1">
                <a:effectLst>
                  <a:outerShdw blurRad="38100" dist="38100" dir="2700000" algn="tl">
                    <a:srgbClr val="C0C0C0"/>
                  </a:outerShdw>
                </a:effectLst>
                <a:ea typeface="楷体_GB2312" pitchFamily="49" charset="-122"/>
              </a:rPr>
              <a:t> = 1.25</a:t>
            </a:r>
            <a:r>
              <a:rPr lang="zh-CN" altLang="en-US" sz="2800" b="1">
                <a:effectLst>
                  <a:outerShdw blurRad="38100" dist="38100" dir="2700000" algn="tl">
                    <a:srgbClr val="C0C0C0"/>
                  </a:outerShdw>
                </a:effectLst>
                <a:ea typeface="楷体_GB2312" pitchFamily="49" charset="-122"/>
              </a:rPr>
              <a:t>，</a:t>
            </a:r>
            <a:r>
              <a:rPr lang="en-US" altLang="zh-CN" sz="2800" b="1">
                <a:effectLst>
                  <a:outerShdw blurRad="38100" dist="38100" dir="2700000" algn="tl">
                    <a:srgbClr val="C0C0C0"/>
                  </a:outerShdw>
                </a:effectLst>
                <a:ea typeface="楷体_GB2312" pitchFamily="49" charset="-122"/>
              </a:rPr>
              <a:t>b</a:t>
            </a:r>
            <a:r>
              <a:rPr lang="en-US" altLang="zh-CN" sz="2800" b="1" baseline="-25000">
                <a:effectLst>
                  <a:outerShdw blurRad="38100" dist="38100" dir="2700000" algn="tl">
                    <a:srgbClr val="C0C0C0"/>
                  </a:outerShdw>
                </a:effectLst>
                <a:ea typeface="楷体_GB2312" pitchFamily="49" charset="-122"/>
              </a:rPr>
              <a:t>1</a:t>
            </a:r>
            <a:r>
              <a:rPr lang="en-US" altLang="zh-CN" sz="2800" b="1">
                <a:effectLst>
                  <a:outerShdw blurRad="38100" dist="38100" dir="2700000" algn="tl">
                    <a:srgbClr val="C0C0C0"/>
                  </a:outerShdw>
                </a:effectLst>
                <a:ea typeface="楷体_GB2312" pitchFamily="49" charset="-122"/>
              </a:rPr>
              <a:t> = b = 1.5</a:t>
            </a:r>
            <a:r>
              <a:rPr lang="zh-CN" altLang="en-US" sz="2800" b="1">
                <a:effectLst>
                  <a:outerShdw blurRad="38100" dist="38100" dir="2700000" algn="tl">
                    <a:srgbClr val="C0C0C0"/>
                  </a:outerShdw>
                </a:effectLst>
                <a:ea typeface="楷体_GB2312" pitchFamily="49" charset="-122"/>
              </a:rPr>
              <a:t>，而得到新的有根区间（</a:t>
            </a:r>
            <a:r>
              <a:rPr lang="en-US" altLang="zh-CN" sz="2800" b="1">
                <a:effectLst>
                  <a:outerShdw blurRad="38100" dist="38100" dir="2700000" algn="tl">
                    <a:srgbClr val="C0C0C0"/>
                  </a:outerShdw>
                </a:effectLst>
                <a:ea typeface="楷体_GB2312" pitchFamily="49" charset="-122"/>
              </a:rPr>
              <a:t>a</a:t>
            </a:r>
            <a:r>
              <a:rPr lang="en-US" altLang="zh-CN" sz="2800" b="1" baseline="-25000">
                <a:effectLst>
                  <a:outerShdw blurRad="38100" dist="38100" dir="2700000" algn="tl">
                    <a:srgbClr val="C0C0C0"/>
                  </a:outerShdw>
                </a:effectLst>
                <a:ea typeface="楷体_GB2312" pitchFamily="49" charset="-122"/>
              </a:rPr>
              <a:t>1</a:t>
            </a:r>
            <a:r>
              <a:rPr lang="en-US" altLang="zh-CN" sz="2800" b="1">
                <a:effectLst>
                  <a:outerShdw blurRad="38100" dist="38100" dir="2700000" algn="tl">
                    <a:srgbClr val="C0C0C0"/>
                  </a:outerShdw>
                </a:effectLst>
                <a:ea typeface="楷体_GB2312" pitchFamily="49" charset="-122"/>
              </a:rPr>
              <a:t>, b</a:t>
            </a:r>
            <a:r>
              <a:rPr lang="en-US" altLang="zh-CN" sz="2800" b="1" baseline="-25000">
                <a:effectLst>
                  <a:outerShdw blurRad="38100" dist="38100" dir="2700000" algn="tl">
                    <a:srgbClr val="C0C0C0"/>
                  </a:outerShdw>
                </a:effectLst>
                <a:ea typeface="楷体_GB2312" pitchFamily="49" charset="-122"/>
              </a:rPr>
              <a:t>1</a:t>
            </a:r>
            <a:r>
              <a:rPr lang="zh-CN" altLang="en-US" sz="2800" b="1">
                <a:effectLst>
                  <a:outerShdw blurRad="38100" dist="38100" dir="2700000" algn="tl">
                    <a:srgbClr val="C0C0C0"/>
                  </a:outerShdw>
                </a:effectLst>
                <a:ea typeface="楷体_GB2312" pitchFamily="49" charset="-122"/>
              </a:rPr>
              <a:t>）。</a:t>
            </a:r>
          </a:p>
          <a:p>
            <a:pPr>
              <a:lnSpc>
                <a:spcPct val="135000"/>
              </a:lnSpc>
              <a:buFontTx/>
              <a:buAutoNum type="arabicPeriod"/>
              <a:defRPr/>
            </a:pPr>
            <a:r>
              <a:rPr lang="zh-CN" altLang="en-US" sz="2800" b="1">
                <a:effectLst>
                  <a:outerShdw blurRad="38100" dist="38100" dir="2700000" algn="tl">
                    <a:srgbClr val="C0C0C0"/>
                  </a:outerShdw>
                </a:effectLst>
                <a:ea typeface="楷体_GB2312" pitchFamily="49" charset="-122"/>
              </a:rPr>
              <a:t>对区间（</a:t>
            </a:r>
            <a:r>
              <a:rPr lang="en-US" altLang="zh-CN" sz="2800" b="1">
                <a:effectLst>
                  <a:outerShdw blurRad="38100" dist="38100" dir="2700000" algn="tl">
                    <a:srgbClr val="C0C0C0"/>
                  </a:outerShdw>
                </a:effectLst>
                <a:ea typeface="楷体_GB2312" pitchFamily="49" charset="-122"/>
              </a:rPr>
              <a:t>a</a:t>
            </a:r>
            <a:r>
              <a:rPr lang="en-US" altLang="zh-CN" sz="2800" b="1" baseline="-25000">
                <a:effectLst>
                  <a:outerShdw blurRad="38100" dist="38100" dir="2700000" algn="tl">
                    <a:srgbClr val="C0C0C0"/>
                  </a:outerShdw>
                </a:effectLst>
                <a:ea typeface="楷体_GB2312" pitchFamily="49" charset="-122"/>
              </a:rPr>
              <a:t>1</a:t>
            </a:r>
            <a:r>
              <a:rPr lang="en-US" altLang="zh-CN" sz="2800" b="1">
                <a:effectLst>
                  <a:outerShdw blurRad="38100" dist="38100" dir="2700000" algn="tl">
                    <a:srgbClr val="C0C0C0"/>
                  </a:outerShdw>
                </a:effectLst>
                <a:ea typeface="楷体_GB2312" pitchFamily="49" charset="-122"/>
              </a:rPr>
              <a:t>, b</a:t>
            </a:r>
            <a:r>
              <a:rPr lang="en-US" altLang="zh-CN" sz="2800" b="1" baseline="-25000">
                <a:effectLst>
                  <a:outerShdw blurRad="38100" dist="38100" dir="2700000" algn="tl">
                    <a:srgbClr val="C0C0C0"/>
                  </a:outerShdw>
                </a:effectLst>
                <a:ea typeface="楷体_GB2312" pitchFamily="49" charset="-122"/>
              </a:rPr>
              <a:t>1</a:t>
            </a:r>
            <a:r>
              <a:rPr lang="zh-CN" altLang="en-US" sz="2800" b="1">
                <a:effectLst>
                  <a:outerShdw blurRad="38100" dist="38100" dir="2700000" algn="tl">
                    <a:srgbClr val="C0C0C0"/>
                  </a:outerShdw>
                </a:effectLst>
                <a:ea typeface="楷体_GB2312" pitchFamily="49" charset="-122"/>
              </a:rPr>
              <a:t>）再用中点</a:t>
            </a:r>
            <a:r>
              <a:rPr lang="en-US" altLang="zh-CN" sz="2800" b="1">
                <a:effectLst>
                  <a:outerShdw blurRad="38100" dist="38100" dir="2700000" algn="tl">
                    <a:srgbClr val="C0C0C0"/>
                  </a:outerShdw>
                </a:effectLst>
                <a:ea typeface="楷体_GB2312" pitchFamily="49" charset="-122"/>
              </a:rPr>
              <a:t>x</a:t>
            </a:r>
            <a:r>
              <a:rPr lang="en-US" altLang="zh-CN" sz="2800" b="1" baseline="-25000">
                <a:effectLst>
                  <a:outerShdw blurRad="38100" dist="38100" dir="2700000" algn="tl">
                    <a:srgbClr val="C0C0C0"/>
                  </a:outerShdw>
                </a:effectLst>
                <a:ea typeface="楷体_GB2312" pitchFamily="49" charset="-122"/>
              </a:rPr>
              <a:t>1</a:t>
            </a:r>
            <a:r>
              <a:rPr lang="en-US" altLang="zh-CN" sz="2800" b="1">
                <a:effectLst>
                  <a:outerShdw blurRad="38100" dist="38100" dir="2700000" algn="tl">
                    <a:srgbClr val="C0C0C0"/>
                  </a:outerShdw>
                </a:effectLst>
                <a:ea typeface="楷体_GB2312" pitchFamily="49" charset="-122"/>
              </a:rPr>
              <a:t> = 1.375</a:t>
            </a:r>
            <a:r>
              <a:rPr lang="zh-CN" altLang="en-US" sz="2800" b="1">
                <a:effectLst>
                  <a:outerShdw blurRad="38100" dist="38100" dir="2700000" algn="tl">
                    <a:srgbClr val="C0C0C0"/>
                  </a:outerShdw>
                </a:effectLst>
                <a:ea typeface="楷体_GB2312" pitchFamily="49" charset="-122"/>
              </a:rPr>
              <a:t>二分，并进行根的隔离，重复步骤</a:t>
            </a:r>
            <a:r>
              <a:rPr lang="en-US" altLang="zh-CN" sz="2800" b="1">
                <a:effectLst>
                  <a:outerShdw blurRad="38100" dist="38100" dir="2700000" algn="tl">
                    <a:srgbClr val="C0C0C0"/>
                  </a:outerShdw>
                </a:effectLst>
                <a:ea typeface="楷体_GB2312" pitchFamily="49" charset="-122"/>
              </a:rPr>
              <a:t>2</a:t>
            </a:r>
            <a:r>
              <a:rPr lang="zh-CN" altLang="en-US" sz="2800" b="1">
                <a:effectLst>
                  <a:outerShdw blurRad="38100" dist="38100" dir="2700000" algn="tl">
                    <a:srgbClr val="C0C0C0"/>
                  </a:outerShdw>
                </a:effectLst>
                <a:ea typeface="楷体_GB2312" pitchFamily="49" charset="-122"/>
              </a:rPr>
              <a:t>、</a:t>
            </a:r>
            <a:r>
              <a:rPr lang="en-US" altLang="zh-CN" sz="2800" b="1">
                <a:effectLst>
                  <a:outerShdw blurRad="38100" dist="38100" dir="2700000" algn="tl">
                    <a:srgbClr val="C0C0C0"/>
                  </a:outerShdw>
                </a:effectLst>
                <a:ea typeface="楷体_GB2312" pitchFamily="49" charset="-122"/>
              </a:rPr>
              <a:t>3</a:t>
            </a:r>
            <a:r>
              <a:rPr lang="zh-CN" altLang="en-US" sz="2800" b="1">
                <a:effectLst>
                  <a:outerShdw blurRad="38100" dist="38100" dir="2700000" algn="tl">
                    <a:srgbClr val="C0C0C0"/>
                  </a:outerShdw>
                </a:effectLst>
                <a:ea typeface="楷体_GB2312" pitchFamily="49" charset="-122"/>
              </a:rPr>
              <a:t>；</a:t>
            </a:r>
          </a:p>
          <a:p>
            <a:pPr>
              <a:lnSpc>
                <a:spcPct val="135000"/>
              </a:lnSpc>
              <a:defRPr/>
            </a:pPr>
            <a:r>
              <a:rPr lang="zh-CN" altLang="en-US" sz="2800" b="1">
                <a:effectLst>
                  <a:outerShdw blurRad="38100" dist="38100" dir="2700000" algn="tl">
                    <a:srgbClr val="C0C0C0"/>
                  </a:outerShdw>
                </a:effectLst>
                <a:ea typeface="楷体_GB2312" pitchFamily="49" charset="-122"/>
              </a:rPr>
              <a:t>	如此反复二分下去，我们预先估计一下二分的次数：按误差估计式</a:t>
            </a:r>
          </a:p>
          <a:p>
            <a:pPr>
              <a:lnSpc>
                <a:spcPct val="135000"/>
              </a:lnSpc>
              <a:defRPr/>
            </a:pPr>
            <a:r>
              <a:rPr lang="zh-CN" altLang="en-US" sz="2800" b="1">
                <a:effectLst>
                  <a:outerShdw blurRad="38100" dist="38100" dir="2700000" algn="tl">
                    <a:srgbClr val="C0C0C0"/>
                  </a:outerShdw>
                </a:effectLst>
                <a:ea typeface="楷体_GB2312" pitchFamily="49" charset="-122"/>
              </a:rPr>
              <a:t>解得</a:t>
            </a:r>
            <a:r>
              <a:rPr lang="en-US" altLang="zh-CN" sz="2800" b="1">
                <a:effectLst>
                  <a:outerShdw blurRad="38100" dist="38100" dir="2700000" algn="tl">
                    <a:srgbClr val="C0C0C0"/>
                  </a:outerShdw>
                </a:effectLst>
                <a:ea typeface="楷体_GB2312" pitchFamily="49" charset="-122"/>
              </a:rPr>
              <a:t>k = 5</a:t>
            </a:r>
            <a:r>
              <a:rPr lang="zh-CN" altLang="en-US" sz="2800" b="1">
                <a:effectLst>
                  <a:outerShdw blurRad="38100" dist="38100" dir="2700000" algn="tl">
                    <a:srgbClr val="C0C0C0"/>
                  </a:outerShdw>
                </a:effectLst>
                <a:ea typeface="楷体_GB2312" pitchFamily="49" charset="-122"/>
              </a:rPr>
              <a:t>，即二分</a:t>
            </a:r>
            <a:r>
              <a:rPr lang="en-US" altLang="zh-CN" sz="2800" b="1">
                <a:effectLst>
                  <a:outerShdw blurRad="38100" dist="38100" dir="2700000" algn="tl">
                    <a:srgbClr val="C0C0C0"/>
                  </a:outerShdw>
                </a:effectLst>
                <a:ea typeface="楷体_GB2312" pitchFamily="49" charset="-122"/>
              </a:rPr>
              <a:t>5</a:t>
            </a:r>
            <a:r>
              <a:rPr lang="zh-CN" altLang="en-US" sz="2800" b="1">
                <a:effectLst>
                  <a:outerShdw blurRad="38100" dist="38100" dir="2700000" algn="tl">
                    <a:srgbClr val="C0C0C0"/>
                  </a:outerShdw>
                </a:effectLst>
                <a:ea typeface="楷体_GB2312" pitchFamily="49" charset="-122"/>
              </a:rPr>
              <a:t>次，即达所求精度</a:t>
            </a:r>
            <a:r>
              <a:rPr lang="zh-CN" altLang="en-US" sz="2800" b="1">
                <a:effectLst/>
                <a:ea typeface="楷体_GB2312" pitchFamily="49" charset="-122"/>
              </a:rPr>
              <a:t>误差小于</a:t>
            </a:r>
            <a:r>
              <a:rPr lang="en-US" altLang="zh-CN" sz="2800" b="1">
                <a:effectLst/>
                <a:ea typeface="楷体_GB2312" pitchFamily="49" charset="-122"/>
              </a:rPr>
              <a:t>0.01</a:t>
            </a:r>
            <a:r>
              <a:rPr lang="zh-CN" altLang="en-US" sz="1600">
                <a:solidFill>
                  <a:srgbClr val="CCFFFF"/>
                </a:solidFill>
                <a:effectLst>
                  <a:outerShdw blurRad="38100" dist="38100" dir="2700000" algn="tl">
                    <a:srgbClr val="C0C0C0"/>
                  </a:outerShdw>
                </a:effectLst>
                <a:ea typeface="楷体_GB2312" pitchFamily="49" charset="-122"/>
              </a:rPr>
              <a:t> </a:t>
            </a:r>
            <a:r>
              <a:rPr lang="zh-CN" altLang="en-US" sz="2800" b="1">
                <a:effectLst>
                  <a:outerShdw blurRad="38100" dist="38100" dir="2700000" algn="tl">
                    <a:srgbClr val="C0C0C0"/>
                  </a:outerShdw>
                </a:effectLst>
                <a:ea typeface="楷体_GB2312" pitchFamily="49" charset="-122"/>
              </a:rPr>
              <a:t>。</a:t>
            </a:r>
          </a:p>
        </p:txBody>
      </p:sp>
      <p:sp>
        <p:nvSpPr>
          <p:cNvPr id="463879" name="Rectangle 7"/>
          <p:cNvSpPr>
            <a:spLocks noChangeArrowheads="1"/>
          </p:cNvSpPr>
          <p:nvPr/>
        </p:nvSpPr>
        <p:spPr bwMode="auto">
          <a:xfrm>
            <a:off x="0" y="32289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graphicFrame>
        <p:nvGraphicFramePr>
          <p:cNvPr id="8197" name="Object 6"/>
          <p:cNvGraphicFramePr>
            <a:graphicFrameLocks noChangeAspect="1"/>
          </p:cNvGraphicFramePr>
          <p:nvPr/>
        </p:nvGraphicFramePr>
        <p:xfrm>
          <a:off x="3132138" y="5999163"/>
          <a:ext cx="4608512" cy="858837"/>
        </p:xfrm>
        <a:graphic>
          <a:graphicData uri="http://schemas.openxmlformats.org/presentationml/2006/ole">
            <mc:AlternateContent xmlns:mc="http://schemas.openxmlformats.org/markup-compatibility/2006">
              <mc:Choice xmlns:v="urn:schemas-microsoft-com:vml" Requires="v">
                <p:oleObj spid="_x0000_s59417" name="公式" r:id="rId3" imgW="2145369" imgH="393529" progId="Equation.3">
                  <p:embed/>
                </p:oleObj>
              </mc:Choice>
              <mc:Fallback>
                <p:oleObj name="公式" r:id="rId3" imgW="2145369" imgH="39352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2138" y="5999163"/>
                        <a:ext cx="4608512" cy="858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089866950"/>
      </p:ext>
    </p:extLst>
  </p:cSld>
  <p:clrMapOvr>
    <a:masterClrMapping/>
  </p:clrMapOvr>
  <p:transition>
    <p:cover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灯片编号占位符 3"/>
          <p:cNvSpPr>
            <a:spLocks noGrp="1"/>
          </p:cNvSpPr>
          <p:nvPr>
            <p:ph type="sldNum" sz="quarter" idx="12"/>
          </p:nvPr>
        </p:nvSpPr>
        <p:spPr/>
        <p:txBody>
          <a:bodyPr/>
          <a:lstStyle/>
          <a:p>
            <a:pPr>
              <a:defRPr/>
            </a:pPr>
            <a:fld id="{E9694909-F51D-4D85-BCB6-70D5968FB49C}" type="slidenum">
              <a:rPr lang="zh-CN" altLang="en-US"/>
              <a:pPr>
                <a:defRPr/>
              </a:pPr>
              <a:t>7</a:t>
            </a:fld>
            <a:endParaRPr lang="en-US" altLang="zh-CN"/>
          </a:p>
        </p:txBody>
      </p:sp>
      <p:sp>
        <p:nvSpPr>
          <p:cNvPr id="464900" name="Text Box 4"/>
          <p:cNvSpPr txBox="1">
            <a:spLocks noChangeArrowheads="1"/>
          </p:cNvSpPr>
          <p:nvPr/>
        </p:nvSpPr>
        <p:spPr bwMode="auto">
          <a:xfrm>
            <a:off x="179388" y="549275"/>
            <a:ext cx="87137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sz="2800" b="1">
                <a:solidFill>
                  <a:schemeClr val="tx1"/>
                </a:solidFill>
                <a:effectLst>
                  <a:outerShdw blurRad="38100" dist="38100" dir="2700000" algn="tl">
                    <a:srgbClr val="C0C0C0"/>
                  </a:outerShdw>
                </a:effectLst>
              </a:rPr>
              <a:t>计算结果如下表：</a:t>
            </a:r>
          </a:p>
        </p:txBody>
      </p:sp>
      <p:graphicFrame>
        <p:nvGraphicFramePr>
          <p:cNvPr id="465158" name="Group 262"/>
          <p:cNvGraphicFramePr>
            <a:graphicFrameLocks noGrp="1"/>
          </p:cNvGraphicFramePr>
          <p:nvPr/>
        </p:nvGraphicFramePr>
        <p:xfrm>
          <a:off x="468313" y="1341438"/>
          <a:ext cx="7921625" cy="5287963"/>
        </p:xfrm>
        <a:graphic>
          <a:graphicData uri="http://schemas.openxmlformats.org/drawingml/2006/table">
            <a:tbl>
              <a:tblPr/>
              <a:tblGrid>
                <a:gridCol w="1584325">
                  <a:extLst>
                    <a:ext uri="{9D8B030D-6E8A-4147-A177-3AD203B41FA5}">
                      <a16:colId xmlns:a16="http://schemas.microsoft.com/office/drawing/2014/main" val="20000"/>
                    </a:ext>
                  </a:extLst>
                </a:gridCol>
                <a:gridCol w="1584325">
                  <a:extLst>
                    <a:ext uri="{9D8B030D-6E8A-4147-A177-3AD203B41FA5}">
                      <a16:colId xmlns:a16="http://schemas.microsoft.com/office/drawing/2014/main" val="20001"/>
                    </a:ext>
                  </a:extLst>
                </a:gridCol>
                <a:gridCol w="1584325">
                  <a:extLst>
                    <a:ext uri="{9D8B030D-6E8A-4147-A177-3AD203B41FA5}">
                      <a16:colId xmlns:a16="http://schemas.microsoft.com/office/drawing/2014/main" val="20002"/>
                    </a:ext>
                  </a:extLst>
                </a:gridCol>
                <a:gridCol w="1584325">
                  <a:extLst>
                    <a:ext uri="{9D8B030D-6E8A-4147-A177-3AD203B41FA5}">
                      <a16:colId xmlns:a16="http://schemas.microsoft.com/office/drawing/2014/main" val="20003"/>
                    </a:ext>
                  </a:extLst>
                </a:gridCol>
                <a:gridCol w="1584325">
                  <a:extLst>
                    <a:ext uri="{9D8B030D-6E8A-4147-A177-3AD203B41FA5}">
                      <a16:colId xmlns:a16="http://schemas.microsoft.com/office/drawing/2014/main" val="20004"/>
                    </a:ext>
                  </a:extLst>
                </a:gridCol>
              </a:tblGrid>
              <a:tr h="106680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1" u="none" strike="noStrike" cap="none" normalizeH="0" baseline="0">
                          <a:ln>
                            <a:noFill/>
                          </a:ln>
                          <a:solidFill>
                            <a:schemeClr val="tx1"/>
                          </a:solidFill>
                          <a:effectLst/>
                          <a:latin typeface="Times New Roman" pitchFamily="18" charset="0"/>
                          <a:ea typeface="宋体" pitchFamily="2" charset="-122"/>
                        </a:rPr>
                        <a:t>k</a:t>
                      </a:r>
                      <a:endParaRPr kumimoji="0" lang="en-US" altLang="zh-CN" sz="32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1" u="none" strike="noStrike" cap="none" normalizeH="0" baseline="0">
                          <a:ln>
                            <a:noFill/>
                          </a:ln>
                          <a:solidFill>
                            <a:schemeClr val="tx1"/>
                          </a:solidFill>
                          <a:effectLst/>
                          <a:latin typeface="Times New Roman" pitchFamily="18" charset="0"/>
                          <a:ea typeface="宋体" pitchFamily="2" charset="-122"/>
                        </a:rPr>
                        <a:t>a</a:t>
                      </a:r>
                      <a:r>
                        <a:rPr kumimoji="0" lang="en-US" altLang="zh-CN" sz="3200" b="1" i="1" u="none" strike="noStrike" cap="none" normalizeH="0" baseline="-30000">
                          <a:ln>
                            <a:noFill/>
                          </a:ln>
                          <a:solidFill>
                            <a:schemeClr val="tx1"/>
                          </a:solidFill>
                          <a:effectLst/>
                          <a:latin typeface="Times New Roman" pitchFamily="18" charset="0"/>
                          <a:ea typeface="宋体" pitchFamily="2" charset="-122"/>
                        </a:rPr>
                        <a:t>k</a:t>
                      </a:r>
                      <a:endParaRPr kumimoji="0" lang="en-US" altLang="zh-CN" sz="32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1" u="none" strike="noStrike" cap="none" normalizeH="0" baseline="0">
                          <a:ln>
                            <a:noFill/>
                          </a:ln>
                          <a:solidFill>
                            <a:schemeClr val="tx1"/>
                          </a:solidFill>
                          <a:effectLst/>
                          <a:latin typeface="Times New Roman" pitchFamily="18" charset="0"/>
                          <a:ea typeface="宋体" pitchFamily="2" charset="-122"/>
                        </a:rPr>
                        <a:t>b</a:t>
                      </a:r>
                      <a:r>
                        <a:rPr kumimoji="0" lang="en-US" altLang="zh-CN" sz="3200" b="1" i="1" u="none" strike="noStrike" cap="none" normalizeH="0" baseline="-30000">
                          <a:ln>
                            <a:noFill/>
                          </a:ln>
                          <a:solidFill>
                            <a:schemeClr val="tx1"/>
                          </a:solidFill>
                          <a:effectLst/>
                          <a:latin typeface="Times New Roman" pitchFamily="18" charset="0"/>
                          <a:ea typeface="宋体" pitchFamily="2" charset="-122"/>
                        </a:rPr>
                        <a:t>k</a:t>
                      </a:r>
                      <a:endParaRPr kumimoji="0" lang="en-US" altLang="zh-CN" sz="32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1" u="none" strike="noStrike" cap="none" normalizeH="0" baseline="0">
                          <a:ln>
                            <a:noFill/>
                          </a:ln>
                          <a:solidFill>
                            <a:schemeClr val="tx1"/>
                          </a:solidFill>
                          <a:effectLst/>
                          <a:latin typeface="Times New Roman" pitchFamily="18" charset="0"/>
                          <a:ea typeface="宋体" pitchFamily="2" charset="-122"/>
                        </a:rPr>
                        <a:t>x</a:t>
                      </a:r>
                      <a:r>
                        <a:rPr kumimoji="0" lang="en-US" altLang="zh-CN" sz="3200" b="1" i="1" u="none" strike="noStrike" cap="none" normalizeH="0" baseline="-30000">
                          <a:ln>
                            <a:noFill/>
                          </a:ln>
                          <a:solidFill>
                            <a:schemeClr val="tx1"/>
                          </a:solidFill>
                          <a:effectLst/>
                          <a:latin typeface="Times New Roman" pitchFamily="18" charset="0"/>
                          <a:ea typeface="宋体" pitchFamily="2" charset="-122"/>
                        </a:rPr>
                        <a:t>k</a:t>
                      </a:r>
                      <a:endParaRPr kumimoji="0" lang="en-US" altLang="zh-CN" sz="32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1" u="none" strike="noStrike" cap="none" normalizeH="0" baseline="0">
                          <a:ln>
                            <a:noFill/>
                          </a:ln>
                          <a:solidFill>
                            <a:schemeClr val="tx1"/>
                          </a:solidFill>
                          <a:effectLst/>
                          <a:latin typeface="Times New Roman" pitchFamily="18" charset="0"/>
                          <a:ea typeface="宋体" pitchFamily="2" charset="-122"/>
                        </a:rPr>
                        <a:t>f</a:t>
                      </a:r>
                      <a:r>
                        <a:rPr kumimoji="0" lang="en-US" altLang="zh-CN" sz="3200" b="1" i="0" u="none" strike="noStrike" cap="none" normalizeH="0" baseline="0">
                          <a:ln>
                            <a:noFill/>
                          </a:ln>
                          <a:solidFill>
                            <a:schemeClr val="tx1"/>
                          </a:solidFill>
                          <a:effectLst/>
                          <a:latin typeface="Times New Roman" pitchFamily="18" charset="0"/>
                          <a:ea typeface="宋体" pitchFamily="2" charset="-122"/>
                        </a:rPr>
                        <a:t> (</a:t>
                      </a:r>
                      <a:r>
                        <a:rPr kumimoji="0" lang="en-US" altLang="zh-CN" sz="3200" b="1" i="1" u="none" strike="noStrike" cap="none" normalizeH="0" baseline="0">
                          <a:ln>
                            <a:noFill/>
                          </a:ln>
                          <a:solidFill>
                            <a:schemeClr val="tx1"/>
                          </a:solidFill>
                          <a:effectLst/>
                          <a:latin typeface="Times New Roman" pitchFamily="18" charset="0"/>
                          <a:ea typeface="宋体" pitchFamily="2" charset="-122"/>
                        </a:rPr>
                        <a:t>x</a:t>
                      </a:r>
                      <a:r>
                        <a:rPr kumimoji="0" lang="en-US" altLang="zh-CN" sz="3200" b="1" i="1" u="none" strike="noStrike" cap="none" normalizeH="0" baseline="-30000">
                          <a:ln>
                            <a:noFill/>
                          </a:ln>
                          <a:solidFill>
                            <a:schemeClr val="tx1"/>
                          </a:solidFill>
                          <a:effectLst/>
                          <a:latin typeface="Times New Roman" pitchFamily="18" charset="0"/>
                          <a:ea typeface="宋体" pitchFamily="2" charset="-122"/>
                        </a:rPr>
                        <a:t>k</a:t>
                      </a:r>
                      <a:r>
                        <a:rPr kumimoji="0" lang="en-US" altLang="zh-CN" sz="3200" b="1" i="0" u="none" strike="noStrike" cap="none" normalizeH="0" baseline="0">
                          <a:ln>
                            <a:noFill/>
                          </a:ln>
                          <a:solidFill>
                            <a:schemeClr val="tx1"/>
                          </a:solidFill>
                          <a:effectLst/>
                          <a:latin typeface="Times New Roman" pitchFamily="18" charset="0"/>
                          <a:ea typeface="宋体" pitchFamily="2" charset="-122"/>
                        </a:rPr>
                        <a:t>)</a:t>
                      </a:r>
                      <a:r>
                        <a:rPr kumimoji="0" lang="zh-CN" altLang="en-US" sz="3200" b="1" i="0" u="none" strike="noStrike" cap="none" normalizeH="0" baseline="0">
                          <a:ln>
                            <a:noFill/>
                          </a:ln>
                          <a:solidFill>
                            <a:schemeClr val="tx1"/>
                          </a:solidFill>
                          <a:effectLst/>
                          <a:latin typeface="Times New Roman" pitchFamily="18" charset="0"/>
                          <a:ea typeface="宋体" pitchFamily="2" charset="-122"/>
                        </a:rPr>
                        <a:t>的符号</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032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rPr>
                        <a:t>1.5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rPr>
                        <a:t>1.25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32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rPr>
                        <a:t>1.25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rPr>
                        <a:t>1.5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rPr>
                        <a:t>1.375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032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rPr>
                        <a:t>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rPr>
                        <a:t>1.25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rPr>
                        <a:t>1.375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rPr>
                        <a:t>1.3125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016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rPr>
                        <a:t>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rPr>
                        <a:t>1.3125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rPr>
                        <a:t>1.375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rPr>
                        <a:t>1.3438</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032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rPr>
                        <a:t>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rPr>
                        <a:t>1.3125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rPr>
                        <a:t>1.3438</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rPr>
                        <a:t>1.3281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032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rPr>
                        <a:t>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rPr>
                        <a:t>1.3125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rPr>
                        <a:t>1.3281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rPr>
                        <a:t>1.3203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6032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rPr>
                        <a:t>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rPr>
                        <a:t>1.3203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rPr>
                        <a:t>1.3281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rPr>
                        <a:t>1.3242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transition>
    <p:cover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3"/>
          <p:cNvSpPr>
            <a:spLocks noGrp="1"/>
          </p:cNvSpPr>
          <p:nvPr>
            <p:ph type="sldNum" sz="quarter" idx="12"/>
          </p:nvPr>
        </p:nvSpPr>
        <p:spPr/>
        <p:txBody>
          <a:bodyPr/>
          <a:lstStyle/>
          <a:p>
            <a:pPr>
              <a:defRPr/>
            </a:pPr>
            <a:fld id="{FC168422-FBC7-4ECD-9826-113AFE56ABFA}" type="slidenum">
              <a:rPr lang="zh-CN" altLang="en-US"/>
              <a:pPr>
                <a:defRPr/>
              </a:pPr>
              <a:t>8</a:t>
            </a:fld>
            <a:endParaRPr lang="en-US" altLang="zh-CN"/>
          </a:p>
        </p:txBody>
      </p:sp>
      <p:sp>
        <p:nvSpPr>
          <p:cNvPr id="10243" name="Text Box 3"/>
          <p:cNvSpPr txBox="1">
            <a:spLocks noChangeArrowheads="1"/>
          </p:cNvSpPr>
          <p:nvPr/>
        </p:nvSpPr>
        <p:spPr bwMode="auto">
          <a:xfrm>
            <a:off x="152400" y="457200"/>
            <a:ext cx="35972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3200" b="1" i="1">
                <a:solidFill>
                  <a:schemeClr val="tx1"/>
                </a:solidFill>
                <a:effectLst/>
              </a:rPr>
              <a:t>f(x)=exp(x)*ln(x)-x</a:t>
            </a:r>
            <a:r>
              <a:rPr lang="en-US" altLang="zh-CN" sz="3200" b="1" i="1" baseline="30000">
                <a:solidFill>
                  <a:schemeClr val="tx1"/>
                </a:solidFill>
                <a:effectLst/>
              </a:rPr>
              <a:t>2</a:t>
            </a:r>
            <a:endParaRPr lang="zh-CN" altLang="en-US" sz="3200" b="1" i="1" baseline="30000">
              <a:solidFill>
                <a:schemeClr val="tx1"/>
              </a:solidFill>
              <a:effectLst/>
            </a:endParaRPr>
          </a:p>
        </p:txBody>
      </p:sp>
      <p:sp>
        <p:nvSpPr>
          <p:cNvPr id="326660" name="Text Box 4"/>
          <p:cNvSpPr txBox="1">
            <a:spLocks noChangeArrowheads="1"/>
          </p:cNvSpPr>
          <p:nvPr/>
        </p:nvSpPr>
        <p:spPr bwMode="auto">
          <a:xfrm>
            <a:off x="4140200" y="533400"/>
            <a:ext cx="13922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2800" b="1" i="1">
                <a:solidFill>
                  <a:schemeClr val="tx1"/>
                </a:solidFill>
                <a:effectLst/>
              </a:rPr>
              <a:t>f(1)= -1</a:t>
            </a:r>
            <a:endParaRPr lang="zh-CN" altLang="en-US" sz="2800" b="1" i="1" baseline="30000">
              <a:solidFill>
                <a:schemeClr val="tx1"/>
              </a:solidFill>
              <a:effectLst/>
            </a:endParaRPr>
          </a:p>
        </p:txBody>
      </p:sp>
      <p:sp>
        <p:nvSpPr>
          <p:cNvPr id="326661" name="Text Box 5"/>
          <p:cNvSpPr txBox="1">
            <a:spLocks noChangeArrowheads="1"/>
          </p:cNvSpPr>
          <p:nvPr/>
        </p:nvSpPr>
        <p:spPr bwMode="auto">
          <a:xfrm>
            <a:off x="5508625" y="533400"/>
            <a:ext cx="17303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2800" b="1" i="1">
                <a:solidFill>
                  <a:schemeClr val="tx1"/>
                </a:solidFill>
                <a:effectLst/>
              </a:rPr>
              <a:t>f(2)=1.12  </a:t>
            </a:r>
            <a:endParaRPr lang="zh-CN" altLang="en-US" sz="2800" b="1">
              <a:solidFill>
                <a:schemeClr val="tx1"/>
              </a:solidFill>
              <a:effectLst/>
            </a:endParaRPr>
          </a:p>
        </p:txBody>
      </p:sp>
      <p:sp>
        <p:nvSpPr>
          <p:cNvPr id="326662" name="Text Box 6"/>
          <p:cNvSpPr txBox="1">
            <a:spLocks noChangeArrowheads="1"/>
          </p:cNvSpPr>
          <p:nvPr/>
        </p:nvSpPr>
        <p:spPr bwMode="auto">
          <a:xfrm>
            <a:off x="381000" y="1295400"/>
            <a:ext cx="1417638" cy="128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600" b="1">
                <a:solidFill>
                  <a:schemeClr val="tx1"/>
                </a:solidFill>
                <a:effectLst>
                  <a:outerShdw blurRad="38100" dist="38100" dir="2700000" algn="tl">
                    <a:srgbClr val="C0C0C0"/>
                  </a:outerShdw>
                </a:effectLst>
              </a:rPr>
              <a:t>A=1.0</a:t>
            </a:r>
          </a:p>
          <a:p>
            <a:pPr>
              <a:defRPr/>
            </a:pPr>
            <a:r>
              <a:rPr lang="en-US" altLang="zh-CN" sz="2600" b="1">
                <a:solidFill>
                  <a:schemeClr val="tx1"/>
                </a:solidFill>
                <a:effectLst>
                  <a:outerShdw blurRad="38100" dist="38100" dir="2700000" algn="tl">
                    <a:srgbClr val="C0C0C0"/>
                  </a:outerShdw>
                </a:effectLst>
              </a:rPr>
              <a:t>B=2.0</a:t>
            </a:r>
          </a:p>
          <a:p>
            <a:pPr>
              <a:defRPr/>
            </a:pPr>
            <a:r>
              <a:rPr lang="en-US" altLang="zh-CN" sz="2600" b="1">
                <a:solidFill>
                  <a:schemeClr val="tx1"/>
                </a:solidFill>
                <a:effectLst>
                  <a:outerShdw blurRad="38100" dist="38100" dir="2700000" algn="tl">
                    <a:srgbClr val="C0C0C0"/>
                  </a:outerShdw>
                </a:effectLst>
              </a:rPr>
              <a:t>DX=B-A</a:t>
            </a:r>
          </a:p>
        </p:txBody>
      </p:sp>
      <p:sp>
        <p:nvSpPr>
          <p:cNvPr id="326663" name="Text Box 7"/>
          <p:cNvSpPr txBox="1">
            <a:spLocks noChangeArrowheads="1"/>
          </p:cNvSpPr>
          <p:nvPr/>
        </p:nvSpPr>
        <p:spPr bwMode="auto">
          <a:xfrm>
            <a:off x="304800" y="3505200"/>
            <a:ext cx="457835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600" b="1">
                <a:solidFill>
                  <a:schemeClr val="tx1"/>
                </a:solidFill>
                <a:effectLst>
                  <a:outerShdw blurRad="38100" dist="38100" dir="2700000" algn="tl">
                    <a:srgbClr val="C0C0C0"/>
                  </a:outerShdw>
                </a:effectLst>
              </a:rPr>
              <a:t>DO WHILE(ABS(DX).GT.DL)</a:t>
            </a:r>
          </a:p>
        </p:txBody>
      </p:sp>
      <p:sp>
        <p:nvSpPr>
          <p:cNvPr id="326664" name="Text Box 8"/>
          <p:cNvSpPr txBox="1">
            <a:spLocks noChangeArrowheads="1"/>
          </p:cNvSpPr>
          <p:nvPr/>
        </p:nvSpPr>
        <p:spPr bwMode="auto">
          <a:xfrm>
            <a:off x="5943600" y="1600200"/>
            <a:ext cx="3074988" cy="287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600" b="1">
                <a:solidFill>
                  <a:schemeClr val="tx1"/>
                </a:solidFill>
                <a:effectLst>
                  <a:outerShdw blurRad="38100" dist="38100" dir="2700000" algn="tl">
                    <a:srgbClr val="C0C0C0"/>
                  </a:outerShdw>
                </a:effectLst>
              </a:rPr>
              <a:t>DX=B-A</a:t>
            </a:r>
          </a:p>
          <a:p>
            <a:pPr>
              <a:defRPr/>
            </a:pPr>
            <a:r>
              <a:rPr lang="en-US" altLang="zh-CN" sz="2600" b="1">
                <a:solidFill>
                  <a:schemeClr val="tx1"/>
                </a:solidFill>
                <a:effectLst>
                  <a:outerShdw blurRad="38100" dist="38100" dir="2700000" algn="tl">
                    <a:srgbClr val="C0C0C0"/>
                  </a:outerShdw>
                </a:effectLst>
              </a:rPr>
              <a:t>ISTEP=ISTEP+1</a:t>
            </a:r>
          </a:p>
          <a:p>
            <a:pPr>
              <a:defRPr/>
            </a:pPr>
            <a:r>
              <a:rPr lang="en-US" altLang="zh-CN" sz="2600" b="1">
                <a:solidFill>
                  <a:schemeClr val="tx1"/>
                </a:solidFill>
                <a:effectLst>
                  <a:outerShdw blurRad="38100" dist="38100" dir="2700000" algn="tl">
                    <a:srgbClr val="C0C0C0"/>
                  </a:outerShdw>
                </a:effectLst>
              </a:rPr>
              <a:t>ENDDO</a:t>
            </a:r>
          </a:p>
          <a:p>
            <a:pPr>
              <a:defRPr/>
            </a:pPr>
            <a:r>
              <a:rPr lang="en-US" altLang="zh-CN" sz="2600" b="1">
                <a:solidFill>
                  <a:schemeClr val="tx1"/>
                </a:solidFill>
                <a:effectLst>
                  <a:outerShdw blurRad="38100" dist="38100" dir="2700000" algn="tl">
                    <a:srgbClr val="C0C0C0"/>
                  </a:outerShdw>
                </a:effectLst>
              </a:rPr>
              <a:t>WRITE(*,*) ISTEP,</a:t>
            </a:r>
          </a:p>
          <a:p>
            <a:pPr>
              <a:defRPr/>
            </a:pPr>
            <a:r>
              <a:rPr lang="en-US" altLang="zh-CN" sz="2600" b="1">
                <a:solidFill>
                  <a:schemeClr val="tx1"/>
                </a:solidFill>
                <a:effectLst>
                  <a:outerShdw blurRad="38100" dist="38100" dir="2700000" algn="tl">
                    <a:srgbClr val="C0C0C0"/>
                  </a:outerShdw>
                </a:effectLst>
              </a:rPr>
              <a:t>X0, DX</a:t>
            </a:r>
          </a:p>
          <a:p>
            <a:pPr>
              <a:defRPr/>
            </a:pPr>
            <a:r>
              <a:rPr lang="en-US" altLang="zh-CN" sz="2600" b="1">
                <a:solidFill>
                  <a:schemeClr val="tx1"/>
                </a:solidFill>
                <a:effectLst>
                  <a:outerShdw blurRad="38100" dist="38100" dir="2700000" algn="tl">
                    <a:srgbClr val="C0C0C0"/>
                  </a:outerShdw>
                </a:effectLst>
              </a:rPr>
              <a:t>STOP</a:t>
            </a:r>
          </a:p>
          <a:p>
            <a:pPr>
              <a:defRPr/>
            </a:pPr>
            <a:r>
              <a:rPr lang="en-US" altLang="zh-CN" sz="2600" b="1">
                <a:solidFill>
                  <a:schemeClr val="tx1"/>
                </a:solidFill>
                <a:effectLst>
                  <a:outerShdw blurRad="38100" dist="38100" dir="2700000" algn="tl">
                    <a:srgbClr val="C0C0C0"/>
                  </a:outerShdw>
                </a:effectLst>
              </a:rPr>
              <a:t>END</a:t>
            </a:r>
          </a:p>
        </p:txBody>
      </p:sp>
      <p:sp>
        <p:nvSpPr>
          <p:cNvPr id="326665" name="Text Box 9"/>
          <p:cNvSpPr txBox="1">
            <a:spLocks noChangeArrowheads="1"/>
          </p:cNvSpPr>
          <p:nvPr/>
        </p:nvSpPr>
        <p:spPr bwMode="auto">
          <a:xfrm>
            <a:off x="4876800" y="4876800"/>
            <a:ext cx="40386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2800" b="1">
                <a:solidFill>
                  <a:schemeClr val="tx1"/>
                </a:solidFill>
                <a:effectLst/>
              </a:rPr>
              <a:t>FUNCTION F(X)</a:t>
            </a:r>
          </a:p>
          <a:p>
            <a:r>
              <a:rPr lang="en-US" altLang="zh-CN" sz="2800" b="1">
                <a:solidFill>
                  <a:schemeClr val="tx1"/>
                </a:solidFill>
                <a:effectLst/>
              </a:rPr>
              <a:t>F=exp(x)*ALOG(x)-X*X</a:t>
            </a:r>
          </a:p>
          <a:p>
            <a:r>
              <a:rPr lang="en-US" altLang="zh-CN" sz="2800" b="1">
                <a:solidFill>
                  <a:schemeClr val="tx1"/>
                </a:solidFill>
                <a:effectLst/>
              </a:rPr>
              <a:t>RETURN</a:t>
            </a:r>
          </a:p>
          <a:p>
            <a:r>
              <a:rPr lang="en-US" altLang="zh-CN" sz="2800" b="1">
                <a:solidFill>
                  <a:schemeClr val="tx1"/>
                </a:solidFill>
                <a:effectLst/>
              </a:rPr>
              <a:t>END</a:t>
            </a:r>
            <a:endParaRPr lang="en-US" altLang="zh-CN" sz="2800" b="1" baseline="30000">
              <a:solidFill>
                <a:schemeClr val="tx1"/>
              </a:solidFill>
              <a:effectLst/>
            </a:endParaRPr>
          </a:p>
        </p:txBody>
      </p:sp>
      <p:sp>
        <p:nvSpPr>
          <p:cNvPr id="326666" name="Text Box 10"/>
          <p:cNvSpPr txBox="1">
            <a:spLocks noChangeArrowheads="1"/>
          </p:cNvSpPr>
          <p:nvPr/>
        </p:nvSpPr>
        <p:spPr bwMode="auto">
          <a:xfrm>
            <a:off x="6934200" y="533400"/>
            <a:ext cx="2209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2800" b="1" i="1">
                <a:solidFill>
                  <a:schemeClr val="tx1"/>
                </a:solidFill>
                <a:effectLst/>
              </a:rPr>
              <a:t>  x</a:t>
            </a:r>
            <a:r>
              <a:rPr lang="en-US" altLang="zh-CN" sz="2800" b="1" i="1">
                <a:solidFill>
                  <a:schemeClr val="tx1"/>
                </a:solidFill>
                <a:effectLst/>
                <a:sym typeface="Symbol" pitchFamily="18" charset="2"/>
              </a:rPr>
              <a:t></a:t>
            </a:r>
            <a:r>
              <a:rPr lang="en-US" altLang="zh-CN" sz="2800" b="1" i="1">
                <a:solidFill>
                  <a:schemeClr val="tx1"/>
                </a:solidFill>
                <a:effectLst/>
              </a:rPr>
              <a:t>[1,2]</a:t>
            </a:r>
            <a:r>
              <a:rPr lang="en-US" altLang="zh-CN" sz="2800" b="1">
                <a:solidFill>
                  <a:schemeClr val="tx1"/>
                </a:solidFill>
                <a:effectLst/>
              </a:rPr>
              <a:t> </a:t>
            </a:r>
            <a:endParaRPr lang="zh-CN" altLang="en-US" sz="2800" b="1">
              <a:solidFill>
                <a:schemeClr val="tx1"/>
              </a:solidFill>
              <a:effectLst/>
            </a:endParaRPr>
          </a:p>
        </p:txBody>
      </p:sp>
      <p:sp>
        <p:nvSpPr>
          <p:cNvPr id="326667" name="Text Box 11"/>
          <p:cNvSpPr txBox="1">
            <a:spLocks noChangeArrowheads="1"/>
          </p:cNvSpPr>
          <p:nvPr/>
        </p:nvSpPr>
        <p:spPr bwMode="auto">
          <a:xfrm>
            <a:off x="304800" y="2590800"/>
            <a:ext cx="1905000"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600" b="1">
                <a:solidFill>
                  <a:schemeClr val="tx1"/>
                </a:solidFill>
                <a:effectLst>
                  <a:outerShdw blurRad="38100" dist="38100" dir="2700000" algn="tl">
                    <a:srgbClr val="C0C0C0"/>
                  </a:outerShdw>
                </a:effectLst>
              </a:rPr>
              <a:t>DL=1.0E-06</a:t>
            </a:r>
          </a:p>
          <a:p>
            <a:pPr>
              <a:defRPr/>
            </a:pPr>
            <a:r>
              <a:rPr lang="en-US" altLang="zh-CN" sz="2600" b="1">
                <a:solidFill>
                  <a:schemeClr val="tx1"/>
                </a:solidFill>
                <a:effectLst>
                  <a:outerShdw blurRad="38100" dist="38100" dir="2700000" algn="tl">
                    <a:srgbClr val="C0C0C0"/>
                  </a:outerShdw>
                </a:effectLst>
              </a:rPr>
              <a:t>ISTEP=0</a:t>
            </a:r>
          </a:p>
        </p:txBody>
      </p:sp>
      <p:sp>
        <p:nvSpPr>
          <p:cNvPr id="326668" name="Text Box 12"/>
          <p:cNvSpPr txBox="1">
            <a:spLocks noChangeArrowheads="1"/>
          </p:cNvSpPr>
          <p:nvPr/>
        </p:nvSpPr>
        <p:spPr bwMode="auto">
          <a:xfrm>
            <a:off x="457200" y="4038600"/>
            <a:ext cx="2147888"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600" b="1">
                <a:solidFill>
                  <a:schemeClr val="tx1"/>
                </a:solidFill>
                <a:effectLst>
                  <a:outerShdw blurRad="38100" dist="38100" dir="2700000" algn="tl">
                    <a:srgbClr val="C0C0C0"/>
                  </a:outerShdw>
                </a:effectLst>
              </a:rPr>
              <a:t>X0=(A+B)/2.0</a:t>
            </a:r>
          </a:p>
        </p:txBody>
      </p:sp>
      <p:sp>
        <p:nvSpPr>
          <p:cNvPr id="326669" name="Text Box 13"/>
          <p:cNvSpPr txBox="1">
            <a:spLocks noChangeArrowheads="1"/>
          </p:cNvSpPr>
          <p:nvPr/>
        </p:nvSpPr>
        <p:spPr bwMode="auto">
          <a:xfrm>
            <a:off x="381000" y="4572000"/>
            <a:ext cx="4391025" cy="207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600" b="1">
                <a:solidFill>
                  <a:schemeClr val="tx1"/>
                </a:solidFill>
                <a:effectLst>
                  <a:outerShdw blurRad="38100" dist="38100" dir="2700000" algn="tl">
                    <a:srgbClr val="C0C0C0"/>
                  </a:outerShdw>
                </a:effectLst>
              </a:rPr>
              <a:t>IF((F(A)*F(X0)).LT.0) THEN</a:t>
            </a:r>
          </a:p>
          <a:p>
            <a:pPr>
              <a:defRPr/>
            </a:pPr>
            <a:r>
              <a:rPr lang="en-US" altLang="zh-CN" sz="2600" b="1">
                <a:solidFill>
                  <a:schemeClr val="tx1"/>
                </a:solidFill>
                <a:effectLst>
                  <a:outerShdw blurRad="38100" dist="38100" dir="2700000" algn="tl">
                    <a:srgbClr val="C0C0C0"/>
                  </a:outerShdw>
                </a:effectLst>
              </a:rPr>
              <a:t>B=X0</a:t>
            </a:r>
          </a:p>
          <a:p>
            <a:pPr>
              <a:defRPr/>
            </a:pPr>
            <a:r>
              <a:rPr lang="en-US" altLang="zh-CN" sz="2600" b="1">
                <a:solidFill>
                  <a:schemeClr val="tx1"/>
                </a:solidFill>
                <a:effectLst>
                  <a:outerShdw blurRad="38100" dist="38100" dir="2700000" algn="tl">
                    <a:srgbClr val="C0C0C0"/>
                  </a:outerShdw>
                </a:effectLst>
              </a:rPr>
              <a:t>ELSE</a:t>
            </a:r>
          </a:p>
          <a:p>
            <a:pPr>
              <a:defRPr/>
            </a:pPr>
            <a:r>
              <a:rPr lang="en-US" altLang="zh-CN" sz="2600" b="1">
                <a:solidFill>
                  <a:schemeClr val="tx1"/>
                </a:solidFill>
                <a:effectLst>
                  <a:outerShdw blurRad="38100" dist="38100" dir="2700000" algn="tl">
                    <a:srgbClr val="C0C0C0"/>
                  </a:outerShdw>
                </a:effectLst>
              </a:rPr>
              <a:t>A=X0</a:t>
            </a:r>
          </a:p>
          <a:p>
            <a:pPr>
              <a:defRPr/>
            </a:pPr>
            <a:r>
              <a:rPr lang="en-US" altLang="zh-CN" sz="2600" b="1">
                <a:solidFill>
                  <a:schemeClr val="tx1"/>
                </a:solidFill>
                <a:effectLst>
                  <a:outerShdw blurRad="38100" dist="38100" dir="2700000" algn="tl">
                    <a:srgbClr val="C0C0C0"/>
                  </a:outerShdw>
                </a:effectLst>
              </a:rPr>
              <a:t>ENDIF</a:t>
            </a:r>
          </a:p>
        </p:txBody>
      </p:sp>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6660"/>
                                        </p:tgtEl>
                                        <p:attrNameLst>
                                          <p:attrName>style.visibility</p:attrName>
                                        </p:attrNameLst>
                                      </p:cBhvr>
                                      <p:to>
                                        <p:strVal val="visible"/>
                                      </p:to>
                                    </p:set>
                                    <p:anim calcmode="lin" valueType="num">
                                      <p:cBhvr additive="base">
                                        <p:cTn id="7" dur="500" fill="hold"/>
                                        <p:tgtEl>
                                          <p:spTgt spid="326660"/>
                                        </p:tgtEl>
                                        <p:attrNameLst>
                                          <p:attrName>ppt_x</p:attrName>
                                        </p:attrNameLst>
                                      </p:cBhvr>
                                      <p:tavLst>
                                        <p:tav tm="0">
                                          <p:val>
                                            <p:strVal val="0-#ppt_w/2"/>
                                          </p:val>
                                        </p:tav>
                                        <p:tav tm="100000">
                                          <p:val>
                                            <p:strVal val="#ppt_x"/>
                                          </p:val>
                                        </p:tav>
                                      </p:tavLst>
                                    </p:anim>
                                    <p:anim calcmode="lin" valueType="num">
                                      <p:cBhvr additive="base">
                                        <p:cTn id="8" dur="500" fill="hold"/>
                                        <p:tgtEl>
                                          <p:spTgt spid="32666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26661"/>
                                        </p:tgtEl>
                                        <p:attrNameLst>
                                          <p:attrName>style.visibility</p:attrName>
                                        </p:attrNameLst>
                                      </p:cBhvr>
                                      <p:to>
                                        <p:strVal val="visible"/>
                                      </p:to>
                                    </p:set>
                                    <p:anim calcmode="lin" valueType="num">
                                      <p:cBhvr additive="base">
                                        <p:cTn id="13" dur="500" fill="hold"/>
                                        <p:tgtEl>
                                          <p:spTgt spid="326661"/>
                                        </p:tgtEl>
                                        <p:attrNameLst>
                                          <p:attrName>ppt_x</p:attrName>
                                        </p:attrNameLst>
                                      </p:cBhvr>
                                      <p:tavLst>
                                        <p:tav tm="0">
                                          <p:val>
                                            <p:strVal val="0-#ppt_w/2"/>
                                          </p:val>
                                        </p:tav>
                                        <p:tav tm="100000">
                                          <p:val>
                                            <p:strVal val="#ppt_x"/>
                                          </p:val>
                                        </p:tav>
                                      </p:tavLst>
                                    </p:anim>
                                    <p:anim calcmode="lin" valueType="num">
                                      <p:cBhvr additive="base">
                                        <p:cTn id="14" dur="500" fill="hold"/>
                                        <p:tgtEl>
                                          <p:spTgt spid="32666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26666"/>
                                        </p:tgtEl>
                                        <p:attrNameLst>
                                          <p:attrName>style.visibility</p:attrName>
                                        </p:attrNameLst>
                                      </p:cBhvr>
                                      <p:to>
                                        <p:strVal val="visible"/>
                                      </p:to>
                                    </p:set>
                                    <p:anim calcmode="lin" valueType="num">
                                      <p:cBhvr additive="base">
                                        <p:cTn id="19" dur="500" fill="hold"/>
                                        <p:tgtEl>
                                          <p:spTgt spid="326666"/>
                                        </p:tgtEl>
                                        <p:attrNameLst>
                                          <p:attrName>ppt_x</p:attrName>
                                        </p:attrNameLst>
                                      </p:cBhvr>
                                      <p:tavLst>
                                        <p:tav tm="0">
                                          <p:val>
                                            <p:strVal val="0-#ppt_w/2"/>
                                          </p:val>
                                        </p:tav>
                                        <p:tav tm="100000">
                                          <p:val>
                                            <p:strVal val="#ppt_x"/>
                                          </p:val>
                                        </p:tav>
                                      </p:tavLst>
                                    </p:anim>
                                    <p:anim calcmode="lin" valueType="num">
                                      <p:cBhvr additive="base">
                                        <p:cTn id="20" dur="500" fill="hold"/>
                                        <p:tgtEl>
                                          <p:spTgt spid="326666"/>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26662"/>
                                        </p:tgtEl>
                                        <p:attrNameLst>
                                          <p:attrName>style.visibility</p:attrName>
                                        </p:attrNameLst>
                                      </p:cBhvr>
                                      <p:to>
                                        <p:strVal val="visible"/>
                                      </p:to>
                                    </p:set>
                                    <p:anim calcmode="lin" valueType="num">
                                      <p:cBhvr additive="base">
                                        <p:cTn id="25" dur="500" fill="hold"/>
                                        <p:tgtEl>
                                          <p:spTgt spid="326662"/>
                                        </p:tgtEl>
                                        <p:attrNameLst>
                                          <p:attrName>ppt_x</p:attrName>
                                        </p:attrNameLst>
                                      </p:cBhvr>
                                      <p:tavLst>
                                        <p:tav tm="0">
                                          <p:val>
                                            <p:strVal val="0-#ppt_w/2"/>
                                          </p:val>
                                        </p:tav>
                                        <p:tav tm="100000">
                                          <p:val>
                                            <p:strVal val="#ppt_x"/>
                                          </p:val>
                                        </p:tav>
                                      </p:tavLst>
                                    </p:anim>
                                    <p:anim calcmode="lin" valueType="num">
                                      <p:cBhvr additive="base">
                                        <p:cTn id="26" dur="500" fill="hold"/>
                                        <p:tgtEl>
                                          <p:spTgt spid="326662"/>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26667"/>
                                        </p:tgtEl>
                                        <p:attrNameLst>
                                          <p:attrName>style.visibility</p:attrName>
                                        </p:attrNameLst>
                                      </p:cBhvr>
                                      <p:to>
                                        <p:strVal val="visible"/>
                                      </p:to>
                                    </p:set>
                                    <p:anim calcmode="lin" valueType="num">
                                      <p:cBhvr additive="base">
                                        <p:cTn id="31" dur="500" fill="hold"/>
                                        <p:tgtEl>
                                          <p:spTgt spid="326667"/>
                                        </p:tgtEl>
                                        <p:attrNameLst>
                                          <p:attrName>ppt_x</p:attrName>
                                        </p:attrNameLst>
                                      </p:cBhvr>
                                      <p:tavLst>
                                        <p:tav tm="0">
                                          <p:val>
                                            <p:strVal val="0-#ppt_w/2"/>
                                          </p:val>
                                        </p:tav>
                                        <p:tav tm="100000">
                                          <p:val>
                                            <p:strVal val="#ppt_x"/>
                                          </p:val>
                                        </p:tav>
                                      </p:tavLst>
                                    </p:anim>
                                    <p:anim calcmode="lin" valueType="num">
                                      <p:cBhvr additive="base">
                                        <p:cTn id="32" dur="500" fill="hold"/>
                                        <p:tgtEl>
                                          <p:spTgt spid="326667"/>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26663"/>
                                        </p:tgtEl>
                                        <p:attrNameLst>
                                          <p:attrName>style.visibility</p:attrName>
                                        </p:attrNameLst>
                                      </p:cBhvr>
                                      <p:to>
                                        <p:strVal val="visible"/>
                                      </p:to>
                                    </p:set>
                                    <p:anim calcmode="lin" valueType="num">
                                      <p:cBhvr additive="base">
                                        <p:cTn id="37" dur="500" fill="hold"/>
                                        <p:tgtEl>
                                          <p:spTgt spid="326663"/>
                                        </p:tgtEl>
                                        <p:attrNameLst>
                                          <p:attrName>ppt_x</p:attrName>
                                        </p:attrNameLst>
                                      </p:cBhvr>
                                      <p:tavLst>
                                        <p:tav tm="0">
                                          <p:val>
                                            <p:strVal val="0-#ppt_w/2"/>
                                          </p:val>
                                        </p:tav>
                                        <p:tav tm="100000">
                                          <p:val>
                                            <p:strVal val="#ppt_x"/>
                                          </p:val>
                                        </p:tav>
                                      </p:tavLst>
                                    </p:anim>
                                    <p:anim calcmode="lin" valueType="num">
                                      <p:cBhvr additive="base">
                                        <p:cTn id="38" dur="500" fill="hold"/>
                                        <p:tgtEl>
                                          <p:spTgt spid="326663"/>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26668"/>
                                        </p:tgtEl>
                                        <p:attrNameLst>
                                          <p:attrName>style.visibility</p:attrName>
                                        </p:attrNameLst>
                                      </p:cBhvr>
                                      <p:to>
                                        <p:strVal val="visible"/>
                                      </p:to>
                                    </p:set>
                                    <p:anim calcmode="lin" valueType="num">
                                      <p:cBhvr additive="base">
                                        <p:cTn id="43" dur="500" fill="hold"/>
                                        <p:tgtEl>
                                          <p:spTgt spid="326668"/>
                                        </p:tgtEl>
                                        <p:attrNameLst>
                                          <p:attrName>ppt_x</p:attrName>
                                        </p:attrNameLst>
                                      </p:cBhvr>
                                      <p:tavLst>
                                        <p:tav tm="0">
                                          <p:val>
                                            <p:strVal val="0-#ppt_w/2"/>
                                          </p:val>
                                        </p:tav>
                                        <p:tav tm="100000">
                                          <p:val>
                                            <p:strVal val="#ppt_x"/>
                                          </p:val>
                                        </p:tav>
                                      </p:tavLst>
                                    </p:anim>
                                    <p:anim calcmode="lin" valueType="num">
                                      <p:cBhvr additive="base">
                                        <p:cTn id="44" dur="500" fill="hold"/>
                                        <p:tgtEl>
                                          <p:spTgt spid="326668"/>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26669"/>
                                        </p:tgtEl>
                                        <p:attrNameLst>
                                          <p:attrName>style.visibility</p:attrName>
                                        </p:attrNameLst>
                                      </p:cBhvr>
                                      <p:to>
                                        <p:strVal val="visible"/>
                                      </p:to>
                                    </p:set>
                                    <p:anim calcmode="lin" valueType="num">
                                      <p:cBhvr additive="base">
                                        <p:cTn id="49" dur="500" fill="hold"/>
                                        <p:tgtEl>
                                          <p:spTgt spid="326669"/>
                                        </p:tgtEl>
                                        <p:attrNameLst>
                                          <p:attrName>ppt_x</p:attrName>
                                        </p:attrNameLst>
                                      </p:cBhvr>
                                      <p:tavLst>
                                        <p:tav tm="0">
                                          <p:val>
                                            <p:strVal val="0-#ppt_w/2"/>
                                          </p:val>
                                        </p:tav>
                                        <p:tav tm="100000">
                                          <p:val>
                                            <p:strVal val="#ppt_x"/>
                                          </p:val>
                                        </p:tav>
                                      </p:tavLst>
                                    </p:anim>
                                    <p:anim calcmode="lin" valueType="num">
                                      <p:cBhvr additive="base">
                                        <p:cTn id="50" dur="500" fill="hold"/>
                                        <p:tgtEl>
                                          <p:spTgt spid="326669"/>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326664"/>
                                        </p:tgtEl>
                                        <p:attrNameLst>
                                          <p:attrName>style.visibility</p:attrName>
                                        </p:attrNameLst>
                                      </p:cBhvr>
                                      <p:to>
                                        <p:strVal val="visible"/>
                                      </p:to>
                                    </p:set>
                                    <p:anim calcmode="lin" valueType="num">
                                      <p:cBhvr additive="base">
                                        <p:cTn id="55" dur="500" fill="hold"/>
                                        <p:tgtEl>
                                          <p:spTgt spid="326664"/>
                                        </p:tgtEl>
                                        <p:attrNameLst>
                                          <p:attrName>ppt_x</p:attrName>
                                        </p:attrNameLst>
                                      </p:cBhvr>
                                      <p:tavLst>
                                        <p:tav tm="0">
                                          <p:val>
                                            <p:strVal val="0-#ppt_w/2"/>
                                          </p:val>
                                        </p:tav>
                                        <p:tav tm="100000">
                                          <p:val>
                                            <p:strVal val="#ppt_x"/>
                                          </p:val>
                                        </p:tav>
                                      </p:tavLst>
                                    </p:anim>
                                    <p:anim calcmode="lin" valueType="num">
                                      <p:cBhvr additive="base">
                                        <p:cTn id="56" dur="500" fill="hold"/>
                                        <p:tgtEl>
                                          <p:spTgt spid="326664"/>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326665"/>
                                        </p:tgtEl>
                                        <p:attrNameLst>
                                          <p:attrName>style.visibility</p:attrName>
                                        </p:attrNameLst>
                                      </p:cBhvr>
                                      <p:to>
                                        <p:strVal val="visible"/>
                                      </p:to>
                                    </p:set>
                                    <p:anim calcmode="lin" valueType="num">
                                      <p:cBhvr additive="base">
                                        <p:cTn id="61" dur="500" fill="hold"/>
                                        <p:tgtEl>
                                          <p:spTgt spid="326665"/>
                                        </p:tgtEl>
                                        <p:attrNameLst>
                                          <p:attrName>ppt_x</p:attrName>
                                        </p:attrNameLst>
                                      </p:cBhvr>
                                      <p:tavLst>
                                        <p:tav tm="0">
                                          <p:val>
                                            <p:strVal val="0-#ppt_w/2"/>
                                          </p:val>
                                        </p:tav>
                                        <p:tav tm="100000">
                                          <p:val>
                                            <p:strVal val="#ppt_x"/>
                                          </p:val>
                                        </p:tav>
                                      </p:tavLst>
                                    </p:anim>
                                    <p:anim calcmode="lin" valueType="num">
                                      <p:cBhvr additive="base">
                                        <p:cTn id="62" dur="500" fill="hold"/>
                                        <p:tgtEl>
                                          <p:spTgt spid="32666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6660" grpId="0" autoUpdateAnimBg="0"/>
      <p:bldP spid="326661" grpId="0" autoUpdateAnimBg="0"/>
      <p:bldP spid="326662" grpId="0" autoUpdateAnimBg="0"/>
      <p:bldP spid="326663" grpId="0" autoUpdateAnimBg="0"/>
      <p:bldP spid="326664" grpId="0" autoUpdateAnimBg="0"/>
      <p:bldP spid="326665" grpId="0" autoUpdateAnimBg="0"/>
      <p:bldP spid="326666" grpId="0" autoUpdateAnimBg="0"/>
      <p:bldP spid="326667" grpId="0" autoUpdateAnimBg="0"/>
      <p:bldP spid="326668" grpId="0" autoUpdateAnimBg="0"/>
      <p:bldP spid="326669"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12"/>
          </p:nvPr>
        </p:nvSpPr>
        <p:spPr/>
        <p:txBody>
          <a:bodyPr/>
          <a:lstStyle/>
          <a:p>
            <a:pPr>
              <a:defRPr/>
            </a:pPr>
            <a:fld id="{6A867A1B-30BE-4E8C-B341-130797AF6280}" type="slidenum">
              <a:rPr lang="zh-CN" altLang="en-US"/>
              <a:pPr>
                <a:defRPr/>
              </a:pPr>
              <a:t>9</a:t>
            </a:fld>
            <a:endParaRPr lang="en-US" altLang="zh-CN"/>
          </a:p>
        </p:txBody>
      </p:sp>
      <p:sp>
        <p:nvSpPr>
          <p:cNvPr id="358403" name="Text Box 1027"/>
          <p:cNvSpPr txBox="1">
            <a:spLocks noChangeArrowheads="1"/>
          </p:cNvSpPr>
          <p:nvPr/>
        </p:nvSpPr>
        <p:spPr bwMode="auto">
          <a:xfrm>
            <a:off x="1295400" y="457200"/>
            <a:ext cx="5854700" cy="564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30000"/>
              </a:lnSpc>
              <a:defRPr/>
            </a:pPr>
            <a:r>
              <a:rPr lang="zh-CN" altLang="en-US" sz="2800">
                <a:solidFill>
                  <a:schemeClr val="tx1"/>
                </a:solidFill>
                <a:effectLst>
                  <a:outerShdw blurRad="38100" dist="38100" dir="2700000" algn="tl">
                    <a:srgbClr val="C0C0C0"/>
                  </a:outerShdw>
                </a:effectLst>
              </a:rPr>
              <a:t>           1        1.500000    5.000000</a:t>
            </a:r>
            <a:r>
              <a:rPr lang="en-US" altLang="zh-CN" sz="2800">
                <a:solidFill>
                  <a:schemeClr val="tx1"/>
                </a:solidFill>
                <a:effectLst>
                  <a:outerShdw blurRad="38100" dist="38100" dir="2700000" algn="tl">
                    <a:srgbClr val="C0C0C0"/>
                  </a:outerShdw>
                </a:effectLst>
              </a:rPr>
              <a:t>E-01</a:t>
            </a:r>
          </a:p>
          <a:p>
            <a:pPr>
              <a:lnSpc>
                <a:spcPct val="130000"/>
              </a:lnSpc>
              <a:defRPr/>
            </a:pPr>
            <a:r>
              <a:rPr lang="en-US" altLang="zh-CN" sz="2800">
                <a:solidFill>
                  <a:schemeClr val="tx1"/>
                </a:solidFill>
                <a:effectLst>
                  <a:outerShdw blurRad="38100" dist="38100" dir="2700000" algn="tl">
                    <a:srgbClr val="C0C0C0"/>
                  </a:outerShdw>
                </a:effectLst>
              </a:rPr>
              <a:t>           2        1.750000    2.500000E-01</a:t>
            </a:r>
          </a:p>
          <a:p>
            <a:pPr>
              <a:lnSpc>
                <a:spcPct val="130000"/>
              </a:lnSpc>
              <a:defRPr/>
            </a:pPr>
            <a:r>
              <a:rPr lang="en-US" altLang="zh-CN" sz="2800">
                <a:solidFill>
                  <a:schemeClr val="tx1"/>
                </a:solidFill>
                <a:effectLst>
                  <a:outerShdw blurRad="38100" dist="38100" dir="2700000" algn="tl">
                    <a:srgbClr val="C0C0C0"/>
                  </a:outerShdw>
                </a:effectLst>
              </a:rPr>
              <a:t>           3        1.625000    1.250000E-01</a:t>
            </a:r>
          </a:p>
          <a:p>
            <a:pPr>
              <a:lnSpc>
                <a:spcPct val="130000"/>
              </a:lnSpc>
              <a:defRPr/>
            </a:pPr>
            <a:r>
              <a:rPr lang="en-US" altLang="zh-CN" sz="2800">
                <a:solidFill>
                  <a:schemeClr val="tx1"/>
                </a:solidFill>
                <a:effectLst>
                  <a:outerShdw blurRad="38100" dist="38100" dir="2700000" algn="tl">
                    <a:srgbClr val="C0C0C0"/>
                  </a:outerShdw>
                </a:effectLst>
              </a:rPr>
              <a:t>           4        1.687500    6.250000E-02</a:t>
            </a:r>
          </a:p>
          <a:p>
            <a:pPr>
              <a:lnSpc>
                <a:spcPct val="130000"/>
              </a:lnSpc>
              <a:defRPr/>
            </a:pPr>
            <a:r>
              <a:rPr lang="en-US" altLang="zh-CN" sz="2800">
                <a:solidFill>
                  <a:schemeClr val="tx1"/>
                </a:solidFill>
                <a:effectLst>
                  <a:outerShdw blurRad="38100" dist="38100" dir="2700000" algn="tl">
                    <a:srgbClr val="C0C0C0"/>
                  </a:outerShdw>
                </a:effectLst>
              </a:rPr>
              <a:t>           5        1.718750    3.125000E-02</a:t>
            </a:r>
          </a:p>
          <a:p>
            <a:pPr>
              <a:lnSpc>
                <a:spcPct val="130000"/>
              </a:lnSpc>
              <a:defRPr/>
            </a:pPr>
            <a:r>
              <a:rPr lang="en-US" altLang="zh-CN" sz="2800">
                <a:solidFill>
                  <a:schemeClr val="tx1"/>
                </a:solidFill>
                <a:effectLst>
                  <a:outerShdw blurRad="38100" dist="38100" dir="2700000" algn="tl">
                    <a:srgbClr val="C0C0C0"/>
                  </a:outerShdw>
                </a:effectLst>
              </a:rPr>
              <a:t>           6        1.703125    1.562500E-02</a:t>
            </a:r>
          </a:p>
          <a:p>
            <a:pPr>
              <a:lnSpc>
                <a:spcPct val="130000"/>
              </a:lnSpc>
              <a:defRPr/>
            </a:pPr>
            <a:r>
              <a:rPr lang="en-US" altLang="zh-CN" sz="2800">
                <a:solidFill>
                  <a:schemeClr val="tx1"/>
                </a:solidFill>
                <a:effectLst>
                  <a:outerShdw blurRad="38100" dist="38100" dir="2700000" algn="tl">
                    <a:srgbClr val="C0C0C0"/>
                  </a:outerShdw>
                </a:effectLst>
              </a:rPr>
              <a:t>           7        1.695313    7.812500E-03</a:t>
            </a:r>
          </a:p>
          <a:p>
            <a:pPr>
              <a:lnSpc>
                <a:spcPct val="130000"/>
              </a:lnSpc>
              <a:defRPr/>
            </a:pPr>
            <a:r>
              <a:rPr lang="en-US" altLang="zh-CN" sz="2800">
                <a:solidFill>
                  <a:schemeClr val="tx1"/>
                </a:solidFill>
                <a:effectLst>
                  <a:outerShdw blurRad="38100" dist="38100" dir="2700000" algn="tl">
                    <a:srgbClr val="C0C0C0"/>
                  </a:outerShdw>
                </a:effectLst>
              </a:rPr>
              <a:t>           8        1.691406    3.906250E-03</a:t>
            </a:r>
          </a:p>
          <a:p>
            <a:pPr>
              <a:lnSpc>
                <a:spcPct val="130000"/>
              </a:lnSpc>
              <a:defRPr/>
            </a:pPr>
            <a:r>
              <a:rPr lang="en-US" altLang="zh-CN" sz="2800">
                <a:solidFill>
                  <a:schemeClr val="tx1"/>
                </a:solidFill>
                <a:effectLst>
                  <a:outerShdw blurRad="38100" dist="38100" dir="2700000" algn="tl">
                    <a:srgbClr val="C0C0C0"/>
                  </a:outerShdw>
                </a:effectLst>
              </a:rPr>
              <a:t>           9        1.693359    1.953125E-03</a:t>
            </a:r>
          </a:p>
          <a:p>
            <a:pPr>
              <a:lnSpc>
                <a:spcPct val="130000"/>
              </a:lnSpc>
              <a:defRPr/>
            </a:pPr>
            <a:r>
              <a:rPr lang="en-US" altLang="zh-CN" sz="2800">
                <a:solidFill>
                  <a:schemeClr val="tx1"/>
                </a:solidFill>
                <a:effectLst>
                  <a:outerShdw blurRad="38100" dist="38100" dir="2700000" algn="tl">
                    <a:srgbClr val="C0C0C0"/>
                  </a:outerShdw>
                </a:effectLst>
              </a:rPr>
              <a:t>          10        1.694336    9.765625E-04</a:t>
            </a:r>
            <a:endParaRPr lang="zh-CN" altLang="en-US" sz="2800">
              <a:solidFill>
                <a:schemeClr val="tx1"/>
              </a:solidFill>
              <a:effectLst>
                <a:outerShdw blurRad="38100" dist="38100" dir="2700000" algn="tl">
                  <a:srgbClr val="C0C0C0"/>
                </a:outerShdw>
              </a:effectLst>
            </a:endParaRPr>
          </a:p>
        </p:txBody>
      </p:sp>
    </p:spTree>
  </p:cSld>
  <p:clrMapOvr>
    <a:masterClrMapping/>
  </p:clrMapOvr>
  <p:transition>
    <p:cover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12"/>
          </p:nvPr>
        </p:nvSpPr>
        <p:spPr/>
        <p:txBody>
          <a:bodyPr/>
          <a:lstStyle/>
          <a:p>
            <a:pPr>
              <a:defRPr/>
            </a:pPr>
            <a:fld id="{53ADA343-A6DE-4D23-87B6-500F0E5273E7}" type="slidenum">
              <a:rPr lang="zh-CN" altLang="en-US"/>
              <a:pPr>
                <a:defRPr/>
              </a:pPr>
              <a:t>10</a:t>
            </a:fld>
            <a:endParaRPr lang="en-US" altLang="zh-CN"/>
          </a:p>
        </p:txBody>
      </p:sp>
      <p:sp>
        <p:nvSpPr>
          <p:cNvPr id="359426" name="Text Box 1026"/>
          <p:cNvSpPr txBox="1">
            <a:spLocks noChangeArrowheads="1"/>
          </p:cNvSpPr>
          <p:nvPr/>
        </p:nvSpPr>
        <p:spPr bwMode="auto">
          <a:xfrm>
            <a:off x="1828800" y="762000"/>
            <a:ext cx="5854700" cy="478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2800">
                <a:solidFill>
                  <a:schemeClr val="tx1"/>
                </a:solidFill>
                <a:effectLst>
                  <a:outerShdw blurRad="38100" dist="38100" dir="2700000" algn="tl">
                    <a:srgbClr val="C0C0C0"/>
                  </a:outerShdw>
                </a:effectLst>
              </a:rPr>
              <a:t>           </a:t>
            </a:r>
            <a:endParaRPr lang="en-US" altLang="zh-CN" sz="2800">
              <a:solidFill>
                <a:schemeClr val="tx1"/>
              </a:solidFill>
              <a:effectLst>
                <a:outerShdw blurRad="38100" dist="38100" dir="2700000" algn="tl">
                  <a:srgbClr val="C0C0C0"/>
                </a:outerShdw>
              </a:effectLst>
            </a:endParaRPr>
          </a:p>
          <a:p>
            <a:pPr>
              <a:defRPr/>
            </a:pPr>
            <a:r>
              <a:rPr lang="en-US" altLang="zh-CN" sz="2800">
                <a:solidFill>
                  <a:schemeClr val="tx1"/>
                </a:solidFill>
                <a:effectLst>
                  <a:outerShdw blurRad="38100" dist="38100" dir="2700000" algn="tl">
                    <a:srgbClr val="C0C0C0"/>
                  </a:outerShdw>
                </a:effectLst>
              </a:rPr>
              <a:t>          11        1.694824    4.882813E-04</a:t>
            </a:r>
          </a:p>
          <a:p>
            <a:pPr>
              <a:defRPr/>
            </a:pPr>
            <a:r>
              <a:rPr lang="en-US" altLang="zh-CN" sz="2800">
                <a:solidFill>
                  <a:schemeClr val="tx1"/>
                </a:solidFill>
                <a:effectLst>
                  <a:outerShdw blurRad="38100" dist="38100" dir="2700000" algn="tl">
                    <a:srgbClr val="C0C0C0"/>
                  </a:outerShdw>
                </a:effectLst>
              </a:rPr>
              <a:t>          12        1.694580    2.441406E-04</a:t>
            </a:r>
          </a:p>
          <a:p>
            <a:pPr>
              <a:defRPr/>
            </a:pPr>
            <a:r>
              <a:rPr lang="en-US" altLang="zh-CN" sz="2800">
                <a:solidFill>
                  <a:schemeClr val="tx1"/>
                </a:solidFill>
                <a:effectLst>
                  <a:outerShdw blurRad="38100" dist="38100" dir="2700000" algn="tl">
                    <a:srgbClr val="C0C0C0"/>
                  </a:outerShdw>
                </a:effectLst>
              </a:rPr>
              <a:t>          13        1.694702    1.220703E-04</a:t>
            </a:r>
          </a:p>
          <a:p>
            <a:pPr>
              <a:defRPr/>
            </a:pPr>
            <a:r>
              <a:rPr lang="en-US" altLang="zh-CN" sz="2800">
                <a:solidFill>
                  <a:schemeClr val="tx1"/>
                </a:solidFill>
                <a:effectLst>
                  <a:outerShdw blurRad="38100" dist="38100" dir="2700000" algn="tl">
                    <a:srgbClr val="C0C0C0"/>
                  </a:outerShdw>
                </a:effectLst>
              </a:rPr>
              <a:t>          14        1.694641    6.103516E-05</a:t>
            </a:r>
          </a:p>
          <a:p>
            <a:pPr>
              <a:defRPr/>
            </a:pPr>
            <a:r>
              <a:rPr lang="en-US" altLang="zh-CN" sz="2800">
                <a:solidFill>
                  <a:schemeClr val="tx1"/>
                </a:solidFill>
                <a:effectLst>
                  <a:outerShdw blurRad="38100" dist="38100" dir="2700000" algn="tl">
                    <a:srgbClr val="C0C0C0"/>
                  </a:outerShdw>
                </a:effectLst>
              </a:rPr>
              <a:t>          15        1.694611    3.051758E-05</a:t>
            </a:r>
          </a:p>
          <a:p>
            <a:pPr>
              <a:defRPr/>
            </a:pPr>
            <a:r>
              <a:rPr lang="en-US" altLang="zh-CN" sz="2800">
                <a:solidFill>
                  <a:schemeClr val="tx1"/>
                </a:solidFill>
                <a:effectLst>
                  <a:outerShdw blurRad="38100" dist="38100" dir="2700000" algn="tl">
                    <a:srgbClr val="C0C0C0"/>
                  </a:outerShdw>
                </a:effectLst>
              </a:rPr>
              <a:t>          16        1.694595    1.525879E-05</a:t>
            </a:r>
          </a:p>
          <a:p>
            <a:pPr>
              <a:defRPr/>
            </a:pPr>
            <a:r>
              <a:rPr lang="en-US" altLang="zh-CN" sz="2800">
                <a:solidFill>
                  <a:schemeClr val="tx1"/>
                </a:solidFill>
                <a:effectLst>
                  <a:outerShdw blurRad="38100" dist="38100" dir="2700000" algn="tl">
                    <a:srgbClr val="C0C0C0"/>
                  </a:outerShdw>
                </a:effectLst>
              </a:rPr>
              <a:t>          17        1.694603    7.629395E-06</a:t>
            </a:r>
          </a:p>
          <a:p>
            <a:pPr>
              <a:defRPr/>
            </a:pPr>
            <a:r>
              <a:rPr lang="en-US" altLang="zh-CN" sz="2800">
                <a:solidFill>
                  <a:schemeClr val="tx1"/>
                </a:solidFill>
                <a:effectLst>
                  <a:outerShdw blurRad="38100" dist="38100" dir="2700000" algn="tl">
                    <a:srgbClr val="C0C0C0"/>
                  </a:outerShdw>
                </a:effectLst>
              </a:rPr>
              <a:t>          18        1.694599    3.814697E-06</a:t>
            </a:r>
          </a:p>
          <a:p>
            <a:pPr>
              <a:defRPr/>
            </a:pPr>
            <a:r>
              <a:rPr lang="en-US" altLang="zh-CN" sz="2800">
                <a:solidFill>
                  <a:schemeClr val="tx1"/>
                </a:solidFill>
                <a:effectLst>
                  <a:outerShdw blurRad="38100" dist="38100" dir="2700000" algn="tl">
                    <a:srgbClr val="C0C0C0"/>
                  </a:outerShdw>
                </a:effectLst>
              </a:rPr>
              <a:t>          19        1.694601    1.907349E-06</a:t>
            </a:r>
          </a:p>
          <a:p>
            <a:pPr>
              <a:defRPr/>
            </a:pPr>
            <a:r>
              <a:rPr lang="en-US" altLang="zh-CN" sz="2800">
                <a:solidFill>
                  <a:schemeClr val="tx1"/>
                </a:solidFill>
                <a:effectLst>
                  <a:outerShdw blurRad="38100" dist="38100" dir="2700000" algn="tl">
                    <a:srgbClr val="C0C0C0"/>
                  </a:outerShdw>
                </a:effectLst>
              </a:rPr>
              <a:t>          20        1.694600    9.536743E-07</a:t>
            </a:r>
            <a:endParaRPr lang="zh-CN" altLang="en-US" sz="2800">
              <a:solidFill>
                <a:schemeClr val="tx1"/>
              </a:solidFill>
              <a:effectLst>
                <a:outerShdw blurRad="38100" dist="38100" dir="2700000" algn="tl">
                  <a:srgbClr val="C0C0C0"/>
                </a:outerShdw>
              </a:effectLst>
            </a:endParaRPr>
          </a:p>
        </p:txBody>
      </p:sp>
    </p:spTree>
  </p:cSld>
  <p:clrMapOvr>
    <a:masterClrMapping/>
  </p:clrMapOvr>
  <p:transition>
    <p:cover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12"/>
          </p:nvPr>
        </p:nvSpPr>
        <p:spPr/>
        <p:txBody>
          <a:bodyPr/>
          <a:lstStyle/>
          <a:p>
            <a:pPr>
              <a:defRPr/>
            </a:pPr>
            <a:fld id="{BCFACB63-E547-4628-BF46-BAE96072AAD3}" type="slidenum">
              <a:rPr lang="zh-CN" altLang="en-US"/>
              <a:pPr>
                <a:defRPr/>
              </a:pPr>
              <a:t>11</a:t>
            </a:fld>
            <a:endParaRPr lang="en-US" altLang="zh-CN"/>
          </a:p>
        </p:txBody>
      </p:sp>
      <p:sp>
        <p:nvSpPr>
          <p:cNvPr id="13315" name="Text Box 2"/>
          <p:cNvSpPr txBox="1">
            <a:spLocks noChangeArrowheads="1"/>
          </p:cNvSpPr>
          <p:nvPr/>
        </p:nvSpPr>
        <p:spPr bwMode="auto">
          <a:xfrm>
            <a:off x="323850" y="434975"/>
            <a:ext cx="3263900" cy="301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3200" b="1" i="1">
                <a:solidFill>
                  <a:srgbClr val="000080"/>
                </a:solidFill>
                <a:effectLst/>
              </a:rPr>
              <a:t>f</a:t>
            </a:r>
            <a:r>
              <a:rPr lang="en-US" altLang="zh-CN" sz="3200" b="1">
                <a:solidFill>
                  <a:srgbClr val="000080"/>
                </a:solidFill>
                <a:effectLst/>
              </a:rPr>
              <a:t>(</a:t>
            </a:r>
            <a:r>
              <a:rPr lang="en-US" altLang="zh-CN" sz="3200" b="1" i="1">
                <a:solidFill>
                  <a:srgbClr val="000080"/>
                </a:solidFill>
                <a:effectLst/>
              </a:rPr>
              <a:t>x</a:t>
            </a:r>
            <a:r>
              <a:rPr lang="en-US" altLang="zh-CN" sz="3200" b="1">
                <a:solidFill>
                  <a:srgbClr val="000080"/>
                </a:solidFill>
                <a:effectLst/>
              </a:rPr>
              <a:t>) = cos </a:t>
            </a:r>
            <a:r>
              <a:rPr lang="en-US" altLang="zh-CN" sz="3200" b="1" i="1">
                <a:solidFill>
                  <a:srgbClr val="000080"/>
                </a:solidFill>
                <a:effectLst/>
              </a:rPr>
              <a:t>x </a:t>
            </a:r>
            <a:r>
              <a:rPr lang="en-US" altLang="zh-CN" sz="3200" b="1">
                <a:solidFill>
                  <a:srgbClr val="000080"/>
                </a:solidFill>
                <a:effectLst/>
              </a:rPr>
              <a:t>- 1/2</a:t>
            </a:r>
            <a:r>
              <a:rPr lang="en-US" altLang="zh-CN" sz="3200" b="1">
                <a:solidFill>
                  <a:srgbClr val="000000"/>
                </a:solidFill>
                <a:effectLst/>
              </a:rPr>
              <a:t>.</a:t>
            </a:r>
          </a:p>
          <a:p>
            <a:endParaRPr lang="zh-CN" altLang="en-US" sz="3200" b="1">
              <a:solidFill>
                <a:srgbClr val="000000"/>
              </a:solidFill>
              <a:effectLst/>
            </a:endParaRPr>
          </a:p>
          <a:p>
            <a:r>
              <a:rPr lang="en-US" altLang="zh-CN" sz="3200" b="1">
                <a:solidFill>
                  <a:srgbClr val="000000"/>
                </a:solidFill>
                <a:effectLst/>
              </a:rPr>
              <a:t>Initial guesses</a:t>
            </a:r>
          </a:p>
          <a:p>
            <a:endParaRPr lang="en-US" altLang="zh-CN" sz="3200" b="1">
              <a:solidFill>
                <a:srgbClr val="000000"/>
              </a:solidFill>
              <a:effectLst/>
            </a:endParaRPr>
          </a:p>
          <a:p>
            <a:r>
              <a:rPr lang="en-US" altLang="zh-CN" sz="3200" b="1">
                <a:solidFill>
                  <a:srgbClr val="000000"/>
                </a:solidFill>
                <a:effectLst/>
              </a:rPr>
              <a:t> </a:t>
            </a:r>
            <a:r>
              <a:rPr lang="en-US" altLang="zh-CN" sz="3200" b="1" i="1">
                <a:solidFill>
                  <a:srgbClr val="000080"/>
                </a:solidFill>
                <a:effectLst/>
              </a:rPr>
              <a:t>x = </a:t>
            </a:r>
            <a:r>
              <a:rPr lang="en-US" altLang="zh-CN" sz="3200" b="1">
                <a:solidFill>
                  <a:srgbClr val="008000"/>
                </a:solidFill>
                <a:effectLst/>
              </a:rPr>
              <a:t>0 </a:t>
            </a:r>
            <a:r>
              <a:rPr lang="en-US" altLang="zh-CN" sz="3200" b="1">
                <a:solidFill>
                  <a:srgbClr val="000000"/>
                </a:solidFill>
                <a:effectLst/>
              </a:rPr>
              <a:t>and </a:t>
            </a:r>
            <a:r>
              <a:rPr lang="en-US" altLang="zh-CN" sz="3200" b="1" i="1">
                <a:solidFill>
                  <a:srgbClr val="000080"/>
                </a:solidFill>
                <a:effectLst/>
              </a:rPr>
              <a:t>x = </a:t>
            </a:r>
            <a:r>
              <a:rPr lang="en-US" altLang="zh-CN" sz="3200" b="1">
                <a:solidFill>
                  <a:srgbClr val="008000"/>
                </a:solidFill>
                <a:effectLst/>
                <a:sym typeface="Symbol" pitchFamily="18" charset="2"/>
              </a:rPr>
              <a:t></a:t>
            </a:r>
            <a:r>
              <a:rPr lang="en-US" altLang="zh-CN" sz="3200" b="1">
                <a:solidFill>
                  <a:srgbClr val="008000"/>
                </a:solidFill>
                <a:effectLst/>
              </a:rPr>
              <a:t>/2.</a:t>
            </a:r>
            <a:endParaRPr lang="en-US" altLang="zh-CN" sz="3200" b="1">
              <a:solidFill>
                <a:srgbClr val="000000"/>
              </a:solidFill>
              <a:effectLst/>
            </a:endParaRPr>
          </a:p>
          <a:p>
            <a:endParaRPr lang="zh-CN" altLang="en-US" sz="3200" b="1">
              <a:solidFill>
                <a:srgbClr val="000000"/>
              </a:solidFill>
              <a:effectLst/>
            </a:endParaRPr>
          </a:p>
        </p:txBody>
      </p:sp>
    </p:spTree>
  </p:cSld>
  <p:clrMapOvr>
    <a:masterClrMapping/>
  </p:clrMapOvr>
  <p:transition>
    <p:cover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fld id="{80771C79-D242-40E3-A2D0-919647F16605}" type="slidenum">
              <a:rPr lang="zh-CN" altLang="en-US"/>
              <a:pPr>
                <a:defRPr/>
              </a:pPr>
              <a:t>12</a:t>
            </a:fld>
            <a:endParaRPr lang="en-US" altLang="zh-CN"/>
          </a:p>
        </p:txBody>
      </p:sp>
      <p:sp>
        <p:nvSpPr>
          <p:cNvPr id="362498" name="Text Box 2"/>
          <p:cNvSpPr txBox="1">
            <a:spLocks noChangeArrowheads="1"/>
          </p:cNvSpPr>
          <p:nvPr/>
        </p:nvSpPr>
        <p:spPr bwMode="auto">
          <a:xfrm>
            <a:off x="381000" y="1295400"/>
            <a:ext cx="2501900" cy="128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600" b="1">
                <a:solidFill>
                  <a:srgbClr val="FF0000"/>
                </a:solidFill>
                <a:effectLst>
                  <a:outerShdw blurRad="38100" dist="38100" dir="2700000" algn="tl">
                    <a:srgbClr val="C0C0C0"/>
                  </a:outerShdw>
                </a:effectLst>
              </a:rPr>
              <a:t>A=0.0</a:t>
            </a:r>
          </a:p>
          <a:p>
            <a:pPr>
              <a:defRPr/>
            </a:pPr>
            <a:r>
              <a:rPr lang="en-US" altLang="zh-CN" sz="2600" b="1">
                <a:solidFill>
                  <a:srgbClr val="FF0000"/>
                </a:solidFill>
                <a:effectLst>
                  <a:outerShdw blurRad="38100" dist="38100" dir="2700000" algn="tl">
                    <a:srgbClr val="C0C0C0"/>
                  </a:outerShdw>
                </a:effectLst>
              </a:rPr>
              <a:t>B=3.1415926/2.0</a:t>
            </a:r>
          </a:p>
          <a:p>
            <a:pPr>
              <a:defRPr/>
            </a:pPr>
            <a:r>
              <a:rPr lang="en-US" altLang="zh-CN" sz="2600" b="1">
                <a:solidFill>
                  <a:schemeClr val="tx1"/>
                </a:solidFill>
                <a:effectLst>
                  <a:outerShdw blurRad="38100" dist="38100" dir="2700000" algn="tl">
                    <a:srgbClr val="C0C0C0"/>
                  </a:outerShdw>
                </a:effectLst>
              </a:rPr>
              <a:t>DX=B-A</a:t>
            </a:r>
          </a:p>
        </p:txBody>
      </p:sp>
      <p:sp>
        <p:nvSpPr>
          <p:cNvPr id="362499" name="Text Box 3"/>
          <p:cNvSpPr txBox="1">
            <a:spLocks noChangeArrowheads="1"/>
          </p:cNvSpPr>
          <p:nvPr/>
        </p:nvSpPr>
        <p:spPr bwMode="auto">
          <a:xfrm>
            <a:off x="304800" y="3505200"/>
            <a:ext cx="457835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600" b="1">
                <a:solidFill>
                  <a:schemeClr val="tx1"/>
                </a:solidFill>
                <a:effectLst>
                  <a:outerShdw blurRad="38100" dist="38100" dir="2700000" algn="tl">
                    <a:srgbClr val="C0C0C0"/>
                  </a:outerShdw>
                </a:effectLst>
              </a:rPr>
              <a:t>DO WHILE(ABS(DX).GT.DL)</a:t>
            </a:r>
          </a:p>
        </p:txBody>
      </p:sp>
      <p:sp>
        <p:nvSpPr>
          <p:cNvPr id="362500" name="Text Box 4"/>
          <p:cNvSpPr txBox="1">
            <a:spLocks noChangeArrowheads="1"/>
          </p:cNvSpPr>
          <p:nvPr/>
        </p:nvSpPr>
        <p:spPr bwMode="auto">
          <a:xfrm>
            <a:off x="5943600" y="1600200"/>
            <a:ext cx="3074988" cy="287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600" b="1">
                <a:solidFill>
                  <a:schemeClr val="tx1"/>
                </a:solidFill>
                <a:effectLst>
                  <a:outerShdw blurRad="38100" dist="38100" dir="2700000" algn="tl">
                    <a:srgbClr val="C0C0C0"/>
                  </a:outerShdw>
                </a:effectLst>
              </a:rPr>
              <a:t>DX=B-A</a:t>
            </a:r>
          </a:p>
          <a:p>
            <a:pPr>
              <a:defRPr/>
            </a:pPr>
            <a:r>
              <a:rPr lang="en-US" altLang="zh-CN" sz="2600" b="1">
                <a:solidFill>
                  <a:schemeClr val="tx1"/>
                </a:solidFill>
                <a:effectLst>
                  <a:outerShdw blurRad="38100" dist="38100" dir="2700000" algn="tl">
                    <a:srgbClr val="C0C0C0"/>
                  </a:outerShdw>
                </a:effectLst>
              </a:rPr>
              <a:t>ISTEP=ISTEP+1</a:t>
            </a:r>
          </a:p>
          <a:p>
            <a:pPr>
              <a:defRPr/>
            </a:pPr>
            <a:r>
              <a:rPr lang="en-US" altLang="zh-CN" sz="2600" b="1">
                <a:solidFill>
                  <a:schemeClr val="tx1"/>
                </a:solidFill>
                <a:effectLst>
                  <a:outerShdw blurRad="38100" dist="38100" dir="2700000" algn="tl">
                    <a:srgbClr val="C0C0C0"/>
                  </a:outerShdw>
                </a:effectLst>
              </a:rPr>
              <a:t>ENDDO</a:t>
            </a:r>
          </a:p>
          <a:p>
            <a:pPr>
              <a:defRPr/>
            </a:pPr>
            <a:r>
              <a:rPr lang="en-US" altLang="zh-CN" sz="2600" b="1">
                <a:solidFill>
                  <a:schemeClr val="tx1"/>
                </a:solidFill>
                <a:effectLst>
                  <a:outerShdw blurRad="38100" dist="38100" dir="2700000" algn="tl">
                    <a:srgbClr val="C0C0C0"/>
                  </a:outerShdw>
                </a:effectLst>
              </a:rPr>
              <a:t>WRITE(*,*) ISTEP,</a:t>
            </a:r>
          </a:p>
          <a:p>
            <a:pPr>
              <a:defRPr/>
            </a:pPr>
            <a:r>
              <a:rPr lang="en-US" altLang="zh-CN" sz="2600" b="1">
                <a:solidFill>
                  <a:schemeClr val="tx1"/>
                </a:solidFill>
                <a:effectLst>
                  <a:outerShdw blurRad="38100" dist="38100" dir="2700000" algn="tl">
                    <a:srgbClr val="C0C0C0"/>
                  </a:outerShdw>
                </a:effectLst>
              </a:rPr>
              <a:t>X0, DX</a:t>
            </a:r>
          </a:p>
          <a:p>
            <a:pPr>
              <a:defRPr/>
            </a:pPr>
            <a:r>
              <a:rPr lang="en-US" altLang="zh-CN" sz="2600" b="1">
                <a:solidFill>
                  <a:schemeClr val="tx1"/>
                </a:solidFill>
                <a:effectLst>
                  <a:outerShdw blurRad="38100" dist="38100" dir="2700000" algn="tl">
                    <a:srgbClr val="C0C0C0"/>
                  </a:outerShdw>
                </a:effectLst>
              </a:rPr>
              <a:t>STOP</a:t>
            </a:r>
          </a:p>
          <a:p>
            <a:pPr>
              <a:defRPr/>
            </a:pPr>
            <a:r>
              <a:rPr lang="en-US" altLang="zh-CN" sz="2600" b="1">
                <a:solidFill>
                  <a:schemeClr val="tx1"/>
                </a:solidFill>
                <a:effectLst>
                  <a:outerShdw blurRad="38100" dist="38100" dir="2700000" algn="tl">
                    <a:srgbClr val="C0C0C0"/>
                  </a:outerShdw>
                </a:effectLst>
              </a:rPr>
              <a:t>END</a:t>
            </a:r>
          </a:p>
        </p:txBody>
      </p:sp>
      <p:sp>
        <p:nvSpPr>
          <p:cNvPr id="362501" name="Text Box 5"/>
          <p:cNvSpPr txBox="1">
            <a:spLocks noChangeArrowheads="1"/>
          </p:cNvSpPr>
          <p:nvPr/>
        </p:nvSpPr>
        <p:spPr bwMode="auto">
          <a:xfrm>
            <a:off x="4876800" y="4876800"/>
            <a:ext cx="40386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2800" b="1">
                <a:solidFill>
                  <a:schemeClr val="tx1"/>
                </a:solidFill>
                <a:effectLst/>
              </a:rPr>
              <a:t>FUNCTION F(X)</a:t>
            </a:r>
          </a:p>
          <a:p>
            <a:r>
              <a:rPr lang="en-US" altLang="zh-CN" sz="2800" b="1">
                <a:solidFill>
                  <a:srgbClr val="FF0000"/>
                </a:solidFill>
                <a:effectLst/>
              </a:rPr>
              <a:t>F=cos(x)-1./2.</a:t>
            </a:r>
          </a:p>
          <a:p>
            <a:r>
              <a:rPr lang="en-US" altLang="zh-CN" sz="2800" b="1">
                <a:solidFill>
                  <a:schemeClr val="tx1"/>
                </a:solidFill>
                <a:effectLst/>
              </a:rPr>
              <a:t>RETURN</a:t>
            </a:r>
          </a:p>
          <a:p>
            <a:r>
              <a:rPr lang="en-US" altLang="zh-CN" sz="2800" b="1">
                <a:solidFill>
                  <a:schemeClr val="tx1"/>
                </a:solidFill>
                <a:effectLst/>
              </a:rPr>
              <a:t>END</a:t>
            </a:r>
            <a:endParaRPr lang="en-US" altLang="zh-CN" sz="2800" b="1" baseline="30000">
              <a:solidFill>
                <a:schemeClr val="tx1"/>
              </a:solidFill>
              <a:effectLst/>
            </a:endParaRPr>
          </a:p>
        </p:txBody>
      </p:sp>
      <p:sp>
        <p:nvSpPr>
          <p:cNvPr id="362502" name="Text Box 6"/>
          <p:cNvSpPr txBox="1">
            <a:spLocks noChangeArrowheads="1"/>
          </p:cNvSpPr>
          <p:nvPr/>
        </p:nvSpPr>
        <p:spPr bwMode="auto">
          <a:xfrm>
            <a:off x="304800" y="2590800"/>
            <a:ext cx="1905000"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600" b="1">
                <a:solidFill>
                  <a:schemeClr val="tx1"/>
                </a:solidFill>
                <a:effectLst>
                  <a:outerShdw blurRad="38100" dist="38100" dir="2700000" algn="tl">
                    <a:srgbClr val="C0C0C0"/>
                  </a:outerShdw>
                </a:effectLst>
              </a:rPr>
              <a:t>DL=1.0E-06</a:t>
            </a:r>
          </a:p>
          <a:p>
            <a:pPr>
              <a:defRPr/>
            </a:pPr>
            <a:r>
              <a:rPr lang="en-US" altLang="zh-CN" sz="2600" b="1">
                <a:solidFill>
                  <a:schemeClr val="tx1"/>
                </a:solidFill>
                <a:effectLst>
                  <a:outerShdw blurRad="38100" dist="38100" dir="2700000" algn="tl">
                    <a:srgbClr val="C0C0C0"/>
                  </a:outerShdw>
                </a:effectLst>
              </a:rPr>
              <a:t>ISTEP=0</a:t>
            </a:r>
          </a:p>
        </p:txBody>
      </p:sp>
      <p:sp>
        <p:nvSpPr>
          <p:cNvPr id="362503" name="Text Box 7"/>
          <p:cNvSpPr txBox="1">
            <a:spLocks noChangeArrowheads="1"/>
          </p:cNvSpPr>
          <p:nvPr/>
        </p:nvSpPr>
        <p:spPr bwMode="auto">
          <a:xfrm>
            <a:off x="457200" y="4038600"/>
            <a:ext cx="2147888"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600" b="1">
                <a:solidFill>
                  <a:schemeClr val="tx1"/>
                </a:solidFill>
                <a:effectLst>
                  <a:outerShdw blurRad="38100" dist="38100" dir="2700000" algn="tl">
                    <a:srgbClr val="C0C0C0"/>
                  </a:outerShdw>
                </a:effectLst>
              </a:rPr>
              <a:t>X0=(A+B)/2.0</a:t>
            </a:r>
          </a:p>
        </p:txBody>
      </p:sp>
      <p:sp>
        <p:nvSpPr>
          <p:cNvPr id="362504" name="Text Box 8"/>
          <p:cNvSpPr txBox="1">
            <a:spLocks noChangeArrowheads="1"/>
          </p:cNvSpPr>
          <p:nvPr/>
        </p:nvSpPr>
        <p:spPr bwMode="auto">
          <a:xfrm>
            <a:off x="381000" y="4572000"/>
            <a:ext cx="4391025" cy="207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600" b="1">
                <a:solidFill>
                  <a:schemeClr val="tx1"/>
                </a:solidFill>
                <a:effectLst>
                  <a:outerShdw blurRad="38100" dist="38100" dir="2700000" algn="tl">
                    <a:srgbClr val="C0C0C0"/>
                  </a:outerShdw>
                </a:effectLst>
              </a:rPr>
              <a:t>IF((F(A)*F(X0)).LT.0) THEN</a:t>
            </a:r>
          </a:p>
          <a:p>
            <a:pPr>
              <a:defRPr/>
            </a:pPr>
            <a:r>
              <a:rPr lang="en-US" altLang="zh-CN" sz="2600" b="1">
                <a:solidFill>
                  <a:schemeClr val="tx1"/>
                </a:solidFill>
                <a:effectLst>
                  <a:outerShdw blurRad="38100" dist="38100" dir="2700000" algn="tl">
                    <a:srgbClr val="C0C0C0"/>
                  </a:outerShdw>
                </a:effectLst>
              </a:rPr>
              <a:t>B=X0</a:t>
            </a:r>
          </a:p>
          <a:p>
            <a:pPr>
              <a:defRPr/>
            </a:pPr>
            <a:r>
              <a:rPr lang="en-US" altLang="zh-CN" sz="2600" b="1">
                <a:solidFill>
                  <a:schemeClr val="tx1"/>
                </a:solidFill>
                <a:effectLst>
                  <a:outerShdw blurRad="38100" dist="38100" dir="2700000" algn="tl">
                    <a:srgbClr val="C0C0C0"/>
                  </a:outerShdw>
                </a:effectLst>
              </a:rPr>
              <a:t>ELSE</a:t>
            </a:r>
          </a:p>
          <a:p>
            <a:pPr>
              <a:defRPr/>
            </a:pPr>
            <a:r>
              <a:rPr lang="en-US" altLang="zh-CN" sz="2600" b="1">
                <a:solidFill>
                  <a:schemeClr val="tx1"/>
                </a:solidFill>
                <a:effectLst>
                  <a:outerShdw blurRad="38100" dist="38100" dir="2700000" algn="tl">
                    <a:srgbClr val="C0C0C0"/>
                  </a:outerShdw>
                </a:effectLst>
              </a:rPr>
              <a:t>A=X0</a:t>
            </a:r>
          </a:p>
          <a:p>
            <a:pPr>
              <a:defRPr/>
            </a:pPr>
            <a:r>
              <a:rPr lang="en-US" altLang="zh-CN" sz="2600" b="1">
                <a:solidFill>
                  <a:schemeClr val="tx1"/>
                </a:solidFill>
                <a:effectLst>
                  <a:outerShdw blurRad="38100" dist="38100" dir="2700000" algn="tl">
                    <a:srgbClr val="C0C0C0"/>
                  </a:outerShdw>
                </a:effectLst>
              </a:rPr>
              <a:t>ENDIF</a:t>
            </a:r>
          </a:p>
        </p:txBody>
      </p:sp>
      <p:sp>
        <p:nvSpPr>
          <p:cNvPr id="14346" name="Text Box 9"/>
          <p:cNvSpPr txBox="1">
            <a:spLocks noChangeArrowheads="1"/>
          </p:cNvSpPr>
          <p:nvPr/>
        </p:nvSpPr>
        <p:spPr bwMode="auto">
          <a:xfrm>
            <a:off x="304800" y="457200"/>
            <a:ext cx="845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3200" b="1" i="1">
                <a:solidFill>
                  <a:srgbClr val="000080"/>
                </a:solidFill>
                <a:effectLst/>
              </a:rPr>
              <a:t>f</a:t>
            </a:r>
            <a:r>
              <a:rPr lang="en-US" altLang="zh-CN" sz="3200" b="1">
                <a:solidFill>
                  <a:srgbClr val="000080"/>
                </a:solidFill>
                <a:effectLst/>
              </a:rPr>
              <a:t>(</a:t>
            </a:r>
            <a:r>
              <a:rPr lang="en-US" altLang="zh-CN" sz="3200" b="1" i="1">
                <a:solidFill>
                  <a:srgbClr val="000080"/>
                </a:solidFill>
                <a:effectLst/>
              </a:rPr>
              <a:t>x</a:t>
            </a:r>
            <a:r>
              <a:rPr lang="en-US" altLang="zh-CN" sz="3200" b="1">
                <a:solidFill>
                  <a:srgbClr val="000080"/>
                </a:solidFill>
                <a:effectLst/>
              </a:rPr>
              <a:t>) = cos </a:t>
            </a:r>
            <a:r>
              <a:rPr lang="en-US" altLang="zh-CN" sz="3200" b="1" i="1">
                <a:solidFill>
                  <a:srgbClr val="000080"/>
                </a:solidFill>
                <a:effectLst/>
              </a:rPr>
              <a:t>x </a:t>
            </a:r>
            <a:r>
              <a:rPr lang="en-US" altLang="zh-CN" sz="3200" b="1">
                <a:solidFill>
                  <a:srgbClr val="000080"/>
                </a:solidFill>
                <a:effectLst/>
              </a:rPr>
              <a:t>- 1/2</a:t>
            </a:r>
            <a:r>
              <a:rPr lang="en-US" altLang="zh-CN" sz="3200" b="1">
                <a:solidFill>
                  <a:srgbClr val="000000"/>
                </a:solidFill>
                <a:effectLst/>
              </a:rPr>
              <a:t>.   </a:t>
            </a:r>
            <a:r>
              <a:rPr lang="en-US" altLang="zh-CN" sz="3200" b="1" i="1">
                <a:solidFill>
                  <a:srgbClr val="000080"/>
                </a:solidFill>
                <a:effectLst/>
              </a:rPr>
              <a:t>x</a:t>
            </a:r>
            <a:r>
              <a:rPr lang="en-US" altLang="zh-CN" sz="3200" b="1" i="1" baseline="-25000">
                <a:solidFill>
                  <a:srgbClr val="000080"/>
                </a:solidFill>
                <a:effectLst/>
              </a:rPr>
              <a:t>a</a:t>
            </a:r>
            <a:r>
              <a:rPr lang="en-US" altLang="zh-CN" sz="3200" b="1" i="1">
                <a:solidFill>
                  <a:srgbClr val="000080"/>
                </a:solidFill>
                <a:effectLst/>
              </a:rPr>
              <a:t> = </a:t>
            </a:r>
            <a:r>
              <a:rPr lang="en-US" altLang="zh-CN" sz="3200" b="1">
                <a:solidFill>
                  <a:srgbClr val="008000"/>
                </a:solidFill>
                <a:effectLst/>
              </a:rPr>
              <a:t>0 </a:t>
            </a:r>
            <a:r>
              <a:rPr lang="en-US" altLang="zh-CN" sz="3200" b="1">
                <a:solidFill>
                  <a:srgbClr val="000000"/>
                </a:solidFill>
                <a:effectLst/>
              </a:rPr>
              <a:t>and </a:t>
            </a:r>
            <a:r>
              <a:rPr lang="en-US" altLang="zh-CN" sz="3200" b="1" i="1">
                <a:solidFill>
                  <a:srgbClr val="000080"/>
                </a:solidFill>
                <a:effectLst/>
              </a:rPr>
              <a:t>x</a:t>
            </a:r>
            <a:r>
              <a:rPr lang="en-US" altLang="zh-CN" sz="3200" b="1" i="1" baseline="-25000">
                <a:solidFill>
                  <a:srgbClr val="000080"/>
                </a:solidFill>
                <a:effectLst/>
              </a:rPr>
              <a:t>b</a:t>
            </a:r>
            <a:r>
              <a:rPr lang="en-US" altLang="zh-CN" sz="3200" b="1" i="1">
                <a:solidFill>
                  <a:srgbClr val="000080"/>
                </a:solidFill>
                <a:effectLst/>
              </a:rPr>
              <a:t> = </a:t>
            </a:r>
            <a:r>
              <a:rPr lang="en-US" altLang="zh-CN" sz="3200" b="1">
                <a:solidFill>
                  <a:srgbClr val="008000"/>
                </a:solidFill>
                <a:effectLst/>
              </a:rPr>
              <a:t>p/2.</a:t>
            </a:r>
            <a:endParaRPr lang="zh-CN" altLang="en-US" sz="3200" b="1">
              <a:solidFill>
                <a:srgbClr val="008000"/>
              </a:solidFill>
              <a:effectLst/>
            </a:endParaRPr>
          </a:p>
        </p:txBody>
      </p:sp>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2498"/>
                                        </p:tgtEl>
                                        <p:attrNameLst>
                                          <p:attrName>style.visibility</p:attrName>
                                        </p:attrNameLst>
                                      </p:cBhvr>
                                      <p:to>
                                        <p:strVal val="visible"/>
                                      </p:to>
                                    </p:set>
                                    <p:anim calcmode="lin" valueType="num">
                                      <p:cBhvr additive="base">
                                        <p:cTn id="7" dur="500" fill="hold"/>
                                        <p:tgtEl>
                                          <p:spTgt spid="362498"/>
                                        </p:tgtEl>
                                        <p:attrNameLst>
                                          <p:attrName>ppt_x</p:attrName>
                                        </p:attrNameLst>
                                      </p:cBhvr>
                                      <p:tavLst>
                                        <p:tav tm="0">
                                          <p:val>
                                            <p:strVal val="0-#ppt_w/2"/>
                                          </p:val>
                                        </p:tav>
                                        <p:tav tm="100000">
                                          <p:val>
                                            <p:strVal val="#ppt_x"/>
                                          </p:val>
                                        </p:tav>
                                      </p:tavLst>
                                    </p:anim>
                                    <p:anim calcmode="lin" valueType="num">
                                      <p:cBhvr additive="base">
                                        <p:cTn id="8" dur="500" fill="hold"/>
                                        <p:tgtEl>
                                          <p:spTgt spid="36249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62502"/>
                                        </p:tgtEl>
                                        <p:attrNameLst>
                                          <p:attrName>style.visibility</p:attrName>
                                        </p:attrNameLst>
                                      </p:cBhvr>
                                      <p:to>
                                        <p:strVal val="visible"/>
                                      </p:to>
                                    </p:set>
                                    <p:anim calcmode="lin" valueType="num">
                                      <p:cBhvr additive="base">
                                        <p:cTn id="13" dur="500" fill="hold"/>
                                        <p:tgtEl>
                                          <p:spTgt spid="362502"/>
                                        </p:tgtEl>
                                        <p:attrNameLst>
                                          <p:attrName>ppt_x</p:attrName>
                                        </p:attrNameLst>
                                      </p:cBhvr>
                                      <p:tavLst>
                                        <p:tav tm="0">
                                          <p:val>
                                            <p:strVal val="0-#ppt_w/2"/>
                                          </p:val>
                                        </p:tav>
                                        <p:tav tm="100000">
                                          <p:val>
                                            <p:strVal val="#ppt_x"/>
                                          </p:val>
                                        </p:tav>
                                      </p:tavLst>
                                    </p:anim>
                                    <p:anim calcmode="lin" valueType="num">
                                      <p:cBhvr additive="base">
                                        <p:cTn id="14" dur="500" fill="hold"/>
                                        <p:tgtEl>
                                          <p:spTgt spid="36250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62499"/>
                                        </p:tgtEl>
                                        <p:attrNameLst>
                                          <p:attrName>style.visibility</p:attrName>
                                        </p:attrNameLst>
                                      </p:cBhvr>
                                      <p:to>
                                        <p:strVal val="visible"/>
                                      </p:to>
                                    </p:set>
                                    <p:anim calcmode="lin" valueType="num">
                                      <p:cBhvr additive="base">
                                        <p:cTn id="19" dur="500" fill="hold"/>
                                        <p:tgtEl>
                                          <p:spTgt spid="362499"/>
                                        </p:tgtEl>
                                        <p:attrNameLst>
                                          <p:attrName>ppt_x</p:attrName>
                                        </p:attrNameLst>
                                      </p:cBhvr>
                                      <p:tavLst>
                                        <p:tav tm="0">
                                          <p:val>
                                            <p:strVal val="0-#ppt_w/2"/>
                                          </p:val>
                                        </p:tav>
                                        <p:tav tm="100000">
                                          <p:val>
                                            <p:strVal val="#ppt_x"/>
                                          </p:val>
                                        </p:tav>
                                      </p:tavLst>
                                    </p:anim>
                                    <p:anim calcmode="lin" valueType="num">
                                      <p:cBhvr additive="base">
                                        <p:cTn id="20" dur="500" fill="hold"/>
                                        <p:tgtEl>
                                          <p:spTgt spid="36249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62503"/>
                                        </p:tgtEl>
                                        <p:attrNameLst>
                                          <p:attrName>style.visibility</p:attrName>
                                        </p:attrNameLst>
                                      </p:cBhvr>
                                      <p:to>
                                        <p:strVal val="visible"/>
                                      </p:to>
                                    </p:set>
                                    <p:anim calcmode="lin" valueType="num">
                                      <p:cBhvr additive="base">
                                        <p:cTn id="25" dur="500" fill="hold"/>
                                        <p:tgtEl>
                                          <p:spTgt spid="362503"/>
                                        </p:tgtEl>
                                        <p:attrNameLst>
                                          <p:attrName>ppt_x</p:attrName>
                                        </p:attrNameLst>
                                      </p:cBhvr>
                                      <p:tavLst>
                                        <p:tav tm="0">
                                          <p:val>
                                            <p:strVal val="0-#ppt_w/2"/>
                                          </p:val>
                                        </p:tav>
                                        <p:tav tm="100000">
                                          <p:val>
                                            <p:strVal val="#ppt_x"/>
                                          </p:val>
                                        </p:tav>
                                      </p:tavLst>
                                    </p:anim>
                                    <p:anim calcmode="lin" valueType="num">
                                      <p:cBhvr additive="base">
                                        <p:cTn id="26" dur="500" fill="hold"/>
                                        <p:tgtEl>
                                          <p:spTgt spid="362503"/>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62504"/>
                                        </p:tgtEl>
                                        <p:attrNameLst>
                                          <p:attrName>style.visibility</p:attrName>
                                        </p:attrNameLst>
                                      </p:cBhvr>
                                      <p:to>
                                        <p:strVal val="visible"/>
                                      </p:to>
                                    </p:set>
                                    <p:anim calcmode="lin" valueType="num">
                                      <p:cBhvr additive="base">
                                        <p:cTn id="31" dur="500" fill="hold"/>
                                        <p:tgtEl>
                                          <p:spTgt spid="362504"/>
                                        </p:tgtEl>
                                        <p:attrNameLst>
                                          <p:attrName>ppt_x</p:attrName>
                                        </p:attrNameLst>
                                      </p:cBhvr>
                                      <p:tavLst>
                                        <p:tav tm="0">
                                          <p:val>
                                            <p:strVal val="0-#ppt_w/2"/>
                                          </p:val>
                                        </p:tav>
                                        <p:tav tm="100000">
                                          <p:val>
                                            <p:strVal val="#ppt_x"/>
                                          </p:val>
                                        </p:tav>
                                      </p:tavLst>
                                    </p:anim>
                                    <p:anim calcmode="lin" valueType="num">
                                      <p:cBhvr additive="base">
                                        <p:cTn id="32" dur="500" fill="hold"/>
                                        <p:tgtEl>
                                          <p:spTgt spid="362504"/>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62500"/>
                                        </p:tgtEl>
                                        <p:attrNameLst>
                                          <p:attrName>style.visibility</p:attrName>
                                        </p:attrNameLst>
                                      </p:cBhvr>
                                      <p:to>
                                        <p:strVal val="visible"/>
                                      </p:to>
                                    </p:set>
                                    <p:anim calcmode="lin" valueType="num">
                                      <p:cBhvr additive="base">
                                        <p:cTn id="37" dur="500" fill="hold"/>
                                        <p:tgtEl>
                                          <p:spTgt spid="362500"/>
                                        </p:tgtEl>
                                        <p:attrNameLst>
                                          <p:attrName>ppt_x</p:attrName>
                                        </p:attrNameLst>
                                      </p:cBhvr>
                                      <p:tavLst>
                                        <p:tav tm="0">
                                          <p:val>
                                            <p:strVal val="0-#ppt_w/2"/>
                                          </p:val>
                                        </p:tav>
                                        <p:tav tm="100000">
                                          <p:val>
                                            <p:strVal val="#ppt_x"/>
                                          </p:val>
                                        </p:tav>
                                      </p:tavLst>
                                    </p:anim>
                                    <p:anim calcmode="lin" valueType="num">
                                      <p:cBhvr additive="base">
                                        <p:cTn id="38" dur="500" fill="hold"/>
                                        <p:tgtEl>
                                          <p:spTgt spid="362500"/>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62501"/>
                                        </p:tgtEl>
                                        <p:attrNameLst>
                                          <p:attrName>style.visibility</p:attrName>
                                        </p:attrNameLst>
                                      </p:cBhvr>
                                      <p:to>
                                        <p:strVal val="visible"/>
                                      </p:to>
                                    </p:set>
                                    <p:anim calcmode="lin" valueType="num">
                                      <p:cBhvr additive="base">
                                        <p:cTn id="43" dur="500" fill="hold"/>
                                        <p:tgtEl>
                                          <p:spTgt spid="362501"/>
                                        </p:tgtEl>
                                        <p:attrNameLst>
                                          <p:attrName>ppt_x</p:attrName>
                                        </p:attrNameLst>
                                      </p:cBhvr>
                                      <p:tavLst>
                                        <p:tav tm="0">
                                          <p:val>
                                            <p:strVal val="0-#ppt_w/2"/>
                                          </p:val>
                                        </p:tav>
                                        <p:tav tm="100000">
                                          <p:val>
                                            <p:strVal val="#ppt_x"/>
                                          </p:val>
                                        </p:tav>
                                      </p:tavLst>
                                    </p:anim>
                                    <p:anim calcmode="lin" valueType="num">
                                      <p:cBhvr additive="base">
                                        <p:cTn id="44" dur="500" fill="hold"/>
                                        <p:tgtEl>
                                          <p:spTgt spid="36250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8" grpId="0" autoUpdateAnimBg="0"/>
      <p:bldP spid="362499" grpId="0" autoUpdateAnimBg="0"/>
      <p:bldP spid="362500" grpId="0" autoUpdateAnimBg="0"/>
      <p:bldP spid="362501" grpId="0" autoUpdateAnimBg="0"/>
      <p:bldP spid="362502" grpId="0" autoUpdateAnimBg="0"/>
      <p:bldP spid="362503" grpId="0" autoUpdateAnimBg="0"/>
      <p:bldP spid="362504"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25EF1D42-8769-40E3-A1D2-A3CBFBA85246}" type="slidenum">
              <a:rPr lang="zh-CN" altLang="en-US"/>
              <a:pPr>
                <a:defRPr/>
              </a:pPr>
              <a:t>13</a:t>
            </a:fld>
            <a:endParaRPr lang="en-US" altLang="zh-CN"/>
          </a:p>
        </p:txBody>
      </p:sp>
      <p:sp>
        <p:nvSpPr>
          <p:cNvPr id="15363" name="Text Box 2"/>
          <p:cNvSpPr txBox="1">
            <a:spLocks noChangeArrowheads="1"/>
          </p:cNvSpPr>
          <p:nvPr/>
        </p:nvSpPr>
        <p:spPr bwMode="auto">
          <a:xfrm>
            <a:off x="0" y="381000"/>
            <a:ext cx="4233863" cy="618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zh-CN" altLang="en-US" sz="2000">
                <a:solidFill>
                  <a:srgbClr val="000000"/>
                </a:solidFill>
                <a:effectLst/>
              </a:rPr>
              <a:t>           1        1.500000    5.000000</a:t>
            </a:r>
            <a:r>
              <a:rPr lang="en-US" altLang="zh-CN" sz="2000">
                <a:solidFill>
                  <a:srgbClr val="000000"/>
                </a:solidFill>
                <a:effectLst/>
              </a:rPr>
              <a:t>E-01</a:t>
            </a:r>
          </a:p>
          <a:p>
            <a:r>
              <a:rPr lang="en-US" altLang="zh-CN" sz="2000">
                <a:solidFill>
                  <a:srgbClr val="000000"/>
                </a:solidFill>
                <a:effectLst/>
              </a:rPr>
              <a:t>           2        1.250000    2.500000E-01</a:t>
            </a:r>
          </a:p>
          <a:p>
            <a:r>
              <a:rPr lang="en-US" altLang="zh-CN" sz="2000">
                <a:solidFill>
                  <a:srgbClr val="000000"/>
                </a:solidFill>
                <a:effectLst/>
              </a:rPr>
              <a:t>           3        1.125000    1.250000E-01</a:t>
            </a:r>
          </a:p>
          <a:p>
            <a:r>
              <a:rPr lang="en-US" altLang="zh-CN" sz="2000">
                <a:solidFill>
                  <a:srgbClr val="000000"/>
                </a:solidFill>
                <a:effectLst/>
              </a:rPr>
              <a:t>           4        1.062500    6.250000E-02</a:t>
            </a:r>
          </a:p>
          <a:p>
            <a:r>
              <a:rPr lang="en-US" altLang="zh-CN" sz="2000">
                <a:solidFill>
                  <a:srgbClr val="000000"/>
                </a:solidFill>
                <a:effectLst/>
              </a:rPr>
              <a:t>           5        1.031250    3.125000E-02</a:t>
            </a:r>
          </a:p>
          <a:p>
            <a:r>
              <a:rPr lang="en-US" altLang="zh-CN" sz="2000">
                <a:solidFill>
                  <a:srgbClr val="000000"/>
                </a:solidFill>
                <a:effectLst/>
              </a:rPr>
              <a:t>           6        1.046875    1.562500E-02</a:t>
            </a:r>
          </a:p>
          <a:p>
            <a:r>
              <a:rPr lang="en-US" altLang="zh-CN" sz="2000">
                <a:solidFill>
                  <a:srgbClr val="000000"/>
                </a:solidFill>
                <a:effectLst/>
              </a:rPr>
              <a:t>           7        1.054688    7.812500E-03</a:t>
            </a:r>
          </a:p>
          <a:p>
            <a:r>
              <a:rPr lang="en-US" altLang="zh-CN" sz="2000">
                <a:solidFill>
                  <a:srgbClr val="000000"/>
                </a:solidFill>
                <a:effectLst/>
              </a:rPr>
              <a:t>           8        1.050781    3.906250E-03</a:t>
            </a:r>
          </a:p>
          <a:p>
            <a:r>
              <a:rPr lang="en-US" altLang="zh-CN" sz="2000">
                <a:solidFill>
                  <a:srgbClr val="000000"/>
                </a:solidFill>
                <a:effectLst/>
              </a:rPr>
              <a:t>           9        1.048828    1.953125E-03</a:t>
            </a:r>
          </a:p>
          <a:p>
            <a:r>
              <a:rPr lang="en-US" altLang="zh-CN" sz="2000">
                <a:solidFill>
                  <a:srgbClr val="000000"/>
                </a:solidFill>
                <a:effectLst/>
              </a:rPr>
              <a:t>          10        1.047852    9.765625E-04</a:t>
            </a:r>
          </a:p>
          <a:p>
            <a:r>
              <a:rPr lang="en-US" altLang="zh-CN" sz="2000">
                <a:solidFill>
                  <a:srgbClr val="000000"/>
                </a:solidFill>
                <a:effectLst/>
              </a:rPr>
              <a:t>          11        1.047363    4.882813E-04</a:t>
            </a:r>
          </a:p>
          <a:p>
            <a:r>
              <a:rPr lang="en-US" altLang="zh-CN" sz="2000">
                <a:solidFill>
                  <a:srgbClr val="000000"/>
                </a:solidFill>
                <a:effectLst/>
              </a:rPr>
              <a:t>          12        1.047119    2.441406E-04</a:t>
            </a:r>
          </a:p>
          <a:p>
            <a:r>
              <a:rPr lang="en-US" altLang="zh-CN" sz="2000">
                <a:solidFill>
                  <a:srgbClr val="000000"/>
                </a:solidFill>
                <a:effectLst/>
              </a:rPr>
              <a:t>          13        1.047241    1.220703E-04</a:t>
            </a:r>
          </a:p>
          <a:p>
            <a:r>
              <a:rPr lang="en-US" altLang="zh-CN" sz="2000">
                <a:solidFill>
                  <a:srgbClr val="000000"/>
                </a:solidFill>
                <a:effectLst/>
              </a:rPr>
              <a:t>          14        1.047180    6.103516E-05</a:t>
            </a:r>
          </a:p>
          <a:p>
            <a:r>
              <a:rPr lang="en-US" altLang="zh-CN" sz="2000">
                <a:solidFill>
                  <a:srgbClr val="000000"/>
                </a:solidFill>
                <a:effectLst/>
              </a:rPr>
              <a:t>          15        1.047211    3.051758E-05</a:t>
            </a:r>
          </a:p>
          <a:p>
            <a:r>
              <a:rPr lang="en-US" altLang="zh-CN" sz="2000">
                <a:solidFill>
                  <a:srgbClr val="000000"/>
                </a:solidFill>
                <a:effectLst/>
              </a:rPr>
              <a:t>          16        1.047195    1.525879E-05</a:t>
            </a:r>
          </a:p>
          <a:p>
            <a:r>
              <a:rPr lang="en-US" altLang="zh-CN" sz="2000">
                <a:solidFill>
                  <a:srgbClr val="000000"/>
                </a:solidFill>
                <a:effectLst/>
              </a:rPr>
              <a:t>          17        1.047203    7.629395E-06</a:t>
            </a:r>
          </a:p>
          <a:p>
            <a:r>
              <a:rPr lang="en-US" altLang="zh-CN" sz="2000">
                <a:solidFill>
                  <a:srgbClr val="000000"/>
                </a:solidFill>
                <a:effectLst/>
              </a:rPr>
              <a:t>          18        1.047199    3.814697E-06</a:t>
            </a:r>
          </a:p>
          <a:p>
            <a:r>
              <a:rPr lang="en-US" altLang="zh-CN" sz="2000">
                <a:solidFill>
                  <a:srgbClr val="000000"/>
                </a:solidFill>
                <a:effectLst/>
              </a:rPr>
              <a:t>          19        1.047197    1.907349E-06</a:t>
            </a:r>
          </a:p>
          <a:p>
            <a:r>
              <a:rPr lang="en-US" altLang="zh-CN" sz="2000">
                <a:solidFill>
                  <a:srgbClr val="000000"/>
                </a:solidFill>
                <a:effectLst/>
              </a:rPr>
              <a:t>          20        1.047198    9.536743E-07</a:t>
            </a:r>
            <a:endParaRPr lang="zh-CN" altLang="en-US" sz="2000">
              <a:solidFill>
                <a:srgbClr val="000000"/>
              </a:solidFill>
              <a:effectLst/>
            </a:endParaRPr>
          </a:p>
        </p:txBody>
      </p:sp>
      <p:sp>
        <p:nvSpPr>
          <p:cNvPr id="363523" name="Text Box 3"/>
          <p:cNvSpPr txBox="1">
            <a:spLocks noChangeArrowheads="1"/>
          </p:cNvSpPr>
          <p:nvPr/>
        </p:nvSpPr>
        <p:spPr bwMode="auto">
          <a:xfrm>
            <a:off x="4648200" y="152400"/>
            <a:ext cx="4410075" cy="6492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a:effectLst>
                  <a:outerShdw blurRad="38100" dist="38100" dir="2700000" algn="tl">
                    <a:srgbClr val="C0C0C0"/>
                  </a:outerShdw>
                </a:effectLst>
              </a:rPr>
              <a:t>             </a:t>
            </a:r>
            <a:r>
              <a:rPr lang="zh-CN" altLang="en-US" sz="2000">
                <a:solidFill>
                  <a:srgbClr val="000000"/>
                </a:solidFill>
                <a:effectLst/>
              </a:rPr>
              <a:t>1    7.853981</a:t>
            </a:r>
            <a:r>
              <a:rPr lang="en-US" altLang="zh-CN" sz="2000">
                <a:solidFill>
                  <a:srgbClr val="000000"/>
                </a:solidFill>
                <a:effectLst/>
              </a:rPr>
              <a:t>E-01    7.853981E-01</a:t>
            </a:r>
          </a:p>
          <a:p>
            <a:pPr>
              <a:defRPr/>
            </a:pPr>
            <a:r>
              <a:rPr lang="en-US" altLang="zh-CN" sz="2000">
                <a:solidFill>
                  <a:srgbClr val="000000"/>
                </a:solidFill>
                <a:effectLst/>
              </a:rPr>
              <a:t>           2        1.178097    3.926991E-01</a:t>
            </a:r>
          </a:p>
          <a:p>
            <a:pPr>
              <a:defRPr/>
            </a:pPr>
            <a:r>
              <a:rPr lang="en-US" altLang="zh-CN" sz="2000">
                <a:solidFill>
                  <a:srgbClr val="000000"/>
                </a:solidFill>
                <a:effectLst/>
              </a:rPr>
              <a:t>           3    9.817477E-01    1.963496E-01</a:t>
            </a:r>
          </a:p>
          <a:p>
            <a:pPr>
              <a:defRPr/>
            </a:pPr>
            <a:r>
              <a:rPr lang="en-US" altLang="zh-CN" sz="2000">
                <a:solidFill>
                  <a:srgbClr val="000000"/>
                </a:solidFill>
                <a:effectLst/>
              </a:rPr>
              <a:t>           4        1.079922    9.817475E-02</a:t>
            </a:r>
          </a:p>
          <a:p>
            <a:pPr>
              <a:defRPr/>
            </a:pPr>
            <a:r>
              <a:rPr lang="en-US" altLang="zh-CN" sz="2000">
                <a:solidFill>
                  <a:srgbClr val="000000"/>
                </a:solidFill>
                <a:effectLst/>
              </a:rPr>
              <a:t>           5        1.030835    4.908741E-02</a:t>
            </a:r>
          </a:p>
          <a:p>
            <a:pPr>
              <a:defRPr/>
            </a:pPr>
            <a:r>
              <a:rPr lang="en-US" altLang="zh-CN" sz="2000">
                <a:solidFill>
                  <a:srgbClr val="000000"/>
                </a:solidFill>
                <a:effectLst/>
              </a:rPr>
              <a:t>           6        1.055379    2.454364E-02</a:t>
            </a:r>
          </a:p>
          <a:p>
            <a:pPr>
              <a:defRPr/>
            </a:pPr>
            <a:r>
              <a:rPr lang="en-US" altLang="zh-CN" sz="2000">
                <a:solidFill>
                  <a:srgbClr val="000000"/>
                </a:solidFill>
                <a:effectLst/>
              </a:rPr>
              <a:t>           7        1.043107    1.227188E-02</a:t>
            </a:r>
          </a:p>
          <a:p>
            <a:pPr>
              <a:defRPr/>
            </a:pPr>
            <a:r>
              <a:rPr lang="en-US" altLang="zh-CN" sz="2000">
                <a:solidFill>
                  <a:srgbClr val="000000"/>
                </a:solidFill>
                <a:effectLst/>
              </a:rPr>
              <a:t>           8        1.049243    6.135941E-03</a:t>
            </a:r>
          </a:p>
          <a:p>
            <a:pPr>
              <a:defRPr/>
            </a:pPr>
            <a:r>
              <a:rPr lang="en-US" altLang="zh-CN" sz="2000">
                <a:solidFill>
                  <a:srgbClr val="000000"/>
                </a:solidFill>
                <a:effectLst/>
              </a:rPr>
              <a:t>           9        1.046175    3.067970E-03</a:t>
            </a:r>
          </a:p>
          <a:p>
            <a:pPr>
              <a:defRPr/>
            </a:pPr>
            <a:r>
              <a:rPr lang="en-US" altLang="zh-CN" sz="2000">
                <a:solidFill>
                  <a:srgbClr val="000000"/>
                </a:solidFill>
                <a:effectLst/>
              </a:rPr>
              <a:t>          10        1.047709    1.533985E-03</a:t>
            </a:r>
          </a:p>
          <a:p>
            <a:pPr>
              <a:defRPr/>
            </a:pPr>
            <a:r>
              <a:rPr lang="en-US" altLang="zh-CN" sz="2000">
                <a:solidFill>
                  <a:srgbClr val="000000"/>
                </a:solidFill>
                <a:effectLst/>
              </a:rPr>
              <a:t>          11        1.046942    7.669926E-04</a:t>
            </a:r>
          </a:p>
          <a:p>
            <a:pPr>
              <a:defRPr/>
            </a:pPr>
            <a:r>
              <a:rPr lang="en-US" altLang="zh-CN" sz="2000">
                <a:solidFill>
                  <a:srgbClr val="000000"/>
                </a:solidFill>
                <a:effectLst/>
              </a:rPr>
              <a:t>          12        1.047325    3.834963E-04</a:t>
            </a:r>
          </a:p>
          <a:p>
            <a:pPr>
              <a:defRPr/>
            </a:pPr>
            <a:r>
              <a:rPr lang="en-US" altLang="zh-CN" sz="2000">
                <a:solidFill>
                  <a:srgbClr val="000000"/>
                </a:solidFill>
                <a:effectLst/>
              </a:rPr>
              <a:t>          13        1.047133    1.918077E-04</a:t>
            </a:r>
          </a:p>
          <a:p>
            <a:pPr>
              <a:defRPr/>
            </a:pPr>
            <a:r>
              <a:rPr lang="en-US" altLang="zh-CN" sz="2000">
                <a:solidFill>
                  <a:srgbClr val="000000"/>
                </a:solidFill>
                <a:effectLst/>
              </a:rPr>
              <a:t>          14        1.047229    9.584427E-05</a:t>
            </a:r>
          </a:p>
          <a:p>
            <a:pPr>
              <a:defRPr/>
            </a:pPr>
            <a:r>
              <a:rPr lang="en-US" altLang="zh-CN" sz="2000">
                <a:solidFill>
                  <a:srgbClr val="000000"/>
                </a:solidFill>
                <a:effectLst/>
              </a:rPr>
              <a:t>          15        1.047181    4.792213E-05</a:t>
            </a:r>
          </a:p>
          <a:p>
            <a:pPr>
              <a:defRPr/>
            </a:pPr>
            <a:r>
              <a:rPr lang="en-US" altLang="zh-CN" sz="2000">
                <a:solidFill>
                  <a:srgbClr val="000000"/>
                </a:solidFill>
                <a:effectLst/>
              </a:rPr>
              <a:t>          16        1.047205    2.396107E-05</a:t>
            </a:r>
          </a:p>
          <a:p>
            <a:pPr>
              <a:defRPr/>
            </a:pPr>
            <a:r>
              <a:rPr lang="en-US" altLang="zh-CN" sz="2000">
                <a:solidFill>
                  <a:srgbClr val="000000"/>
                </a:solidFill>
                <a:effectLst/>
              </a:rPr>
              <a:t>          17        1.047193    1.204014E-05</a:t>
            </a:r>
          </a:p>
          <a:p>
            <a:pPr>
              <a:defRPr/>
            </a:pPr>
            <a:r>
              <a:rPr lang="en-US" altLang="zh-CN" sz="2000">
                <a:solidFill>
                  <a:srgbClr val="000000"/>
                </a:solidFill>
                <a:effectLst/>
              </a:rPr>
              <a:t>          18        1.047199    5.960464E-06</a:t>
            </a:r>
          </a:p>
          <a:p>
            <a:pPr>
              <a:defRPr/>
            </a:pPr>
            <a:r>
              <a:rPr lang="en-US" altLang="zh-CN" sz="2000">
                <a:solidFill>
                  <a:srgbClr val="000000"/>
                </a:solidFill>
                <a:effectLst/>
              </a:rPr>
              <a:t>          19        1.047196    2.980232E-06</a:t>
            </a:r>
          </a:p>
          <a:p>
            <a:pPr>
              <a:defRPr/>
            </a:pPr>
            <a:r>
              <a:rPr lang="en-US" altLang="zh-CN" sz="2000">
                <a:solidFill>
                  <a:srgbClr val="000000"/>
                </a:solidFill>
                <a:effectLst/>
              </a:rPr>
              <a:t>          20        1.047198    1.549721E-06</a:t>
            </a:r>
          </a:p>
          <a:p>
            <a:pPr>
              <a:defRPr/>
            </a:pPr>
            <a:r>
              <a:rPr lang="en-US" altLang="zh-CN" sz="2000">
                <a:solidFill>
                  <a:srgbClr val="000000"/>
                </a:solidFill>
                <a:effectLst/>
              </a:rPr>
              <a:t>          21        1.047197    7.152557E-07</a:t>
            </a:r>
            <a:endParaRPr lang="zh-CN" altLang="en-US" sz="2000">
              <a:solidFill>
                <a:srgbClr val="000000"/>
              </a:solidFill>
              <a:effectLst/>
            </a:endParaRPr>
          </a:p>
        </p:txBody>
      </p:sp>
      <p:sp>
        <p:nvSpPr>
          <p:cNvPr id="363524" name="Text Box 4"/>
          <p:cNvSpPr txBox="1">
            <a:spLocks noChangeArrowheads="1"/>
          </p:cNvSpPr>
          <p:nvPr/>
        </p:nvSpPr>
        <p:spPr bwMode="auto">
          <a:xfrm>
            <a:off x="228600" y="0"/>
            <a:ext cx="2209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2800" b="1" i="1">
                <a:solidFill>
                  <a:schemeClr val="tx1"/>
                </a:solidFill>
                <a:effectLst/>
              </a:rPr>
              <a:t>  x</a:t>
            </a:r>
            <a:r>
              <a:rPr lang="en-US" altLang="zh-CN" sz="2800" b="1" i="1">
                <a:solidFill>
                  <a:schemeClr val="tx1"/>
                </a:solidFill>
                <a:effectLst/>
                <a:sym typeface="Symbol" pitchFamily="18" charset="2"/>
              </a:rPr>
              <a:t></a:t>
            </a:r>
            <a:r>
              <a:rPr lang="en-US" altLang="zh-CN" sz="2800" b="1" i="1">
                <a:solidFill>
                  <a:schemeClr val="tx1"/>
                </a:solidFill>
                <a:effectLst/>
              </a:rPr>
              <a:t>[1,2]</a:t>
            </a:r>
            <a:r>
              <a:rPr lang="en-US" altLang="zh-CN" sz="2800" b="1">
                <a:solidFill>
                  <a:schemeClr val="tx1"/>
                </a:solidFill>
                <a:effectLst/>
              </a:rPr>
              <a:t> </a:t>
            </a:r>
            <a:endParaRPr lang="zh-CN" altLang="en-US" sz="2800" b="1">
              <a:solidFill>
                <a:schemeClr val="tx1"/>
              </a:solidFill>
              <a:effectLst/>
            </a:endParaRPr>
          </a:p>
        </p:txBody>
      </p:sp>
      <p:sp>
        <p:nvSpPr>
          <p:cNvPr id="363525" name="Text Box 5"/>
          <p:cNvSpPr txBox="1">
            <a:spLocks noChangeArrowheads="1"/>
          </p:cNvSpPr>
          <p:nvPr/>
        </p:nvSpPr>
        <p:spPr bwMode="auto">
          <a:xfrm>
            <a:off x="3124200" y="0"/>
            <a:ext cx="2209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2800" b="1" i="1">
                <a:solidFill>
                  <a:schemeClr val="tx1"/>
                </a:solidFill>
                <a:effectLst/>
              </a:rPr>
              <a:t>  x</a:t>
            </a:r>
            <a:r>
              <a:rPr lang="en-US" altLang="zh-CN" sz="2800" b="1" i="1">
                <a:solidFill>
                  <a:schemeClr val="tx1"/>
                </a:solidFill>
                <a:effectLst/>
                <a:sym typeface="Symbol" pitchFamily="18" charset="2"/>
              </a:rPr>
              <a:t></a:t>
            </a:r>
            <a:r>
              <a:rPr lang="en-US" altLang="zh-CN" sz="2800" b="1" i="1">
                <a:solidFill>
                  <a:schemeClr val="tx1"/>
                </a:solidFill>
                <a:effectLst/>
              </a:rPr>
              <a:t>[0,</a:t>
            </a:r>
            <a:r>
              <a:rPr lang="en-US" altLang="zh-CN" sz="2800" b="1" i="1">
                <a:solidFill>
                  <a:schemeClr val="tx1"/>
                </a:solidFill>
                <a:effectLst/>
                <a:sym typeface="Symbol" pitchFamily="18" charset="2"/>
              </a:rPr>
              <a:t>/</a:t>
            </a:r>
            <a:r>
              <a:rPr lang="en-US" altLang="zh-CN" sz="2800" b="1" i="1">
                <a:solidFill>
                  <a:schemeClr val="tx1"/>
                </a:solidFill>
                <a:effectLst/>
              </a:rPr>
              <a:t>2]</a:t>
            </a:r>
            <a:r>
              <a:rPr lang="en-US" altLang="zh-CN" sz="2800" b="1">
                <a:solidFill>
                  <a:schemeClr val="tx1"/>
                </a:solidFill>
                <a:effectLst/>
              </a:rPr>
              <a:t> </a:t>
            </a:r>
            <a:endParaRPr lang="zh-CN" altLang="en-US" sz="2800" b="1">
              <a:solidFill>
                <a:schemeClr val="tx1"/>
              </a:solidFill>
              <a:effectLst/>
            </a:endParaRPr>
          </a:p>
        </p:txBody>
      </p:sp>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3524"/>
                                        </p:tgtEl>
                                        <p:attrNameLst>
                                          <p:attrName>style.visibility</p:attrName>
                                        </p:attrNameLst>
                                      </p:cBhvr>
                                      <p:to>
                                        <p:strVal val="visible"/>
                                      </p:to>
                                    </p:set>
                                    <p:anim calcmode="lin" valueType="num">
                                      <p:cBhvr additive="base">
                                        <p:cTn id="7" dur="500" fill="hold"/>
                                        <p:tgtEl>
                                          <p:spTgt spid="363524"/>
                                        </p:tgtEl>
                                        <p:attrNameLst>
                                          <p:attrName>ppt_x</p:attrName>
                                        </p:attrNameLst>
                                      </p:cBhvr>
                                      <p:tavLst>
                                        <p:tav tm="0">
                                          <p:val>
                                            <p:strVal val="0-#ppt_w/2"/>
                                          </p:val>
                                        </p:tav>
                                        <p:tav tm="100000">
                                          <p:val>
                                            <p:strVal val="#ppt_x"/>
                                          </p:val>
                                        </p:tav>
                                      </p:tavLst>
                                    </p:anim>
                                    <p:anim calcmode="lin" valueType="num">
                                      <p:cBhvr additive="base">
                                        <p:cTn id="8" dur="500" fill="hold"/>
                                        <p:tgtEl>
                                          <p:spTgt spid="36352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63525"/>
                                        </p:tgtEl>
                                        <p:attrNameLst>
                                          <p:attrName>style.visibility</p:attrName>
                                        </p:attrNameLst>
                                      </p:cBhvr>
                                      <p:to>
                                        <p:strVal val="visible"/>
                                      </p:to>
                                    </p:set>
                                    <p:anim calcmode="lin" valueType="num">
                                      <p:cBhvr additive="base">
                                        <p:cTn id="13" dur="500" fill="hold"/>
                                        <p:tgtEl>
                                          <p:spTgt spid="363525"/>
                                        </p:tgtEl>
                                        <p:attrNameLst>
                                          <p:attrName>ppt_x</p:attrName>
                                        </p:attrNameLst>
                                      </p:cBhvr>
                                      <p:tavLst>
                                        <p:tav tm="0">
                                          <p:val>
                                            <p:strVal val="0-#ppt_w/2"/>
                                          </p:val>
                                        </p:tav>
                                        <p:tav tm="100000">
                                          <p:val>
                                            <p:strVal val="#ppt_x"/>
                                          </p:val>
                                        </p:tav>
                                      </p:tavLst>
                                    </p:anim>
                                    <p:anim calcmode="lin" valueType="num">
                                      <p:cBhvr additive="base">
                                        <p:cTn id="14" dur="500" fill="hold"/>
                                        <p:tgtEl>
                                          <p:spTgt spid="3635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4" grpId="0" autoUpdateAnimBg="0"/>
      <p:bldP spid="363525"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F68C477A-C5BF-4F6E-BD17-22F2FA0A44DF}" type="slidenum">
              <a:rPr lang="zh-CN" altLang="en-US"/>
              <a:pPr>
                <a:defRPr/>
              </a:pPr>
              <a:t>14</a:t>
            </a:fld>
            <a:endParaRPr lang="en-US" altLang="zh-CN"/>
          </a:p>
        </p:txBody>
      </p:sp>
      <p:sp>
        <p:nvSpPr>
          <p:cNvPr id="16387" name="Rectangle 2"/>
          <p:cNvSpPr>
            <a:spLocks noChangeArrowheads="1"/>
          </p:cNvSpPr>
          <p:nvPr/>
        </p:nvSpPr>
        <p:spPr bwMode="auto">
          <a:xfrm>
            <a:off x="609600" y="685800"/>
            <a:ext cx="55451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kumimoji="1" lang="en-US" altLang="zh-CN" sz="2800" b="1">
                <a:solidFill>
                  <a:schemeClr val="tx1"/>
                </a:solidFill>
                <a:effectLst/>
              </a:rPr>
              <a:t>2. Linear inter</a:t>
            </a:r>
            <a:r>
              <a:rPr kumimoji="1" lang="en-US" altLang="zh-CN" sz="2800" b="1">
                <a:solidFill>
                  <a:schemeClr val="tx1"/>
                </a:solidFill>
                <a:effectLst/>
                <a:ea typeface="宋体" charset="-122"/>
              </a:rPr>
              <a:t>polation </a:t>
            </a:r>
            <a:r>
              <a:rPr kumimoji="1" lang="zh-CN" altLang="en-US" sz="2800">
                <a:solidFill>
                  <a:schemeClr val="tx1"/>
                </a:solidFill>
                <a:effectLst/>
                <a:ea typeface="宋体" charset="-122"/>
              </a:rPr>
              <a:t>(</a:t>
            </a:r>
            <a:r>
              <a:rPr kumimoji="1" lang="en-US" altLang="zh-CN" sz="2800">
                <a:solidFill>
                  <a:schemeClr val="tx1"/>
                </a:solidFill>
                <a:effectLst/>
                <a:ea typeface="宋体" charset="-122"/>
              </a:rPr>
              <a:t>regula falsi)</a:t>
            </a:r>
            <a:endParaRPr kumimoji="1" lang="zh-CN" altLang="en-US" sz="2800" b="1">
              <a:solidFill>
                <a:schemeClr val="tx1"/>
              </a:solidFill>
              <a:effectLst/>
              <a:ea typeface="宋体" charset="-122"/>
            </a:endParaRPr>
          </a:p>
        </p:txBody>
      </p:sp>
      <p:pic>
        <p:nvPicPr>
          <p:cNvPr id="1638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1341438"/>
            <a:ext cx="5715000" cy="4846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45092" name="Object 4"/>
          <p:cNvGraphicFramePr>
            <a:graphicFrameLocks noChangeAspect="1"/>
          </p:cNvGraphicFramePr>
          <p:nvPr/>
        </p:nvGraphicFramePr>
        <p:xfrm>
          <a:off x="5148263" y="2551113"/>
          <a:ext cx="3941762" cy="1022350"/>
        </p:xfrm>
        <a:graphic>
          <a:graphicData uri="http://schemas.openxmlformats.org/presentationml/2006/ole">
            <mc:AlternateContent xmlns:mc="http://schemas.openxmlformats.org/markup-compatibility/2006">
              <mc:Choice xmlns:v="urn:schemas-microsoft-com:vml" Requires="v">
                <p:oleObj spid="_x0000_s16466" name="公式" r:id="rId4" imgW="1650960" imgH="431640" progId="Equation.3">
                  <p:embed/>
                </p:oleObj>
              </mc:Choice>
              <mc:Fallback>
                <p:oleObj name="公式" r:id="rId4" imgW="1650960" imgH="43164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48263" y="2551113"/>
                        <a:ext cx="3941762"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5093" name="Object 5"/>
          <p:cNvGraphicFramePr>
            <a:graphicFrameLocks noChangeAspect="1"/>
          </p:cNvGraphicFramePr>
          <p:nvPr/>
        </p:nvGraphicFramePr>
        <p:xfrm>
          <a:off x="5216525" y="5373688"/>
          <a:ext cx="3244850" cy="1022350"/>
        </p:xfrm>
        <a:graphic>
          <a:graphicData uri="http://schemas.openxmlformats.org/presentationml/2006/ole">
            <mc:AlternateContent xmlns:mc="http://schemas.openxmlformats.org/markup-compatibility/2006">
              <mc:Choice xmlns:v="urn:schemas-microsoft-com:vml" Requires="v">
                <p:oleObj spid="_x0000_s16467" name="公式" r:id="rId6" imgW="1358640" imgH="431640" progId="Equation.3">
                  <p:embed/>
                </p:oleObj>
              </mc:Choice>
              <mc:Fallback>
                <p:oleObj name="公式" r:id="rId6" imgW="1358640" imgH="43164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16525" y="5373688"/>
                        <a:ext cx="3244850"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3036767757"/>
              </p:ext>
            </p:extLst>
          </p:nvPr>
        </p:nvGraphicFramePr>
        <p:xfrm>
          <a:off x="2315635" y="1226747"/>
          <a:ext cx="6837363" cy="787400"/>
        </p:xfrm>
        <a:graphic>
          <a:graphicData uri="http://schemas.openxmlformats.org/presentationml/2006/ole">
            <mc:AlternateContent xmlns:mc="http://schemas.openxmlformats.org/markup-compatibility/2006">
              <mc:Choice xmlns:v="urn:schemas-microsoft-com:vml" Requires="v">
                <p:oleObj spid="_x0000_s16468" name="Equation" r:id="rId8" imgW="2066992" imgH="171450" progId="Equation.3">
                  <p:embed/>
                </p:oleObj>
              </mc:Choice>
              <mc:Fallback>
                <p:oleObj name="Equation" r:id="rId8" imgW="2066992" imgH="171450"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15635" y="1226747"/>
                        <a:ext cx="6837363"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45092"/>
                                        </p:tgtEl>
                                        <p:attrNameLst>
                                          <p:attrName>style.visibility</p:attrName>
                                        </p:attrNameLst>
                                      </p:cBhvr>
                                      <p:to>
                                        <p:strVal val="visible"/>
                                      </p:to>
                                    </p:set>
                                    <p:anim calcmode="lin" valueType="num">
                                      <p:cBhvr additive="base">
                                        <p:cTn id="7" dur="500" fill="hold"/>
                                        <p:tgtEl>
                                          <p:spTgt spid="345092"/>
                                        </p:tgtEl>
                                        <p:attrNameLst>
                                          <p:attrName>ppt_x</p:attrName>
                                        </p:attrNameLst>
                                      </p:cBhvr>
                                      <p:tavLst>
                                        <p:tav tm="0">
                                          <p:val>
                                            <p:strVal val="#ppt_x"/>
                                          </p:val>
                                        </p:tav>
                                        <p:tav tm="100000">
                                          <p:val>
                                            <p:strVal val="#ppt_x"/>
                                          </p:val>
                                        </p:tav>
                                      </p:tavLst>
                                    </p:anim>
                                    <p:anim calcmode="lin" valueType="num">
                                      <p:cBhvr additive="base">
                                        <p:cTn id="8" dur="500" fill="hold"/>
                                        <p:tgtEl>
                                          <p:spTgt spid="34509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45093"/>
                                        </p:tgtEl>
                                        <p:attrNameLst>
                                          <p:attrName>style.visibility</p:attrName>
                                        </p:attrNameLst>
                                      </p:cBhvr>
                                      <p:to>
                                        <p:strVal val="visible"/>
                                      </p:to>
                                    </p:set>
                                    <p:anim calcmode="lin" valueType="num">
                                      <p:cBhvr additive="base">
                                        <p:cTn id="13" dur="500" fill="hold"/>
                                        <p:tgtEl>
                                          <p:spTgt spid="345093"/>
                                        </p:tgtEl>
                                        <p:attrNameLst>
                                          <p:attrName>ppt_x</p:attrName>
                                        </p:attrNameLst>
                                      </p:cBhvr>
                                      <p:tavLst>
                                        <p:tav tm="0">
                                          <p:val>
                                            <p:strVal val="#ppt_x"/>
                                          </p:val>
                                        </p:tav>
                                        <p:tav tm="100000">
                                          <p:val>
                                            <p:strVal val="#ppt_x"/>
                                          </p:val>
                                        </p:tav>
                                      </p:tavLst>
                                    </p:anim>
                                    <p:anim calcmode="lin" valueType="num">
                                      <p:cBhvr additive="base">
                                        <p:cTn id="14" dur="500" fill="hold"/>
                                        <p:tgtEl>
                                          <p:spTgt spid="34509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0-#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BCA7FCD2-35E6-42C9-A9B1-7553AF576538}" type="slidenum">
              <a:rPr lang="zh-CN" altLang="en-US"/>
              <a:pPr>
                <a:defRPr/>
              </a:pPr>
              <a:t>15</a:t>
            </a:fld>
            <a:endParaRPr lang="en-US" altLang="zh-CN"/>
          </a:p>
        </p:txBody>
      </p:sp>
      <p:sp>
        <p:nvSpPr>
          <p:cNvPr id="17411" name="Rectangle 2"/>
          <p:cNvSpPr>
            <a:spLocks noChangeArrowheads="1"/>
          </p:cNvSpPr>
          <p:nvPr/>
        </p:nvSpPr>
        <p:spPr bwMode="auto">
          <a:xfrm>
            <a:off x="179388" y="260350"/>
            <a:ext cx="8770937" cy="140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pPr>
              <a:lnSpc>
                <a:spcPct val="135000"/>
              </a:lnSpc>
            </a:pPr>
            <a:r>
              <a:rPr lang="en-US" altLang="zh-CN" sz="3200" b="1">
                <a:solidFill>
                  <a:srgbClr val="000000"/>
                </a:solidFill>
                <a:effectLst/>
              </a:rPr>
              <a:t>The basic algorithm for the </a:t>
            </a:r>
            <a:r>
              <a:rPr kumimoji="1" lang="en-US" altLang="zh-CN" sz="2800" b="1">
                <a:solidFill>
                  <a:schemeClr val="tx1"/>
                </a:solidFill>
                <a:effectLst/>
              </a:rPr>
              <a:t>Linear inter</a:t>
            </a:r>
            <a:r>
              <a:rPr kumimoji="1" lang="en-US" altLang="zh-CN" sz="2800" b="1">
                <a:solidFill>
                  <a:schemeClr val="tx1"/>
                </a:solidFill>
                <a:effectLst/>
                <a:ea typeface="宋体" charset="-122"/>
              </a:rPr>
              <a:t>polation </a:t>
            </a:r>
            <a:r>
              <a:rPr lang="en-US" altLang="zh-CN" sz="3200" b="1">
                <a:solidFill>
                  <a:srgbClr val="000000"/>
                </a:solidFill>
                <a:effectLst/>
              </a:rPr>
              <a:t>method relies on repeated application of</a:t>
            </a:r>
          </a:p>
        </p:txBody>
      </p:sp>
      <p:sp>
        <p:nvSpPr>
          <p:cNvPr id="347140" name="Text Box 4"/>
          <p:cNvSpPr txBox="1">
            <a:spLocks noChangeArrowheads="1"/>
          </p:cNvSpPr>
          <p:nvPr/>
        </p:nvSpPr>
        <p:spPr bwMode="auto">
          <a:xfrm>
            <a:off x="128588" y="3008313"/>
            <a:ext cx="9015412" cy="337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pPr>
              <a:lnSpc>
                <a:spcPct val="135000"/>
              </a:lnSpc>
            </a:pPr>
            <a:r>
              <a:rPr lang="en-US" altLang="zh-CN" sz="3200" b="1">
                <a:solidFill>
                  <a:srgbClr val="000000"/>
                </a:solidFill>
                <a:effectLst/>
              </a:rPr>
              <a:t>* if </a:t>
            </a:r>
            <a:r>
              <a:rPr lang="en-US" altLang="zh-CN" sz="3200" b="1" i="1">
                <a:solidFill>
                  <a:srgbClr val="000080"/>
                </a:solidFill>
                <a:effectLst/>
              </a:rPr>
              <a:t>f</a:t>
            </a:r>
            <a:r>
              <a:rPr lang="en-US" altLang="zh-CN" sz="3200" b="1" i="1" baseline="-25000">
                <a:solidFill>
                  <a:srgbClr val="008080"/>
                </a:solidFill>
                <a:effectLst/>
              </a:rPr>
              <a:t>c</a:t>
            </a:r>
            <a:r>
              <a:rPr lang="en-US" altLang="zh-CN" sz="3200" b="1" i="1">
                <a:solidFill>
                  <a:srgbClr val="008080"/>
                </a:solidFill>
                <a:effectLst/>
              </a:rPr>
              <a:t> </a:t>
            </a:r>
            <a:r>
              <a:rPr lang="en-US" altLang="zh-CN" sz="3200" b="1">
                <a:solidFill>
                  <a:srgbClr val="000080"/>
                </a:solidFill>
                <a:effectLst/>
              </a:rPr>
              <a:t>= </a:t>
            </a:r>
            <a:r>
              <a:rPr lang="en-US" altLang="zh-CN" sz="3200" b="1" i="1">
                <a:solidFill>
                  <a:srgbClr val="000080"/>
                </a:solidFill>
                <a:effectLst/>
              </a:rPr>
              <a:t>f</a:t>
            </a:r>
            <a:r>
              <a:rPr lang="en-US" altLang="zh-CN" sz="3200" b="1">
                <a:solidFill>
                  <a:srgbClr val="000080"/>
                </a:solidFill>
                <a:effectLst/>
              </a:rPr>
              <a:t>(</a:t>
            </a:r>
            <a:r>
              <a:rPr lang="en-US" altLang="zh-CN" sz="3200" b="1" i="1">
                <a:solidFill>
                  <a:srgbClr val="000080"/>
                </a:solidFill>
                <a:effectLst/>
              </a:rPr>
              <a:t>x</a:t>
            </a:r>
            <a:r>
              <a:rPr lang="en-US" altLang="zh-CN" sz="3200" b="1" i="1" baseline="-25000">
                <a:solidFill>
                  <a:srgbClr val="008080"/>
                </a:solidFill>
                <a:effectLst/>
              </a:rPr>
              <a:t>c</a:t>
            </a:r>
            <a:r>
              <a:rPr lang="en-US" altLang="zh-CN" sz="3200" b="1">
                <a:solidFill>
                  <a:srgbClr val="000080"/>
                </a:solidFill>
                <a:effectLst/>
              </a:rPr>
              <a:t>) = 0 </a:t>
            </a:r>
            <a:r>
              <a:rPr lang="en-US" altLang="zh-CN" sz="3200" b="1">
                <a:solidFill>
                  <a:srgbClr val="000000"/>
                </a:solidFill>
                <a:effectLst/>
              </a:rPr>
              <a:t>then </a:t>
            </a:r>
            <a:r>
              <a:rPr lang="en-US" altLang="zh-CN" sz="3200" b="1" i="1">
                <a:solidFill>
                  <a:srgbClr val="000080"/>
                </a:solidFill>
                <a:effectLst/>
              </a:rPr>
              <a:t>x </a:t>
            </a:r>
            <a:r>
              <a:rPr lang="en-US" altLang="zh-CN" sz="3200" b="1">
                <a:solidFill>
                  <a:srgbClr val="000080"/>
                </a:solidFill>
                <a:effectLst/>
              </a:rPr>
              <a:t>= </a:t>
            </a:r>
            <a:r>
              <a:rPr lang="en-US" altLang="zh-CN" sz="3200" b="1" i="1">
                <a:solidFill>
                  <a:srgbClr val="000080"/>
                </a:solidFill>
                <a:effectLst/>
              </a:rPr>
              <a:t>x</a:t>
            </a:r>
            <a:r>
              <a:rPr lang="en-US" altLang="zh-CN" sz="3200" b="1" i="1" baseline="-25000">
                <a:solidFill>
                  <a:srgbClr val="008080"/>
                </a:solidFill>
                <a:effectLst/>
              </a:rPr>
              <a:t>c</a:t>
            </a:r>
            <a:r>
              <a:rPr lang="en-US" altLang="zh-CN" sz="3200" b="1" i="1">
                <a:solidFill>
                  <a:srgbClr val="008080"/>
                </a:solidFill>
                <a:effectLst/>
              </a:rPr>
              <a:t> </a:t>
            </a:r>
            <a:r>
              <a:rPr lang="en-US" altLang="zh-CN" sz="3200" b="1">
                <a:solidFill>
                  <a:srgbClr val="000000"/>
                </a:solidFill>
                <a:effectLst/>
              </a:rPr>
              <a:t>is an exact solution,</a:t>
            </a:r>
          </a:p>
          <a:p>
            <a:pPr>
              <a:lnSpc>
                <a:spcPct val="135000"/>
              </a:lnSpc>
            </a:pPr>
            <a:r>
              <a:rPr lang="en-US" altLang="zh-CN" sz="3200" b="1">
                <a:solidFill>
                  <a:srgbClr val="000000"/>
                </a:solidFill>
                <a:effectLst/>
              </a:rPr>
              <a:t>*else if </a:t>
            </a:r>
            <a:r>
              <a:rPr lang="en-US" altLang="zh-CN" sz="3200" b="1" i="1">
                <a:solidFill>
                  <a:srgbClr val="000080"/>
                </a:solidFill>
                <a:effectLst/>
              </a:rPr>
              <a:t>f</a:t>
            </a:r>
            <a:r>
              <a:rPr lang="en-US" altLang="zh-CN" sz="3200" b="1" i="1" baseline="-25000">
                <a:solidFill>
                  <a:srgbClr val="008080"/>
                </a:solidFill>
                <a:effectLst/>
              </a:rPr>
              <a:t>a</a:t>
            </a:r>
            <a:r>
              <a:rPr lang="en-US" altLang="zh-CN" sz="3200" b="1" i="1">
                <a:solidFill>
                  <a:srgbClr val="008080"/>
                </a:solidFill>
                <a:effectLst/>
              </a:rPr>
              <a:t> </a:t>
            </a:r>
            <a:r>
              <a:rPr lang="en-US" altLang="zh-CN" sz="3200" b="1" i="1">
                <a:solidFill>
                  <a:srgbClr val="000080"/>
                </a:solidFill>
                <a:effectLst/>
              </a:rPr>
              <a:t>f</a:t>
            </a:r>
            <a:r>
              <a:rPr lang="en-US" altLang="zh-CN" sz="3200" b="1" i="1" baseline="-25000">
                <a:solidFill>
                  <a:srgbClr val="008080"/>
                </a:solidFill>
                <a:effectLst/>
              </a:rPr>
              <a:t>c</a:t>
            </a:r>
            <a:r>
              <a:rPr lang="en-US" altLang="zh-CN" sz="3200" b="1" i="1">
                <a:solidFill>
                  <a:srgbClr val="008080"/>
                </a:solidFill>
                <a:effectLst/>
              </a:rPr>
              <a:t> </a:t>
            </a:r>
            <a:r>
              <a:rPr lang="en-US" altLang="zh-CN" sz="3200" b="1">
                <a:solidFill>
                  <a:srgbClr val="000080"/>
                </a:solidFill>
                <a:effectLst/>
              </a:rPr>
              <a:t>&lt;0 </a:t>
            </a:r>
            <a:r>
              <a:rPr lang="en-US" altLang="zh-CN" sz="3200" b="1">
                <a:solidFill>
                  <a:srgbClr val="000000"/>
                </a:solidFill>
                <a:effectLst/>
              </a:rPr>
              <a:t>then the root lies in the interval </a:t>
            </a:r>
            <a:r>
              <a:rPr lang="en-US" altLang="zh-CN" sz="3200" b="1">
                <a:solidFill>
                  <a:srgbClr val="000080"/>
                </a:solidFill>
                <a:effectLst/>
              </a:rPr>
              <a:t>(</a:t>
            </a:r>
            <a:r>
              <a:rPr lang="en-US" altLang="zh-CN" sz="3200" b="1" i="1">
                <a:solidFill>
                  <a:srgbClr val="000080"/>
                </a:solidFill>
                <a:effectLst/>
              </a:rPr>
              <a:t>x</a:t>
            </a:r>
            <a:r>
              <a:rPr lang="en-US" altLang="zh-CN" sz="3200" b="1" i="1" baseline="-25000">
                <a:solidFill>
                  <a:srgbClr val="008080"/>
                </a:solidFill>
                <a:effectLst/>
              </a:rPr>
              <a:t>a</a:t>
            </a:r>
            <a:r>
              <a:rPr lang="en-US" altLang="zh-CN" sz="3200" b="1">
                <a:solidFill>
                  <a:srgbClr val="000080"/>
                </a:solidFill>
                <a:effectLst/>
              </a:rPr>
              <a:t>,</a:t>
            </a:r>
            <a:r>
              <a:rPr lang="en-US" altLang="zh-CN" sz="3200" b="1" i="1">
                <a:solidFill>
                  <a:srgbClr val="008080"/>
                </a:solidFill>
                <a:effectLst/>
              </a:rPr>
              <a:t> </a:t>
            </a:r>
            <a:r>
              <a:rPr lang="en-US" altLang="zh-CN" sz="3200" b="1" i="1">
                <a:solidFill>
                  <a:srgbClr val="000080"/>
                </a:solidFill>
                <a:effectLst/>
              </a:rPr>
              <a:t>x</a:t>
            </a:r>
            <a:r>
              <a:rPr lang="en-US" altLang="zh-CN" sz="3200" b="1" i="1" baseline="-25000">
                <a:solidFill>
                  <a:srgbClr val="008080"/>
                </a:solidFill>
                <a:effectLst/>
              </a:rPr>
              <a:t>c</a:t>
            </a:r>
            <a:r>
              <a:rPr lang="en-US" altLang="zh-CN" sz="3200" b="1">
                <a:solidFill>
                  <a:srgbClr val="000080"/>
                </a:solidFill>
                <a:effectLst/>
              </a:rPr>
              <a:t>), </a:t>
            </a:r>
            <a:r>
              <a:rPr lang="en-US" altLang="zh-CN" sz="3200" b="1">
                <a:solidFill>
                  <a:srgbClr val="000000"/>
                </a:solidFill>
                <a:effectLst/>
              </a:rPr>
              <a:t> then replacing the interval (</a:t>
            </a:r>
            <a:r>
              <a:rPr lang="en-US" altLang="zh-CN" sz="3200" b="1" i="1">
                <a:solidFill>
                  <a:srgbClr val="000080"/>
                </a:solidFill>
                <a:effectLst/>
              </a:rPr>
              <a:t>x</a:t>
            </a:r>
            <a:r>
              <a:rPr lang="en-US" altLang="zh-CN" sz="3200" b="1" i="1" baseline="-25000">
                <a:solidFill>
                  <a:srgbClr val="008080"/>
                </a:solidFill>
                <a:effectLst/>
              </a:rPr>
              <a:t>a</a:t>
            </a:r>
            <a:r>
              <a:rPr lang="en-US" altLang="zh-CN" sz="3200" b="1">
                <a:solidFill>
                  <a:srgbClr val="000080"/>
                </a:solidFill>
                <a:effectLst/>
              </a:rPr>
              <a:t>, </a:t>
            </a:r>
            <a:r>
              <a:rPr lang="en-US" altLang="zh-CN" sz="3200" b="1" i="1">
                <a:solidFill>
                  <a:srgbClr val="000080"/>
                </a:solidFill>
                <a:effectLst/>
              </a:rPr>
              <a:t>x</a:t>
            </a:r>
            <a:r>
              <a:rPr lang="en-US" altLang="zh-CN" sz="3200" b="1" i="1" baseline="-25000">
                <a:solidFill>
                  <a:srgbClr val="008080"/>
                </a:solidFill>
                <a:effectLst/>
              </a:rPr>
              <a:t>b</a:t>
            </a:r>
            <a:r>
              <a:rPr lang="en-US" altLang="zh-CN" sz="3200" b="1">
                <a:solidFill>
                  <a:srgbClr val="000080"/>
                </a:solidFill>
                <a:effectLst/>
              </a:rPr>
              <a:t>) </a:t>
            </a:r>
            <a:r>
              <a:rPr lang="en-US" altLang="zh-CN" sz="3200" b="1">
                <a:solidFill>
                  <a:srgbClr val="000000"/>
                </a:solidFill>
                <a:effectLst/>
              </a:rPr>
              <a:t>with </a:t>
            </a:r>
            <a:r>
              <a:rPr lang="en-US" altLang="zh-CN" sz="3200" b="1">
                <a:solidFill>
                  <a:srgbClr val="000080"/>
                </a:solidFill>
                <a:effectLst/>
              </a:rPr>
              <a:t>(</a:t>
            </a:r>
            <a:r>
              <a:rPr lang="en-US" altLang="zh-CN" sz="3200" b="1" i="1">
                <a:solidFill>
                  <a:srgbClr val="000080"/>
                </a:solidFill>
                <a:effectLst/>
              </a:rPr>
              <a:t>x</a:t>
            </a:r>
            <a:r>
              <a:rPr lang="en-US" altLang="zh-CN" sz="3200" b="1" i="1" baseline="-25000">
                <a:solidFill>
                  <a:srgbClr val="008080"/>
                </a:solidFill>
                <a:effectLst/>
              </a:rPr>
              <a:t>a</a:t>
            </a:r>
            <a:r>
              <a:rPr lang="en-US" altLang="zh-CN" sz="3200" b="1">
                <a:solidFill>
                  <a:srgbClr val="000080"/>
                </a:solidFill>
                <a:effectLst/>
              </a:rPr>
              <a:t>, </a:t>
            </a:r>
            <a:r>
              <a:rPr lang="en-US" altLang="zh-CN" sz="3200" b="1" i="1">
                <a:solidFill>
                  <a:srgbClr val="000080"/>
                </a:solidFill>
                <a:effectLst/>
              </a:rPr>
              <a:t>x</a:t>
            </a:r>
            <a:r>
              <a:rPr lang="en-US" altLang="zh-CN" sz="3200" b="1" i="1" baseline="-25000">
                <a:solidFill>
                  <a:srgbClr val="008080"/>
                </a:solidFill>
                <a:effectLst/>
              </a:rPr>
              <a:t>c</a:t>
            </a:r>
            <a:r>
              <a:rPr lang="en-US" altLang="zh-CN" sz="3200" b="1">
                <a:solidFill>
                  <a:srgbClr val="000080"/>
                </a:solidFill>
                <a:effectLst/>
              </a:rPr>
              <a:t>).</a:t>
            </a:r>
            <a:endParaRPr lang="en-US" altLang="zh-CN" sz="3200" b="1">
              <a:solidFill>
                <a:srgbClr val="000000"/>
              </a:solidFill>
              <a:effectLst/>
            </a:endParaRPr>
          </a:p>
          <a:p>
            <a:pPr>
              <a:lnSpc>
                <a:spcPct val="135000"/>
              </a:lnSpc>
            </a:pPr>
            <a:r>
              <a:rPr lang="en-US" altLang="zh-CN" sz="3200" b="1">
                <a:solidFill>
                  <a:srgbClr val="000000"/>
                </a:solidFill>
                <a:effectLst/>
              </a:rPr>
              <a:t>*else the root lies in the interval </a:t>
            </a:r>
            <a:r>
              <a:rPr lang="en-US" altLang="zh-CN" sz="3200" b="1">
                <a:solidFill>
                  <a:srgbClr val="000080"/>
                </a:solidFill>
                <a:effectLst/>
              </a:rPr>
              <a:t>(</a:t>
            </a:r>
            <a:r>
              <a:rPr lang="en-US" altLang="zh-CN" sz="3200" b="1" i="1">
                <a:solidFill>
                  <a:srgbClr val="000080"/>
                </a:solidFill>
                <a:effectLst/>
              </a:rPr>
              <a:t>x</a:t>
            </a:r>
            <a:r>
              <a:rPr lang="en-US" altLang="zh-CN" sz="3200" b="1" i="1" baseline="-25000">
                <a:solidFill>
                  <a:srgbClr val="008080"/>
                </a:solidFill>
                <a:effectLst/>
              </a:rPr>
              <a:t>c</a:t>
            </a:r>
            <a:r>
              <a:rPr lang="en-US" altLang="zh-CN" sz="3200" b="1">
                <a:solidFill>
                  <a:srgbClr val="000080"/>
                </a:solidFill>
                <a:effectLst/>
              </a:rPr>
              <a:t>, </a:t>
            </a:r>
            <a:r>
              <a:rPr lang="en-US" altLang="zh-CN" sz="3200" b="1" i="1">
                <a:solidFill>
                  <a:srgbClr val="000080"/>
                </a:solidFill>
                <a:effectLst/>
              </a:rPr>
              <a:t>x</a:t>
            </a:r>
            <a:r>
              <a:rPr lang="en-US" altLang="zh-CN" sz="3200" b="1" i="1" baseline="-25000">
                <a:solidFill>
                  <a:srgbClr val="008080"/>
                </a:solidFill>
                <a:effectLst/>
              </a:rPr>
              <a:t>b</a:t>
            </a:r>
            <a:r>
              <a:rPr lang="en-US" altLang="zh-CN" sz="3200" b="1">
                <a:solidFill>
                  <a:srgbClr val="000080"/>
                </a:solidFill>
                <a:effectLst/>
              </a:rPr>
              <a:t>),</a:t>
            </a:r>
            <a:r>
              <a:rPr lang="en-US" altLang="zh-CN" sz="3200" b="1">
                <a:solidFill>
                  <a:srgbClr val="000000"/>
                </a:solidFill>
                <a:effectLst/>
              </a:rPr>
              <a:t> then replacing the interval (</a:t>
            </a:r>
            <a:r>
              <a:rPr lang="en-US" altLang="zh-CN" sz="3200" b="1" i="1">
                <a:solidFill>
                  <a:srgbClr val="000080"/>
                </a:solidFill>
                <a:effectLst/>
              </a:rPr>
              <a:t>x</a:t>
            </a:r>
            <a:r>
              <a:rPr lang="en-US" altLang="zh-CN" sz="3200" b="1" i="1" baseline="-25000">
                <a:solidFill>
                  <a:srgbClr val="008080"/>
                </a:solidFill>
                <a:effectLst/>
              </a:rPr>
              <a:t>a</a:t>
            </a:r>
            <a:r>
              <a:rPr lang="en-US" altLang="zh-CN" sz="3200" b="1">
                <a:solidFill>
                  <a:srgbClr val="000080"/>
                </a:solidFill>
                <a:effectLst/>
              </a:rPr>
              <a:t>, </a:t>
            </a:r>
            <a:r>
              <a:rPr lang="en-US" altLang="zh-CN" sz="3200" b="1" i="1">
                <a:solidFill>
                  <a:srgbClr val="000080"/>
                </a:solidFill>
                <a:effectLst/>
              </a:rPr>
              <a:t>x</a:t>
            </a:r>
            <a:r>
              <a:rPr lang="en-US" altLang="zh-CN" sz="3200" b="1" i="1" baseline="-25000">
                <a:solidFill>
                  <a:srgbClr val="008080"/>
                </a:solidFill>
                <a:effectLst/>
              </a:rPr>
              <a:t>b</a:t>
            </a:r>
            <a:r>
              <a:rPr lang="en-US" altLang="zh-CN" sz="3200" b="1">
                <a:solidFill>
                  <a:srgbClr val="000080"/>
                </a:solidFill>
                <a:effectLst/>
              </a:rPr>
              <a:t>)  </a:t>
            </a:r>
            <a:r>
              <a:rPr lang="en-US" altLang="zh-CN" sz="3200" b="1">
                <a:solidFill>
                  <a:srgbClr val="000000"/>
                </a:solidFill>
                <a:effectLst/>
              </a:rPr>
              <a:t>with </a:t>
            </a:r>
            <a:r>
              <a:rPr lang="en-US" altLang="zh-CN" sz="3200" b="1">
                <a:solidFill>
                  <a:srgbClr val="000080"/>
                </a:solidFill>
                <a:effectLst/>
              </a:rPr>
              <a:t>(</a:t>
            </a:r>
            <a:r>
              <a:rPr lang="en-US" altLang="zh-CN" sz="3200" b="1" i="1">
                <a:solidFill>
                  <a:srgbClr val="000080"/>
                </a:solidFill>
                <a:effectLst/>
              </a:rPr>
              <a:t>x</a:t>
            </a:r>
            <a:r>
              <a:rPr lang="en-US" altLang="zh-CN" sz="3200" b="1" i="1" baseline="-25000">
                <a:solidFill>
                  <a:srgbClr val="008080"/>
                </a:solidFill>
                <a:effectLst/>
              </a:rPr>
              <a:t>c</a:t>
            </a:r>
            <a:r>
              <a:rPr lang="en-US" altLang="zh-CN" sz="3200" b="1">
                <a:solidFill>
                  <a:srgbClr val="000080"/>
                </a:solidFill>
                <a:effectLst/>
              </a:rPr>
              <a:t>, </a:t>
            </a:r>
            <a:r>
              <a:rPr lang="en-US" altLang="zh-CN" sz="3200" b="1" i="1">
                <a:solidFill>
                  <a:srgbClr val="000080"/>
                </a:solidFill>
                <a:effectLst/>
              </a:rPr>
              <a:t>x</a:t>
            </a:r>
            <a:r>
              <a:rPr lang="en-US" altLang="zh-CN" sz="3200" b="1" i="1" baseline="-25000">
                <a:solidFill>
                  <a:srgbClr val="008080"/>
                </a:solidFill>
                <a:effectLst/>
              </a:rPr>
              <a:t>b</a:t>
            </a:r>
            <a:r>
              <a:rPr lang="en-US" altLang="zh-CN" sz="3200" b="1">
                <a:solidFill>
                  <a:srgbClr val="000080"/>
                </a:solidFill>
                <a:effectLst/>
              </a:rPr>
              <a:t>).</a:t>
            </a:r>
          </a:p>
        </p:txBody>
      </p:sp>
      <p:sp>
        <p:nvSpPr>
          <p:cNvPr id="17413" name="Rectangle 5"/>
          <p:cNvSpPr>
            <a:spLocks noChangeArrowheads="1"/>
          </p:cNvSpPr>
          <p:nvPr/>
        </p:nvSpPr>
        <p:spPr bwMode="auto">
          <a:xfrm>
            <a:off x="304800" y="1712913"/>
            <a:ext cx="10763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3200" b="1">
                <a:solidFill>
                  <a:srgbClr val="000000"/>
                </a:solidFill>
                <a:effectLst/>
              </a:rPr>
              <a:t>* Let</a:t>
            </a:r>
            <a:endParaRPr lang="zh-CN" altLang="en-US" sz="3200" b="1">
              <a:solidFill>
                <a:srgbClr val="000000"/>
              </a:solidFill>
              <a:effectLst/>
            </a:endParaRPr>
          </a:p>
        </p:txBody>
      </p:sp>
      <p:graphicFrame>
        <p:nvGraphicFramePr>
          <p:cNvPr id="433155" name="Object 3"/>
          <p:cNvGraphicFramePr>
            <a:graphicFrameLocks noChangeAspect="1"/>
          </p:cNvGraphicFramePr>
          <p:nvPr/>
        </p:nvGraphicFramePr>
        <p:xfrm>
          <a:off x="3563938" y="1773238"/>
          <a:ext cx="3092450" cy="1022350"/>
        </p:xfrm>
        <a:graphic>
          <a:graphicData uri="http://schemas.openxmlformats.org/presentationml/2006/ole">
            <mc:AlternateContent xmlns:mc="http://schemas.openxmlformats.org/markup-compatibility/2006">
              <mc:Choice xmlns:v="urn:schemas-microsoft-com:vml" Requires="v">
                <p:oleObj spid="_x0000_s17443" name="公式" r:id="rId3" imgW="1295400" imgH="431800" progId="Equation.3">
                  <p:embed/>
                </p:oleObj>
              </mc:Choice>
              <mc:Fallback>
                <p:oleObj name="公式" r:id="rId3" imgW="1295400" imgH="4318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3938" y="1773238"/>
                        <a:ext cx="3092450"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33155"/>
                                        </p:tgtEl>
                                        <p:attrNameLst>
                                          <p:attrName>style.visibility</p:attrName>
                                        </p:attrNameLst>
                                      </p:cBhvr>
                                      <p:to>
                                        <p:strVal val="visible"/>
                                      </p:to>
                                    </p:set>
                                    <p:anim calcmode="lin" valueType="num">
                                      <p:cBhvr additive="base">
                                        <p:cTn id="7" dur="500" fill="hold"/>
                                        <p:tgtEl>
                                          <p:spTgt spid="433155"/>
                                        </p:tgtEl>
                                        <p:attrNameLst>
                                          <p:attrName>ppt_x</p:attrName>
                                        </p:attrNameLst>
                                      </p:cBhvr>
                                      <p:tavLst>
                                        <p:tav tm="0">
                                          <p:val>
                                            <p:strVal val="#ppt_x"/>
                                          </p:val>
                                        </p:tav>
                                        <p:tav tm="100000">
                                          <p:val>
                                            <p:strVal val="#ppt_x"/>
                                          </p:val>
                                        </p:tav>
                                      </p:tavLst>
                                    </p:anim>
                                    <p:anim calcmode="lin" valueType="num">
                                      <p:cBhvr additive="base">
                                        <p:cTn id="8" dur="500" fill="hold"/>
                                        <p:tgtEl>
                                          <p:spTgt spid="43315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47140"/>
                                        </p:tgtEl>
                                        <p:attrNameLst>
                                          <p:attrName>style.visibility</p:attrName>
                                        </p:attrNameLst>
                                      </p:cBhvr>
                                      <p:to>
                                        <p:strVal val="visible"/>
                                      </p:to>
                                    </p:set>
                                    <p:anim calcmode="lin" valueType="num">
                                      <p:cBhvr additive="base">
                                        <p:cTn id="13" dur="500" fill="hold"/>
                                        <p:tgtEl>
                                          <p:spTgt spid="347140"/>
                                        </p:tgtEl>
                                        <p:attrNameLst>
                                          <p:attrName>ppt_x</p:attrName>
                                        </p:attrNameLst>
                                      </p:cBhvr>
                                      <p:tavLst>
                                        <p:tav tm="0">
                                          <p:val>
                                            <p:strVal val="0-#ppt_w/2"/>
                                          </p:val>
                                        </p:tav>
                                        <p:tav tm="100000">
                                          <p:val>
                                            <p:strVal val="#ppt_x"/>
                                          </p:val>
                                        </p:tav>
                                      </p:tavLst>
                                    </p:anim>
                                    <p:anim calcmode="lin" valueType="num">
                                      <p:cBhvr additive="base">
                                        <p:cTn id="14" dur="500" fill="hold"/>
                                        <p:tgtEl>
                                          <p:spTgt spid="3471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140"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E352F0F8-7A00-4AE3-AF80-665CB2A84426}" type="slidenum">
              <a:rPr lang="zh-CN" altLang="en-US"/>
              <a:pPr>
                <a:defRPr/>
              </a:pPr>
              <a:t>16</a:t>
            </a:fld>
            <a:endParaRPr lang="en-US" altLang="zh-CN"/>
          </a:p>
        </p:txBody>
      </p:sp>
      <p:sp>
        <p:nvSpPr>
          <p:cNvPr id="524292" name="Text Box 4"/>
          <p:cNvSpPr txBox="1">
            <a:spLocks noChangeArrowheads="1"/>
          </p:cNvSpPr>
          <p:nvPr/>
        </p:nvSpPr>
        <p:spPr bwMode="auto">
          <a:xfrm>
            <a:off x="1619250" y="1844675"/>
            <a:ext cx="27781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2800" b="1">
                <a:solidFill>
                  <a:schemeClr val="tx1"/>
                </a:solidFill>
                <a:effectLst>
                  <a:outerShdw blurRad="38100" dist="38100" dir="2700000" algn="tl">
                    <a:srgbClr val="C0C0C0"/>
                  </a:outerShdw>
                </a:effectLst>
              </a:rPr>
              <a:t>   </a:t>
            </a:r>
            <a:r>
              <a:rPr lang="en-US" altLang="zh-CN" sz="2800" b="1">
                <a:solidFill>
                  <a:schemeClr val="tx1"/>
                </a:solidFill>
                <a:effectLst>
                  <a:outerShdw blurRad="38100" dist="38100" dir="2700000" algn="tl">
                    <a:srgbClr val="C0C0C0"/>
                  </a:outerShdw>
                </a:effectLst>
              </a:rPr>
              <a:t>|</a:t>
            </a:r>
            <a:r>
              <a:rPr lang="en-US" altLang="zh-CN" sz="3200" b="1">
                <a:solidFill>
                  <a:schemeClr val="tx1"/>
                </a:solidFill>
                <a:effectLst/>
                <a:latin typeface="Symbol" pitchFamily="18" charset="2"/>
              </a:rPr>
              <a:t>e</a:t>
            </a:r>
            <a:r>
              <a:rPr lang="en-US" altLang="zh-CN" sz="3200" b="1" i="1" baseline="-25000">
                <a:solidFill>
                  <a:schemeClr val="tx1"/>
                </a:solidFill>
                <a:effectLst/>
              </a:rPr>
              <a:t>n+1</a:t>
            </a:r>
            <a:r>
              <a:rPr lang="en-US" altLang="zh-CN" sz="3200" b="1">
                <a:solidFill>
                  <a:schemeClr val="tx1"/>
                </a:solidFill>
                <a:effectLst/>
              </a:rPr>
              <a:t>|  =</a:t>
            </a:r>
            <a:r>
              <a:rPr lang="en-US" altLang="zh-CN" sz="3200" b="1" i="1">
                <a:solidFill>
                  <a:schemeClr val="tx1"/>
                </a:solidFill>
                <a:effectLst/>
              </a:rPr>
              <a:t>C</a:t>
            </a:r>
            <a:r>
              <a:rPr lang="en-US" altLang="zh-CN" sz="3200" b="1">
                <a:solidFill>
                  <a:schemeClr val="tx1"/>
                </a:solidFill>
                <a:effectLst/>
              </a:rPr>
              <a:t>|</a:t>
            </a:r>
            <a:r>
              <a:rPr lang="en-US" altLang="zh-CN" sz="3200" b="1">
                <a:solidFill>
                  <a:schemeClr val="tx1"/>
                </a:solidFill>
                <a:effectLst/>
                <a:latin typeface="Symbol" pitchFamily="18" charset="2"/>
              </a:rPr>
              <a:t>e</a:t>
            </a:r>
            <a:r>
              <a:rPr lang="en-US" altLang="zh-CN" sz="3200" b="1" i="1" baseline="-25000">
                <a:solidFill>
                  <a:schemeClr val="tx1"/>
                </a:solidFill>
                <a:effectLst/>
              </a:rPr>
              <a:t>n</a:t>
            </a:r>
            <a:r>
              <a:rPr lang="en-US" altLang="zh-CN" sz="3200" b="1">
                <a:solidFill>
                  <a:schemeClr val="tx1"/>
                </a:solidFill>
                <a:effectLst/>
              </a:rPr>
              <a:t> |</a:t>
            </a:r>
            <a:r>
              <a:rPr lang="en-US" altLang="zh-CN" sz="3200" b="1" i="1" baseline="30000">
                <a:solidFill>
                  <a:schemeClr val="tx1"/>
                </a:solidFill>
                <a:effectLst/>
              </a:rPr>
              <a:t>p</a:t>
            </a:r>
            <a:r>
              <a:rPr lang="en-US" altLang="zh-CN" sz="3200" b="1">
                <a:solidFill>
                  <a:schemeClr val="tx1"/>
                </a:solidFill>
                <a:effectLst/>
              </a:rPr>
              <a:t>.</a:t>
            </a:r>
            <a:endParaRPr lang="zh-CN" altLang="en-US" sz="2800" b="1">
              <a:solidFill>
                <a:schemeClr val="tx1"/>
              </a:solidFill>
              <a:effectLst>
                <a:outerShdw blurRad="38100" dist="38100" dir="2700000" algn="tl">
                  <a:srgbClr val="C0C0C0"/>
                </a:outerShdw>
              </a:effectLst>
            </a:endParaRPr>
          </a:p>
        </p:txBody>
      </p:sp>
      <p:sp>
        <p:nvSpPr>
          <p:cNvPr id="524293" name="Text Box 5"/>
          <p:cNvSpPr txBox="1">
            <a:spLocks noChangeArrowheads="1"/>
          </p:cNvSpPr>
          <p:nvPr/>
        </p:nvSpPr>
        <p:spPr bwMode="auto">
          <a:xfrm>
            <a:off x="3276600" y="3357563"/>
            <a:ext cx="33750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2800" b="1">
                <a:solidFill>
                  <a:schemeClr val="tx1"/>
                </a:solidFill>
                <a:effectLst>
                  <a:outerShdw blurRad="38100" dist="38100" dir="2700000" algn="tl">
                    <a:srgbClr val="C0C0C0"/>
                  </a:outerShdw>
                </a:effectLst>
              </a:rPr>
              <a:t>   </a:t>
            </a:r>
            <a:r>
              <a:rPr lang="en-US" altLang="zh-CN" sz="3200" b="1" i="1">
                <a:solidFill>
                  <a:srgbClr val="000080"/>
                </a:solidFill>
                <a:effectLst/>
              </a:rPr>
              <a:t>p </a:t>
            </a:r>
            <a:r>
              <a:rPr lang="en-US" altLang="zh-CN" sz="3200" b="1">
                <a:solidFill>
                  <a:srgbClr val="000080"/>
                </a:solidFill>
                <a:effectLst/>
              </a:rPr>
              <a:t>= 1 </a:t>
            </a:r>
            <a:r>
              <a:rPr lang="en-US" altLang="zh-CN" sz="3200" b="1">
                <a:solidFill>
                  <a:srgbClr val="000000"/>
                </a:solidFill>
                <a:effectLst/>
              </a:rPr>
              <a:t>and </a:t>
            </a:r>
            <a:r>
              <a:rPr lang="en-US" altLang="zh-CN" sz="3200" b="1" i="1">
                <a:solidFill>
                  <a:srgbClr val="000080"/>
                </a:solidFill>
                <a:effectLst/>
              </a:rPr>
              <a:t>C &lt;</a:t>
            </a:r>
            <a:r>
              <a:rPr lang="en-US" altLang="zh-CN" sz="3200" b="1">
                <a:solidFill>
                  <a:srgbClr val="000080"/>
                </a:solidFill>
                <a:effectLst/>
              </a:rPr>
              <a:t> 1/2</a:t>
            </a:r>
            <a:endParaRPr lang="zh-CN" altLang="en-US" sz="2800" b="1">
              <a:solidFill>
                <a:schemeClr val="tx1"/>
              </a:solidFill>
              <a:effectLst>
                <a:outerShdw blurRad="38100" dist="38100" dir="2700000" algn="tl">
                  <a:srgbClr val="C0C0C0"/>
                </a:outerShdw>
              </a:effectLst>
            </a:endParaRPr>
          </a:p>
        </p:txBody>
      </p:sp>
      <p:sp>
        <p:nvSpPr>
          <p:cNvPr id="524295" name="Rectangle 7"/>
          <p:cNvSpPr>
            <a:spLocks noChangeArrowheads="1"/>
          </p:cNvSpPr>
          <p:nvPr/>
        </p:nvSpPr>
        <p:spPr bwMode="auto">
          <a:xfrm>
            <a:off x="3563938" y="4846638"/>
            <a:ext cx="16129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zh-CN" altLang="en-US" sz="2800" b="1">
                <a:solidFill>
                  <a:schemeClr val="tx1"/>
                </a:solidFill>
                <a:effectLst/>
              </a:rPr>
              <a:t>线性收敛</a:t>
            </a:r>
          </a:p>
        </p:txBody>
      </p:sp>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24293"/>
                                        </p:tgtEl>
                                        <p:attrNameLst>
                                          <p:attrName>style.visibility</p:attrName>
                                        </p:attrNameLst>
                                      </p:cBhvr>
                                      <p:to>
                                        <p:strVal val="visible"/>
                                      </p:to>
                                    </p:set>
                                    <p:anim calcmode="lin" valueType="num">
                                      <p:cBhvr additive="base">
                                        <p:cTn id="7" dur="500" fill="hold"/>
                                        <p:tgtEl>
                                          <p:spTgt spid="524293"/>
                                        </p:tgtEl>
                                        <p:attrNameLst>
                                          <p:attrName>ppt_x</p:attrName>
                                        </p:attrNameLst>
                                      </p:cBhvr>
                                      <p:tavLst>
                                        <p:tav tm="0">
                                          <p:val>
                                            <p:strVal val="#ppt_x"/>
                                          </p:val>
                                        </p:tav>
                                        <p:tav tm="100000">
                                          <p:val>
                                            <p:strVal val="#ppt_x"/>
                                          </p:val>
                                        </p:tav>
                                      </p:tavLst>
                                    </p:anim>
                                    <p:anim calcmode="lin" valueType="num">
                                      <p:cBhvr additive="base">
                                        <p:cTn id="8" dur="500" fill="hold"/>
                                        <p:tgtEl>
                                          <p:spTgt spid="524293"/>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524295"/>
                                        </p:tgtEl>
                                        <p:attrNameLst>
                                          <p:attrName>style.visibility</p:attrName>
                                        </p:attrNameLst>
                                      </p:cBhvr>
                                      <p:to>
                                        <p:strVal val="visible"/>
                                      </p:to>
                                    </p:set>
                                    <p:anim calcmode="lin" valueType="num">
                                      <p:cBhvr additive="base">
                                        <p:cTn id="12" dur="500" fill="hold"/>
                                        <p:tgtEl>
                                          <p:spTgt spid="524295"/>
                                        </p:tgtEl>
                                        <p:attrNameLst>
                                          <p:attrName>ppt_x</p:attrName>
                                        </p:attrNameLst>
                                      </p:cBhvr>
                                      <p:tavLst>
                                        <p:tav tm="0">
                                          <p:val>
                                            <p:strVal val="#ppt_x"/>
                                          </p:val>
                                        </p:tav>
                                        <p:tav tm="100000">
                                          <p:val>
                                            <p:strVal val="#ppt_x"/>
                                          </p:val>
                                        </p:tav>
                                      </p:tavLst>
                                    </p:anim>
                                    <p:anim calcmode="lin" valueType="num">
                                      <p:cBhvr additive="base">
                                        <p:cTn id="13" dur="500" fill="hold"/>
                                        <p:tgtEl>
                                          <p:spTgt spid="5242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4293" grpId="0"/>
      <p:bldP spid="52429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3"/>
          <p:cNvSpPr>
            <a:spLocks noGrp="1"/>
          </p:cNvSpPr>
          <p:nvPr>
            <p:ph type="sldNum" sz="quarter" idx="12"/>
          </p:nvPr>
        </p:nvSpPr>
        <p:spPr/>
        <p:txBody>
          <a:bodyPr/>
          <a:lstStyle/>
          <a:p>
            <a:pPr>
              <a:defRPr/>
            </a:pPr>
            <a:fld id="{612047D9-B1EC-4055-8DAB-84A99302E5AB}" type="slidenum">
              <a:rPr lang="zh-CN" altLang="en-US"/>
              <a:pPr>
                <a:defRPr/>
              </a:pPr>
              <a:t>17</a:t>
            </a:fld>
            <a:endParaRPr lang="en-US" altLang="zh-CN"/>
          </a:p>
        </p:txBody>
      </p:sp>
      <p:sp>
        <p:nvSpPr>
          <p:cNvPr id="19459" name="Text Box 2"/>
          <p:cNvSpPr txBox="1">
            <a:spLocks noChangeArrowheads="1"/>
          </p:cNvSpPr>
          <p:nvPr/>
        </p:nvSpPr>
        <p:spPr bwMode="auto">
          <a:xfrm>
            <a:off x="152400" y="457200"/>
            <a:ext cx="35972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3200" b="1" i="1">
                <a:solidFill>
                  <a:schemeClr val="tx1"/>
                </a:solidFill>
                <a:effectLst/>
              </a:rPr>
              <a:t>f(x)=exp(x)*ln(x)-x</a:t>
            </a:r>
            <a:r>
              <a:rPr lang="en-US" altLang="zh-CN" sz="3200" b="1" i="1" baseline="30000">
                <a:solidFill>
                  <a:schemeClr val="tx1"/>
                </a:solidFill>
                <a:effectLst/>
              </a:rPr>
              <a:t>2</a:t>
            </a:r>
            <a:endParaRPr lang="zh-CN" altLang="en-US" sz="3200" b="1" i="1" baseline="30000">
              <a:solidFill>
                <a:schemeClr val="tx1"/>
              </a:solidFill>
              <a:effectLst/>
            </a:endParaRPr>
          </a:p>
        </p:txBody>
      </p:sp>
      <p:sp>
        <p:nvSpPr>
          <p:cNvPr id="370691" name="Text Box 3"/>
          <p:cNvSpPr txBox="1">
            <a:spLocks noChangeArrowheads="1"/>
          </p:cNvSpPr>
          <p:nvPr/>
        </p:nvSpPr>
        <p:spPr bwMode="auto">
          <a:xfrm>
            <a:off x="4267200" y="533400"/>
            <a:ext cx="13922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2800" b="1" i="1">
                <a:solidFill>
                  <a:schemeClr val="tx1"/>
                </a:solidFill>
                <a:effectLst/>
              </a:rPr>
              <a:t>f(1)=-1</a:t>
            </a:r>
            <a:endParaRPr lang="zh-CN" altLang="en-US" sz="2800" b="1" i="1" baseline="30000">
              <a:solidFill>
                <a:schemeClr val="tx1"/>
              </a:solidFill>
              <a:effectLst/>
            </a:endParaRPr>
          </a:p>
        </p:txBody>
      </p:sp>
      <p:sp>
        <p:nvSpPr>
          <p:cNvPr id="370692" name="Text Box 4"/>
          <p:cNvSpPr txBox="1">
            <a:spLocks noChangeArrowheads="1"/>
          </p:cNvSpPr>
          <p:nvPr/>
        </p:nvSpPr>
        <p:spPr bwMode="auto">
          <a:xfrm>
            <a:off x="5715000" y="533400"/>
            <a:ext cx="1524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2800" b="1" i="1">
                <a:solidFill>
                  <a:schemeClr val="tx1"/>
                </a:solidFill>
                <a:effectLst/>
              </a:rPr>
              <a:t>f(2)=1  </a:t>
            </a:r>
            <a:endParaRPr lang="zh-CN" altLang="en-US" sz="2800" b="1">
              <a:solidFill>
                <a:schemeClr val="tx1"/>
              </a:solidFill>
              <a:effectLst/>
            </a:endParaRPr>
          </a:p>
        </p:txBody>
      </p:sp>
      <p:sp>
        <p:nvSpPr>
          <p:cNvPr id="370693" name="Text Box 5"/>
          <p:cNvSpPr txBox="1">
            <a:spLocks noChangeArrowheads="1"/>
          </p:cNvSpPr>
          <p:nvPr/>
        </p:nvSpPr>
        <p:spPr bwMode="auto">
          <a:xfrm>
            <a:off x="381000" y="1295400"/>
            <a:ext cx="1417638" cy="128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600" b="1">
                <a:solidFill>
                  <a:schemeClr val="tx1"/>
                </a:solidFill>
                <a:effectLst>
                  <a:outerShdw blurRad="38100" dist="38100" dir="2700000" algn="tl">
                    <a:srgbClr val="C0C0C0"/>
                  </a:outerShdw>
                </a:effectLst>
              </a:rPr>
              <a:t>A=1.0</a:t>
            </a:r>
          </a:p>
          <a:p>
            <a:pPr>
              <a:defRPr/>
            </a:pPr>
            <a:r>
              <a:rPr lang="en-US" altLang="zh-CN" sz="2600" b="1">
                <a:solidFill>
                  <a:schemeClr val="tx1"/>
                </a:solidFill>
                <a:effectLst>
                  <a:outerShdw blurRad="38100" dist="38100" dir="2700000" algn="tl">
                    <a:srgbClr val="C0C0C0"/>
                  </a:outerShdw>
                </a:effectLst>
              </a:rPr>
              <a:t>B=2.0</a:t>
            </a:r>
          </a:p>
          <a:p>
            <a:pPr>
              <a:defRPr/>
            </a:pPr>
            <a:r>
              <a:rPr lang="en-US" altLang="zh-CN" sz="2600" b="1">
                <a:solidFill>
                  <a:schemeClr val="tx1"/>
                </a:solidFill>
                <a:effectLst>
                  <a:outerShdw blurRad="38100" dist="38100" dir="2700000" algn="tl">
                    <a:srgbClr val="C0C0C0"/>
                  </a:outerShdw>
                </a:effectLst>
              </a:rPr>
              <a:t>DX=B-A</a:t>
            </a:r>
          </a:p>
        </p:txBody>
      </p:sp>
      <p:sp>
        <p:nvSpPr>
          <p:cNvPr id="370694" name="Text Box 6"/>
          <p:cNvSpPr txBox="1">
            <a:spLocks noChangeArrowheads="1"/>
          </p:cNvSpPr>
          <p:nvPr/>
        </p:nvSpPr>
        <p:spPr bwMode="auto">
          <a:xfrm>
            <a:off x="304800" y="3505200"/>
            <a:ext cx="457835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600" b="1">
                <a:solidFill>
                  <a:schemeClr val="tx1"/>
                </a:solidFill>
                <a:effectLst>
                  <a:outerShdw blurRad="38100" dist="38100" dir="2700000" algn="tl">
                    <a:srgbClr val="C0C0C0"/>
                  </a:outerShdw>
                </a:effectLst>
              </a:rPr>
              <a:t>DO WHILE(ABS(DX).GT.DL)</a:t>
            </a:r>
          </a:p>
        </p:txBody>
      </p:sp>
      <p:sp>
        <p:nvSpPr>
          <p:cNvPr id="370695" name="Text Box 7"/>
          <p:cNvSpPr txBox="1">
            <a:spLocks noChangeArrowheads="1"/>
          </p:cNvSpPr>
          <p:nvPr/>
        </p:nvSpPr>
        <p:spPr bwMode="auto">
          <a:xfrm>
            <a:off x="5943600" y="1600200"/>
            <a:ext cx="3074988" cy="287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600" b="1">
                <a:solidFill>
                  <a:schemeClr val="tx1"/>
                </a:solidFill>
                <a:effectLst>
                  <a:outerShdw blurRad="38100" dist="38100" dir="2700000" algn="tl">
                    <a:srgbClr val="C0C0C0"/>
                  </a:outerShdw>
                </a:effectLst>
              </a:rPr>
              <a:t>DX=B-A</a:t>
            </a:r>
          </a:p>
          <a:p>
            <a:pPr>
              <a:defRPr/>
            </a:pPr>
            <a:r>
              <a:rPr lang="en-US" altLang="zh-CN" sz="2600" b="1">
                <a:solidFill>
                  <a:schemeClr val="tx1"/>
                </a:solidFill>
                <a:effectLst>
                  <a:outerShdw blurRad="38100" dist="38100" dir="2700000" algn="tl">
                    <a:srgbClr val="C0C0C0"/>
                  </a:outerShdw>
                </a:effectLst>
              </a:rPr>
              <a:t>ISTEP=ISTEP+1</a:t>
            </a:r>
          </a:p>
          <a:p>
            <a:pPr>
              <a:defRPr/>
            </a:pPr>
            <a:r>
              <a:rPr lang="en-US" altLang="zh-CN" sz="2600" b="1">
                <a:solidFill>
                  <a:schemeClr val="tx1"/>
                </a:solidFill>
                <a:effectLst>
                  <a:outerShdw blurRad="38100" dist="38100" dir="2700000" algn="tl">
                    <a:srgbClr val="C0C0C0"/>
                  </a:outerShdw>
                </a:effectLst>
              </a:rPr>
              <a:t>ENDDO</a:t>
            </a:r>
          </a:p>
          <a:p>
            <a:pPr>
              <a:defRPr/>
            </a:pPr>
            <a:r>
              <a:rPr lang="en-US" altLang="zh-CN" sz="2600" b="1">
                <a:solidFill>
                  <a:schemeClr val="tx1"/>
                </a:solidFill>
                <a:effectLst>
                  <a:outerShdw blurRad="38100" dist="38100" dir="2700000" algn="tl">
                    <a:srgbClr val="C0C0C0"/>
                  </a:outerShdw>
                </a:effectLst>
              </a:rPr>
              <a:t>WRITE(*,*) ISTEP,</a:t>
            </a:r>
          </a:p>
          <a:p>
            <a:pPr>
              <a:defRPr/>
            </a:pPr>
            <a:r>
              <a:rPr lang="en-US" altLang="zh-CN" sz="2600" b="1">
                <a:solidFill>
                  <a:schemeClr val="tx1"/>
                </a:solidFill>
                <a:effectLst>
                  <a:outerShdw blurRad="38100" dist="38100" dir="2700000" algn="tl">
                    <a:srgbClr val="C0C0C0"/>
                  </a:outerShdw>
                </a:effectLst>
              </a:rPr>
              <a:t>X0, DX</a:t>
            </a:r>
          </a:p>
          <a:p>
            <a:pPr>
              <a:defRPr/>
            </a:pPr>
            <a:r>
              <a:rPr lang="en-US" altLang="zh-CN" sz="2600" b="1">
                <a:solidFill>
                  <a:schemeClr val="tx1"/>
                </a:solidFill>
                <a:effectLst>
                  <a:outerShdw blurRad="38100" dist="38100" dir="2700000" algn="tl">
                    <a:srgbClr val="C0C0C0"/>
                  </a:outerShdw>
                </a:effectLst>
              </a:rPr>
              <a:t>STOP</a:t>
            </a:r>
          </a:p>
          <a:p>
            <a:pPr>
              <a:defRPr/>
            </a:pPr>
            <a:r>
              <a:rPr lang="en-US" altLang="zh-CN" sz="2600" b="1">
                <a:solidFill>
                  <a:schemeClr val="tx1"/>
                </a:solidFill>
                <a:effectLst>
                  <a:outerShdw blurRad="38100" dist="38100" dir="2700000" algn="tl">
                    <a:srgbClr val="C0C0C0"/>
                  </a:outerShdw>
                </a:effectLst>
              </a:rPr>
              <a:t>END</a:t>
            </a:r>
          </a:p>
        </p:txBody>
      </p:sp>
      <p:sp>
        <p:nvSpPr>
          <p:cNvPr id="370696" name="Text Box 8"/>
          <p:cNvSpPr txBox="1">
            <a:spLocks noChangeArrowheads="1"/>
          </p:cNvSpPr>
          <p:nvPr/>
        </p:nvSpPr>
        <p:spPr bwMode="auto">
          <a:xfrm>
            <a:off x="4876800" y="4876800"/>
            <a:ext cx="40386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2800" b="1">
                <a:solidFill>
                  <a:schemeClr val="tx1"/>
                </a:solidFill>
                <a:effectLst/>
              </a:rPr>
              <a:t>FUNCTION F(X)</a:t>
            </a:r>
          </a:p>
          <a:p>
            <a:r>
              <a:rPr lang="en-US" altLang="zh-CN" sz="2800" b="1">
                <a:solidFill>
                  <a:schemeClr val="tx1"/>
                </a:solidFill>
                <a:effectLst/>
              </a:rPr>
              <a:t>F=exp(x)*ALOG(x)-X*X</a:t>
            </a:r>
          </a:p>
          <a:p>
            <a:r>
              <a:rPr lang="en-US" altLang="zh-CN" sz="2800" b="1">
                <a:solidFill>
                  <a:schemeClr val="tx1"/>
                </a:solidFill>
                <a:effectLst/>
              </a:rPr>
              <a:t>RETURN</a:t>
            </a:r>
          </a:p>
          <a:p>
            <a:r>
              <a:rPr lang="en-US" altLang="zh-CN" sz="2800" b="1">
                <a:solidFill>
                  <a:schemeClr val="tx1"/>
                </a:solidFill>
                <a:effectLst/>
              </a:rPr>
              <a:t>END</a:t>
            </a:r>
            <a:endParaRPr lang="en-US" altLang="zh-CN" sz="2800" b="1" baseline="30000">
              <a:solidFill>
                <a:schemeClr val="tx1"/>
              </a:solidFill>
              <a:effectLst/>
            </a:endParaRPr>
          </a:p>
        </p:txBody>
      </p:sp>
      <p:sp>
        <p:nvSpPr>
          <p:cNvPr id="370697" name="Text Box 9"/>
          <p:cNvSpPr txBox="1">
            <a:spLocks noChangeArrowheads="1"/>
          </p:cNvSpPr>
          <p:nvPr/>
        </p:nvSpPr>
        <p:spPr bwMode="auto">
          <a:xfrm>
            <a:off x="6934200" y="533400"/>
            <a:ext cx="2209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2800" b="1" i="1">
                <a:solidFill>
                  <a:schemeClr val="tx1"/>
                </a:solidFill>
                <a:effectLst/>
              </a:rPr>
              <a:t>  x</a:t>
            </a:r>
            <a:r>
              <a:rPr lang="en-US" altLang="zh-CN" sz="2800" b="1" i="1">
                <a:solidFill>
                  <a:schemeClr val="tx1"/>
                </a:solidFill>
                <a:effectLst/>
                <a:sym typeface="Symbol" pitchFamily="18" charset="2"/>
              </a:rPr>
              <a:t></a:t>
            </a:r>
            <a:r>
              <a:rPr lang="en-US" altLang="zh-CN" sz="2800" b="1" i="1">
                <a:solidFill>
                  <a:schemeClr val="tx1"/>
                </a:solidFill>
                <a:effectLst/>
              </a:rPr>
              <a:t>[1,2]</a:t>
            </a:r>
            <a:r>
              <a:rPr lang="en-US" altLang="zh-CN" sz="2800" b="1">
                <a:solidFill>
                  <a:schemeClr val="tx1"/>
                </a:solidFill>
                <a:effectLst/>
              </a:rPr>
              <a:t> </a:t>
            </a:r>
            <a:endParaRPr lang="zh-CN" altLang="en-US" sz="2800" b="1">
              <a:solidFill>
                <a:schemeClr val="tx1"/>
              </a:solidFill>
              <a:effectLst/>
            </a:endParaRPr>
          </a:p>
        </p:txBody>
      </p:sp>
      <p:sp>
        <p:nvSpPr>
          <p:cNvPr id="370698" name="Text Box 10"/>
          <p:cNvSpPr txBox="1">
            <a:spLocks noChangeArrowheads="1"/>
          </p:cNvSpPr>
          <p:nvPr/>
        </p:nvSpPr>
        <p:spPr bwMode="auto">
          <a:xfrm>
            <a:off x="304800" y="2590800"/>
            <a:ext cx="1905000"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600" b="1">
                <a:solidFill>
                  <a:schemeClr val="tx1"/>
                </a:solidFill>
                <a:effectLst>
                  <a:outerShdw blurRad="38100" dist="38100" dir="2700000" algn="tl">
                    <a:srgbClr val="C0C0C0"/>
                  </a:outerShdw>
                </a:effectLst>
              </a:rPr>
              <a:t>DL=1.0E-06</a:t>
            </a:r>
          </a:p>
          <a:p>
            <a:pPr>
              <a:defRPr/>
            </a:pPr>
            <a:r>
              <a:rPr lang="en-US" altLang="zh-CN" sz="2600" b="1">
                <a:solidFill>
                  <a:schemeClr val="tx1"/>
                </a:solidFill>
                <a:effectLst>
                  <a:outerShdw blurRad="38100" dist="38100" dir="2700000" algn="tl">
                    <a:srgbClr val="C0C0C0"/>
                  </a:outerShdw>
                </a:effectLst>
              </a:rPr>
              <a:t>ISTEP=0</a:t>
            </a:r>
          </a:p>
        </p:txBody>
      </p:sp>
      <p:sp>
        <p:nvSpPr>
          <p:cNvPr id="370699" name="Text Box 11"/>
          <p:cNvSpPr txBox="1">
            <a:spLocks noChangeArrowheads="1"/>
          </p:cNvSpPr>
          <p:nvPr/>
        </p:nvSpPr>
        <p:spPr bwMode="auto">
          <a:xfrm>
            <a:off x="457200" y="4038600"/>
            <a:ext cx="445611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600" b="1">
                <a:solidFill>
                  <a:srgbClr val="FF0000"/>
                </a:solidFill>
                <a:effectLst>
                  <a:outerShdw blurRad="38100" dist="38100" dir="2700000" algn="tl">
                    <a:srgbClr val="C0C0C0"/>
                  </a:outerShdw>
                </a:effectLst>
              </a:rPr>
              <a:t>X0=A-(B-A)*F(A)/(F(B)-F(A))</a:t>
            </a:r>
          </a:p>
        </p:txBody>
      </p:sp>
      <p:sp>
        <p:nvSpPr>
          <p:cNvPr id="370700" name="Text Box 12"/>
          <p:cNvSpPr txBox="1">
            <a:spLocks noChangeArrowheads="1"/>
          </p:cNvSpPr>
          <p:nvPr/>
        </p:nvSpPr>
        <p:spPr bwMode="auto">
          <a:xfrm>
            <a:off x="381000" y="4572000"/>
            <a:ext cx="4391025" cy="207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600" b="1">
                <a:solidFill>
                  <a:schemeClr val="tx1"/>
                </a:solidFill>
                <a:effectLst>
                  <a:outerShdw blurRad="38100" dist="38100" dir="2700000" algn="tl">
                    <a:srgbClr val="C0C0C0"/>
                  </a:outerShdw>
                </a:effectLst>
              </a:rPr>
              <a:t>IF((F(A)*F(X0)).LT.0) THEN</a:t>
            </a:r>
          </a:p>
          <a:p>
            <a:pPr>
              <a:defRPr/>
            </a:pPr>
            <a:r>
              <a:rPr lang="en-US" altLang="zh-CN" sz="2600" b="1">
                <a:solidFill>
                  <a:schemeClr val="tx1"/>
                </a:solidFill>
                <a:effectLst>
                  <a:outerShdw blurRad="38100" dist="38100" dir="2700000" algn="tl">
                    <a:srgbClr val="C0C0C0"/>
                  </a:outerShdw>
                </a:effectLst>
              </a:rPr>
              <a:t>B=X0</a:t>
            </a:r>
          </a:p>
          <a:p>
            <a:pPr>
              <a:defRPr/>
            </a:pPr>
            <a:r>
              <a:rPr lang="en-US" altLang="zh-CN" sz="2600" b="1">
                <a:solidFill>
                  <a:schemeClr val="tx1"/>
                </a:solidFill>
                <a:effectLst>
                  <a:outerShdw blurRad="38100" dist="38100" dir="2700000" algn="tl">
                    <a:srgbClr val="C0C0C0"/>
                  </a:outerShdw>
                </a:effectLst>
              </a:rPr>
              <a:t>ELSE</a:t>
            </a:r>
          </a:p>
          <a:p>
            <a:pPr>
              <a:defRPr/>
            </a:pPr>
            <a:r>
              <a:rPr lang="en-US" altLang="zh-CN" sz="2600" b="1">
                <a:solidFill>
                  <a:schemeClr val="tx1"/>
                </a:solidFill>
                <a:effectLst>
                  <a:outerShdw blurRad="38100" dist="38100" dir="2700000" algn="tl">
                    <a:srgbClr val="C0C0C0"/>
                  </a:outerShdw>
                </a:effectLst>
              </a:rPr>
              <a:t>A=X0</a:t>
            </a:r>
          </a:p>
          <a:p>
            <a:pPr>
              <a:defRPr/>
            </a:pPr>
            <a:r>
              <a:rPr lang="en-US" altLang="zh-CN" sz="2600" b="1">
                <a:solidFill>
                  <a:schemeClr val="tx1"/>
                </a:solidFill>
                <a:effectLst>
                  <a:outerShdw blurRad="38100" dist="38100" dir="2700000" algn="tl">
                    <a:srgbClr val="C0C0C0"/>
                  </a:outerShdw>
                </a:effectLst>
              </a:rPr>
              <a:t>ENDIF</a:t>
            </a:r>
          </a:p>
        </p:txBody>
      </p:sp>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70691"/>
                                        </p:tgtEl>
                                        <p:attrNameLst>
                                          <p:attrName>style.visibility</p:attrName>
                                        </p:attrNameLst>
                                      </p:cBhvr>
                                      <p:to>
                                        <p:strVal val="visible"/>
                                      </p:to>
                                    </p:set>
                                    <p:anim calcmode="lin" valueType="num">
                                      <p:cBhvr additive="base">
                                        <p:cTn id="7" dur="500" fill="hold"/>
                                        <p:tgtEl>
                                          <p:spTgt spid="370691"/>
                                        </p:tgtEl>
                                        <p:attrNameLst>
                                          <p:attrName>ppt_x</p:attrName>
                                        </p:attrNameLst>
                                      </p:cBhvr>
                                      <p:tavLst>
                                        <p:tav tm="0">
                                          <p:val>
                                            <p:strVal val="0-#ppt_w/2"/>
                                          </p:val>
                                        </p:tav>
                                        <p:tav tm="100000">
                                          <p:val>
                                            <p:strVal val="#ppt_x"/>
                                          </p:val>
                                        </p:tav>
                                      </p:tavLst>
                                    </p:anim>
                                    <p:anim calcmode="lin" valueType="num">
                                      <p:cBhvr additive="base">
                                        <p:cTn id="8" dur="500" fill="hold"/>
                                        <p:tgtEl>
                                          <p:spTgt spid="37069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70692"/>
                                        </p:tgtEl>
                                        <p:attrNameLst>
                                          <p:attrName>style.visibility</p:attrName>
                                        </p:attrNameLst>
                                      </p:cBhvr>
                                      <p:to>
                                        <p:strVal val="visible"/>
                                      </p:to>
                                    </p:set>
                                    <p:anim calcmode="lin" valueType="num">
                                      <p:cBhvr additive="base">
                                        <p:cTn id="13" dur="500" fill="hold"/>
                                        <p:tgtEl>
                                          <p:spTgt spid="370692"/>
                                        </p:tgtEl>
                                        <p:attrNameLst>
                                          <p:attrName>ppt_x</p:attrName>
                                        </p:attrNameLst>
                                      </p:cBhvr>
                                      <p:tavLst>
                                        <p:tav tm="0">
                                          <p:val>
                                            <p:strVal val="0-#ppt_w/2"/>
                                          </p:val>
                                        </p:tav>
                                        <p:tav tm="100000">
                                          <p:val>
                                            <p:strVal val="#ppt_x"/>
                                          </p:val>
                                        </p:tav>
                                      </p:tavLst>
                                    </p:anim>
                                    <p:anim calcmode="lin" valueType="num">
                                      <p:cBhvr additive="base">
                                        <p:cTn id="14" dur="500" fill="hold"/>
                                        <p:tgtEl>
                                          <p:spTgt spid="37069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70697"/>
                                        </p:tgtEl>
                                        <p:attrNameLst>
                                          <p:attrName>style.visibility</p:attrName>
                                        </p:attrNameLst>
                                      </p:cBhvr>
                                      <p:to>
                                        <p:strVal val="visible"/>
                                      </p:to>
                                    </p:set>
                                    <p:anim calcmode="lin" valueType="num">
                                      <p:cBhvr additive="base">
                                        <p:cTn id="19" dur="500" fill="hold"/>
                                        <p:tgtEl>
                                          <p:spTgt spid="370697"/>
                                        </p:tgtEl>
                                        <p:attrNameLst>
                                          <p:attrName>ppt_x</p:attrName>
                                        </p:attrNameLst>
                                      </p:cBhvr>
                                      <p:tavLst>
                                        <p:tav tm="0">
                                          <p:val>
                                            <p:strVal val="0-#ppt_w/2"/>
                                          </p:val>
                                        </p:tav>
                                        <p:tav tm="100000">
                                          <p:val>
                                            <p:strVal val="#ppt_x"/>
                                          </p:val>
                                        </p:tav>
                                      </p:tavLst>
                                    </p:anim>
                                    <p:anim calcmode="lin" valueType="num">
                                      <p:cBhvr additive="base">
                                        <p:cTn id="20" dur="500" fill="hold"/>
                                        <p:tgtEl>
                                          <p:spTgt spid="370697"/>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70693"/>
                                        </p:tgtEl>
                                        <p:attrNameLst>
                                          <p:attrName>style.visibility</p:attrName>
                                        </p:attrNameLst>
                                      </p:cBhvr>
                                      <p:to>
                                        <p:strVal val="visible"/>
                                      </p:to>
                                    </p:set>
                                    <p:anim calcmode="lin" valueType="num">
                                      <p:cBhvr additive="base">
                                        <p:cTn id="25" dur="500" fill="hold"/>
                                        <p:tgtEl>
                                          <p:spTgt spid="370693"/>
                                        </p:tgtEl>
                                        <p:attrNameLst>
                                          <p:attrName>ppt_x</p:attrName>
                                        </p:attrNameLst>
                                      </p:cBhvr>
                                      <p:tavLst>
                                        <p:tav tm="0">
                                          <p:val>
                                            <p:strVal val="0-#ppt_w/2"/>
                                          </p:val>
                                        </p:tav>
                                        <p:tav tm="100000">
                                          <p:val>
                                            <p:strVal val="#ppt_x"/>
                                          </p:val>
                                        </p:tav>
                                      </p:tavLst>
                                    </p:anim>
                                    <p:anim calcmode="lin" valueType="num">
                                      <p:cBhvr additive="base">
                                        <p:cTn id="26" dur="500" fill="hold"/>
                                        <p:tgtEl>
                                          <p:spTgt spid="370693"/>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70698"/>
                                        </p:tgtEl>
                                        <p:attrNameLst>
                                          <p:attrName>style.visibility</p:attrName>
                                        </p:attrNameLst>
                                      </p:cBhvr>
                                      <p:to>
                                        <p:strVal val="visible"/>
                                      </p:to>
                                    </p:set>
                                    <p:anim calcmode="lin" valueType="num">
                                      <p:cBhvr additive="base">
                                        <p:cTn id="31" dur="500" fill="hold"/>
                                        <p:tgtEl>
                                          <p:spTgt spid="370698"/>
                                        </p:tgtEl>
                                        <p:attrNameLst>
                                          <p:attrName>ppt_x</p:attrName>
                                        </p:attrNameLst>
                                      </p:cBhvr>
                                      <p:tavLst>
                                        <p:tav tm="0">
                                          <p:val>
                                            <p:strVal val="0-#ppt_w/2"/>
                                          </p:val>
                                        </p:tav>
                                        <p:tav tm="100000">
                                          <p:val>
                                            <p:strVal val="#ppt_x"/>
                                          </p:val>
                                        </p:tav>
                                      </p:tavLst>
                                    </p:anim>
                                    <p:anim calcmode="lin" valueType="num">
                                      <p:cBhvr additive="base">
                                        <p:cTn id="32" dur="500" fill="hold"/>
                                        <p:tgtEl>
                                          <p:spTgt spid="370698"/>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70694"/>
                                        </p:tgtEl>
                                        <p:attrNameLst>
                                          <p:attrName>style.visibility</p:attrName>
                                        </p:attrNameLst>
                                      </p:cBhvr>
                                      <p:to>
                                        <p:strVal val="visible"/>
                                      </p:to>
                                    </p:set>
                                    <p:anim calcmode="lin" valueType="num">
                                      <p:cBhvr additive="base">
                                        <p:cTn id="37" dur="500" fill="hold"/>
                                        <p:tgtEl>
                                          <p:spTgt spid="370694"/>
                                        </p:tgtEl>
                                        <p:attrNameLst>
                                          <p:attrName>ppt_x</p:attrName>
                                        </p:attrNameLst>
                                      </p:cBhvr>
                                      <p:tavLst>
                                        <p:tav tm="0">
                                          <p:val>
                                            <p:strVal val="0-#ppt_w/2"/>
                                          </p:val>
                                        </p:tav>
                                        <p:tav tm="100000">
                                          <p:val>
                                            <p:strVal val="#ppt_x"/>
                                          </p:val>
                                        </p:tav>
                                      </p:tavLst>
                                    </p:anim>
                                    <p:anim calcmode="lin" valueType="num">
                                      <p:cBhvr additive="base">
                                        <p:cTn id="38" dur="500" fill="hold"/>
                                        <p:tgtEl>
                                          <p:spTgt spid="370694"/>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70699"/>
                                        </p:tgtEl>
                                        <p:attrNameLst>
                                          <p:attrName>style.visibility</p:attrName>
                                        </p:attrNameLst>
                                      </p:cBhvr>
                                      <p:to>
                                        <p:strVal val="visible"/>
                                      </p:to>
                                    </p:set>
                                    <p:anim calcmode="lin" valueType="num">
                                      <p:cBhvr additive="base">
                                        <p:cTn id="43" dur="500" fill="hold"/>
                                        <p:tgtEl>
                                          <p:spTgt spid="370699"/>
                                        </p:tgtEl>
                                        <p:attrNameLst>
                                          <p:attrName>ppt_x</p:attrName>
                                        </p:attrNameLst>
                                      </p:cBhvr>
                                      <p:tavLst>
                                        <p:tav tm="0">
                                          <p:val>
                                            <p:strVal val="0-#ppt_w/2"/>
                                          </p:val>
                                        </p:tav>
                                        <p:tav tm="100000">
                                          <p:val>
                                            <p:strVal val="#ppt_x"/>
                                          </p:val>
                                        </p:tav>
                                      </p:tavLst>
                                    </p:anim>
                                    <p:anim calcmode="lin" valueType="num">
                                      <p:cBhvr additive="base">
                                        <p:cTn id="44" dur="500" fill="hold"/>
                                        <p:tgtEl>
                                          <p:spTgt spid="370699"/>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70700"/>
                                        </p:tgtEl>
                                        <p:attrNameLst>
                                          <p:attrName>style.visibility</p:attrName>
                                        </p:attrNameLst>
                                      </p:cBhvr>
                                      <p:to>
                                        <p:strVal val="visible"/>
                                      </p:to>
                                    </p:set>
                                    <p:anim calcmode="lin" valueType="num">
                                      <p:cBhvr additive="base">
                                        <p:cTn id="49" dur="500" fill="hold"/>
                                        <p:tgtEl>
                                          <p:spTgt spid="370700"/>
                                        </p:tgtEl>
                                        <p:attrNameLst>
                                          <p:attrName>ppt_x</p:attrName>
                                        </p:attrNameLst>
                                      </p:cBhvr>
                                      <p:tavLst>
                                        <p:tav tm="0">
                                          <p:val>
                                            <p:strVal val="0-#ppt_w/2"/>
                                          </p:val>
                                        </p:tav>
                                        <p:tav tm="100000">
                                          <p:val>
                                            <p:strVal val="#ppt_x"/>
                                          </p:val>
                                        </p:tav>
                                      </p:tavLst>
                                    </p:anim>
                                    <p:anim calcmode="lin" valueType="num">
                                      <p:cBhvr additive="base">
                                        <p:cTn id="50" dur="500" fill="hold"/>
                                        <p:tgtEl>
                                          <p:spTgt spid="370700"/>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370695"/>
                                        </p:tgtEl>
                                        <p:attrNameLst>
                                          <p:attrName>style.visibility</p:attrName>
                                        </p:attrNameLst>
                                      </p:cBhvr>
                                      <p:to>
                                        <p:strVal val="visible"/>
                                      </p:to>
                                    </p:set>
                                    <p:anim calcmode="lin" valueType="num">
                                      <p:cBhvr additive="base">
                                        <p:cTn id="55" dur="500" fill="hold"/>
                                        <p:tgtEl>
                                          <p:spTgt spid="370695"/>
                                        </p:tgtEl>
                                        <p:attrNameLst>
                                          <p:attrName>ppt_x</p:attrName>
                                        </p:attrNameLst>
                                      </p:cBhvr>
                                      <p:tavLst>
                                        <p:tav tm="0">
                                          <p:val>
                                            <p:strVal val="0-#ppt_w/2"/>
                                          </p:val>
                                        </p:tav>
                                        <p:tav tm="100000">
                                          <p:val>
                                            <p:strVal val="#ppt_x"/>
                                          </p:val>
                                        </p:tav>
                                      </p:tavLst>
                                    </p:anim>
                                    <p:anim calcmode="lin" valueType="num">
                                      <p:cBhvr additive="base">
                                        <p:cTn id="56" dur="500" fill="hold"/>
                                        <p:tgtEl>
                                          <p:spTgt spid="370695"/>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370696"/>
                                        </p:tgtEl>
                                        <p:attrNameLst>
                                          <p:attrName>style.visibility</p:attrName>
                                        </p:attrNameLst>
                                      </p:cBhvr>
                                      <p:to>
                                        <p:strVal val="visible"/>
                                      </p:to>
                                    </p:set>
                                    <p:anim calcmode="lin" valueType="num">
                                      <p:cBhvr additive="base">
                                        <p:cTn id="61" dur="500" fill="hold"/>
                                        <p:tgtEl>
                                          <p:spTgt spid="370696"/>
                                        </p:tgtEl>
                                        <p:attrNameLst>
                                          <p:attrName>ppt_x</p:attrName>
                                        </p:attrNameLst>
                                      </p:cBhvr>
                                      <p:tavLst>
                                        <p:tav tm="0">
                                          <p:val>
                                            <p:strVal val="0-#ppt_w/2"/>
                                          </p:val>
                                        </p:tav>
                                        <p:tav tm="100000">
                                          <p:val>
                                            <p:strVal val="#ppt_x"/>
                                          </p:val>
                                        </p:tav>
                                      </p:tavLst>
                                    </p:anim>
                                    <p:anim calcmode="lin" valueType="num">
                                      <p:cBhvr additive="base">
                                        <p:cTn id="62" dur="500" fill="hold"/>
                                        <p:tgtEl>
                                          <p:spTgt spid="37069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0691" grpId="0" autoUpdateAnimBg="0"/>
      <p:bldP spid="370692" grpId="0" autoUpdateAnimBg="0"/>
      <p:bldP spid="370693" grpId="0" autoUpdateAnimBg="0"/>
      <p:bldP spid="370694" grpId="0" autoUpdateAnimBg="0"/>
      <p:bldP spid="370695" grpId="0" autoUpdateAnimBg="0"/>
      <p:bldP spid="370696" grpId="0" autoUpdateAnimBg="0"/>
      <p:bldP spid="370697" grpId="0" autoUpdateAnimBg="0"/>
      <p:bldP spid="370698" grpId="0" autoUpdateAnimBg="0"/>
      <p:bldP spid="370699" grpId="0" autoUpdateAnimBg="0"/>
      <p:bldP spid="370700"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12"/>
          </p:nvPr>
        </p:nvSpPr>
        <p:spPr/>
        <p:txBody>
          <a:bodyPr/>
          <a:lstStyle/>
          <a:p>
            <a:pPr>
              <a:defRPr/>
            </a:pPr>
            <a:fld id="{BD036305-9BF2-447C-844D-456433B98742}" type="slidenum">
              <a:rPr lang="zh-CN" altLang="en-US"/>
              <a:pPr>
                <a:defRPr/>
              </a:pPr>
              <a:t>18</a:t>
            </a:fld>
            <a:endParaRPr lang="en-US" altLang="zh-CN"/>
          </a:p>
        </p:txBody>
      </p:sp>
      <p:sp>
        <p:nvSpPr>
          <p:cNvPr id="371714" name="Text Box 2"/>
          <p:cNvSpPr txBox="1">
            <a:spLocks noChangeArrowheads="1"/>
          </p:cNvSpPr>
          <p:nvPr/>
        </p:nvSpPr>
        <p:spPr bwMode="auto">
          <a:xfrm>
            <a:off x="1447800" y="614363"/>
            <a:ext cx="5854700" cy="564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2800">
                <a:solidFill>
                  <a:schemeClr val="tx1"/>
                </a:solidFill>
                <a:effectLst>
                  <a:outerShdw blurRad="38100" dist="38100" dir="2700000" algn="tl">
                    <a:srgbClr val="C0C0C0"/>
                  </a:outerShdw>
                </a:effectLst>
              </a:rPr>
              <a:t>           1        1.471319    5.286806</a:t>
            </a:r>
            <a:r>
              <a:rPr lang="en-US" altLang="zh-CN" sz="2800">
                <a:solidFill>
                  <a:schemeClr val="tx1"/>
                </a:solidFill>
                <a:effectLst>
                  <a:outerShdw blurRad="38100" dist="38100" dir="2700000" algn="tl">
                    <a:srgbClr val="C0C0C0"/>
                  </a:outerShdw>
                </a:effectLst>
              </a:rPr>
              <a:t>E-01</a:t>
            </a:r>
          </a:p>
          <a:p>
            <a:pPr>
              <a:defRPr/>
            </a:pPr>
            <a:r>
              <a:rPr lang="en-US" altLang="zh-CN" sz="2800">
                <a:solidFill>
                  <a:schemeClr val="tx1"/>
                </a:solidFill>
                <a:effectLst>
                  <a:outerShdw blurRad="38100" dist="38100" dir="2700000" algn="tl">
                    <a:srgbClr val="C0C0C0"/>
                  </a:outerShdw>
                </a:effectLst>
              </a:rPr>
              <a:t>           2        1.630462    3.695379E-01</a:t>
            </a:r>
          </a:p>
          <a:p>
            <a:pPr>
              <a:defRPr/>
            </a:pPr>
            <a:r>
              <a:rPr lang="en-US" altLang="zh-CN" sz="2800">
                <a:solidFill>
                  <a:schemeClr val="tx1"/>
                </a:solidFill>
                <a:effectLst>
                  <a:outerShdw blurRad="38100" dist="38100" dir="2700000" algn="tl">
                    <a:srgbClr val="C0C0C0"/>
                  </a:outerShdw>
                </a:effectLst>
              </a:rPr>
              <a:t>           3        1.677136    3.228641E-01</a:t>
            </a:r>
          </a:p>
          <a:p>
            <a:pPr>
              <a:defRPr/>
            </a:pPr>
            <a:r>
              <a:rPr lang="en-US" altLang="zh-CN" sz="2800">
                <a:solidFill>
                  <a:schemeClr val="tx1"/>
                </a:solidFill>
                <a:effectLst>
                  <a:outerShdw blurRad="38100" dist="38100" dir="2700000" algn="tl">
                    <a:srgbClr val="C0C0C0"/>
                  </a:outerShdw>
                </a:effectLst>
              </a:rPr>
              <a:t>           4        1.689923    3.100768E-01</a:t>
            </a:r>
          </a:p>
          <a:p>
            <a:pPr>
              <a:defRPr/>
            </a:pPr>
            <a:r>
              <a:rPr lang="en-US" altLang="zh-CN" sz="2800">
                <a:solidFill>
                  <a:schemeClr val="tx1"/>
                </a:solidFill>
                <a:effectLst>
                  <a:outerShdw blurRad="38100" dist="38100" dir="2700000" algn="tl">
                    <a:srgbClr val="C0C0C0"/>
                  </a:outerShdw>
                </a:effectLst>
              </a:rPr>
              <a:t>           5        1.693354    3.066462E-01</a:t>
            </a:r>
          </a:p>
          <a:p>
            <a:pPr>
              <a:defRPr/>
            </a:pPr>
            <a:r>
              <a:rPr lang="en-US" altLang="zh-CN" sz="2800">
                <a:solidFill>
                  <a:schemeClr val="tx1"/>
                </a:solidFill>
                <a:effectLst>
                  <a:outerShdw blurRad="38100" dist="38100" dir="2700000" algn="tl">
                    <a:srgbClr val="C0C0C0"/>
                  </a:outerShdw>
                </a:effectLst>
              </a:rPr>
              <a:t>           6        1.694269    3.057312E-01</a:t>
            </a:r>
          </a:p>
          <a:p>
            <a:pPr>
              <a:defRPr/>
            </a:pPr>
            <a:r>
              <a:rPr lang="en-US" altLang="zh-CN" sz="2800">
                <a:solidFill>
                  <a:schemeClr val="tx1"/>
                </a:solidFill>
                <a:effectLst>
                  <a:outerShdw blurRad="38100" dist="38100" dir="2700000" algn="tl">
                    <a:srgbClr val="C0C0C0"/>
                  </a:outerShdw>
                </a:effectLst>
              </a:rPr>
              <a:t>           7        1.694512    3.054875E-01</a:t>
            </a:r>
          </a:p>
          <a:p>
            <a:pPr>
              <a:defRPr/>
            </a:pPr>
            <a:r>
              <a:rPr lang="en-US" altLang="zh-CN" sz="2800">
                <a:solidFill>
                  <a:schemeClr val="tx1"/>
                </a:solidFill>
                <a:effectLst>
                  <a:outerShdw blurRad="38100" dist="38100" dir="2700000" algn="tl">
                    <a:srgbClr val="C0C0C0"/>
                  </a:outerShdw>
                </a:effectLst>
              </a:rPr>
              <a:t>           8        1.694577    3.054227E-01</a:t>
            </a:r>
          </a:p>
          <a:p>
            <a:pPr>
              <a:defRPr/>
            </a:pPr>
            <a:r>
              <a:rPr lang="en-US" altLang="zh-CN" sz="2800">
                <a:solidFill>
                  <a:schemeClr val="tx1"/>
                </a:solidFill>
                <a:effectLst>
                  <a:outerShdw blurRad="38100" dist="38100" dir="2700000" algn="tl">
                    <a:srgbClr val="C0C0C0"/>
                  </a:outerShdw>
                </a:effectLst>
              </a:rPr>
              <a:t>           9        1.694595    3.054054E-01</a:t>
            </a:r>
          </a:p>
          <a:p>
            <a:pPr>
              <a:defRPr/>
            </a:pPr>
            <a:r>
              <a:rPr lang="en-US" altLang="zh-CN" sz="2800">
                <a:solidFill>
                  <a:schemeClr val="tx1"/>
                </a:solidFill>
                <a:effectLst>
                  <a:outerShdw blurRad="38100" dist="38100" dir="2700000" algn="tl">
                    <a:srgbClr val="C0C0C0"/>
                  </a:outerShdw>
                </a:effectLst>
              </a:rPr>
              <a:t>          10        1.694599    3.054007E-01</a:t>
            </a:r>
          </a:p>
          <a:p>
            <a:pPr>
              <a:defRPr/>
            </a:pPr>
            <a:r>
              <a:rPr lang="en-US" altLang="zh-CN" sz="2800">
                <a:solidFill>
                  <a:schemeClr val="tx1"/>
                </a:solidFill>
                <a:effectLst>
                  <a:outerShdw blurRad="38100" dist="38100" dir="2700000" algn="tl">
                    <a:srgbClr val="C0C0C0"/>
                  </a:outerShdw>
                </a:effectLst>
              </a:rPr>
              <a:t>          11        1.694600    3.053995E-01</a:t>
            </a:r>
          </a:p>
          <a:p>
            <a:pPr>
              <a:defRPr/>
            </a:pPr>
            <a:r>
              <a:rPr lang="en-US" altLang="zh-CN" sz="2800">
                <a:solidFill>
                  <a:schemeClr val="tx1"/>
                </a:solidFill>
                <a:effectLst>
                  <a:outerShdw blurRad="38100" dist="38100" dir="2700000" algn="tl">
                    <a:srgbClr val="C0C0C0"/>
                  </a:outerShdw>
                </a:effectLst>
              </a:rPr>
              <a:t>          12        1.694601    3.053992E-01</a:t>
            </a:r>
          </a:p>
          <a:p>
            <a:pPr>
              <a:defRPr/>
            </a:pPr>
            <a:r>
              <a:rPr lang="en-US" altLang="zh-CN" sz="2800">
                <a:solidFill>
                  <a:schemeClr val="tx1"/>
                </a:solidFill>
                <a:effectLst>
                  <a:outerShdw blurRad="38100" dist="38100" dir="2700000" algn="tl">
                    <a:srgbClr val="C0C0C0"/>
                  </a:outerShdw>
                </a:effectLst>
              </a:rPr>
              <a:t>          13        1.694601    1.192093E-07</a:t>
            </a:r>
            <a:endParaRPr lang="zh-CN" altLang="en-US" sz="2800">
              <a:solidFill>
                <a:schemeClr val="tx1"/>
              </a:solidFill>
              <a:effectLst>
                <a:outerShdw blurRad="38100" dist="38100" dir="2700000" algn="tl">
                  <a:srgbClr val="C0C0C0"/>
                </a:outerShdw>
              </a:effectLst>
            </a:endParaRPr>
          </a:p>
        </p:txBody>
      </p:sp>
    </p:spTree>
  </p:cSld>
  <p:clrMapOvr>
    <a:masterClrMapping/>
  </p:clrMapOvr>
  <p:transition>
    <p:cover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fld id="{68F8A0D3-F4FD-43B2-8F08-7306C11AC4A1}" type="slidenum">
              <a:rPr lang="zh-CN" altLang="en-US"/>
              <a:pPr>
                <a:defRPr/>
              </a:pPr>
              <a:t>19</a:t>
            </a:fld>
            <a:endParaRPr lang="en-US" altLang="zh-CN"/>
          </a:p>
        </p:txBody>
      </p:sp>
      <p:sp>
        <p:nvSpPr>
          <p:cNvPr id="365570" name="Text Box 2"/>
          <p:cNvSpPr txBox="1">
            <a:spLocks noChangeArrowheads="1"/>
          </p:cNvSpPr>
          <p:nvPr/>
        </p:nvSpPr>
        <p:spPr bwMode="auto">
          <a:xfrm>
            <a:off x="381000" y="1295400"/>
            <a:ext cx="2501900" cy="128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600" b="1">
                <a:solidFill>
                  <a:schemeClr val="tx1"/>
                </a:solidFill>
                <a:effectLst>
                  <a:outerShdw blurRad="38100" dist="38100" dir="2700000" algn="tl">
                    <a:srgbClr val="C0C0C0"/>
                  </a:outerShdw>
                </a:effectLst>
              </a:rPr>
              <a:t>A=0.0</a:t>
            </a:r>
          </a:p>
          <a:p>
            <a:pPr>
              <a:defRPr/>
            </a:pPr>
            <a:r>
              <a:rPr lang="en-US" altLang="zh-CN" sz="2600" b="1">
                <a:solidFill>
                  <a:schemeClr val="tx1"/>
                </a:solidFill>
                <a:effectLst>
                  <a:outerShdw blurRad="38100" dist="38100" dir="2700000" algn="tl">
                    <a:srgbClr val="C0C0C0"/>
                  </a:outerShdw>
                </a:effectLst>
              </a:rPr>
              <a:t>B=3.1415926/2.0</a:t>
            </a:r>
          </a:p>
          <a:p>
            <a:pPr>
              <a:defRPr/>
            </a:pPr>
            <a:r>
              <a:rPr lang="en-US" altLang="zh-CN" sz="2600" b="1">
                <a:solidFill>
                  <a:schemeClr val="tx1"/>
                </a:solidFill>
                <a:effectLst>
                  <a:outerShdw blurRad="38100" dist="38100" dir="2700000" algn="tl">
                    <a:srgbClr val="C0C0C0"/>
                  </a:outerShdw>
                </a:effectLst>
              </a:rPr>
              <a:t>DX=B-A</a:t>
            </a:r>
          </a:p>
        </p:txBody>
      </p:sp>
      <p:sp>
        <p:nvSpPr>
          <p:cNvPr id="365571" name="Text Box 3"/>
          <p:cNvSpPr txBox="1">
            <a:spLocks noChangeArrowheads="1"/>
          </p:cNvSpPr>
          <p:nvPr/>
        </p:nvSpPr>
        <p:spPr bwMode="auto">
          <a:xfrm>
            <a:off x="304800" y="3505200"/>
            <a:ext cx="457835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600" b="1">
                <a:solidFill>
                  <a:schemeClr val="tx1"/>
                </a:solidFill>
                <a:effectLst>
                  <a:outerShdw blurRad="38100" dist="38100" dir="2700000" algn="tl">
                    <a:srgbClr val="C0C0C0"/>
                  </a:outerShdw>
                </a:effectLst>
              </a:rPr>
              <a:t>DO WHILE(ABS(DX).GT.DL)</a:t>
            </a:r>
          </a:p>
        </p:txBody>
      </p:sp>
      <p:sp>
        <p:nvSpPr>
          <p:cNvPr id="365572" name="Text Box 4"/>
          <p:cNvSpPr txBox="1">
            <a:spLocks noChangeArrowheads="1"/>
          </p:cNvSpPr>
          <p:nvPr/>
        </p:nvSpPr>
        <p:spPr bwMode="auto">
          <a:xfrm>
            <a:off x="5943600" y="1600200"/>
            <a:ext cx="3074988" cy="287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600" b="1">
                <a:solidFill>
                  <a:schemeClr val="tx1"/>
                </a:solidFill>
                <a:effectLst>
                  <a:outerShdw blurRad="38100" dist="38100" dir="2700000" algn="tl">
                    <a:srgbClr val="C0C0C0"/>
                  </a:outerShdw>
                </a:effectLst>
              </a:rPr>
              <a:t>DX=B-A</a:t>
            </a:r>
          </a:p>
          <a:p>
            <a:pPr>
              <a:defRPr/>
            </a:pPr>
            <a:r>
              <a:rPr lang="en-US" altLang="zh-CN" sz="2600" b="1">
                <a:solidFill>
                  <a:schemeClr val="tx1"/>
                </a:solidFill>
                <a:effectLst>
                  <a:outerShdw blurRad="38100" dist="38100" dir="2700000" algn="tl">
                    <a:srgbClr val="C0C0C0"/>
                  </a:outerShdw>
                </a:effectLst>
              </a:rPr>
              <a:t>ISTEP=ISTEP+1</a:t>
            </a:r>
          </a:p>
          <a:p>
            <a:pPr>
              <a:defRPr/>
            </a:pPr>
            <a:r>
              <a:rPr lang="en-US" altLang="zh-CN" sz="2600" b="1">
                <a:solidFill>
                  <a:schemeClr val="tx1"/>
                </a:solidFill>
                <a:effectLst>
                  <a:outerShdw blurRad="38100" dist="38100" dir="2700000" algn="tl">
                    <a:srgbClr val="C0C0C0"/>
                  </a:outerShdw>
                </a:effectLst>
              </a:rPr>
              <a:t>ENDDO</a:t>
            </a:r>
          </a:p>
          <a:p>
            <a:pPr>
              <a:defRPr/>
            </a:pPr>
            <a:r>
              <a:rPr lang="en-US" altLang="zh-CN" sz="2600" b="1">
                <a:solidFill>
                  <a:schemeClr val="tx1"/>
                </a:solidFill>
                <a:effectLst>
                  <a:outerShdw blurRad="38100" dist="38100" dir="2700000" algn="tl">
                    <a:srgbClr val="C0C0C0"/>
                  </a:outerShdw>
                </a:effectLst>
              </a:rPr>
              <a:t>WRITE(*,*) ISTEP,</a:t>
            </a:r>
          </a:p>
          <a:p>
            <a:pPr>
              <a:defRPr/>
            </a:pPr>
            <a:r>
              <a:rPr lang="en-US" altLang="zh-CN" sz="2600" b="1">
                <a:solidFill>
                  <a:schemeClr val="tx1"/>
                </a:solidFill>
                <a:effectLst>
                  <a:outerShdw blurRad="38100" dist="38100" dir="2700000" algn="tl">
                    <a:srgbClr val="C0C0C0"/>
                  </a:outerShdw>
                </a:effectLst>
              </a:rPr>
              <a:t>X0, DX</a:t>
            </a:r>
          </a:p>
          <a:p>
            <a:pPr>
              <a:defRPr/>
            </a:pPr>
            <a:r>
              <a:rPr lang="en-US" altLang="zh-CN" sz="2600" b="1">
                <a:solidFill>
                  <a:schemeClr val="tx1"/>
                </a:solidFill>
                <a:effectLst>
                  <a:outerShdw blurRad="38100" dist="38100" dir="2700000" algn="tl">
                    <a:srgbClr val="C0C0C0"/>
                  </a:outerShdw>
                </a:effectLst>
              </a:rPr>
              <a:t>STOP</a:t>
            </a:r>
          </a:p>
          <a:p>
            <a:pPr>
              <a:defRPr/>
            </a:pPr>
            <a:r>
              <a:rPr lang="en-US" altLang="zh-CN" sz="2600" b="1">
                <a:solidFill>
                  <a:schemeClr val="tx1"/>
                </a:solidFill>
                <a:effectLst>
                  <a:outerShdw blurRad="38100" dist="38100" dir="2700000" algn="tl">
                    <a:srgbClr val="C0C0C0"/>
                  </a:outerShdw>
                </a:effectLst>
              </a:rPr>
              <a:t>END</a:t>
            </a:r>
          </a:p>
        </p:txBody>
      </p:sp>
      <p:sp>
        <p:nvSpPr>
          <p:cNvPr id="365573" name="Text Box 5"/>
          <p:cNvSpPr txBox="1">
            <a:spLocks noChangeArrowheads="1"/>
          </p:cNvSpPr>
          <p:nvPr/>
        </p:nvSpPr>
        <p:spPr bwMode="auto">
          <a:xfrm>
            <a:off x="4876800" y="4876800"/>
            <a:ext cx="40386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2800" b="1">
                <a:solidFill>
                  <a:schemeClr val="tx1"/>
                </a:solidFill>
                <a:effectLst/>
              </a:rPr>
              <a:t>FUNCTION F(X)</a:t>
            </a:r>
          </a:p>
          <a:p>
            <a:r>
              <a:rPr lang="en-US" altLang="zh-CN" sz="2800" b="1">
                <a:solidFill>
                  <a:schemeClr val="tx1"/>
                </a:solidFill>
                <a:effectLst/>
              </a:rPr>
              <a:t>F=cos(x)-1./2.</a:t>
            </a:r>
          </a:p>
          <a:p>
            <a:r>
              <a:rPr lang="en-US" altLang="zh-CN" sz="2800" b="1">
                <a:solidFill>
                  <a:schemeClr val="tx1"/>
                </a:solidFill>
                <a:effectLst/>
              </a:rPr>
              <a:t>RETURN</a:t>
            </a:r>
          </a:p>
          <a:p>
            <a:r>
              <a:rPr lang="en-US" altLang="zh-CN" sz="2800" b="1">
                <a:solidFill>
                  <a:schemeClr val="tx1"/>
                </a:solidFill>
                <a:effectLst/>
              </a:rPr>
              <a:t>END</a:t>
            </a:r>
            <a:endParaRPr lang="en-US" altLang="zh-CN" sz="2800" b="1" baseline="30000">
              <a:solidFill>
                <a:schemeClr val="tx1"/>
              </a:solidFill>
              <a:effectLst/>
            </a:endParaRPr>
          </a:p>
        </p:txBody>
      </p:sp>
      <p:sp>
        <p:nvSpPr>
          <p:cNvPr id="365574" name="Text Box 6"/>
          <p:cNvSpPr txBox="1">
            <a:spLocks noChangeArrowheads="1"/>
          </p:cNvSpPr>
          <p:nvPr/>
        </p:nvSpPr>
        <p:spPr bwMode="auto">
          <a:xfrm>
            <a:off x="304800" y="2590800"/>
            <a:ext cx="1905000"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600" b="1">
                <a:solidFill>
                  <a:schemeClr val="tx1"/>
                </a:solidFill>
                <a:effectLst>
                  <a:outerShdw blurRad="38100" dist="38100" dir="2700000" algn="tl">
                    <a:srgbClr val="C0C0C0"/>
                  </a:outerShdw>
                </a:effectLst>
              </a:rPr>
              <a:t>DL=1.0E-06</a:t>
            </a:r>
          </a:p>
          <a:p>
            <a:pPr>
              <a:defRPr/>
            </a:pPr>
            <a:r>
              <a:rPr lang="en-US" altLang="zh-CN" sz="2600" b="1">
                <a:solidFill>
                  <a:schemeClr val="tx1"/>
                </a:solidFill>
                <a:effectLst>
                  <a:outerShdw blurRad="38100" dist="38100" dir="2700000" algn="tl">
                    <a:srgbClr val="C0C0C0"/>
                  </a:outerShdw>
                </a:effectLst>
              </a:rPr>
              <a:t>ISTEP=0</a:t>
            </a:r>
          </a:p>
        </p:txBody>
      </p:sp>
      <p:sp>
        <p:nvSpPr>
          <p:cNvPr id="365575" name="Text Box 7"/>
          <p:cNvSpPr txBox="1">
            <a:spLocks noChangeArrowheads="1"/>
          </p:cNvSpPr>
          <p:nvPr/>
        </p:nvSpPr>
        <p:spPr bwMode="auto">
          <a:xfrm>
            <a:off x="457200" y="4038600"/>
            <a:ext cx="44958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2600" b="1">
                <a:solidFill>
                  <a:srgbClr val="FF0000"/>
                </a:solidFill>
                <a:effectLst>
                  <a:outerShdw blurRad="38100" dist="38100" dir="2700000" algn="tl">
                    <a:srgbClr val="C0C0C0"/>
                  </a:outerShdw>
                </a:effectLst>
              </a:rPr>
              <a:t>X0=A-(B-A)*F(A)/(F(B)-F(A))</a:t>
            </a:r>
          </a:p>
        </p:txBody>
      </p:sp>
      <p:sp>
        <p:nvSpPr>
          <p:cNvPr id="365576" name="Text Box 8"/>
          <p:cNvSpPr txBox="1">
            <a:spLocks noChangeArrowheads="1"/>
          </p:cNvSpPr>
          <p:nvPr/>
        </p:nvSpPr>
        <p:spPr bwMode="auto">
          <a:xfrm>
            <a:off x="381000" y="4572000"/>
            <a:ext cx="4391025" cy="207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600" b="1">
                <a:solidFill>
                  <a:schemeClr val="tx1"/>
                </a:solidFill>
                <a:effectLst>
                  <a:outerShdw blurRad="38100" dist="38100" dir="2700000" algn="tl">
                    <a:srgbClr val="C0C0C0"/>
                  </a:outerShdw>
                </a:effectLst>
              </a:rPr>
              <a:t>IF((F(A)*F(X0)).LT.0) THEN</a:t>
            </a:r>
          </a:p>
          <a:p>
            <a:pPr>
              <a:defRPr/>
            </a:pPr>
            <a:r>
              <a:rPr lang="en-US" altLang="zh-CN" sz="2600" b="1">
                <a:solidFill>
                  <a:schemeClr val="tx1"/>
                </a:solidFill>
                <a:effectLst>
                  <a:outerShdw blurRad="38100" dist="38100" dir="2700000" algn="tl">
                    <a:srgbClr val="C0C0C0"/>
                  </a:outerShdw>
                </a:effectLst>
              </a:rPr>
              <a:t>B=X0</a:t>
            </a:r>
          </a:p>
          <a:p>
            <a:pPr>
              <a:defRPr/>
            </a:pPr>
            <a:r>
              <a:rPr lang="en-US" altLang="zh-CN" sz="2600" b="1">
                <a:solidFill>
                  <a:schemeClr val="tx1"/>
                </a:solidFill>
                <a:effectLst>
                  <a:outerShdw blurRad="38100" dist="38100" dir="2700000" algn="tl">
                    <a:srgbClr val="C0C0C0"/>
                  </a:outerShdw>
                </a:effectLst>
              </a:rPr>
              <a:t>ELSE</a:t>
            </a:r>
          </a:p>
          <a:p>
            <a:pPr>
              <a:defRPr/>
            </a:pPr>
            <a:r>
              <a:rPr lang="en-US" altLang="zh-CN" sz="2600" b="1">
                <a:solidFill>
                  <a:schemeClr val="tx1"/>
                </a:solidFill>
                <a:effectLst>
                  <a:outerShdw blurRad="38100" dist="38100" dir="2700000" algn="tl">
                    <a:srgbClr val="C0C0C0"/>
                  </a:outerShdw>
                </a:effectLst>
              </a:rPr>
              <a:t>A=X0</a:t>
            </a:r>
          </a:p>
          <a:p>
            <a:pPr>
              <a:defRPr/>
            </a:pPr>
            <a:r>
              <a:rPr lang="en-US" altLang="zh-CN" sz="2600" b="1">
                <a:solidFill>
                  <a:schemeClr val="tx1"/>
                </a:solidFill>
                <a:effectLst>
                  <a:outerShdw blurRad="38100" dist="38100" dir="2700000" algn="tl">
                    <a:srgbClr val="C0C0C0"/>
                  </a:outerShdw>
                </a:effectLst>
              </a:rPr>
              <a:t>ENDIF</a:t>
            </a:r>
          </a:p>
        </p:txBody>
      </p:sp>
      <p:sp>
        <p:nvSpPr>
          <p:cNvPr id="21514" name="Text Box 1027"/>
          <p:cNvSpPr txBox="1">
            <a:spLocks noChangeArrowheads="1"/>
          </p:cNvSpPr>
          <p:nvPr/>
        </p:nvSpPr>
        <p:spPr bwMode="auto">
          <a:xfrm>
            <a:off x="304800" y="457200"/>
            <a:ext cx="845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3200" b="1" i="1">
                <a:solidFill>
                  <a:srgbClr val="000080"/>
                </a:solidFill>
                <a:effectLst/>
              </a:rPr>
              <a:t>f</a:t>
            </a:r>
            <a:r>
              <a:rPr lang="en-US" altLang="zh-CN" sz="3200" b="1">
                <a:solidFill>
                  <a:srgbClr val="000080"/>
                </a:solidFill>
                <a:effectLst/>
              </a:rPr>
              <a:t>(</a:t>
            </a:r>
            <a:r>
              <a:rPr lang="en-US" altLang="zh-CN" sz="3200" b="1" i="1">
                <a:solidFill>
                  <a:srgbClr val="000080"/>
                </a:solidFill>
                <a:effectLst/>
              </a:rPr>
              <a:t>x</a:t>
            </a:r>
            <a:r>
              <a:rPr lang="en-US" altLang="zh-CN" sz="3200" b="1">
                <a:solidFill>
                  <a:srgbClr val="000080"/>
                </a:solidFill>
                <a:effectLst/>
              </a:rPr>
              <a:t>) = cos </a:t>
            </a:r>
            <a:r>
              <a:rPr lang="en-US" altLang="zh-CN" sz="3200" b="1" i="1">
                <a:solidFill>
                  <a:srgbClr val="000080"/>
                </a:solidFill>
                <a:effectLst/>
              </a:rPr>
              <a:t>x </a:t>
            </a:r>
            <a:r>
              <a:rPr lang="en-US" altLang="zh-CN" sz="3200" b="1">
                <a:solidFill>
                  <a:srgbClr val="000080"/>
                </a:solidFill>
                <a:effectLst/>
              </a:rPr>
              <a:t>- 1/2</a:t>
            </a:r>
            <a:r>
              <a:rPr lang="en-US" altLang="zh-CN" sz="3200" b="1">
                <a:solidFill>
                  <a:srgbClr val="000000"/>
                </a:solidFill>
                <a:effectLst/>
              </a:rPr>
              <a:t>.   </a:t>
            </a:r>
            <a:r>
              <a:rPr lang="en-US" altLang="zh-CN" sz="3200" b="1" i="1">
                <a:solidFill>
                  <a:srgbClr val="000080"/>
                </a:solidFill>
                <a:effectLst/>
              </a:rPr>
              <a:t>x</a:t>
            </a:r>
            <a:r>
              <a:rPr lang="en-US" altLang="zh-CN" sz="3200" b="1" i="1" baseline="-25000">
                <a:solidFill>
                  <a:srgbClr val="000080"/>
                </a:solidFill>
                <a:effectLst/>
              </a:rPr>
              <a:t>a</a:t>
            </a:r>
            <a:r>
              <a:rPr lang="en-US" altLang="zh-CN" sz="3200" b="1" i="1">
                <a:solidFill>
                  <a:srgbClr val="000080"/>
                </a:solidFill>
                <a:effectLst/>
              </a:rPr>
              <a:t> = </a:t>
            </a:r>
            <a:r>
              <a:rPr lang="en-US" altLang="zh-CN" sz="3200" b="1">
                <a:solidFill>
                  <a:srgbClr val="008000"/>
                </a:solidFill>
                <a:effectLst/>
              </a:rPr>
              <a:t>0 </a:t>
            </a:r>
            <a:r>
              <a:rPr lang="en-US" altLang="zh-CN" sz="3200" b="1">
                <a:solidFill>
                  <a:srgbClr val="000000"/>
                </a:solidFill>
                <a:effectLst/>
              </a:rPr>
              <a:t>and </a:t>
            </a:r>
            <a:r>
              <a:rPr lang="en-US" altLang="zh-CN" sz="3200" b="1" i="1">
                <a:solidFill>
                  <a:srgbClr val="000080"/>
                </a:solidFill>
                <a:effectLst/>
              </a:rPr>
              <a:t>x</a:t>
            </a:r>
            <a:r>
              <a:rPr lang="en-US" altLang="zh-CN" sz="3200" b="1" i="1" baseline="-25000">
                <a:solidFill>
                  <a:srgbClr val="000080"/>
                </a:solidFill>
                <a:effectLst/>
              </a:rPr>
              <a:t>b</a:t>
            </a:r>
            <a:r>
              <a:rPr lang="en-US" altLang="zh-CN" sz="3200" b="1" i="1">
                <a:solidFill>
                  <a:srgbClr val="000080"/>
                </a:solidFill>
                <a:effectLst/>
              </a:rPr>
              <a:t> = </a:t>
            </a:r>
            <a:r>
              <a:rPr lang="en-US" altLang="zh-CN" sz="3200" b="1">
                <a:solidFill>
                  <a:srgbClr val="008000"/>
                </a:solidFill>
                <a:effectLst/>
              </a:rPr>
              <a:t>p/2.</a:t>
            </a:r>
            <a:endParaRPr lang="zh-CN" altLang="en-US" sz="3200" b="1">
              <a:solidFill>
                <a:srgbClr val="008000"/>
              </a:solidFill>
              <a:effectLst/>
            </a:endParaRPr>
          </a:p>
        </p:txBody>
      </p:sp>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5570"/>
                                        </p:tgtEl>
                                        <p:attrNameLst>
                                          <p:attrName>style.visibility</p:attrName>
                                        </p:attrNameLst>
                                      </p:cBhvr>
                                      <p:to>
                                        <p:strVal val="visible"/>
                                      </p:to>
                                    </p:set>
                                    <p:anim calcmode="lin" valueType="num">
                                      <p:cBhvr additive="base">
                                        <p:cTn id="7" dur="500" fill="hold"/>
                                        <p:tgtEl>
                                          <p:spTgt spid="365570"/>
                                        </p:tgtEl>
                                        <p:attrNameLst>
                                          <p:attrName>ppt_x</p:attrName>
                                        </p:attrNameLst>
                                      </p:cBhvr>
                                      <p:tavLst>
                                        <p:tav tm="0">
                                          <p:val>
                                            <p:strVal val="0-#ppt_w/2"/>
                                          </p:val>
                                        </p:tav>
                                        <p:tav tm="100000">
                                          <p:val>
                                            <p:strVal val="#ppt_x"/>
                                          </p:val>
                                        </p:tav>
                                      </p:tavLst>
                                    </p:anim>
                                    <p:anim calcmode="lin" valueType="num">
                                      <p:cBhvr additive="base">
                                        <p:cTn id="8" dur="500" fill="hold"/>
                                        <p:tgtEl>
                                          <p:spTgt spid="36557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65574"/>
                                        </p:tgtEl>
                                        <p:attrNameLst>
                                          <p:attrName>style.visibility</p:attrName>
                                        </p:attrNameLst>
                                      </p:cBhvr>
                                      <p:to>
                                        <p:strVal val="visible"/>
                                      </p:to>
                                    </p:set>
                                    <p:anim calcmode="lin" valueType="num">
                                      <p:cBhvr additive="base">
                                        <p:cTn id="13" dur="500" fill="hold"/>
                                        <p:tgtEl>
                                          <p:spTgt spid="365574"/>
                                        </p:tgtEl>
                                        <p:attrNameLst>
                                          <p:attrName>ppt_x</p:attrName>
                                        </p:attrNameLst>
                                      </p:cBhvr>
                                      <p:tavLst>
                                        <p:tav tm="0">
                                          <p:val>
                                            <p:strVal val="0-#ppt_w/2"/>
                                          </p:val>
                                        </p:tav>
                                        <p:tav tm="100000">
                                          <p:val>
                                            <p:strVal val="#ppt_x"/>
                                          </p:val>
                                        </p:tav>
                                      </p:tavLst>
                                    </p:anim>
                                    <p:anim calcmode="lin" valueType="num">
                                      <p:cBhvr additive="base">
                                        <p:cTn id="14" dur="500" fill="hold"/>
                                        <p:tgtEl>
                                          <p:spTgt spid="36557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65571"/>
                                        </p:tgtEl>
                                        <p:attrNameLst>
                                          <p:attrName>style.visibility</p:attrName>
                                        </p:attrNameLst>
                                      </p:cBhvr>
                                      <p:to>
                                        <p:strVal val="visible"/>
                                      </p:to>
                                    </p:set>
                                    <p:anim calcmode="lin" valueType="num">
                                      <p:cBhvr additive="base">
                                        <p:cTn id="19" dur="500" fill="hold"/>
                                        <p:tgtEl>
                                          <p:spTgt spid="365571"/>
                                        </p:tgtEl>
                                        <p:attrNameLst>
                                          <p:attrName>ppt_x</p:attrName>
                                        </p:attrNameLst>
                                      </p:cBhvr>
                                      <p:tavLst>
                                        <p:tav tm="0">
                                          <p:val>
                                            <p:strVal val="0-#ppt_w/2"/>
                                          </p:val>
                                        </p:tav>
                                        <p:tav tm="100000">
                                          <p:val>
                                            <p:strVal val="#ppt_x"/>
                                          </p:val>
                                        </p:tav>
                                      </p:tavLst>
                                    </p:anim>
                                    <p:anim calcmode="lin" valueType="num">
                                      <p:cBhvr additive="base">
                                        <p:cTn id="20" dur="500" fill="hold"/>
                                        <p:tgtEl>
                                          <p:spTgt spid="36557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65575"/>
                                        </p:tgtEl>
                                        <p:attrNameLst>
                                          <p:attrName>style.visibility</p:attrName>
                                        </p:attrNameLst>
                                      </p:cBhvr>
                                      <p:to>
                                        <p:strVal val="visible"/>
                                      </p:to>
                                    </p:set>
                                    <p:anim calcmode="lin" valueType="num">
                                      <p:cBhvr additive="base">
                                        <p:cTn id="25" dur="500" fill="hold"/>
                                        <p:tgtEl>
                                          <p:spTgt spid="365575"/>
                                        </p:tgtEl>
                                        <p:attrNameLst>
                                          <p:attrName>ppt_x</p:attrName>
                                        </p:attrNameLst>
                                      </p:cBhvr>
                                      <p:tavLst>
                                        <p:tav tm="0">
                                          <p:val>
                                            <p:strVal val="0-#ppt_w/2"/>
                                          </p:val>
                                        </p:tav>
                                        <p:tav tm="100000">
                                          <p:val>
                                            <p:strVal val="#ppt_x"/>
                                          </p:val>
                                        </p:tav>
                                      </p:tavLst>
                                    </p:anim>
                                    <p:anim calcmode="lin" valueType="num">
                                      <p:cBhvr additive="base">
                                        <p:cTn id="26" dur="500" fill="hold"/>
                                        <p:tgtEl>
                                          <p:spTgt spid="365575"/>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65576"/>
                                        </p:tgtEl>
                                        <p:attrNameLst>
                                          <p:attrName>style.visibility</p:attrName>
                                        </p:attrNameLst>
                                      </p:cBhvr>
                                      <p:to>
                                        <p:strVal val="visible"/>
                                      </p:to>
                                    </p:set>
                                    <p:anim calcmode="lin" valueType="num">
                                      <p:cBhvr additive="base">
                                        <p:cTn id="31" dur="500" fill="hold"/>
                                        <p:tgtEl>
                                          <p:spTgt spid="365576"/>
                                        </p:tgtEl>
                                        <p:attrNameLst>
                                          <p:attrName>ppt_x</p:attrName>
                                        </p:attrNameLst>
                                      </p:cBhvr>
                                      <p:tavLst>
                                        <p:tav tm="0">
                                          <p:val>
                                            <p:strVal val="0-#ppt_w/2"/>
                                          </p:val>
                                        </p:tav>
                                        <p:tav tm="100000">
                                          <p:val>
                                            <p:strVal val="#ppt_x"/>
                                          </p:val>
                                        </p:tav>
                                      </p:tavLst>
                                    </p:anim>
                                    <p:anim calcmode="lin" valueType="num">
                                      <p:cBhvr additive="base">
                                        <p:cTn id="32" dur="500" fill="hold"/>
                                        <p:tgtEl>
                                          <p:spTgt spid="365576"/>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65572"/>
                                        </p:tgtEl>
                                        <p:attrNameLst>
                                          <p:attrName>style.visibility</p:attrName>
                                        </p:attrNameLst>
                                      </p:cBhvr>
                                      <p:to>
                                        <p:strVal val="visible"/>
                                      </p:to>
                                    </p:set>
                                    <p:anim calcmode="lin" valueType="num">
                                      <p:cBhvr additive="base">
                                        <p:cTn id="37" dur="500" fill="hold"/>
                                        <p:tgtEl>
                                          <p:spTgt spid="365572"/>
                                        </p:tgtEl>
                                        <p:attrNameLst>
                                          <p:attrName>ppt_x</p:attrName>
                                        </p:attrNameLst>
                                      </p:cBhvr>
                                      <p:tavLst>
                                        <p:tav tm="0">
                                          <p:val>
                                            <p:strVal val="0-#ppt_w/2"/>
                                          </p:val>
                                        </p:tav>
                                        <p:tav tm="100000">
                                          <p:val>
                                            <p:strVal val="#ppt_x"/>
                                          </p:val>
                                        </p:tav>
                                      </p:tavLst>
                                    </p:anim>
                                    <p:anim calcmode="lin" valueType="num">
                                      <p:cBhvr additive="base">
                                        <p:cTn id="38" dur="500" fill="hold"/>
                                        <p:tgtEl>
                                          <p:spTgt spid="365572"/>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65573"/>
                                        </p:tgtEl>
                                        <p:attrNameLst>
                                          <p:attrName>style.visibility</p:attrName>
                                        </p:attrNameLst>
                                      </p:cBhvr>
                                      <p:to>
                                        <p:strVal val="visible"/>
                                      </p:to>
                                    </p:set>
                                    <p:anim calcmode="lin" valueType="num">
                                      <p:cBhvr additive="base">
                                        <p:cTn id="43" dur="500" fill="hold"/>
                                        <p:tgtEl>
                                          <p:spTgt spid="365573"/>
                                        </p:tgtEl>
                                        <p:attrNameLst>
                                          <p:attrName>ppt_x</p:attrName>
                                        </p:attrNameLst>
                                      </p:cBhvr>
                                      <p:tavLst>
                                        <p:tav tm="0">
                                          <p:val>
                                            <p:strVal val="0-#ppt_w/2"/>
                                          </p:val>
                                        </p:tav>
                                        <p:tav tm="100000">
                                          <p:val>
                                            <p:strVal val="#ppt_x"/>
                                          </p:val>
                                        </p:tav>
                                      </p:tavLst>
                                    </p:anim>
                                    <p:anim calcmode="lin" valueType="num">
                                      <p:cBhvr additive="base">
                                        <p:cTn id="44" dur="500" fill="hold"/>
                                        <p:tgtEl>
                                          <p:spTgt spid="36557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5570" grpId="0" autoUpdateAnimBg="0"/>
      <p:bldP spid="365571" grpId="0" autoUpdateAnimBg="0"/>
      <p:bldP spid="365572" grpId="0" autoUpdateAnimBg="0"/>
      <p:bldP spid="365573" grpId="0" autoUpdateAnimBg="0"/>
      <p:bldP spid="365574" grpId="0" autoUpdateAnimBg="0"/>
      <p:bldP spid="365575" grpId="0" autoUpdateAnimBg="0"/>
      <p:bldP spid="365576"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12"/>
          </p:nvPr>
        </p:nvSpPr>
        <p:spPr/>
        <p:txBody>
          <a:bodyPr/>
          <a:lstStyle/>
          <a:p>
            <a:pPr>
              <a:defRPr/>
            </a:pPr>
            <a:fld id="{0129F217-F18B-4246-9F61-FE9B92939AF4}" type="slidenum">
              <a:rPr lang="zh-CN" altLang="en-US"/>
              <a:pPr>
                <a:defRPr/>
              </a:pPr>
              <a:t>20</a:t>
            </a:fld>
            <a:endParaRPr lang="en-US" altLang="zh-CN"/>
          </a:p>
        </p:txBody>
      </p:sp>
      <p:sp>
        <p:nvSpPr>
          <p:cNvPr id="364546" name="Text Box 2"/>
          <p:cNvSpPr txBox="1">
            <a:spLocks noChangeArrowheads="1"/>
          </p:cNvSpPr>
          <p:nvPr/>
        </p:nvSpPr>
        <p:spPr bwMode="auto">
          <a:xfrm>
            <a:off x="1219200" y="381000"/>
            <a:ext cx="6013450" cy="4192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2800">
                <a:solidFill>
                  <a:schemeClr val="tx1"/>
                </a:solidFill>
                <a:effectLst>
                  <a:outerShdw blurRad="38100" dist="38100" dir="2700000" algn="tl">
                    <a:srgbClr val="C0C0C0"/>
                  </a:outerShdw>
                </a:effectLst>
              </a:rPr>
              <a:t>          1    7.853982</a:t>
            </a:r>
            <a:r>
              <a:rPr lang="en-US" altLang="zh-CN" sz="2800">
                <a:solidFill>
                  <a:schemeClr val="tx1"/>
                </a:solidFill>
                <a:effectLst>
                  <a:outerShdw blurRad="38100" dist="38100" dir="2700000" algn="tl">
                    <a:srgbClr val="C0C0C0"/>
                  </a:outerShdw>
                </a:effectLst>
              </a:rPr>
              <a:t>E-01    7.853981E-01</a:t>
            </a:r>
          </a:p>
          <a:p>
            <a:pPr>
              <a:defRPr/>
            </a:pPr>
            <a:r>
              <a:rPr lang="en-US" altLang="zh-CN" sz="2800">
                <a:solidFill>
                  <a:schemeClr val="tx1"/>
                </a:solidFill>
                <a:effectLst>
                  <a:outerShdw blurRad="38100" dist="38100" dir="2700000" algn="tl">
                    <a:srgbClr val="C0C0C0"/>
                  </a:outerShdw>
                </a:effectLst>
              </a:rPr>
              <a:t>           2        1.015436    5.553603E-01</a:t>
            </a:r>
          </a:p>
          <a:p>
            <a:pPr>
              <a:defRPr/>
            </a:pPr>
            <a:r>
              <a:rPr lang="en-US" altLang="zh-CN" sz="2800">
                <a:solidFill>
                  <a:schemeClr val="tx1"/>
                </a:solidFill>
                <a:effectLst>
                  <a:outerShdw blurRad="38100" dist="38100" dir="2700000" algn="tl">
                    <a:srgbClr val="C0C0C0"/>
                  </a:outerShdw>
                </a:effectLst>
              </a:rPr>
              <a:t>           3        1.044138    5.266579E-01</a:t>
            </a:r>
          </a:p>
          <a:p>
            <a:pPr>
              <a:defRPr/>
            </a:pPr>
            <a:r>
              <a:rPr lang="en-US" altLang="zh-CN" sz="2800">
                <a:solidFill>
                  <a:schemeClr val="tx1"/>
                </a:solidFill>
                <a:effectLst>
                  <a:outerShdw blurRad="38100" dist="38100" dir="2700000" algn="tl">
                    <a:srgbClr val="C0C0C0"/>
                  </a:outerShdw>
                </a:effectLst>
              </a:rPr>
              <a:t>           4        1.046912    5.238844E-01</a:t>
            </a:r>
          </a:p>
          <a:p>
            <a:pPr>
              <a:defRPr/>
            </a:pPr>
            <a:r>
              <a:rPr lang="en-US" altLang="zh-CN" sz="2800">
                <a:solidFill>
                  <a:schemeClr val="tx1"/>
                </a:solidFill>
                <a:effectLst>
                  <a:outerShdw blurRad="38100" dist="38100" dir="2700000" algn="tl">
                    <a:srgbClr val="C0C0C0"/>
                  </a:outerShdw>
                </a:effectLst>
              </a:rPr>
              <a:t>           5        1.047171    5.236253E-01</a:t>
            </a:r>
          </a:p>
          <a:p>
            <a:pPr>
              <a:defRPr/>
            </a:pPr>
            <a:r>
              <a:rPr lang="en-US" altLang="zh-CN" sz="2800">
                <a:solidFill>
                  <a:schemeClr val="tx1"/>
                </a:solidFill>
                <a:effectLst>
                  <a:outerShdw blurRad="38100" dist="38100" dir="2700000" algn="tl">
                    <a:srgbClr val="C0C0C0"/>
                  </a:outerShdw>
                </a:effectLst>
              </a:rPr>
              <a:t>           6        1.047195    5.236012E-01</a:t>
            </a:r>
          </a:p>
          <a:p>
            <a:pPr>
              <a:defRPr/>
            </a:pPr>
            <a:r>
              <a:rPr lang="en-US" altLang="zh-CN" sz="2800">
                <a:solidFill>
                  <a:schemeClr val="tx1"/>
                </a:solidFill>
                <a:effectLst>
                  <a:outerShdw blurRad="38100" dist="38100" dir="2700000" algn="tl">
                    <a:srgbClr val="C0C0C0"/>
                  </a:outerShdw>
                </a:effectLst>
              </a:rPr>
              <a:t>           7        1.047197    5.235989E-01</a:t>
            </a:r>
          </a:p>
          <a:p>
            <a:pPr>
              <a:lnSpc>
                <a:spcPct val="130000"/>
              </a:lnSpc>
              <a:defRPr/>
            </a:pPr>
            <a:r>
              <a:rPr lang="en-US" altLang="zh-CN" sz="2800">
                <a:solidFill>
                  <a:schemeClr val="tx1"/>
                </a:solidFill>
                <a:effectLst>
                  <a:outerShdw blurRad="38100" dist="38100" dir="2700000" algn="tl">
                    <a:srgbClr val="C0C0C0"/>
                  </a:outerShdw>
                </a:effectLst>
              </a:rPr>
              <a:t>           8        1.047198    2.384186E-07</a:t>
            </a:r>
          </a:p>
          <a:p>
            <a:pPr>
              <a:lnSpc>
                <a:spcPct val="130000"/>
              </a:lnSpc>
              <a:defRPr/>
            </a:pPr>
            <a:endParaRPr lang="zh-CN" altLang="en-US" sz="2800">
              <a:solidFill>
                <a:schemeClr val="tx1"/>
              </a:solidFill>
              <a:effectLst>
                <a:outerShdw blurRad="38100" dist="38100" dir="2700000" algn="tl">
                  <a:srgbClr val="C0C0C0"/>
                </a:outerShdw>
              </a:effectLst>
            </a:endParaRPr>
          </a:p>
        </p:txBody>
      </p:sp>
    </p:spTree>
  </p:cSld>
  <p:clrMapOvr>
    <a:masterClrMapping/>
  </p:clrMapOvr>
  <p:transition>
    <p:cover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pPr>
              <a:defRPr/>
            </a:pPr>
            <a:fld id="{251DA6AC-F52B-4FAC-8F7E-2E1D9076C8A4}" type="slidenum">
              <a:rPr lang="zh-CN" altLang="en-US"/>
              <a:pPr>
                <a:defRPr/>
              </a:pPr>
              <a:t>21</a:t>
            </a:fld>
            <a:endParaRPr lang="en-US" altLang="zh-CN"/>
          </a:p>
        </p:txBody>
      </p:sp>
      <p:sp>
        <p:nvSpPr>
          <p:cNvPr id="348162" name="Text Box 2"/>
          <p:cNvSpPr txBox="1">
            <a:spLocks noChangeArrowheads="1"/>
          </p:cNvSpPr>
          <p:nvPr/>
        </p:nvSpPr>
        <p:spPr bwMode="auto">
          <a:xfrm>
            <a:off x="381000" y="533400"/>
            <a:ext cx="8305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100513" indent="-4100513">
              <a:defRPr sz="2400">
                <a:solidFill>
                  <a:schemeClr val="tx1"/>
                </a:solidFill>
                <a:latin typeface="Times New Roman" pitchFamily="18" charset="0"/>
                <a:ea typeface="宋体" pitchFamily="2" charset="-122"/>
              </a:defRPr>
            </a:lvl1pPr>
            <a:lvl2pPr marL="4291013">
              <a:defRPr sz="2400">
                <a:solidFill>
                  <a:schemeClr val="tx1"/>
                </a:solidFill>
                <a:latin typeface="Times New Roman" pitchFamily="18" charset="0"/>
                <a:ea typeface="宋体" pitchFamily="2" charset="-122"/>
              </a:defRPr>
            </a:lvl2pPr>
            <a:lvl3pPr marL="4481513">
              <a:defRPr sz="2400">
                <a:solidFill>
                  <a:schemeClr val="tx1"/>
                </a:solidFill>
                <a:latin typeface="Times New Roman" pitchFamily="18" charset="0"/>
                <a:ea typeface="宋体" pitchFamily="2" charset="-122"/>
              </a:defRPr>
            </a:lvl3pPr>
            <a:lvl4pPr marL="4672013">
              <a:defRPr sz="2400">
                <a:solidFill>
                  <a:schemeClr val="tx1"/>
                </a:solidFill>
                <a:latin typeface="Times New Roman" pitchFamily="18" charset="0"/>
                <a:ea typeface="宋体" pitchFamily="2" charset="-122"/>
              </a:defRPr>
            </a:lvl4pPr>
            <a:lvl5pPr marL="4862513">
              <a:defRPr sz="2400">
                <a:solidFill>
                  <a:schemeClr val="tx1"/>
                </a:solidFill>
                <a:latin typeface="Times New Roman" pitchFamily="18" charset="0"/>
                <a:ea typeface="宋体" pitchFamily="2" charset="-122"/>
              </a:defRPr>
            </a:lvl5pPr>
            <a:lvl6pPr marL="5319713" eaLnBrk="0" fontAlgn="base" hangingPunct="0">
              <a:spcBef>
                <a:spcPct val="0"/>
              </a:spcBef>
              <a:spcAft>
                <a:spcPct val="0"/>
              </a:spcAft>
              <a:defRPr sz="2400">
                <a:solidFill>
                  <a:schemeClr val="tx1"/>
                </a:solidFill>
                <a:latin typeface="Times New Roman" pitchFamily="18" charset="0"/>
                <a:ea typeface="宋体" pitchFamily="2" charset="-122"/>
              </a:defRPr>
            </a:lvl6pPr>
            <a:lvl7pPr marL="5776913" eaLnBrk="0" fontAlgn="base" hangingPunct="0">
              <a:spcBef>
                <a:spcPct val="0"/>
              </a:spcBef>
              <a:spcAft>
                <a:spcPct val="0"/>
              </a:spcAft>
              <a:defRPr sz="2400">
                <a:solidFill>
                  <a:schemeClr val="tx1"/>
                </a:solidFill>
                <a:latin typeface="Times New Roman" pitchFamily="18" charset="0"/>
                <a:ea typeface="宋体" pitchFamily="2" charset="-122"/>
              </a:defRPr>
            </a:lvl7pPr>
            <a:lvl8pPr marL="6234113" eaLnBrk="0" fontAlgn="base" hangingPunct="0">
              <a:spcBef>
                <a:spcPct val="0"/>
              </a:spcBef>
              <a:spcAft>
                <a:spcPct val="0"/>
              </a:spcAft>
              <a:defRPr sz="2400">
                <a:solidFill>
                  <a:schemeClr val="tx1"/>
                </a:solidFill>
                <a:latin typeface="Times New Roman" pitchFamily="18" charset="0"/>
                <a:ea typeface="宋体" pitchFamily="2" charset="-122"/>
              </a:defRPr>
            </a:lvl8pPr>
            <a:lvl9pPr marL="6691313"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a:defRPr/>
            </a:pPr>
            <a:r>
              <a:rPr lang="zh-CN" altLang="en-US" sz="2800" b="1">
                <a:effectLst>
                  <a:outerShdw blurRad="38100" dist="38100" dir="2700000" algn="tl">
                    <a:srgbClr val="C0C0C0"/>
                  </a:outerShdw>
                </a:effectLst>
                <a:ea typeface="楷体_GB2312" pitchFamily="49" charset="-122"/>
              </a:rPr>
              <a:t>3. </a:t>
            </a:r>
            <a:r>
              <a:rPr lang="en-US" altLang="zh-CN" sz="2800" b="1">
                <a:effectLst>
                  <a:outerShdw blurRad="38100" dist="38100" dir="2700000" algn="tl">
                    <a:srgbClr val="C0C0C0"/>
                  </a:outerShdw>
                </a:effectLst>
                <a:ea typeface="楷体_GB2312" pitchFamily="49" charset="-122"/>
              </a:rPr>
              <a:t>The Newton method</a:t>
            </a:r>
          </a:p>
        </p:txBody>
      </p:sp>
      <p:graphicFrame>
        <p:nvGraphicFramePr>
          <p:cNvPr id="348163" name="Object 3"/>
          <p:cNvGraphicFramePr>
            <a:graphicFrameLocks noChangeAspect="1"/>
          </p:cNvGraphicFramePr>
          <p:nvPr>
            <p:extLst>
              <p:ext uri="{D42A27DB-BD31-4B8C-83A1-F6EECF244321}">
                <p14:modId xmlns:p14="http://schemas.microsoft.com/office/powerpoint/2010/main" val="464125866"/>
              </p:ext>
            </p:extLst>
          </p:nvPr>
        </p:nvGraphicFramePr>
        <p:xfrm>
          <a:off x="1219200" y="1353344"/>
          <a:ext cx="1600200" cy="693738"/>
        </p:xfrm>
        <a:graphic>
          <a:graphicData uri="http://schemas.openxmlformats.org/presentationml/2006/ole">
            <mc:AlternateContent xmlns:mc="http://schemas.openxmlformats.org/markup-compatibility/2006">
              <mc:Choice xmlns:v="urn:schemas-microsoft-com:vml" Requires="v">
                <p:oleObj spid="_x0000_s23713" name="Equation" r:id="rId3" imgW="579096" imgH="182880" progId="Equation.3">
                  <p:embed/>
                </p:oleObj>
              </mc:Choice>
              <mc:Fallback>
                <p:oleObj name="Equation" r:id="rId3" imgW="579096" imgH="18288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1353344"/>
                        <a:ext cx="1600200" cy="693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165" name="Text Box 5"/>
          <p:cNvSpPr txBox="1">
            <a:spLocks noChangeArrowheads="1"/>
          </p:cNvSpPr>
          <p:nvPr/>
        </p:nvSpPr>
        <p:spPr bwMode="auto">
          <a:xfrm>
            <a:off x="3851275" y="1124744"/>
            <a:ext cx="51816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kumimoji="1" lang="en-US" altLang="zh-CN" sz="3200" b="1" i="1">
                <a:solidFill>
                  <a:schemeClr val="tx1"/>
                </a:solidFill>
                <a:effectLst/>
                <a:ea typeface="宋体" charset="-122"/>
              </a:rPr>
              <a:t>Taylor Series expansion In the neighborhood of x</a:t>
            </a:r>
            <a:r>
              <a:rPr kumimoji="1" lang="en-US" altLang="zh-CN" sz="3200" b="1" i="1" baseline="-25000">
                <a:solidFill>
                  <a:schemeClr val="tx1"/>
                </a:solidFill>
                <a:effectLst/>
                <a:ea typeface="宋体" charset="-122"/>
              </a:rPr>
              <a:t>0</a:t>
            </a:r>
            <a:endParaRPr kumimoji="1" lang="zh-CN" altLang="en-US" sz="3200" b="1" i="1" baseline="-25000">
              <a:solidFill>
                <a:schemeClr val="tx1"/>
              </a:solidFill>
              <a:effectLst/>
              <a:ea typeface="宋体" charset="-122"/>
            </a:endParaRPr>
          </a:p>
        </p:txBody>
      </p:sp>
      <p:graphicFrame>
        <p:nvGraphicFramePr>
          <p:cNvPr id="348168" name="Object 8"/>
          <p:cNvGraphicFramePr>
            <a:graphicFrameLocks noChangeAspect="1"/>
          </p:cNvGraphicFramePr>
          <p:nvPr>
            <p:extLst>
              <p:ext uri="{D42A27DB-BD31-4B8C-83A1-F6EECF244321}">
                <p14:modId xmlns:p14="http://schemas.microsoft.com/office/powerpoint/2010/main" val="676764717"/>
              </p:ext>
            </p:extLst>
          </p:nvPr>
        </p:nvGraphicFramePr>
        <p:xfrm>
          <a:off x="1331913" y="5188793"/>
          <a:ext cx="6592887" cy="638175"/>
        </p:xfrm>
        <a:graphic>
          <a:graphicData uri="http://schemas.openxmlformats.org/presentationml/2006/ole">
            <mc:AlternateContent xmlns:mc="http://schemas.openxmlformats.org/markup-compatibility/2006">
              <mc:Choice xmlns:v="urn:schemas-microsoft-com:vml" Requires="v">
                <p:oleObj spid="_x0000_s23714" name="Equation" r:id="rId5" imgW="2301264" imgH="182880" progId="Equation.3">
                  <p:embed/>
                </p:oleObj>
              </mc:Choice>
              <mc:Fallback>
                <p:oleObj name="Equation" r:id="rId5" imgW="2301264" imgH="18288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1913" y="5188793"/>
                        <a:ext cx="6592887" cy="638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169" name="Object 9"/>
          <p:cNvGraphicFramePr>
            <a:graphicFrameLocks noChangeAspect="1"/>
          </p:cNvGraphicFramePr>
          <p:nvPr>
            <p:extLst>
              <p:ext uri="{D42A27DB-BD31-4B8C-83A1-F6EECF244321}">
                <p14:modId xmlns:p14="http://schemas.microsoft.com/office/powerpoint/2010/main" val="1314150919"/>
              </p:ext>
            </p:extLst>
          </p:nvPr>
        </p:nvGraphicFramePr>
        <p:xfrm>
          <a:off x="2105025" y="6103193"/>
          <a:ext cx="4295775" cy="638175"/>
        </p:xfrm>
        <a:graphic>
          <a:graphicData uri="http://schemas.openxmlformats.org/presentationml/2006/ole">
            <mc:AlternateContent xmlns:mc="http://schemas.openxmlformats.org/markup-compatibility/2006">
              <mc:Choice xmlns:v="urn:schemas-microsoft-com:vml" Requires="v">
                <p:oleObj spid="_x0000_s23715" name="Equation" r:id="rId7" imgW="1493424" imgH="182880" progId="Equation.3">
                  <p:embed/>
                </p:oleObj>
              </mc:Choice>
              <mc:Fallback>
                <p:oleObj name="Equation" r:id="rId7" imgW="1493424" imgH="18288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05025" y="6103193"/>
                        <a:ext cx="4295775" cy="638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529641884"/>
              </p:ext>
            </p:extLst>
          </p:nvPr>
        </p:nvGraphicFramePr>
        <p:xfrm>
          <a:off x="179388" y="4122861"/>
          <a:ext cx="8915400" cy="1054100"/>
        </p:xfrm>
        <a:graphic>
          <a:graphicData uri="http://schemas.openxmlformats.org/presentationml/2006/ole">
            <mc:AlternateContent xmlns:mc="http://schemas.openxmlformats.org/markup-compatibility/2006">
              <mc:Choice xmlns:v="urn:schemas-microsoft-com:vml" Requires="v">
                <p:oleObj spid="_x0000_s23716" name="Equation" r:id="rId9" imgW="3213100" imgH="419100" progId="Equation.3">
                  <p:embed/>
                </p:oleObj>
              </mc:Choice>
              <mc:Fallback>
                <p:oleObj name="Equation" r:id="rId9" imgW="3213100" imgH="419100"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9388" y="4122861"/>
                        <a:ext cx="8915400" cy="105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3674" name="Picture 12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2314575"/>
            <a:ext cx="9180512" cy="8188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675" name="Picture 12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828" y="3238852"/>
            <a:ext cx="6129696" cy="766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676" name="Picture 12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198669" y="3205422"/>
            <a:ext cx="2189755" cy="871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48163"/>
                                        </p:tgtEl>
                                        <p:attrNameLst>
                                          <p:attrName>style.visibility</p:attrName>
                                        </p:attrNameLst>
                                      </p:cBhvr>
                                      <p:to>
                                        <p:strVal val="visible"/>
                                      </p:to>
                                    </p:set>
                                    <p:anim calcmode="lin" valueType="num">
                                      <p:cBhvr additive="base">
                                        <p:cTn id="7" dur="500" fill="hold"/>
                                        <p:tgtEl>
                                          <p:spTgt spid="348163"/>
                                        </p:tgtEl>
                                        <p:attrNameLst>
                                          <p:attrName>ppt_x</p:attrName>
                                        </p:attrNameLst>
                                      </p:cBhvr>
                                      <p:tavLst>
                                        <p:tav tm="0">
                                          <p:val>
                                            <p:strVal val="0-#ppt_w/2"/>
                                          </p:val>
                                        </p:tav>
                                        <p:tav tm="100000">
                                          <p:val>
                                            <p:strVal val="#ppt_x"/>
                                          </p:val>
                                        </p:tav>
                                      </p:tavLst>
                                    </p:anim>
                                    <p:anim calcmode="lin" valueType="num">
                                      <p:cBhvr additive="base">
                                        <p:cTn id="8" dur="500" fill="hold"/>
                                        <p:tgtEl>
                                          <p:spTgt spid="34816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48165"/>
                                        </p:tgtEl>
                                        <p:attrNameLst>
                                          <p:attrName>style.visibility</p:attrName>
                                        </p:attrNameLst>
                                      </p:cBhvr>
                                      <p:to>
                                        <p:strVal val="visible"/>
                                      </p:to>
                                    </p:set>
                                    <p:anim calcmode="lin" valueType="num">
                                      <p:cBhvr additive="base">
                                        <p:cTn id="13" dur="500" fill="hold"/>
                                        <p:tgtEl>
                                          <p:spTgt spid="348165"/>
                                        </p:tgtEl>
                                        <p:attrNameLst>
                                          <p:attrName>ppt_x</p:attrName>
                                        </p:attrNameLst>
                                      </p:cBhvr>
                                      <p:tavLst>
                                        <p:tav tm="0">
                                          <p:val>
                                            <p:strVal val="0-#ppt_w/2"/>
                                          </p:val>
                                        </p:tav>
                                        <p:tav tm="100000">
                                          <p:val>
                                            <p:strVal val="#ppt_x"/>
                                          </p:val>
                                        </p:tav>
                                      </p:tavLst>
                                    </p:anim>
                                    <p:anim calcmode="lin" valueType="num">
                                      <p:cBhvr additive="base">
                                        <p:cTn id="14" dur="500" fill="hold"/>
                                        <p:tgtEl>
                                          <p:spTgt spid="34816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48168"/>
                                        </p:tgtEl>
                                        <p:attrNameLst>
                                          <p:attrName>style.visibility</p:attrName>
                                        </p:attrNameLst>
                                      </p:cBhvr>
                                      <p:to>
                                        <p:strVal val="visible"/>
                                      </p:to>
                                    </p:set>
                                    <p:anim calcmode="lin" valueType="num">
                                      <p:cBhvr additive="base">
                                        <p:cTn id="19" dur="500" fill="hold"/>
                                        <p:tgtEl>
                                          <p:spTgt spid="348168"/>
                                        </p:tgtEl>
                                        <p:attrNameLst>
                                          <p:attrName>ppt_x</p:attrName>
                                        </p:attrNameLst>
                                      </p:cBhvr>
                                      <p:tavLst>
                                        <p:tav tm="0">
                                          <p:val>
                                            <p:strVal val="0-#ppt_w/2"/>
                                          </p:val>
                                        </p:tav>
                                        <p:tav tm="100000">
                                          <p:val>
                                            <p:strVal val="#ppt_x"/>
                                          </p:val>
                                        </p:tav>
                                      </p:tavLst>
                                    </p:anim>
                                    <p:anim calcmode="lin" valueType="num">
                                      <p:cBhvr additive="base">
                                        <p:cTn id="20" dur="500" fill="hold"/>
                                        <p:tgtEl>
                                          <p:spTgt spid="34816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348169"/>
                                        </p:tgtEl>
                                        <p:attrNameLst>
                                          <p:attrName>style.visibility</p:attrName>
                                        </p:attrNameLst>
                                      </p:cBhvr>
                                      <p:to>
                                        <p:strVal val="visible"/>
                                      </p:to>
                                    </p:set>
                                    <p:anim calcmode="lin" valueType="num">
                                      <p:cBhvr additive="base">
                                        <p:cTn id="25" dur="500" fill="hold"/>
                                        <p:tgtEl>
                                          <p:spTgt spid="348169"/>
                                        </p:tgtEl>
                                        <p:attrNameLst>
                                          <p:attrName>ppt_x</p:attrName>
                                        </p:attrNameLst>
                                      </p:cBhvr>
                                      <p:tavLst>
                                        <p:tav tm="0">
                                          <p:val>
                                            <p:strVal val="0-#ppt_w/2"/>
                                          </p:val>
                                        </p:tav>
                                        <p:tav tm="100000">
                                          <p:val>
                                            <p:strVal val="#ppt_x"/>
                                          </p:val>
                                        </p:tav>
                                      </p:tavLst>
                                    </p:anim>
                                    <p:anim calcmode="lin" valueType="num">
                                      <p:cBhvr additive="base">
                                        <p:cTn id="26" dur="500" fill="hold"/>
                                        <p:tgtEl>
                                          <p:spTgt spid="348169"/>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0-#ppt_w/2"/>
                                          </p:val>
                                        </p:tav>
                                        <p:tav tm="100000">
                                          <p:val>
                                            <p:strVal val="#ppt_x"/>
                                          </p:val>
                                        </p:tav>
                                      </p:tavLst>
                                    </p:anim>
                                    <p:anim calcmode="lin" valueType="num">
                                      <p:cBhvr additive="base">
                                        <p:cTn id="32"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65"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9528C84E-B313-4662-B1DC-EBFC26F493C5}" type="slidenum">
              <a:rPr lang="zh-CN" altLang="en-US"/>
              <a:pPr>
                <a:defRPr/>
              </a:pPr>
              <a:t>22</a:t>
            </a:fld>
            <a:endParaRPr lang="en-US" altLang="zh-CN"/>
          </a:p>
        </p:txBody>
      </p:sp>
      <p:pic>
        <p:nvPicPr>
          <p:cNvPr id="2457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2275" y="549275"/>
            <a:ext cx="5695950" cy="508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4580" name="Object 3"/>
          <p:cNvGraphicFramePr>
            <a:graphicFrameLocks noChangeAspect="1"/>
          </p:cNvGraphicFramePr>
          <p:nvPr/>
        </p:nvGraphicFramePr>
        <p:xfrm>
          <a:off x="3013075" y="5867400"/>
          <a:ext cx="4295775" cy="638175"/>
        </p:xfrm>
        <a:graphic>
          <a:graphicData uri="http://schemas.openxmlformats.org/presentationml/2006/ole">
            <mc:AlternateContent xmlns:mc="http://schemas.openxmlformats.org/markup-compatibility/2006">
              <mc:Choice xmlns:v="urn:schemas-microsoft-com:vml" Requires="v">
                <p:oleObj spid="_x0000_s24609" name="Equation" r:id="rId4" imgW="1493424" imgH="182880" progId="Equation.3">
                  <p:embed/>
                </p:oleObj>
              </mc:Choice>
              <mc:Fallback>
                <p:oleObj name="Equation" r:id="rId4" imgW="1493424" imgH="18288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13075" y="5867400"/>
                        <a:ext cx="4295775" cy="638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cover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6"/>
          <p:cNvSpPr>
            <a:spLocks noGrp="1"/>
          </p:cNvSpPr>
          <p:nvPr>
            <p:ph type="sldNum" sz="quarter" idx="12"/>
          </p:nvPr>
        </p:nvSpPr>
        <p:spPr/>
        <p:txBody>
          <a:bodyPr/>
          <a:lstStyle/>
          <a:p>
            <a:pPr>
              <a:defRPr/>
            </a:pPr>
            <a:fld id="{7B1D06D5-8009-466C-B8BD-021435438F1D}" type="slidenum">
              <a:rPr lang="zh-CN" altLang="en-US"/>
              <a:pPr>
                <a:defRPr/>
              </a:pPr>
              <a:t>23</a:t>
            </a:fld>
            <a:endParaRPr lang="en-US" altLang="zh-CN"/>
          </a:p>
        </p:txBody>
      </p:sp>
      <p:sp>
        <p:nvSpPr>
          <p:cNvPr id="25603" name="Rectangle 2"/>
          <p:cNvSpPr>
            <a:spLocks noGrp="1" noChangeArrowheads="1"/>
          </p:cNvSpPr>
          <p:nvPr>
            <p:ph type="title"/>
          </p:nvPr>
        </p:nvSpPr>
        <p:spPr>
          <a:xfrm>
            <a:off x="685800" y="457200"/>
            <a:ext cx="1509713" cy="1143000"/>
          </a:xfrm>
        </p:spPr>
        <p:txBody>
          <a:bodyPr/>
          <a:lstStyle/>
          <a:p>
            <a:pPr eaLnBrk="1" hangingPunct="1"/>
            <a:r>
              <a:rPr lang="zh-CN" altLang="en-US" sz="3600" b="1">
                <a:solidFill>
                  <a:schemeClr val="tx1"/>
                </a:solidFill>
              </a:rPr>
              <a:t>例题</a:t>
            </a:r>
          </a:p>
        </p:txBody>
      </p:sp>
      <p:sp>
        <p:nvSpPr>
          <p:cNvPr id="25604" name="Rectangle 3"/>
          <p:cNvSpPr>
            <a:spLocks noGrp="1" noChangeArrowheads="1"/>
          </p:cNvSpPr>
          <p:nvPr>
            <p:ph type="body" sz="half" idx="1"/>
          </p:nvPr>
        </p:nvSpPr>
        <p:spPr>
          <a:xfrm>
            <a:off x="685800" y="1981200"/>
            <a:ext cx="8062913" cy="4114800"/>
          </a:xfrm>
        </p:spPr>
        <p:txBody>
          <a:bodyPr/>
          <a:lstStyle/>
          <a:p>
            <a:pPr eaLnBrk="1" hangingPunct="1">
              <a:buFont typeface="Monotype Sorts" pitchFamily="2" charset="2"/>
              <a:buNone/>
            </a:pPr>
            <a:r>
              <a:rPr lang="zh-CN" altLang="en-US" sz="2800" b="1" dirty="0"/>
              <a:t>用</a:t>
            </a:r>
            <a:r>
              <a:rPr lang="en-US" altLang="zh-CN" sz="2800" b="1" dirty="0"/>
              <a:t>Newton</a:t>
            </a:r>
            <a:r>
              <a:rPr lang="zh-CN" altLang="en-US" sz="2800" b="1" dirty="0"/>
              <a:t>法求                                     </a:t>
            </a:r>
            <a:r>
              <a:rPr kumimoji="0" lang="zh-CN" altLang="en-US" sz="2800" b="1" dirty="0">
                <a:solidFill>
                  <a:srgbClr val="000000"/>
                </a:solidFill>
              </a:rPr>
              <a:t>在</a:t>
            </a:r>
            <a:r>
              <a:rPr kumimoji="0" lang="en-US" altLang="zh-CN" sz="2800" b="1" dirty="0">
                <a:solidFill>
                  <a:srgbClr val="000000"/>
                </a:solidFill>
              </a:rPr>
              <a:t>(0,</a:t>
            </a:r>
            <a:r>
              <a:rPr kumimoji="0" lang="en-US" altLang="zh-CN" sz="2800" b="1" dirty="0">
                <a:solidFill>
                  <a:srgbClr val="000000"/>
                </a:solidFill>
                <a:sym typeface="Symbol" pitchFamily="18" charset="2"/>
              </a:rPr>
              <a:t></a:t>
            </a:r>
            <a:r>
              <a:rPr kumimoji="0" lang="en-US" altLang="zh-CN" sz="2800" b="1" dirty="0">
                <a:solidFill>
                  <a:srgbClr val="000000"/>
                </a:solidFill>
              </a:rPr>
              <a:t>/2)</a:t>
            </a:r>
            <a:r>
              <a:rPr kumimoji="0" lang="zh-CN" altLang="en-US" sz="2800" b="1" dirty="0">
                <a:solidFill>
                  <a:srgbClr val="000000"/>
                </a:solidFill>
              </a:rPr>
              <a:t>内</a:t>
            </a:r>
            <a:endParaRPr lang="en-US" altLang="zh-CN" sz="2800" b="1" dirty="0"/>
          </a:p>
          <a:p>
            <a:pPr eaLnBrk="1" hangingPunct="1">
              <a:buFont typeface="Monotype Sorts" pitchFamily="2" charset="2"/>
              <a:buNone/>
            </a:pPr>
            <a:r>
              <a:rPr lang="zh-CN" altLang="en-US" sz="2800" b="1" dirty="0"/>
              <a:t>的近似解。</a:t>
            </a:r>
          </a:p>
          <a:p>
            <a:pPr eaLnBrk="1" hangingPunct="1">
              <a:buFont typeface="Monotype Sorts" pitchFamily="2" charset="2"/>
              <a:buNone/>
            </a:pPr>
            <a:endParaRPr lang="zh-CN" altLang="en-US" sz="2800" b="1" dirty="0"/>
          </a:p>
        </p:txBody>
      </p:sp>
      <p:sp>
        <p:nvSpPr>
          <p:cNvPr id="549892" name="Rectangle 4"/>
          <p:cNvSpPr>
            <a:spLocks noChangeArrowheads="1"/>
          </p:cNvSpPr>
          <p:nvPr/>
        </p:nvSpPr>
        <p:spPr bwMode="auto">
          <a:xfrm>
            <a:off x="0"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graphicFrame>
        <p:nvGraphicFramePr>
          <p:cNvPr id="25606" name="Object 5"/>
          <p:cNvGraphicFramePr>
            <a:graphicFrameLocks noChangeAspect="1"/>
          </p:cNvGraphicFramePr>
          <p:nvPr>
            <p:extLst>
              <p:ext uri="{D42A27DB-BD31-4B8C-83A1-F6EECF244321}">
                <p14:modId xmlns:p14="http://schemas.microsoft.com/office/powerpoint/2010/main" val="303758975"/>
              </p:ext>
            </p:extLst>
          </p:nvPr>
        </p:nvGraphicFramePr>
        <p:xfrm>
          <a:off x="3059832" y="2052638"/>
          <a:ext cx="3313113" cy="527050"/>
        </p:xfrm>
        <a:graphic>
          <a:graphicData uri="http://schemas.openxmlformats.org/presentationml/2006/ole">
            <mc:AlternateContent xmlns:mc="http://schemas.openxmlformats.org/markup-compatibility/2006">
              <mc:Choice xmlns:v="urn:schemas-microsoft-com:vml" Requires="v">
                <p:oleObj spid="_x0000_s25754" name="公式" r:id="rId3" imgW="1256755" imgH="203112" progId="Equation.3">
                  <p:embed/>
                </p:oleObj>
              </mc:Choice>
              <mc:Fallback>
                <p:oleObj name="公式" r:id="rId3" imgW="1256755" imgH="203112"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832" y="2052638"/>
                        <a:ext cx="3313113"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49894" name="Rectangle 6"/>
          <p:cNvSpPr>
            <a:spLocks noChangeArrowheads="1"/>
          </p:cNvSpPr>
          <p:nvPr/>
        </p:nvSpPr>
        <p:spPr bwMode="auto">
          <a:xfrm>
            <a:off x="0"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graphicFrame>
        <p:nvGraphicFramePr>
          <p:cNvPr id="549896" name="Object 8"/>
          <p:cNvGraphicFramePr>
            <a:graphicFrameLocks noChangeAspect="1"/>
          </p:cNvGraphicFramePr>
          <p:nvPr/>
        </p:nvGraphicFramePr>
        <p:xfrm>
          <a:off x="1176338" y="3727450"/>
          <a:ext cx="6251575" cy="744538"/>
        </p:xfrm>
        <a:graphic>
          <a:graphicData uri="http://schemas.openxmlformats.org/presentationml/2006/ole">
            <mc:AlternateContent xmlns:mc="http://schemas.openxmlformats.org/markup-compatibility/2006">
              <mc:Choice xmlns:v="urn:schemas-microsoft-com:vml" Requires="v">
                <p:oleObj spid="_x0000_s25755" name="公式" r:id="rId5" imgW="2628900" imgH="317500" progId="Equation.3">
                  <p:embed/>
                </p:oleObj>
              </mc:Choice>
              <mc:Fallback>
                <p:oleObj name="公式" r:id="rId5" imgW="2628900" imgH="3175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76338" y="3727450"/>
                        <a:ext cx="6251575" cy="74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9897" name="Object 9"/>
          <p:cNvGraphicFramePr>
            <a:graphicFrameLocks noChangeAspect="1"/>
          </p:cNvGraphicFramePr>
          <p:nvPr/>
        </p:nvGraphicFramePr>
        <p:xfrm>
          <a:off x="1908175" y="5413375"/>
          <a:ext cx="4873625" cy="968375"/>
        </p:xfrm>
        <a:graphic>
          <a:graphicData uri="http://schemas.openxmlformats.org/presentationml/2006/ole">
            <mc:AlternateContent xmlns:mc="http://schemas.openxmlformats.org/markup-compatibility/2006">
              <mc:Choice xmlns:v="urn:schemas-microsoft-com:vml" Requires="v">
                <p:oleObj spid="_x0000_s25756" name="公式" r:id="rId7" imgW="2184400" imgH="431800" progId="Equation.3">
                  <p:embed/>
                </p:oleObj>
              </mc:Choice>
              <mc:Fallback>
                <p:oleObj name="公式" r:id="rId7" imgW="2184400" imgH="4318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8175" y="5413375"/>
                        <a:ext cx="487362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49898" name="Rectangle 10"/>
          <p:cNvSpPr>
            <a:spLocks noChangeArrowheads="1"/>
          </p:cNvSpPr>
          <p:nvPr/>
        </p:nvSpPr>
        <p:spPr bwMode="auto">
          <a:xfrm>
            <a:off x="0"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sp>
        <p:nvSpPr>
          <p:cNvPr id="549899" name="Rectangle 11"/>
          <p:cNvSpPr>
            <a:spLocks noChangeArrowheads="1"/>
          </p:cNvSpPr>
          <p:nvPr/>
        </p:nvSpPr>
        <p:spPr bwMode="auto">
          <a:xfrm>
            <a:off x="0" y="30146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graphicFrame>
        <p:nvGraphicFramePr>
          <p:cNvPr id="549917" name="Object 29"/>
          <p:cNvGraphicFramePr>
            <a:graphicFrameLocks noGrp="1" noChangeAspect="1"/>
          </p:cNvGraphicFramePr>
          <p:nvPr>
            <p:ph sz="half" idx="2"/>
          </p:nvPr>
        </p:nvGraphicFramePr>
        <p:xfrm>
          <a:off x="1835150" y="4541838"/>
          <a:ext cx="4824413" cy="717550"/>
        </p:xfrm>
        <a:graphic>
          <a:graphicData uri="http://schemas.openxmlformats.org/presentationml/2006/ole">
            <mc:AlternateContent xmlns:mc="http://schemas.openxmlformats.org/markup-compatibility/2006">
              <mc:Choice xmlns:v="urn:schemas-microsoft-com:vml" Requires="v">
                <p:oleObj spid="_x0000_s25757" name="Equation" r:id="rId9" imgW="1493424" imgH="182880" progId="Equation.3">
                  <p:embed/>
                </p:oleObj>
              </mc:Choice>
              <mc:Fallback>
                <p:oleObj name="Equation" r:id="rId9" imgW="1493424" imgH="182880" progId="Equation.3">
                  <p:embed/>
                  <p:pic>
                    <p:nvPicPr>
                      <p:cNvPr id="0" name="Object 2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35150" y="4541838"/>
                        <a:ext cx="4824413" cy="717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13" name="Object 35"/>
          <p:cNvGraphicFramePr>
            <a:graphicFrameLocks noChangeAspect="1"/>
          </p:cNvGraphicFramePr>
          <p:nvPr/>
        </p:nvGraphicFramePr>
        <p:xfrm>
          <a:off x="3203575" y="692150"/>
          <a:ext cx="4824413" cy="717550"/>
        </p:xfrm>
        <a:graphic>
          <a:graphicData uri="http://schemas.openxmlformats.org/presentationml/2006/ole">
            <mc:AlternateContent xmlns:mc="http://schemas.openxmlformats.org/markup-compatibility/2006">
              <mc:Choice xmlns:v="urn:schemas-microsoft-com:vml" Requires="v">
                <p:oleObj spid="_x0000_s25758" name="Equation" r:id="rId11" imgW="1493424" imgH="182880" progId="Equation.3">
                  <p:embed/>
                </p:oleObj>
              </mc:Choice>
              <mc:Fallback>
                <p:oleObj name="Equation" r:id="rId11" imgW="1493424" imgH="182880" progId="Equation.3">
                  <p:embed/>
                  <p:pic>
                    <p:nvPicPr>
                      <p:cNvPr id="0" name="Object 3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03575" y="692150"/>
                        <a:ext cx="4824413" cy="717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49896"/>
                                        </p:tgtEl>
                                        <p:attrNameLst>
                                          <p:attrName>style.visibility</p:attrName>
                                        </p:attrNameLst>
                                      </p:cBhvr>
                                      <p:to>
                                        <p:strVal val="visible"/>
                                      </p:to>
                                    </p:set>
                                    <p:anim calcmode="lin" valueType="num">
                                      <p:cBhvr additive="base">
                                        <p:cTn id="7" dur="500" fill="hold"/>
                                        <p:tgtEl>
                                          <p:spTgt spid="549896"/>
                                        </p:tgtEl>
                                        <p:attrNameLst>
                                          <p:attrName>ppt_x</p:attrName>
                                        </p:attrNameLst>
                                      </p:cBhvr>
                                      <p:tavLst>
                                        <p:tav tm="0">
                                          <p:val>
                                            <p:strVal val="#ppt_x"/>
                                          </p:val>
                                        </p:tav>
                                        <p:tav tm="100000">
                                          <p:val>
                                            <p:strVal val="#ppt_x"/>
                                          </p:val>
                                        </p:tav>
                                      </p:tavLst>
                                    </p:anim>
                                    <p:anim calcmode="lin" valueType="num">
                                      <p:cBhvr additive="base">
                                        <p:cTn id="8" dur="500" fill="hold"/>
                                        <p:tgtEl>
                                          <p:spTgt spid="54989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549917"/>
                                        </p:tgtEl>
                                        <p:attrNameLst>
                                          <p:attrName>style.visibility</p:attrName>
                                        </p:attrNameLst>
                                      </p:cBhvr>
                                      <p:to>
                                        <p:strVal val="visible"/>
                                      </p:to>
                                    </p:set>
                                    <p:anim calcmode="lin" valueType="num">
                                      <p:cBhvr additive="base">
                                        <p:cTn id="13" dur="500" fill="hold"/>
                                        <p:tgtEl>
                                          <p:spTgt spid="549917"/>
                                        </p:tgtEl>
                                        <p:attrNameLst>
                                          <p:attrName>ppt_x</p:attrName>
                                        </p:attrNameLst>
                                      </p:cBhvr>
                                      <p:tavLst>
                                        <p:tav tm="0">
                                          <p:val>
                                            <p:strVal val="0-#ppt_w/2"/>
                                          </p:val>
                                        </p:tav>
                                        <p:tav tm="100000">
                                          <p:val>
                                            <p:strVal val="#ppt_x"/>
                                          </p:val>
                                        </p:tav>
                                      </p:tavLst>
                                    </p:anim>
                                    <p:anim calcmode="lin" valueType="num">
                                      <p:cBhvr additive="base">
                                        <p:cTn id="14" dur="500" fill="hold"/>
                                        <p:tgtEl>
                                          <p:spTgt spid="54991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49897"/>
                                        </p:tgtEl>
                                        <p:attrNameLst>
                                          <p:attrName>style.visibility</p:attrName>
                                        </p:attrNameLst>
                                      </p:cBhvr>
                                      <p:to>
                                        <p:strVal val="visible"/>
                                      </p:to>
                                    </p:set>
                                    <p:anim calcmode="lin" valueType="num">
                                      <p:cBhvr additive="base">
                                        <p:cTn id="19" dur="500" fill="hold"/>
                                        <p:tgtEl>
                                          <p:spTgt spid="549897"/>
                                        </p:tgtEl>
                                        <p:attrNameLst>
                                          <p:attrName>ppt_x</p:attrName>
                                        </p:attrNameLst>
                                      </p:cBhvr>
                                      <p:tavLst>
                                        <p:tav tm="0">
                                          <p:val>
                                            <p:strVal val="#ppt_x"/>
                                          </p:val>
                                        </p:tav>
                                        <p:tav tm="100000">
                                          <p:val>
                                            <p:strVal val="#ppt_x"/>
                                          </p:val>
                                        </p:tav>
                                      </p:tavLst>
                                    </p:anim>
                                    <p:anim calcmode="lin" valueType="num">
                                      <p:cBhvr additive="base">
                                        <p:cTn id="20" dur="500" fill="hold"/>
                                        <p:tgtEl>
                                          <p:spTgt spid="54989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6"/>
          <p:cNvSpPr>
            <a:spLocks noGrp="1"/>
          </p:cNvSpPr>
          <p:nvPr>
            <p:ph type="sldNum" sz="quarter" idx="12"/>
          </p:nvPr>
        </p:nvSpPr>
        <p:spPr/>
        <p:txBody>
          <a:bodyPr/>
          <a:lstStyle/>
          <a:p>
            <a:pPr>
              <a:defRPr/>
            </a:pPr>
            <a:fld id="{C3F15295-5B70-4FBE-9450-4A10DFDDD2CF}" type="slidenum">
              <a:rPr lang="zh-CN" altLang="en-US"/>
              <a:pPr>
                <a:defRPr/>
              </a:pPr>
              <a:t>24</a:t>
            </a:fld>
            <a:endParaRPr lang="en-US" altLang="zh-CN"/>
          </a:p>
        </p:txBody>
      </p:sp>
      <p:graphicFrame>
        <p:nvGraphicFramePr>
          <p:cNvPr id="26627" name="Object 3"/>
          <p:cNvGraphicFramePr>
            <a:graphicFrameLocks noGrp="1" noChangeAspect="1"/>
          </p:cNvGraphicFramePr>
          <p:nvPr>
            <p:ph sz="half" idx="1"/>
          </p:nvPr>
        </p:nvGraphicFramePr>
        <p:xfrm>
          <a:off x="971550" y="2349500"/>
          <a:ext cx="6121400" cy="3624263"/>
        </p:xfrm>
        <a:graphic>
          <a:graphicData uri="http://schemas.openxmlformats.org/presentationml/2006/ole">
            <mc:AlternateContent xmlns:mc="http://schemas.openxmlformats.org/markup-compatibility/2006">
              <mc:Choice xmlns:v="urn:schemas-microsoft-com:vml" Requires="v">
                <p:oleObj spid="_x0000_s26685" name="公式" r:id="rId3" imgW="2489200" imgH="1473200" progId="Equation.3">
                  <p:embed/>
                </p:oleObj>
              </mc:Choice>
              <mc:Fallback>
                <p:oleObj name="公式" r:id="rId3" imgW="2489200" imgH="14732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2349500"/>
                        <a:ext cx="6121400" cy="3624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8" name="Object 5"/>
          <p:cNvGraphicFramePr>
            <a:graphicFrameLocks noGrp="1" noChangeAspect="1"/>
          </p:cNvGraphicFramePr>
          <p:nvPr>
            <p:ph sz="half" idx="2"/>
          </p:nvPr>
        </p:nvGraphicFramePr>
        <p:xfrm>
          <a:off x="684213" y="908050"/>
          <a:ext cx="5473700" cy="1082675"/>
        </p:xfrm>
        <a:graphic>
          <a:graphicData uri="http://schemas.openxmlformats.org/presentationml/2006/ole">
            <mc:AlternateContent xmlns:mc="http://schemas.openxmlformats.org/markup-compatibility/2006">
              <mc:Choice xmlns:v="urn:schemas-microsoft-com:vml" Requires="v">
                <p:oleObj spid="_x0000_s26686" name="公式" r:id="rId5" imgW="2184400" imgH="431800" progId="Equation.3">
                  <p:embed/>
                </p:oleObj>
              </mc:Choice>
              <mc:Fallback>
                <p:oleObj name="公式" r:id="rId5" imgW="2184400" imgH="4318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4213" y="908050"/>
                        <a:ext cx="5473700"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cover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3"/>
          <p:cNvSpPr>
            <a:spLocks noGrp="1"/>
          </p:cNvSpPr>
          <p:nvPr>
            <p:ph type="sldNum" sz="quarter" idx="12"/>
          </p:nvPr>
        </p:nvSpPr>
        <p:spPr/>
        <p:txBody>
          <a:bodyPr/>
          <a:lstStyle/>
          <a:p>
            <a:pPr>
              <a:defRPr/>
            </a:pPr>
            <a:fld id="{7AD88AA7-F903-413F-9BBA-61714FF54F00}" type="slidenum">
              <a:rPr lang="zh-CN" altLang="en-US"/>
              <a:pPr>
                <a:defRPr/>
              </a:pPr>
              <a:t>25</a:t>
            </a:fld>
            <a:endParaRPr lang="en-US" altLang="zh-CN"/>
          </a:p>
        </p:txBody>
      </p:sp>
      <p:pic>
        <p:nvPicPr>
          <p:cNvPr id="2765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 y="260350"/>
            <a:ext cx="252095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547843" name="Object 3"/>
          <p:cNvGraphicFramePr>
            <a:graphicFrameLocks noChangeAspect="1"/>
          </p:cNvGraphicFramePr>
          <p:nvPr/>
        </p:nvGraphicFramePr>
        <p:xfrm>
          <a:off x="3851275" y="404813"/>
          <a:ext cx="4295775" cy="638175"/>
        </p:xfrm>
        <a:graphic>
          <a:graphicData uri="http://schemas.openxmlformats.org/presentationml/2006/ole">
            <mc:AlternateContent xmlns:mc="http://schemas.openxmlformats.org/markup-compatibility/2006">
              <mc:Choice xmlns:v="urn:schemas-microsoft-com:vml" Requires="v">
                <p:oleObj spid="_x0000_s27688" name="Equation" r:id="rId4" imgW="1493424" imgH="182880" progId="Equation.3">
                  <p:embed/>
                </p:oleObj>
              </mc:Choice>
              <mc:Fallback>
                <p:oleObj name="Equation" r:id="rId4" imgW="1493424" imgH="18288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1275" y="404813"/>
                        <a:ext cx="4295775" cy="638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547844"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850" y="1125538"/>
            <a:ext cx="2592388" cy="973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47845"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0825" y="2335213"/>
            <a:ext cx="5257800" cy="116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47846"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9750" y="3557588"/>
            <a:ext cx="7850188" cy="282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47847" name="Text Box 7"/>
          <p:cNvSpPr txBox="1">
            <a:spLocks noChangeArrowheads="1"/>
          </p:cNvSpPr>
          <p:nvPr/>
        </p:nvSpPr>
        <p:spPr bwMode="auto">
          <a:xfrm>
            <a:off x="4787900" y="5445125"/>
            <a:ext cx="3960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sz="2800" b="1">
                <a:solidFill>
                  <a:schemeClr val="tx1"/>
                </a:solidFill>
                <a:effectLst>
                  <a:outerShdw blurRad="38100" dist="38100" dir="2700000" algn="tl">
                    <a:srgbClr val="C0C0C0"/>
                  </a:outerShdw>
                </a:effectLst>
              </a:rPr>
              <a:t>  </a:t>
            </a:r>
            <a:r>
              <a:rPr lang="en-US" altLang="zh-CN" sz="2800" b="1">
                <a:solidFill>
                  <a:schemeClr val="tx1"/>
                </a:solidFill>
                <a:effectLst>
                  <a:outerShdw blurRad="38100" dist="38100" dir="2700000" algn="tl">
                    <a:srgbClr val="C0C0C0"/>
                  </a:outerShdw>
                </a:effectLst>
              </a:rPr>
              <a:t>|</a:t>
            </a:r>
            <a:r>
              <a:rPr lang="en-US" altLang="zh-CN" sz="3200" b="1">
                <a:solidFill>
                  <a:schemeClr val="tx1"/>
                </a:solidFill>
                <a:effectLst/>
                <a:latin typeface="Symbol" pitchFamily="18" charset="2"/>
              </a:rPr>
              <a:t>e</a:t>
            </a:r>
            <a:r>
              <a:rPr lang="en-US" altLang="zh-CN" sz="3200" b="1" i="1" baseline="-25000">
                <a:solidFill>
                  <a:schemeClr val="tx1"/>
                </a:solidFill>
                <a:effectLst/>
              </a:rPr>
              <a:t>n+1</a:t>
            </a:r>
            <a:r>
              <a:rPr lang="en-US" altLang="zh-CN" sz="3200" b="1">
                <a:solidFill>
                  <a:schemeClr val="tx1"/>
                </a:solidFill>
                <a:effectLst/>
              </a:rPr>
              <a:t>| ~ </a:t>
            </a:r>
            <a:r>
              <a:rPr lang="en-US" altLang="zh-CN" sz="3200" b="1" i="1">
                <a:solidFill>
                  <a:schemeClr val="tx1"/>
                </a:solidFill>
                <a:effectLst/>
              </a:rPr>
              <a:t>C</a:t>
            </a:r>
            <a:r>
              <a:rPr lang="en-US" altLang="zh-CN" sz="3200" b="1">
                <a:solidFill>
                  <a:schemeClr val="tx1"/>
                </a:solidFill>
                <a:effectLst/>
              </a:rPr>
              <a:t>|</a:t>
            </a:r>
            <a:r>
              <a:rPr lang="en-US" altLang="zh-CN" sz="3200" b="1">
                <a:solidFill>
                  <a:schemeClr val="tx1"/>
                </a:solidFill>
                <a:effectLst/>
                <a:latin typeface="Symbol" pitchFamily="18" charset="2"/>
              </a:rPr>
              <a:t>e</a:t>
            </a:r>
            <a:r>
              <a:rPr lang="en-US" altLang="zh-CN" sz="3200" b="1" i="1" baseline="-25000">
                <a:solidFill>
                  <a:schemeClr val="tx1"/>
                </a:solidFill>
                <a:effectLst/>
              </a:rPr>
              <a:t>n</a:t>
            </a:r>
            <a:r>
              <a:rPr lang="en-US" altLang="zh-CN" sz="3200" b="1">
                <a:solidFill>
                  <a:schemeClr val="tx1"/>
                </a:solidFill>
                <a:effectLst/>
              </a:rPr>
              <a:t> |</a:t>
            </a:r>
            <a:r>
              <a:rPr lang="en-US" altLang="zh-CN" sz="3200" b="1" i="1" baseline="30000">
                <a:solidFill>
                  <a:schemeClr val="tx1"/>
                </a:solidFill>
                <a:effectLst/>
              </a:rPr>
              <a:t>p</a:t>
            </a:r>
            <a:r>
              <a:rPr lang="en-US" altLang="zh-CN" sz="3200" b="1">
                <a:solidFill>
                  <a:schemeClr val="tx1"/>
                </a:solidFill>
                <a:effectLst/>
              </a:rPr>
              <a:t>.  </a:t>
            </a:r>
            <a:r>
              <a:rPr lang="en-US" altLang="zh-CN" sz="3200" b="1" i="1">
                <a:solidFill>
                  <a:srgbClr val="000080"/>
                </a:solidFill>
                <a:effectLst/>
              </a:rPr>
              <a:t>p </a:t>
            </a:r>
            <a:r>
              <a:rPr lang="en-US" altLang="zh-CN" sz="3200" b="1">
                <a:solidFill>
                  <a:srgbClr val="000080"/>
                </a:solidFill>
                <a:effectLst/>
              </a:rPr>
              <a:t>= 2 </a:t>
            </a:r>
            <a:endParaRPr lang="zh-CN" altLang="en-US" sz="2800" b="1">
              <a:solidFill>
                <a:schemeClr val="tx1"/>
              </a:solidFill>
              <a:effectLst>
                <a:outerShdw blurRad="38100" dist="38100" dir="2700000" algn="tl">
                  <a:srgbClr val="C0C0C0"/>
                </a:outerShdw>
              </a:effectLst>
            </a:endParaRPr>
          </a:p>
        </p:txBody>
      </p:sp>
      <p:pic>
        <p:nvPicPr>
          <p:cNvPr id="547848"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48038" y="1268413"/>
            <a:ext cx="5689600"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47849" name="Picture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84888" y="1844675"/>
            <a:ext cx="1368425"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47850" name="Text Box 10"/>
          <p:cNvSpPr txBox="1">
            <a:spLocks noChangeArrowheads="1"/>
          </p:cNvSpPr>
          <p:nvPr/>
        </p:nvSpPr>
        <p:spPr bwMode="auto">
          <a:xfrm>
            <a:off x="4413250" y="6223000"/>
            <a:ext cx="33988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zh-CN" altLang="en-US" sz="2800" b="1">
                <a:solidFill>
                  <a:schemeClr val="tx1"/>
                </a:solidFill>
                <a:effectLst/>
                <a:ea typeface="宋体" charset="-122"/>
              </a:rPr>
              <a:t>平方收敛或二次收敛</a:t>
            </a:r>
            <a:endParaRPr lang="zh-CN" altLang="en-US" sz="2800" b="1">
              <a:solidFill>
                <a:schemeClr val="tx1"/>
              </a:solidFill>
              <a:effectLst/>
              <a:latin typeface="宋体" charset="-122"/>
              <a:ea typeface="宋体" charset="-122"/>
            </a:endParaRPr>
          </a:p>
        </p:txBody>
      </p:sp>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547843"/>
                                        </p:tgtEl>
                                        <p:attrNameLst>
                                          <p:attrName>style.visibility</p:attrName>
                                        </p:attrNameLst>
                                      </p:cBhvr>
                                      <p:to>
                                        <p:strVal val="visible"/>
                                      </p:to>
                                    </p:set>
                                    <p:anim calcmode="lin" valueType="num">
                                      <p:cBhvr additive="base">
                                        <p:cTn id="7" dur="1000" fill="hold"/>
                                        <p:tgtEl>
                                          <p:spTgt spid="547843"/>
                                        </p:tgtEl>
                                        <p:attrNameLst>
                                          <p:attrName>ppt_x</p:attrName>
                                        </p:attrNameLst>
                                      </p:cBhvr>
                                      <p:tavLst>
                                        <p:tav tm="0">
                                          <p:val>
                                            <p:strVal val="1+#ppt_w/2"/>
                                          </p:val>
                                        </p:tav>
                                        <p:tav tm="100000">
                                          <p:val>
                                            <p:strVal val="#ppt_x"/>
                                          </p:val>
                                        </p:tav>
                                      </p:tavLst>
                                    </p:anim>
                                    <p:anim calcmode="lin" valueType="num">
                                      <p:cBhvr additive="base">
                                        <p:cTn id="8" dur="1000" fill="hold"/>
                                        <p:tgtEl>
                                          <p:spTgt spid="54784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547844"/>
                                        </p:tgtEl>
                                        <p:attrNameLst>
                                          <p:attrName>style.visibility</p:attrName>
                                        </p:attrNameLst>
                                      </p:cBhvr>
                                      <p:to>
                                        <p:strVal val="visible"/>
                                      </p:to>
                                    </p:set>
                                    <p:anim calcmode="lin" valueType="num">
                                      <p:cBhvr additive="base">
                                        <p:cTn id="13" dur="1000" fill="hold"/>
                                        <p:tgtEl>
                                          <p:spTgt spid="547844"/>
                                        </p:tgtEl>
                                        <p:attrNameLst>
                                          <p:attrName>ppt_x</p:attrName>
                                        </p:attrNameLst>
                                      </p:cBhvr>
                                      <p:tavLst>
                                        <p:tav tm="0">
                                          <p:val>
                                            <p:strVal val="0-#ppt_w/2"/>
                                          </p:val>
                                        </p:tav>
                                        <p:tav tm="100000">
                                          <p:val>
                                            <p:strVal val="#ppt_x"/>
                                          </p:val>
                                        </p:tav>
                                      </p:tavLst>
                                    </p:anim>
                                    <p:anim calcmode="lin" valueType="num">
                                      <p:cBhvr additive="base">
                                        <p:cTn id="14" dur="1000" fill="hold"/>
                                        <p:tgtEl>
                                          <p:spTgt spid="54784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547848"/>
                                        </p:tgtEl>
                                        <p:attrNameLst>
                                          <p:attrName>style.visibility</p:attrName>
                                        </p:attrNameLst>
                                      </p:cBhvr>
                                      <p:to>
                                        <p:strVal val="visible"/>
                                      </p:to>
                                    </p:set>
                                    <p:anim calcmode="lin" valueType="num">
                                      <p:cBhvr additive="base">
                                        <p:cTn id="19" dur="500" fill="hold"/>
                                        <p:tgtEl>
                                          <p:spTgt spid="547848"/>
                                        </p:tgtEl>
                                        <p:attrNameLst>
                                          <p:attrName>ppt_x</p:attrName>
                                        </p:attrNameLst>
                                      </p:cBhvr>
                                      <p:tavLst>
                                        <p:tav tm="0">
                                          <p:val>
                                            <p:strVal val="1+#ppt_w/2"/>
                                          </p:val>
                                        </p:tav>
                                        <p:tav tm="100000">
                                          <p:val>
                                            <p:strVal val="#ppt_x"/>
                                          </p:val>
                                        </p:tav>
                                      </p:tavLst>
                                    </p:anim>
                                    <p:anim calcmode="lin" valueType="num">
                                      <p:cBhvr additive="base">
                                        <p:cTn id="20" dur="500" fill="hold"/>
                                        <p:tgtEl>
                                          <p:spTgt spid="547848"/>
                                        </p:tgtEl>
                                        <p:attrNameLst>
                                          <p:attrName>ppt_y</p:attrName>
                                        </p:attrNameLst>
                                      </p:cBhvr>
                                      <p:tavLst>
                                        <p:tav tm="0">
                                          <p:val>
                                            <p:strVal val="#ppt_y"/>
                                          </p:val>
                                        </p:tav>
                                        <p:tav tm="100000">
                                          <p:val>
                                            <p:strVal val="#ppt_y"/>
                                          </p:val>
                                        </p:tav>
                                      </p:tavLst>
                                    </p:anim>
                                  </p:childTnLst>
                                </p:cTn>
                              </p:par>
                            </p:childTnLst>
                          </p:cTn>
                        </p:par>
                        <p:par>
                          <p:cTn id="21" fill="hold" nodeType="afterGroup">
                            <p:stCondLst>
                              <p:cond delay="500"/>
                            </p:stCondLst>
                            <p:childTnLst>
                              <p:par>
                                <p:cTn id="22" presetID="2" presetClass="entr" presetSubtype="4" fill="hold" nodeType="afterEffect">
                                  <p:stCondLst>
                                    <p:cond delay="0"/>
                                  </p:stCondLst>
                                  <p:childTnLst>
                                    <p:set>
                                      <p:cBhvr>
                                        <p:cTn id="23" dur="1" fill="hold">
                                          <p:stCondLst>
                                            <p:cond delay="0"/>
                                          </p:stCondLst>
                                        </p:cTn>
                                        <p:tgtEl>
                                          <p:spTgt spid="547849"/>
                                        </p:tgtEl>
                                        <p:attrNameLst>
                                          <p:attrName>style.visibility</p:attrName>
                                        </p:attrNameLst>
                                      </p:cBhvr>
                                      <p:to>
                                        <p:strVal val="visible"/>
                                      </p:to>
                                    </p:set>
                                    <p:anim calcmode="lin" valueType="num">
                                      <p:cBhvr additive="base">
                                        <p:cTn id="24" dur="500" fill="hold"/>
                                        <p:tgtEl>
                                          <p:spTgt spid="547849"/>
                                        </p:tgtEl>
                                        <p:attrNameLst>
                                          <p:attrName>ppt_x</p:attrName>
                                        </p:attrNameLst>
                                      </p:cBhvr>
                                      <p:tavLst>
                                        <p:tav tm="0">
                                          <p:val>
                                            <p:strVal val="#ppt_x"/>
                                          </p:val>
                                        </p:tav>
                                        <p:tav tm="100000">
                                          <p:val>
                                            <p:strVal val="#ppt_x"/>
                                          </p:val>
                                        </p:tav>
                                      </p:tavLst>
                                    </p:anim>
                                    <p:anim calcmode="lin" valueType="num">
                                      <p:cBhvr additive="base">
                                        <p:cTn id="25" dur="500" fill="hold"/>
                                        <p:tgtEl>
                                          <p:spTgt spid="547849"/>
                                        </p:tgtEl>
                                        <p:attrNameLst>
                                          <p:attrName>ppt_y</p:attrName>
                                        </p:attrNameLst>
                                      </p:cBhvr>
                                      <p:tavLst>
                                        <p:tav tm="0">
                                          <p:val>
                                            <p:strVal val="1+#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nodeType="clickEffect">
                                  <p:stCondLst>
                                    <p:cond delay="0"/>
                                  </p:stCondLst>
                                  <p:childTnLst>
                                    <p:set>
                                      <p:cBhvr>
                                        <p:cTn id="29" dur="1" fill="hold">
                                          <p:stCondLst>
                                            <p:cond delay="0"/>
                                          </p:stCondLst>
                                        </p:cTn>
                                        <p:tgtEl>
                                          <p:spTgt spid="547845"/>
                                        </p:tgtEl>
                                        <p:attrNameLst>
                                          <p:attrName>style.visibility</p:attrName>
                                        </p:attrNameLst>
                                      </p:cBhvr>
                                      <p:to>
                                        <p:strVal val="visible"/>
                                      </p:to>
                                    </p:set>
                                    <p:anim calcmode="lin" valueType="num">
                                      <p:cBhvr additive="base">
                                        <p:cTn id="30" dur="1000" fill="hold"/>
                                        <p:tgtEl>
                                          <p:spTgt spid="547845"/>
                                        </p:tgtEl>
                                        <p:attrNameLst>
                                          <p:attrName>ppt_x</p:attrName>
                                        </p:attrNameLst>
                                      </p:cBhvr>
                                      <p:tavLst>
                                        <p:tav tm="0">
                                          <p:val>
                                            <p:strVal val="#ppt_x"/>
                                          </p:val>
                                        </p:tav>
                                        <p:tav tm="100000">
                                          <p:val>
                                            <p:strVal val="#ppt_x"/>
                                          </p:val>
                                        </p:tav>
                                      </p:tavLst>
                                    </p:anim>
                                    <p:anim calcmode="lin" valueType="num">
                                      <p:cBhvr additive="base">
                                        <p:cTn id="31" dur="1000" fill="hold"/>
                                        <p:tgtEl>
                                          <p:spTgt spid="547845"/>
                                        </p:tgtEl>
                                        <p:attrNameLst>
                                          <p:attrName>ppt_y</p:attrName>
                                        </p:attrNameLst>
                                      </p:cBhvr>
                                      <p:tavLst>
                                        <p:tav tm="0">
                                          <p:val>
                                            <p:strVal val="1+#ppt_h/2"/>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4" fill="hold" nodeType="clickEffect">
                                  <p:stCondLst>
                                    <p:cond delay="0"/>
                                  </p:stCondLst>
                                  <p:childTnLst>
                                    <p:set>
                                      <p:cBhvr>
                                        <p:cTn id="35" dur="1" fill="hold">
                                          <p:stCondLst>
                                            <p:cond delay="0"/>
                                          </p:stCondLst>
                                        </p:cTn>
                                        <p:tgtEl>
                                          <p:spTgt spid="547846"/>
                                        </p:tgtEl>
                                        <p:attrNameLst>
                                          <p:attrName>style.visibility</p:attrName>
                                        </p:attrNameLst>
                                      </p:cBhvr>
                                      <p:to>
                                        <p:strVal val="visible"/>
                                      </p:to>
                                    </p:set>
                                    <p:anim calcmode="lin" valueType="num">
                                      <p:cBhvr additive="base">
                                        <p:cTn id="36" dur="500" fill="hold"/>
                                        <p:tgtEl>
                                          <p:spTgt spid="547846"/>
                                        </p:tgtEl>
                                        <p:attrNameLst>
                                          <p:attrName>ppt_x</p:attrName>
                                        </p:attrNameLst>
                                      </p:cBhvr>
                                      <p:tavLst>
                                        <p:tav tm="0">
                                          <p:val>
                                            <p:strVal val="#ppt_x"/>
                                          </p:val>
                                        </p:tav>
                                        <p:tav tm="100000">
                                          <p:val>
                                            <p:strVal val="#ppt_x"/>
                                          </p:val>
                                        </p:tav>
                                      </p:tavLst>
                                    </p:anim>
                                    <p:anim calcmode="lin" valueType="num">
                                      <p:cBhvr additive="base">
                                        <p:cTn id="37" dur="500" fill="hold"/>
                                        <p:tgtEl>
                                          <p:spTgt spid="547846"/>
                                        </p:tgtEl>
                                        <p:attrNameLst>
                                          <p:attrName>ppt_y</p:attrName>
                                        </p:attrNameLst>
                                      </p:cBhvr>
                                      <p:tavLst>
                                        <p:tav tm="0">
                                          <p:val>
                                            <p:strVal val="1+#ppt_h/2"/>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547847"/>
                                        </p:tgtEl>
                                        <p:attrNameLst>
                                          <p:attrName>style.visibility</p:attrName>
                                        </p:attrNameLst>
                                      </p:cBhvr>
                                      <p:to>
                                        <p:strVal val="visible"/>
                                      </p:to>
                                    </p:set>
                                    <p:anim calcmode="lin" valueType="num">
                                      <p:cBhvr additive="base">
                                        <p:cTn id="42" dur="1000" fill="hold"/>
                                        <p:tgtEl>
                                          <p:spTgt spid="547847"/>
                                        </p:tgtEl>
                                        <p:attrNameLst>
                                          <p:attrName>ppt_x</p:attrName>
                                        </p:attrNameLst>
                                      </p:cBhvr>
                                      <p:tavLst>
                                        <p:tav tm="0">
                                          <p:val>
                                            <p:strVal val="#ppt_x"/>
                                          </p:val>
                                        </p:tav>
                                        <p:tav tm="100000">
                                          <p:val>
                                            <p:strVal val="#ppt_x"/>
                                          </p:val>
                                        </p:tav>
                                      </p:tavLst>
                                    </p:anim>
                                    <p:anim calcmode="lin" valueType="num">
                                      <p:cBhvr additive="base">
                                        <p:cTn id="43" dur="1000" fill="hold"/>
                                        <p:tgtEl>
                                          <p:spTgt spid="547847"/>
                                        </p:tgtEl>
                                        <p:attrNameLst>
                                          <p:attrName>ppt_y</p:attrName>
                                        </p:attrNameLst>
                                      </p:cBhvr>
                                      <p:tavLst>
                                        <p:tav tm="0">
                                          <p:val>
                                            <p:strVal val="1+#ppt_h/2"/>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547850"/>
                                        </p:tgtEl>
                                        <p:attrNameLst>
                                          <p:attrName>style.visibility</p:attrName>
                                        </p:attrNameLst>
                                      </p:cBhvr>
                                      <p:to>
                                        <p:strVal val="visible"/>
                                      </p:to>
                                    </p:set>
                                    <p:anim calcmode="lin" valueType="num">
                                      <p:cBhvr additive="base">
                                        <p:cTn id="48" dur="500" fill="hold"/>
                                        <p:tgtEl>
                                          <p:spTgt spid="547850"/>
                                        </p:tgtEl>
                                        <p:attrNameLst>
                                          <p:attrName>ppt_x</p:attrName>
                                        </p:attrNameLst>
                                      </p:cBhvr>
                                      <p:tavLst>
                                        <p:tav tm="0">
                                          <p:val>
                                            <p:strVal val="#ppt_x"/>
                                          </p:val>
                                        </p:tav>
                                        <p:tav tm="100000">
                                          <p:val>
                                            <p:strVal val="#ppt_x"/>
                                          </p:val>
                                        </p:tav>
                                      </p:tavLst>
                                    </p:anim>
                                    <p:anim calcmode="lin" valueType="num">
                                      <p:cBhvr additive="base">
                                        <p:cTn id="49" dur="500" fill="hold"/>
                                        <p:tgtEl>
                                          <p:spTgt spid="5478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7847" grpId="0"/>
      <p:bldP spid="54785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3"/>
          <p:cNvSpPr>
            <a:spLocks noGrp="1"/>
          </p:cNvSpPr>
          <p:nvPr>
            <p:ph type="sldNum" sz="quarter" idx="12"/>
          </p:nvPr>
        </p:nvSpPr>
        <p:spPr/>
        <p:txBody>
          <a:bodyPr/>
          <a:lstStyle/>
          <a:p>
            <a:pPr>
              <a:defRPr/>
            </a:pPr>
            <a:fld id="{4C85A079-9DF5-40C0-B24B-294BF1D7905F}" type="slidenum">
              <a:rPr lang="zh-CN" altLang="en-US"/>
              <a:pPr>
                <a:defRPr/>
              </a:pPr>
              <a:t>26</a:t>
            </a:fld>
            <a:endParaRPr lang="en-US" altLang="zh-CN"/>
          </a:p>
        </p:txBody>
      </p:sp>
      <p:sp>
        <p:nvSpPr>
          <p:cNvPr id="545794" name="Text Box 2"/>
          <p:cNvSpPr txBox="1">
            <a:spLocks noChangeArrowheads="1"/>
          </p:cNvSpPr>
          <p:nvPr/>
        </p:nvSpPr>
        <p:spPr bwMode="auto">
          <a:xfrm>
            <a:off x="395288" y="404813"/>
            <a:ext cx="52832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3200" b="1">
                <a:solidFill>
                  <a:schemeClr val="tx1"/>
                </a:solidFill>
                <a:effectLst>
                  <a:outerShdw blurRad="38100" dist="38100" dir="2700000" algn="tl">
                    <a:srgbClr val="C0C0C0"/>
                  </a:outerShdw>
                </a:effectLst>
              </a:rPr>
              <a:t> 用牛顿迭代法建立求平方根 </a:t>
            </a:r>
          </a:p>
        </p:txBody>
      </p:sp>
      <p:graphicFrame>
        <p:nvGraphicFramePr>
          <p:cNvPr id="29700" name="Object 5"/>
          <p:cNvGraphicFramePr>
            <a:graphicFrameLocks noChangeAspect="1"/>
          </p:cNvGraphicFramePr>
          <p:nvPr/>
        </p:nvGraphicFramePr>
        <p:xfrm>
          <a:off x="5724525" y="260350"/>
          <a:ext cx="865188" cy="865188"/>
        </p:xfrm>
        <a:graphic>
          <a:graphicData uri="http://schemas.openxmlformats.org/presentationml/2006/ole">
            <mc:AlternateContent xmlns:mc="http://schemas.openxmlformats.org/markup-compatibility/2006">
              <mc:Choice xmlns:v="urn:schemas-microsoft-com:vml" Requires="v">
                <p:oleObj spid="_x0000_s29851" name="公式" r:id="rId3" imgW="228600" imgH="228600" progId="Equation.3">
                  <p:embed/>
                </p:oleObj>
              </mc:Choice>
              <mc:Fallback>
                <p:oleObj name="公式" r:id="rId3" imgW="228600" imgH="2286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525" y="260350"/>
                        <a:ext cx="865188"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45795" name="Text Box 3"/>
          <p:cNvSpPr txBox="1">
            <a:spLocks noChangeArrowheads="1"/>
          </p:cNvSpPr>
          <p:nvPr/>
        </p:nvSpPr>
        <p:spPr bwMode="auto">
          <a:xfrm>
            <a:off x="250825" y="1268413"/>
            <a:ext cx="403383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sz="3200" b="1">
                <a:solidFill>
                  <a:schemeClr val="tx1"/>
                </a:solidFill>
                <a:effectLst>
                  <a:outerShdw blurRad="38100" dist="38100" dir="2700000" algn="tl">
                    <a:srgbClr val="C0C0C0"/>
                  </a:outerShdw>
                </a:effectLst>
              </a:rPr>
              <a:t>（</a:t>
            </a:r>
            <a:r>
              <a:rPr lang="en-US" altLang="zh-CN" sz="3200" b="1">
                <a:solidFill>
                  <a:schemeClr val="tx1"/>
                </a:solidFill>
                <a:effectLst>
                  <a:outerShdw blurRad="38100" dist="38100" dir="2700000" algn="tl">
                    <a:srgbClr val="C0C0C0"/>
                  </a:outerShdw>
                </a:effectLst>
              </a:rPr>
              <a:t>c &gt;0</a:t>
            </a:r>
            <a:r>
              <a:rPr lang="zh-CN" altLang="en-US" sz="3200" b="1">
                <a:solidFill>
                  <a:schemeClr val="tx1"/>
                </a:solidFill>
                <a:effectLst>
                  <a:outerShdw blurRad="38100" dist="38100" dir="2700000" algn="tl">
                    <a:srgbClr val="C0C0C0"/>
                  </a:outerShdw>
                </a:effectLst>
              </a:rPr>
              <a:t>）的迭代公式</a:t>
            </a:r>
          </a:p>
        </p:txBody>
      </p:sp>
      <p:grpSp>
        <p:nvGrpSpPr>
          <p:cNvPr id="545810" name="Group 18"/>
          <p:cNvGrpSpPr>
            <a:grpSpLocks/>
          </p:cNvGrpSpPr>
          <p:nvPr/>
        </p:nvGrpSpPr>
        <p:grpSpPr bwMode="auto">
          <a:xfrm>
            <a:off x="179388" y="2205038"/>
            <a:ext cx="8713787" cy="1858962"/>
            <a:chOff x="113" y="1389"/>
            <a:chExt cx="5489" cy="1171"/>
          </a:xfrm>
        </p:grpSpPr>
        <p:sp>
          <p:nvSpPr>
            <p:cNvPr id="545798" name="Text Box 6"/>
            <p:cNvSpPr txBox="1">
              <a:spLocks noChangeArrowheads="1"/>
            </p:cNvSpPr>
            <p:nvPr/>
          </p:nvSpPr>
          <p:spPr bwMode="auto">
            <a:xfrm>
              <a:off x="113" y="1389"/>
              <a:ext cx="5489"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sz="3200" b="1">
                  <a:solidFill>
                    <a:schemeClr val="tx1"/>
                  </a:solidFill>
                  <a:effectLst>
                    <a:outerShdw blurRad="38100" dist="38100" dir="2700000" algn="tl">
                      <a:srgbClr val="C0C0C0"/>
                    </a:outerShdw>
                  </a:effectLst>
                </a:rPr>
                <a:t>	解：设</a:t>
              </a:r>
            </a:p>
          </p:txBody>
        </p:sp>
        <p:sp>
          <p:nvSpPr>
            <p:cNvPr id="545799" name="Text Box 7"/>
            <p:cNvSpPr txBox="1">
              <a:spLocks noChangeArrowheads="1"/>
            </p:cNvSpPr>
            <p:nvPr/>
          </p:nvSpPr>
          <p:spPr bwMode="auto">
            <a:xfrm>
              <a:off x="3424" y="1389"/>
              <a:ext cx="154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sz="3200" b="1">
                  <a:solidFill>
                    <a:schemeClr val="tx1"/>
                  </a:solidFill>
                  <a:effectLst>
                    <a:outerShdw blurRad="38100" dist="38100" dir="2700000" algn="tl">
                      <a:srgbClr val="C0C0C0"/>
                    </a:outerShdw>
                  </a:effectLst>
                </a:rPr>
                <a:t>（</a:t>
              </a:r>
              <a:r>
                <a:rPr lang="en-US" altLang="zh-CN" sz="3200" b="1">
                  <a:solidFill>
                    <a:schemeClr val="tx1"/>
                  </a:solidFill>
                  <a:effectLst>
                    <a:outerShdw blurRad="38100" dist="38100" dir="2700000" algn="tl">
                      <a:srgbClr val="C0C0C0"/>
                    </a:outerShdw>
                  </a:effectLst>
                </a:rPr>
                <a:t>x &gt;0</a:t>
              </a:r>
              <a:r>
                <a:rPr lang="zh-CN" altLang="en-US" sz="3200" b="1">
                  <a:solidFill>
                    <a:schemeClr val="tx1"/>
                  </a:solidFill>
                  <a:effectLst>
                    <a:outerShdw blurRad="38100" dist="38100" dir="2700000" algn="tl">
                      <a:srgbClr val="C0C0C0"/>
                    </a:outerShdw>
                  </a:effectLst>
                </a:rPr>
                <a:t>）</a:t>
              </a:r>
            </a:p>
          </p:txBody>
        </p:sp>
        <p:graphicFrame>
          <p:nvGraphicFramePr>
            <p:cNvPr id="29709" name="Object 9"/>
            <p:cNvGraphicFramePr>
              <a:graphicFrameLocks noChangeAspect="1"/>
            </p:cNvGraphicFramePr>
            <p:nvPr/>
          </p:nvGraphicFramePr>
          <p:xfrm>
            <a:off x="1791" y="1389"/>
            <a:ext cx="1406" cy="367"/>
          </p:xfrm>
          <a:graphic>
            <a:graphicData uri="http://schemas.openxmlformats.org/presentationml/2006/ole">
              <mc:AlternateContent xmlns:mc="http://schemas.openxmlformats.org/markup-compatibility/2006">
                <mc:Choice xmlns:v="urn:schemas-microsoft-com:vml" Requires="v">
                  <p:oleObj spid="_x0000_s29852" name="公式" r:id="rId5" imgW="876300" imgH="228600" progId="Equation.3">
                    <p:embed/>
                  </p:oleObj>
                </mc:Choice>
                <mc:Fallback>
                  <p:oleObj name="公式" r:id="rId5" imgW="876300" imgH="2286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1" y="1389"/>
                          <a:ext cx="1406"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45802" name="Text Box 10"/>
            <p:cNvSpPr txBox="1">
              <a:spLocks noChangeArrowheads="1"/>
            </p:cNvSpPr>
            <p:nvPr/>
          </p:nvSpPr>
          <p:spPr bwMode="auto">
            <a:xfrm>
              <a:off x="113" y="1888"/>
              <a:ext cx="5489"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sz="3200" b="1">
                  <a:solidFill>
                    <a:schemeClr val="tx1"/>
                  </a:solidFill>
                  <a:effectLst>
                    <a:outerShdw blurRad="38100" dist="38100" dir="2700000" algn="tl">
                      <a:srgbClr val="C0C0C0"/>
                    </a:outerShdw>
                  </a:effectLst>
                </a:rPr>
                <a:t>则</a:t>
              </a:r>
              <a:r>
                <a:rPr lang="en-US" altLang="zh-CN" sz="3200" b="1">
                  <a:solidFill>
                    <a:schemeClr val="tx1"/>
                  </a:solidFill>
                  <a:effectLst>
                    <a:outerShdw blurRad="38100" dist="38100" dir="2700000" algn="tl">
                      <a:srgbClr val="C0C0C0"/>
                    </a:outerShdw>
                  </a:effectLst>
                </a:rPr>
                <a:t>c</a:t>
              </a:r>
              <a:r>
                <a:rPr lang="zh-CN" altLang="en-US" sz="3200" b="1">
                  <a:solidFill>
                    <a:schemeClr val="tx1"/>
                  </a:solidFill>
                  <a:effectLst>
                    <a:outerShdw blurRad="38100" dist="38100" dir="2700000" algn="tl">
                      <a:srgbClr val="C0C0C0"/>
                    </a:outerShdw>
                  </a:effectLst>
                </a:rPr>
                <a:t>就是</a:t>
              </a:r>
              <a:r>
                <a:rPr lang="en-US" altLang="zh-CN" sz="3200" b="1" i="1">
                  <a:solidFill>
                    <a:schemeClr val="tx1"/>
                  </a:solidFill>
                  <a:effectLst>
                    <a:outerShdw blurRad="38100" dist="38100" dir="2700000" algn="tl">
                      <a:srgbClr val="C0C0C0"/>
                    </a:outerShdw>
                  </a:effectLst>
                </a:rPr>
                <a:t>f (x) =0</a:t>
              </a:r>
              <a:r>
                <a:rPr lang="zh-CN" altLang="en-US" sz="3200" b="1">
                  <a:solidFill>
                    <a:schemeClr val="tx1"/>
                  </a:solidFill>
                  <a:effectLst>
                    <a:outerShdw blurRad="38100" dist="38100" dir="2700000" algn="tl">
                      <a:srgbClr val="C0C0C0"/>
                    </a:outerShdw>
                  </a:effectLst>
                </a:rPr>
                <a:t>的正根。由 </a:t>
              </a:r>
              <a:r>
                <a:rPr lang="en-US" altLang="zh-CN" sz="3200" b="1" i="1">
                  <a:solidFill>
                    <a:schemeClr val="tx1"/>
                  </a:solidFill>
                  <a:effectLst>
                    <a:outerShdw blurRad="38100" dist="38100" dir="2700000" algn="tl">
                      <a:srgbClr val="C0C0C0"/>
                    </a:outerShdw>
                  </a:effectLst>
                </a:rPr>
                <a:t>f ’(x) = 2x</a:t>
              </a:r>
              <a:r>
                <a:rPr lang="zh-CN" altLang="en-US" sz="3200" b="1">
                  <a:solidFill>
                    <a:schemeClr val="tx1"/>
                  </a:solidFill>
                  <a:effectLst>
                    <a:outerShdw blurRad="38100" dist="38100" dir="2700000" algn="tl">
                      <a:srgbClr val="C0C0C0"/>
                    </a:outerShdw>
                  </a:effectLst>
                </a:rPr>
                <a:t>，所以由迭代公式</a:t>
              </a:r>
            </a:p>
          </p:txBody>
        </p:sp>
      </p:grpSp>
      <p:sp>
        <p:nvSpPr>
          <p:cNvPr id="545803" name="Text Box 11"/>
          <p:cNvSpPr txBox="1">
            <a:spLocks noChangeArrowheads="1"/>
          </p:cNvSpPr>
          <p:nvPr/>
        </p:nvSpPr>
        <p:spPr bwMode="auto">
          <a:xfrm>
            <a:off x="0" y="4581525"/>
            <a:ext cx="9001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sz="3200" b="1">
                <a:solidFill>
                  <a:schemeClr val="tx1"/>
                </a:solidFill>
                <a:effectLst>
                  <a:outerShdw blurRad="38100" dist="38100" dir="2700000" algn="tl">
                    <a:srgbClr val="C0C0C0"/>
                  </a:outerShdw>
                </a:effectLst>
              </a:rPr>
              <a:t>得</a:t>
            </a:r>
          </a:p>
        </p:txBody>
      </p:sp>
      <p:graphicFrame>
        <p:nvGraphicFramePr>
          <p:cNvPr id="29704" name="Object 12"/>
          <p:cNvGraphicFramePr>
            <a:graphicFrameLocks noChangeAspect="1"/>
          </p:cNvGraphicFramePr>
          <p:nvPr/>
        </p:nvGraphicFramePr>
        <p:xfrm>
          <a:off x="2411413" y="3933825"/>
          <a:ext cx="4295775" cy="638175"/>
        </p:xfrm>
        <a:graphic>
          <a:graphicData uri="http://schemas.openxmlformats.org/presentationml/2006/ole">
            <mc:AlternateContent xmlns:mc="http://schemas.openxmlformats.org/markup-compatibility/2006">
              <mc:Choice xmlns:v="urn:schemas-microsoft-com:vml" Requires="v">
                <p:oleObj spid="_x0000_s29853" name="Equation" r:id="rId7" imgW="1493424" imgH="182880" progId="Equation.3">
                  <p:embed/>
                </p:oleObj>
              </mc:Choice>
              <mc:Fallback>
                <p:oleObj name="Equation" r:id="rId7" imgW="1493424" imgH="182880"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11413" y="3933825"/>
                        <a:ext cx="4295775" cy="638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5806" name="Object 14"/>
          <p:cNvGraphicFramePr>
            <a:graphicFrameLocks noChangeAspect="1"/>
          </p:cNvGraphicFramePr>
          <p:nvPr/>
        </p:nvGraphicFramePr>
        <p:xfrm>
          <a:off x="1258888" y="4652963"/>
          <a:ext cx="3384550" cy="1376362"/>
        </p:xfrm>
        <a:graphic>
          <a:graphicData uri="http://schemas.openxmlformats.org/presentationml/2006/ole">
            <mc:AlternateContent xmlns:mc="http://schemas.openxmlformats.org/markup-compatibility/2006">
              <mc:Choice xmlns:v="urn:schemas-microsoft-com:vml" Requires="v">
                <p:oleObj spid="_x0000_s29854" name="公式" r:id="rId9" imgW="1130300" imgH="457200" progId="Equation.3">
                  <p:embed/>
                </p:oleObj>
              </mc:Choice>
              <mc:Fallback>
                <p:oleObj name="公式" r:id="rId9" imgW="1130300" imgH="457200" progId="Equation.3">
                  <p:embed/>
                  <p:pic>
                    <p:nvPicPr>
                      <p:cNvPr id="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58888" y="4652963"/>
                        <a:ext cx="3384550" cy="137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5808" name="Object 16"/>
          <p:cNvGraphicFramePr>
            <a:graphicFrameLocks noChangeAspect="1"/>
          </p:cNvGraphicFramePr>
          <p:nvPr/>
        </p:nvGraphicFramePr>
        <p:xfrm>
          <a:off x="5435600" y="4868863"/>
          <a:ext cx="3457575" cy="1393825"/>
        </p:xfrm>
        <a:graphic>
          <a:graphicData uri="http://schemas.openxmlformats.org/presentationml/2006/ole">
            <mc:AlternateContent xmlns:mc="http://schemas.openxmlformats.org/markup-compatibility/2006">
              <mc:Choice xmlns:v="urn:schemas-microsoft-com:vml" Requires="v">
                <p:oleObj spid="_x0000_s29855" name="公式" r:id="rId11" imgW="1180588" imgH="482391" progId="Equation.3">
                  <p:embed/>
                </p:oleObj>
              </mc:Choice>
              <mc:Fallback>
                <p:oleObj name="公式" r:id="rId11" imgW="1180588" imgH="482391" progId="Equation.3">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35600" y="4868863"/>
                        <a:ext cx="3457575" cy="139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45810"/>
                                        </p:tgtEl>
                                        <p:attrNameLst>
                                          <p:attrName>style.visibility</p:attrName>
                                        </p:attrNameLst>
                                      </p:cBhvr>
                                      <p:to>
                                        <p:strVal val="visible"/>
                                      </p:to>
                                    </p:set>
                                    <p:anim calcmode="lin" valueType="num">
                                      <p:cBhvr additive="base">
                                        <p:cTn id="7" dur="500" fill="hold"/>
                                        <p:tgtEl>
                                          <p:spTgt spid="545810"/>
                                        </p:tgtEl>
                                        <p:attrNameLst>
                                          <p:attrName>ppt_x</p:attrName>
                                        </p:attrNameLst>
                                      </p:cBhvr>
                                      <p:tavLst>
                                        <p:tav tm="0">
                                          <p:val>
                                            <p:strVal val="#ppt_x"/>
                                          </p:val>
                                        </p:tav>
                                        <p:tav tm="100000">
                                          <p:val>
                                            <p:strVal val="#ppt_x"/>
                                          </p:val>
                                        </p:tav>
                                      </p:tavLst>
                                    </p:anim>
                                    <p:anim calcmode="lin" valueType="num">
                                      <p:cBhvr additive="base">
                                        <p:cTn id="8" dur="500" fill="hold"/>
                                        <p:tgtEl>
                                          <p:spTgt spid="54581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45803"/>
                                        </p:tgtEl>
                                        <p:attrNameLst>
                                          <p:attrName>style.visibility</p:attrName>
                                        </p:attrNameLst>
                                      </p:cBhvr>
                                      <p:to>
                                        <p:strVal val="visible"/>
                                      </p:to>
                                    </p:set>
                                    <p:anim calcmode="lin" valueType="num">
                                      <p:cBhvr additive="base">
                                        <p:cTn id="13" dur="500" fill="hold"/>
                                        <p:tgtEl>
                                          <p:spTgt spid="545803"/>
                                        </p:tgtEl>
                                        <p:attrNameLst>
                                          <p:attrName>ppt_x</p:attrName>
                                        </p:attrNameLst>
                                      </p:cBhvr>
                                      <p:tavLst>
                                        <p:tav tm="0">
                                          <p:val>
                                            <p:strVal val="#ppt_x"/>
                                          </p:val>
                                        </p:tav>
                                        <p:tav tm="100000">
                                          <p:val>
                                            <p:strVal val="#ppt_x"/>
                                          </p:val>
                                        </p:tav>
                                      </p:tavLst>
                                    </p:anim>
                                    <p:anim calcmode="lin" valueType="num">
                                      <p:cBhvr additive="base">
                                        <p:cTn id="14" dur="500" fill="hold"/>
                                        <p:tgtEl>
                                          <p:spTgt spid="545803"/>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45806"/>
                                        </p:tgtEl>
                                        <p:attrNameLst>
                                          <p:attrName>style.visibility</p:attrName>
                                        </p:attrNameLst>
                                      </p:cBhvr>
                                      <p:to>
                                        <p:strVal val="visible"/>
                                      </p:to>
                                    </p:set>
                                    <p:anim calcmode="lin" valueType="num">
                                      <p:cBhvr additive="base">
                                        <p:cTn id="17" dur="500" fill="hold"/>
                                        <p:tgtEl>
                                          <p:spTgt spid="545806"/>
                                        </p:tgtEl>
                                        <p:attrNameLst>
                                          <p:attrName>ppt_x</p:attrName>
                                        </p:attrNameLst>
                                      </p:cBhvr>
                                      <p:tavLst>
                                        <p:tav tm="0">
                                          <p:val>
                                            <p:strVal val="#ppt_x"/>
                                          </p:val>
                                        </p:tav>
                                        <p:tav tm="100000">
                                          <p:val>
                                            <p:strVal val="#ppt_x"/>
                                          </p:val>
                                        </p:tav>
                                      </p:tavLst>
                                    </p:anim>
                                    <p:anim calcmode="lin" valueType="num">
                                      <p:cBhvr additive="base">
                                        <p:cTn id="18" dur="500" fill="hold"/>
                                        <p:tgtEl>
                                          <p:spTgt spid="545806"/>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45808"/>
                                        </p:tgtEl>
                                        <p:attrNameLst>
                                          <p:attrName>style.visibility</p:attrName>
                                        </p:attrNameLst>
                                      </p:cBhvr>
                                      <p:to>
                                        <p:strVal val="visible"/>
                                      </p:to>
                                    </p:set>
                                    <p:anim calcmode="lin" valueType="num">
                                      <p:cBhvr additive="base">
                                        <p:cTn id="21" dur="500" fill="hold"/>
                                        <p:tgtEl>
                                          <p:spTgt spid="545808"/>
                                        </p:tgtEl>
                                        <p:attrNameLst>
                                          <p:attrName>ppt_x</p:attrName>
                                        </p:attrNameLst>
                                      </p:cBhvr>
                                      <p:tavLst>
                                        <p:tav tm="0">
                                          <p:val>
                                            <p:strVal val="#ppt_x"/>
                                          </p:val>
                                        </p:tav>
                                        <p:tav tm="100000">
                                          <p:val>
                                            <p:strVal val="#ppt_x"/>
                                          </p:val>
                                        </p:tav>
                                      </p:tavLst>
                                    </p:anim>
                                    <p:anim calcmode="lin" valueType="num">
                                      <p:cBhvr additive="base">
                                        <p:cTn id="22" dur="500" fill="hold"/>
                                        <p:tgtEl>
                                          <p:spTgt spid="5458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灯片编号占位符 3"/>
          <p:cNvSpPr>
            <a:spLocks noGrp="1"/>
          </p:cNvSpPr>
          <p:nvPr>
            <p:ph type="sldNum" sz="quarter" idx="12"/>
          </p:nvPr>
        </p:nvSpPr>
        <p:spPr/>
        <p:txBody>
          <a:bodyPr/>
          <a:lstStyle/>
          <a:p>
            <a:pPr>
              <a:defRPr/>
            </a:pPr>
            <a:fld id="{A7C9A7C6-20C1-434E-88D6-E5C5E06AB72A}" type="slidenum">
              <a:rPr lang="zh-CN" altLang="en-US"/>
              <a:pPr>
                <a:defRPr/>
              </a:pPr>
              <a:t>27</a:t>
            </a:fld>
            <a:endParaRPr lang="en-US" altLang="zh-CN"/>
          </a:p>
        </p:txBody>
      </p:sp>
      <p:sp>
        <p:nvSpPr>
          <p:cNvPr id="30723" name="Rectangle 2"/>
          <p:cNvSpPr>
            <a:spLocks noChangeArrowheads="1"/>
          </p:cNvSpPr>
          <p:nvPr/>
        </p:nvSpPr>
        <p:spPr bwMode="auto">
          <a:xfrm>
            <a:off x="395288" y="669925"/>
            <a:ext cx="26320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zh-CN" altLang="en-US" sz="3200" b="1">
                <a:solidFill>
                  <a:schemeClr val="tx1"/>
                </a:solidFill>
                <a:effectLst/>
                <a:latin typeface="宋体" charset="-122"/>
                <a:ea typeface="宋体" charset="-122"/>
                <a:cs typeface="Times New Roman" pitchFamily="18" charset="0"/>
              </a:rPr>
              <a:t>用以上公式求</a:t>
            </a:r>
            <a:endParaRPr lang="zh-CN" altLang="en-US" sz="3200" b="1">
              <a:solidFill>
                <a:schemeClr val="tx1"/>
              </a:solidFill>
              <a:effectLst/>
              <a:ea typeface="宋体" charset="-122"/>
              <a:cs typeface="Times New Roman" pitchFamily="18" charset="0"/>
            </a:endParaRPr>
          </a:p>
        </p:txBody>
      </p:sp>
      <p:graphicFrame>
        <p:nvGraphicFramePr>
          <p:cNvPr id="30724" name="Object 3"/>
          <p:cNvGraphicFramePr>
            <a:graphicFrameLocks noChangeAspect="1"/>
          </p:cNvGraphicFramePr>
          <p:nvPr/>
        </p:nvGraphicFramePr>
        <p:xfrm>
          <a:off x="3203575" y="692150"/>
          <a:ext cx="2520950" cy="889000"/>
        </p:xfrm>
        <a:graphic>
          <a:graphicData uri="http://schemas.openxmlformats.org/presentationml/2006/ole">
            <mc:AlternateContent xmlns:mc="http://schemas.openxmlformats.org/markup-compatibility/2006">
              <mc:Choice xmlns:v="urn:schemas-microsoft-com:vml" Requires="v">
                <p:oleObj spid="_x0000_s30827" name="公式" r:id="rId3" imgW="647700" imgH="228600" progId="Equation.3">
                  <p:embed/>
                </p:oleObj>
              </mc:Choice>
              <mc:Fallback>
                <p:oleObj name="公式" r:id="rId3" imgW="647700" imgH="2286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3575" y="692150"/>
                        <a:ext cx="252095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25" name="Rectangle 4"/>
          <p:cNvSpPr>
            <a:spLocks noChangeArrowheads="1"/>
          </p:cNvSpPr>
          <p:nvPr/>
        </p:nvSpPr>
        <p:spPr bwMode="auto">
          <a:xfrm>
            <a:off x="4098925" y="3535363"/>
            <a:ext cx="219075"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zh-CN" altLang="en-US" sz="1100">
                <a:solidFill>
                  <a:schemeClr val="tx1"/>
                </a:solidFill>
                <a:effectLst/>
              </a:rPr>
              <a:t> </a:t>
            </a:r>
            <a:endParaRPr lang="zh-CN" altLang="en-US" sz="2400">
              <a:solidFill>
                <a:schemeClr val="tx1"/>
              </a:solidFill>
              <a:effectLst/>
              <a:ea typeface="宋体" charset="-122"/>
            </a:endParaRPr>
          </a:p>
        </p:txBody>
      </p:sp>
      <p:sp>
        <p:nvSpPr>
          <p:cNvPr id="546821" name="Rectangle 5"/>
          <p:cNvSpPr>
            <a:spLocks noChangeArrowheads="1"/>
          </p:cNvSpPr>
          <p:nvPr/>
        </p:nvSpPr>
        <p:spPr bwMode="auto">
          <a:xfrm>
            <a:off x="755650" y="1989138"/>
            <a:ext cx="70802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zh-CN" altLang="en-US" sz="2800" b="1">
                <a:solidFill>
                  <a:schemeClr val="tx1"/>
                </a:solidFill>
                <a:effectLst/>
                <a:ea typeface="宋体" charset="-122"/>
              </a:rPr>
              <a:t>取初值</a:t>
            </a:r>
            <a:r>
              <a:rPr lang="en-US" altLang="zh-CN" sz="2800" b="1" i="1">
                <a:solidFill>
                  <a:schemeClr val="tx1"/>
                </a:solidFill>
                <a:effectLst/>
                <a:ea typeface="宋体" charset="-122"/>
              </a:rPr>
              <a:t>x</a:t>
            </a:r>
            <a:r>
              <a:rPr lang="en-US" altLang="zh-CN" sz="2800" b="1">
                <a:solidFill>
                  <a:schemeClr val="tx1"/>
                </a:solidFill>
                <a:effectLst/>
                <a:ea typeface="宋体" charset="-122"/>
              </a:rPr>
              <a:t> = 0.88</a:t>
            </a:r>
            <a:r>
              <a:rPr lang="zh-CN" altLang="en-US" sz="2800" b="1">
                <a:solidFill>
                  <a:schemeClr val="tx1"/>
                </a:solidFill>
                <a:effectLst/>
                <a:ea typeface="宋体" charset="-122"/>
              </a:rPr>
              <a:t>，利用以上公式计算结果见表</a:t>
            </a:r>
          </a:p>
        </p:txBody>
      </p:sp>
      <p:graphicFrame>
        <p:nvGraphicFramePr>
          <p:cNvPr id="546843" name="Group 27"/>
          <p:cNvGraphicFramePr>
            <a:graphicFrameLocks noGrp="1"/>
          </p:cNvGraphicFramePr>
          <p:nvPr/>
        </p:nvGraphicFramePr>
        <p:xfrm>
          <a:off x="2627313" y="2565400"/>
          <a:ext cx="4032250" cy="3444876"/>
        </p:xfrm>
        <a:graphic>
          <a:graphicData uri="http://schemas.openxmlformats.org/drawingml/2006/table">
            <a:tbl>
              <a:tblPr/>
              <a:tblGrid>
                <a:gridCol w="1973262">
                  <a:extLst>
                    <a:ext uri="{9D8B030D-6E8A-4147-A177-3AD203B41FA5}">
                      <a16:colId xmlns:a16="http://schemas.microsoft.com/office/drawing/2014/main" val="20000"/>
                    </a:ext>
                  </a:extLst>
                </a:gridCol>
                <a:gridCol w="2058988">
                  <a:extLst>
                    <a:ext uri="{9D8B030D-6E8A-4147-A177-3AD203B41FA5}">
                      <a16:colId xmlns:a16="http://schemas.microsoft.com/office/drawing/2014/main" val="20001"/>
                    </a:ext>
                  </a:extLst>
                </a:gridCol>
              </a:tblGrid>
              <a:tr h="945054">
                <a:tc>
                  <a:txBody>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zh-CN" altLang="en-US" sz="2800" b="0" i="1" u="none" strike="noStrike" cap="none" normalizeH="0" baseline="0">
                        <a:ln>
                          <a:noFill/>
                        </a:ln>
                        <a:solidFill>
                          <a:schemeClr val="tx1"/>
                        </a:solidFill>
                        <a:effectLst/>
                        <a:latin typeface="Times New Roman" pitchFamily="18" charset="0"/>
                        <a:ea typeface="宋体"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0" i="1" u="none" strike="noStrike" cap="none" normalizeH="0" baseline="0">
                          <a:ln>
                            <a:noFill/>
                          </a:ln>
                          <a:solidFill>
                            <a:schemeClr val="tx1"/>
                          </a:solidFill>
                          <a:effectLst/>
                          <a:latin typeface="Times New Roman" pitchFamily="18" charset="0"/>
                          <a:ea typeface="宋体" pitchFamily="2" charset="-122"/>
                        </a:rPr>
                        <a:t>k</a:t>
                      </a:r>
                      <a:endParaRPr kumimoji="0" lang="en-US" altLang="zh-CN" sz="2800" b="0" i="0" u="none" strike="noStrike" cap="none" normalizeH="0" baseline="0">
                        <a:ln>
                          <a:noFill/>
                        </a:ln>
                        <a:solidFill>
                          <a:schemeClr val="tx1"/>
                        </a:solidFill>
                        <a:effectLst/>
                        <a:latin typeface="Times New Roman" pitchFamily="18" charset="0"/>
                        <a:ea typeface="宋体" pitchFamily="2" charset="-122"/>
                      </a:endParaRPr>
                    </a:p>
                  </a:txBody>
                  <a:tcPr marT="45728" marB="45728"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0" i="1" u="none" strike="noStrike" cap="none" normalizeH="0" baseline="0">
                          <a:ln>
                            <a:noFill/>
                          </a:ln>
                          <a:solidFill>
                            <a:schemeClr val="tx1"/>
                          </a:solidFill>
                          <a:effectLst/>
                          <a:latin typeface="Times New Roman" pitchFamily="18" charset="0"/>
                          <a:ea typeface="宋体" pitchFamily="2" charset="-122"/>
                        </a:rPr>
                        <a:t>x</a:t>
                      </a:r>
                      <a:r>
                        <a:rPr kumimoji="0" lang="en-US" altLang="zh-CN" sz="2800" b="0" i="1" u="none" strike="noStrike" cap="none" normalizeH="0" baseline="-30000">
                          <a:ln>
                            <a:noFill/>
                          </a:ln>
                          <a:solidFill>
                            <a:schemeClr val="tx1"/>
                          </a:solidFill>
                          <a:effectLst/>
                          <a:latin typeface="Times New Roman" pitchFamily="18" charset="0"/>
                          <a:ea typeface="宋体" pitchFamily="2" charset="-122"/>
                        </a:rPr>
                        <a:t>k</a:t>
                      </a:r>
                      <a:endParaRPr kumimoji="0" lang="en-US" altLang="zh-CN" sz="2800" b="0" i="0" u="none" strike="noStrike" cap="none" normalizeH="0" baseline="0">
                        <a:ln>
                          <a:noFill/>
                        </a:ln>
                        <a:solidFill>
                          <a:schemeClr val="tx1"/>
                        </a:solidFill>
                        <a:effectLst/>
                        <a:latin typeface="Times New Roman" pitchFamily="18" charset="0"/>
                        <a:ea typeface="宋体" pitchFamily="2" charset="-122"/>
                      </a:endParaRPr>
                    </a:p>
                  </a:txBody>
                  <a:tcPr marT="45728" marB="45728"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518256">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0</a:t>
                      </a:r>
                    </a:p>
                  </a:txBody>
                  <a:tcPr marT="45728" marB="45728"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0.88</a:t>
                      </a:r>
                    </a:p>
                  </a:txBody>
                  <a:tcPr marT="45728" marB="45728"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18256">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1</a:t>
                      </a:r>
                    </a:p>
                  </a:txBody>
                  <a:tcPr marT="45728" marB="45728"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0.88469</a:t>
                      </a:r>
                    </a:p>
                  </a:txBody>
                  <a:tcPr marT="45728" marB="45728"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18256">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2</a:t>
                      </a:r>
                    </a:p>
                  </a:txBody>
                  <a:tcPr marT="45728" marB="45728"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0.88468</a:t>
                      </a:r>
                    </a:p>
                  </a:txBody>
                  <a:tcPr marT="45728" marB="45728"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945054">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3</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4</a:t>
                      </a:r>
                    </a:p>
                  </a:txBody>
                  <a:tcPr marT="45728" marB="45728"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0.88468</a:t>
                      </a:r>
                    </a:p>
                  </a:txBody>
                  <a:tcPr marT="45728" marB="45728"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46837" name="Rectangle 21"/>
          <p:cNvSpPr>
            <a:spLocks noChangeArrowheads="1"/>
          </p:cNvSpPr>
          <p:nvPr/>
        </p:nvSpPr>
        <p:spPr bwMode="auto">
          <a:xfrm>
            <a:off x="468313" y="5453063"/>
            <a:ext cx="1250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zh-CN" altLang="en-US" sz="2800">
                <a:solidFill>
                  <a:schemeClr val="tx1"/>
                </a:solidFill>
                <a:effectLst/>
                <a:ea typeface="宋体" charset="-122"/>
              </a:rPr>
              <a:t>故可取</a:t>
            </a:r>
          </a:p>
        </p:txBody>
      </p:sp>
      <p:graphicFrame>
        <p:nvGraphicFramePr>
          <p:cNvPr id="546838" name="Object 22"/>
          <p:cNvGraphicFramePr>
            <a:graphicFrameLocks noChangeAspect="1"/>
          </p:cNvGraphicFramePr>
          <p:nvPr/>
        </p:nvGraphicFramePr>
        <p:xfrm>
          <a:off x="3203575" y="6092825"/>
          <a:ext cx="3240088" cy="563563"/>
        </p:xfrm>
        <a:graphic>
          <a:graphicData uri="http://schemas.openxmlformats.org/presentationml/2006/ole">
            <mc:AlternateContent xmlns:mc="http://schemas.openxmlformats.org/markup-compatibility/2006">
              <mc:Choice xmlns:v="urn:schemas-microsoft-com:vml" Requires="v">
                <p:oleObj spid="_x0000_s30828" name="公式" r:id="rId5" imgW="1308100" imgH="228600" progId="Equation.3">
                  <p:embed/>
                </p:oleObj>
              </mc:Choice>
              <mc:Fallback>
                <p:oleObj name="公式" r:id="rId5" imgW="1308100" imgH="228600" progId="Equation.3">
                  <p:embed/>
                  <p:pic>
                    <p:nvPicPr>
                      <p:cNvPr id="0" name="Object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3575" y="6092825"/>
                        <a:ext cx="3240088"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6839" name="Object 23"/>
          <p:cNvGraphicFramePr>
            <a:graphicFrameLocks noChangeAspect="1"/>
          </p:cNvGraphicFramePr>
          <p:nvPr/>
        </p:nvGraphicFramePr>
        <p:xfrm>
          <a:off x="0" y="3068638"/>
          <a:ext cx="3059113" cy="1233487"/>
        </p:xfrm>
        <a:graphic>
          <a:graphicData uri="http://schemas.openxmlformats.org/presentationml/2006/ole">
            <mc:AlternateContent xmlns:mc="http://schemas.openxmlformats.org/markup-compatibility/2006">
              <mc:Choice xmlns:v="urn:schemas-microsoft-com:vml" Requires="v">
                <p:oleObj spid="_x0000_s30829" name="公式" r:id="rId7" imgW="1180588" imgH="482391" progId="Equation.3">
                  <p:embed/>
                </p:oleObj>
              </mc:Choice>
              <mc:Fallback>
                <p:oleObj name="公式" r:id="rId7" imgW="1180588" imgH="482391" progId="Equation.3">
                  <p:embed/>
                  <p:pic>
                    <p:nvPicPr>
                      <p:cNvPr id="0" name="Object 2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3068638"/>
                        <a:ext cx="3059113" cy="1233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46840" name="Text Box 24"/>
          <p:cNvSpPr txBox="1">
            <a:spLocks noChangeArrowheads="1"/>
          </p:cNvSpPr>
          <p:nvPr/>
        </p:nvSpPr>
        <p:spPr bwMode="auto">
          <a:xfrm>
            <a:off x="6948488" y="3429000"/>
            <a:ext cx="1654175" cy="2655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pPr>
              <a:lnSpc>
                <a:spcPct val="120000"/>
              </a:lnSpc>
            </a:pPr>
            <a:r>
              <a:rPr lang="en-US" altLang="zh-CN" sz="2800">
                <a:solidFill>
                  <a:schemeClr val="tx1"/>
                </a:solidFill>
                <a:effectLst/>
                <a:ea typeface="宋体" charset="-122"/>
              </a:rPr>
              <a:t>0.8</a:t>
            </a:r>
          </a:p>
          <a:p>
            <a:pPr>
              <a:lnSpc>
                <a:spcPct val="120000"/>
              </a:lnSpc>
            </a:pPr>
            <a:r>
              <a:rPr lang="en-US" altLang="zh-CN" sz="2800">
                <a:solidFill>
                  <a:schemeClr val="tx1"/>
                </a:solidFill>
                <a:effectLst/>
                <a:ea typeface="宋体" charset="-122"/>
              </a:rPr>
              <a:t>0.88916</a:t>
            </a:r>
          </a:p>
          <a:p>
            <a:pPr>
              <a:lnSpc>
                <a:spcPct val="120000"/>
              </a:lnSpc>
            </a:pPr>
            <a:r>
              <a:rPr lang="en-US" altLang="zh-CN" sz="2800">
                <a:solidFill>
                  <a:schemeClr val="tx1"/>
                </a:solidFill>
                <a:effectLst/>
                <a:ea typeface="宋体" charset="-122"/>
              </a:rPr>
              <a:t>0.88469</a:t>
            </a:r>
          </a:p>
          <a:p>
            <a:pPr>
              <a:lnSpc>
                <a:spcPct val="120000"/>
              </a:lnSpc>
            </a:pPr>
            <a:r>
              <a:rPr lang="en-US" altLang="zh-CN" sz="2800">
                <a:solidFill>
                  <a:schemeClr val="tx1"/>
                </a:solidFill>
                <a:effectLst/>
                <a:ea typeface="宋体" charset="-122"/>
              </a:rPr>
              <a:t>0.88468</a:t>
            </a:r>
          </a:p>
          <a:p>
            <a:pPr>
              <a:lnSpc>
                <a:spcPct val="120000"/>
              </a:lnSpc>
            </a:pPr>
            <a:r>
              <a:rPr lang="en-US" altLang="zh-CN" sz="2800">
                <a:solidFill>
                  <a:schemeClr val="tx1"/>
                </a:solidFill>
                <a:effectLst/>
                <a:ea typeface="宋体" charset="-122"/>
              </a:rPr>
              <a:t>0.88468</a:t>
            </a:r>
          </a:p>
        </p:txBody>
      </p:sp>
      <p:sp>
        <p:nvSpPr>
          <p:cNvPr id="546844" name="Text Box 28"/>
          <p:cNvSpPr txBox="1">
            <a:spLocks noChangeArrowheads="1"/>
          </p:cNvSpPr>
          <p:nvPr/>
        </p:nvSpPr>
        <p:spPr bwMode="auto">
          <a:xfrm>
            <a:off x="7359650" y="2597150"/>
            <a:ext cx="1841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endParaRPr lang="zh-CN" altLang="en-US">
              <a:effectLst>
                <a:outerShdw blurRad="38100" dist="38100" dir="2700000" algn="tl">
                  <a:srgbClr val="C0C0C0"/>
                </a:outerShdw>
              </a:effectLst>
            </a:endParaRPr>
          </a:p>
        </p:txBody>
      </p:sp>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afterEffect">
                                  <p:stCondLst>
                                    <p:cond delay="0"/>
                                  </p:stCondLst>
                                  <p:childTnLst>
                                    <p:set>
                                      <p:cBhvr>
                                        <p:cTn id="6" dur="1" fill="hold">
                                          <p:stCondLst>
                                            <p:cond delay="0"/>
                                          </p:stCondLst>
                                        </p:cTn>
                                        <p:tgtEl>
                                          <p:spTgt spid="546839"/>
                                        </p:tgtEl>
                                        <p:attrNameLst>
                                          <p:attrName>style.visibility</p:attrName>
                                        </p:attrNameLst>
                                      </p:cBhvr>
                                      <p:to>
                                        <p:strVal val="visible"/>
                                      </p:to>
                                    </p:set>
                                    <p:anim calcmode="lin" valueType="num">
                                      <p:cBhvr additive="base">
                                        <p:cTn id="7" dur="500" fill="hold"/>
                                        <p:tgtEl>
                                          <p:spTgt spid="546839"/>
                                        </p:tgtEl>
                                        <p:attrNameLst>
                                          <p:attrName>ppt_x</p:attrName>
                                        </p:attrNameLst>
                                      </p:cBhvr>
                                      <p:tavLst>
                                        <p:tav tm="0">
                                          <p:val>
                                            <p:strVal val="#ppt_x"/>
                                          </p:val>
                                        </p:tav>
                                        <p:tav tm="100000">
                                          <p:val>
                                            <p:strVal val="#ppt_x"/>
                                          </p:val>
                                        </p:tav>
                                      </p:tavLst>
                                    </p:anim>
                                    <p:anim calcmode="lin" valueType="num">
                                      <p:cBhvr additive="base">
                                        <p:cTn id="8" dur="500" fill="hold"/>
                                        <p:tgtEl>
                                          <p:spTgt spid="54683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46821"/>
                                        </p:tgtEl>
                                        <p:attrNameLst>
                                          <p:attrName>style.visibility</p:attrName>
                                        </p:attrNameLst>
                                      </p:cBhvr>
                                      <p:to>
                                        <p:strVal val="visible"/>
                                      </p:to>
                                    </p:set>
                                    <p:anim calcmode="lin" valueType="num">
                                      <p:cBhvr additive="base">
                                        <p:cTn id="13" dur="500" fill="hold"/>
                                        <p:tgtEl>
                                          <p:spTgt spid="546821"/>
                                        </p:tgtEl>
                                        <p:attrNameLst>
                                          <p:attrName>ppt_x</p:attrName>
                                        </p:attrNameLst>
                                      </p:cBhvr>
                                      <p:tavLst>
                                        <p:tav tm="0">
                                          <p:val>
                                            <p:strVal val="#ppt_x"/>
                                          </p:val>
                                        </p:tav>
                                        <p:tav tm="100000">
                                          <p:val>
                                            <p:strVal val="#ppt_x"/>
                                          </p:val>
                                        </p:tav>
                                      </p:tavLst>
                                    </p:anim>
                                    <p:anim calcmode="lin" valueType="num">
                                      <p:cBhvr additive="base">
                                        <p:cTn id="14" dur="500" fill="hold"/>
                                        <p:tgtEl>
                                          <p:spTgt spid="546821"/>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46843"/>
                                        </p:tgtEl>
                                        <p:attrNameLst>
                                          <p:attrName>style.visibility</p:attrName>
                                        </p:attrNameLst>
                                      </p:cBhvr>
                                      <p:to>
                                        <p:strVal val="visible"/>
                                      </p:to>
                                    </p:set>
                                    <p:anim calcmode="lin" valueType="num">
                                      <p:cBhvr additive="base">
                                        <p:cTn id="19" dur="500" fill="hold"/>
                                        <p:tgtEl>
                                          <p:spTgt spid="546843"/>
                                        </p:tgtEl>
                                        <p:attrNameLst>
                                          <p:attrName>ppt_x</p:attrName>
                                        </p:attrNameLst>
                                      </p:cBhvr>
                                      <p:tavLst>
                                        <p:tav tm="0">
                                          <p:val>
                                            <p:strVal val="#ppt_x"/>
                                          </p:val>
                                        </p:tav>
                                        <p:tav tm="100000">
                                          <p:val>
                                            <p:strVal val="#ppt_x"/>
                                          </p:val>
                                        </p:tav>
                                      </p:tavLst>
                                    </p:anim>
                                    <p:anim calcmode="lin" valueType="num">
                                      <p:cBhvr additive="base">
                                        <p:cTn id="20" dur="500" fill="hold"/>
                                        <p:tgtEl>
                                          <p:spTgt spid="546843"/>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46840"/>
                                        </p:tgtEl>
                                        <p:attrNameLst>
                                          <p:attrName>style.visibility</p:attrName>
                                        </p:attrNameLst>
                                      </p:cBhvr>
                                      <p:to>
                                        <p:strVal val="visible"/>
                                      </p:to>
                                    </p:set>
                                    <p:anim calcmode="lin" valueType="num">
                                      <p:cBhvr additive="base">
                                        <p:cTn id="25" dur="500" fill="hold"/>
                                        <p:tgtEl>
                                          <p:spTgt spid="546840"/>
                                        </p:tgtEl>
                                        <p:attrNameLst>
                                          <p:attrName>ppt_x</p:attrName>
                                        </p:attrNameLst>
                                      </p:cBhvr>
                                      <p:tavLst>
                                        <p:tav tm="0">
                                          <p:val>
                                            <p:strVal val="#ppt_x"/>
                                          </p:val>
                                        </p:tav>
                                        <p:tav tm="100000">
                                          <p:val>
                                            <p:strVal val="#ppt_x"/>
                                          </p:val>
                                        </p:tav>
                                      </p:tavLst>
                                    </p:anim>
                                    <p:anim calcmode="lin" valueType="num">
                                      <p:cBhvr additive="base">
                                        <p:cTn id="26" dur="500" fill="hold"/>
                                        <p:tgtEl>
                                          <p:spTgt spid="546840"/>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46837"/>
                                        </p:tgtEl>
                                        <p:attrNameLst>
                                          <p:attrName>style.visibility</p:attrName>
                                        </p:attrNameLst>
                                      </p:cBhvr>
                                      <p:to>
                                        <p:strVal val="visible"/>
                                      </p:to>
                                    </p:set>
                                    <p:anim calcmode="lin" valueType="num">
                                      <p:cBhvr additive="base">
                                        <p:cTn id="31" dur="500" fill="hold"/>
                                        <p:tgtEl>
                                          <p:spTgt spid="546837"/>
                                        </p:tgtEl>
                                        <p:attrNameLst>
                                          <p:attrName>ppt_x</p:attrName>
                                        </p:attrNameLst>
                                      </p:cBhvr>
                                      <p:tavLst>
                                        <p:tav tm="0">
                                          <p:val>
                                            <p:strVal val="#ppt_x"/>
                                          </p:val>
                                        </p:tav>
                                        <p:tav tm="100000">
                                          <p:val>
                                            <p:strVal val="#ppt_x"/>
                                          </p:val>
                                        </p:tav>
                                      </p:tavLst>
                                    </p:anim>
                                    <p:anim calcmode="lin" valueType="num">
                                      <p:cBhvr additive="base">
                                        <p:cTn id="32" dur="500" fill="hold"/>
                                        <p:tgtEl>
                                          <p:spTgt spid="546837"/>
                                        </p:tgtEl>
                                        <p:attrNameLst>
                                          <p:attrName>ppt_y</p:attrName>
                                        </p:attrNameLst>
                                      </p:cBhvr>
                                      <p:tavLst>
                                        <p:tav tm="0">
                                          <p:val>
                                            <p:strVal val="1+#ppt_h/2"/>
                                          </p:val>
                                        </p:tav>
                                        <p:tav tm="100000">
                                          <p:val>
                                            <p:strVal val="#ppt_y"/>
                                          </p:val>
                                        </p:tav>
                                      </p:tavLst>
                                    </p:anim>
                                  </p:childTnLst>
                                </p:cTn>
                              </p:par>
                            </p:childTnLst>
                          </p:cTn>
                        </p:par>
                        <p:par>
                          <p:cTn id="33" fill="hold" nodeType="afterGroup">
                            <p:stCondLst>
                              <p:cond delay="500"/>
                            </p:stCondLst>
                            <p:childTnLst>
                              <p:par>
                                <p:cTn id="34" presetID="2" presetClass="entr" presetSubtype="4" fill="hold" nodeType="afterEffect">
                                  <p:stCondLst>
                                    <p:cond delay="0"/>
                                  </p:stCondLst>
                                  <p:childTnLst>
                                    <p:set>
                                      <p:cBhvr>
                                        <p:cTn id="35" dur="1" fill="hold">
                                          <p:stCondLst>
                                            <p:cond delay="0"/>
                                          </p:stCondLst>
                                        </p:cTn>
                                        <p:tgtEl>
                                          <p:spTgt spid="546838"/>
                                        </p:tgtEl>
                                        <p:attrNameLst>
                                          <p:attrName>style.visibility</p:attrName>
                                        </p:attrNameLst>
                                      </p:cBhvr>
                                      <p:to>
                                        <p:strVal val="visible"/>
                                      </p:to>
                                    </p:set>
                                    <p:anim calcmode="lin" valueType="num">
                                      <p:cBhvr additive="base">
                                        <p:cTn id="36" dur="500" fill="hold"/>
                                        <p:tgtEl>
                                          <p:spTgt spid="546838"/>
                                        </p:tgtEl>
                                        <p:attrNameLst>
                                          <p:attrName>ppt_x</p:attrName>
                                        </p:attrNameLst>
                                      </p:cBhvr>
                                      <p:tavLst>
                                        <p:tav tm="0">
                                          <p:val>
                                            <p:strVal val="#ppt_x"/>
                                          </p:val>
                                        </p:tav>
                                        <p:tav tm="100000">
                                          <p:val>
                                            <p:strVal val="#ppt_x"/>
                                          </p:val>
                                        </p:tav>
                                      </p:tavLst>
                                    </p:anim>
                                    <p:anim calcmode="lin" valueType="num">
                                      <p:cBhvr additive="base">
                                        <p:cTn id="37" dur="500" fill="hold"/>
                                        <p:tgtEl>
                                          <p:spTgt spid="5468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6821" grpId="0" autoUpdateAnimBg="0"/>
      <p:bldP spid="546837" grpId="0" autoUpdateAnimBg="0"/>
      <p:bldP spid="546840"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3"/>
          <p:cNvSpPr>
            <a:spLocks noGrp="1"/>
          </p:cNvSpPr>
          <p:nvPr>
            <p:ph type="sldNum" sz="quarter" idx="12"/>
          </p:nvPr>
        </p:nvSpPr>
        <p:spPr/>
        <p:txBody>
          <a:bodyPr/>
          <a:lstStyle/>
          <a:p>
            <a:pPr>
              <a:defRPr/>
            </a:pPr>
            <a:fld id="{3605D32E-B0C0-4A2D-BD48-CDD094280273}" type="slidenum">
              <a:rPr lang="zh-CN" altLang="en-US"/>
              <a:pPr>
                <a:defRPr/>
              </a:pPr>
              <a:t>28</a:t>
            </a:fld>
            <a:endParaRPr lang="en-US" altLang="zh-CN"/>
          </a:p>
        </p:txBody>
      </p:sp>
      <p:sp>
        <p:nvSpPr>
          <p:cNvPr id="31747" name="Text Box 2"/>
          <p:cNvSpPr txBox="1">
            <a:spLocks noChangeArrowheads="1"/>
          </p:cNvSpPr>
          <p:nvPr/>
        </p:nvSpPr>
        <p:spPr bwMode="auto">
          <a:xfrm>
            <a:off x="152400" y="304800"/>
            <a:ext cx="35972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3200" b="1" i="1">
                <a:solidFill>
                  <a:schemeClr val="tx1"/>
                </a:solidFill>
                <a:effectLst/>
              </a:rPr>
              <a:t>f(x)=exp(x)*ln(x)-x</a:t>
            </a:r>
            <a:r>
              <a:rPr lang="en-US" altLang="zh-CN" sz="3200" b="1" i="1" baseline="30000">
                <a:solidFill>
                  <a:schemeClr val="tx1"/>
                </a:solidFill>
                <a:effectLst/>
              </a:rPr>
              <a:t>2</a:t>
            </a:r>
            <a:endParaRPr lang="zh-CN" altLang="en-US" sz="3200" b="1" i="1" baseline="30000">
              <a:solidFill>
                <a:schemeClr val="tx1"/>
              </a:solidFill>
              <a:effectLst/>
            </a:endParaRPr>
          </a:p>
        </p:txBody>
      </p:sp>
      <p:sp>
        <p:nvSpPr>
          <p:cNvPr id="31748" name="Text Box 3"/>
          <p:cNvSpPr txBox="1">
            <a:spLocks noChangeArrowheads="1"/>
          </p:cNvSpPr>
          <p:nvPr/>
        </p:nvSpPr>
        <p:spPr bwMode="auto">
          <a:xfrm>
            <a:off x="4267200" y="533400"/>
            <a:ext cx="13922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2800" b="1" i="1">
                <a:solidFill>
                  <a:schemeClr val="tx1"/>
                </a:solidFill>
                <a:effectLst/>
              </a:rPr>
              <a:t>f(1)=-1</a:t>
            </a:r>
            <a:endParaRPr lang="zh-CN" altLang="en-US" sz="2800" b="1" i="1" baseline="30000">
              <a:solidFill>
                <a:schemeClr val="tx1"/>
              </a:solidFill>
              <a:effectLst/>
            </a:endParaRPr>
          </a:p>
        </p:txBody>
      </p:sp>
      <p:sp>
        <p:nvSpPr>
          <p:cNvPr id="31749" name="Text Box 4"/>
          <p:cNvSpPr txBox="1">
            <a:spLocks noChangeArrowheads="1"/>
          </p:cNvSpPr>
          <p:nvPr/>
        </p:nvSpPr>
        <p:spPr bwMode="auto">
          <a:xfrm>
            <a:off x="6019800" y="609600"/>
            <a:ext cx="2895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2800" b="1" i="1">
                <a:solidFill>
                  <a:schemeClr val="tx1"/>
                </a:solidFill>
                <a:effectLst/>
              </a:rPr>
              <a:t>f(2)=1      x</a:t>
            </a:r>
            <a:r>
              <a:rPr lang="en-US" altLang="zh-CN" sz="2800" b="1" i="1">
                <a:solidFill>
                  <a:schemeClr val="tx1"/>
                </a:solidFill>
                <a:effectLst/>
                <a:sym typeface="Symbol" pitchFamily="18" charset="2"/>
              </a:rPr>
              <a:t></a:t>
            </a:r>
            <a:r>
              <a:rPr lang="en-US" altLang="zh-CN" sz="2800" b="1" i="1">
                <a:solidFill>
                  <a:schemeClr val="tx1"/>
                </a:solidFill>
                <a:effectLst/>
              </a:rPr>
              <a:t>[1,2]</a:t>
            </a:r>
            <a:r>
              <a:rPr lang="en-US" altLang="zh-CN" sz="2800" b="1">
                <a:solidFill>
                  <a:schemeClr val="tx1"/>
                </a:solidFill>
                <a:effectLst/>
              </a:rPr>
              <a:t> </a:t>
            </a:r>
            <a:endParaRPr lang="zh-CN" altLang="en-US" sz="2800" b="1">
              <a:solidFill>
                <a:schemeClr val="tx1"/>
              </a:solidFill>
              <a:effectLst/>
            </a:endParaRPr>
          </a:p>
        </p:txBody>
      </p:sp>
      <p:sp>
        <p:nvSpPr>
          <p:cNvPr id="372741" name="Text Box 5"/>
          <p:cNvSpPr txBox="1">
            <a:spLocks noChangeArrowheads="1"/>
          </p:cNvSpPr>
          <p:nvPr/>
        </p:nvSpPr>
        <p:spPr bwMode="auto">
          <a:xfrm>
            <a:off x="457200" y="1066800"/>
            <a:ext cx="1900238" cy="167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600" b="1">
                <a:solidFill>
                  <a:schemeClr val="tx1"/>
                </a:solidFill>
                <a:effectLst>
                  <a:outerShdw blurRad="38100" dist="38100" dir="2700000" algn="tl">
                    <a:srgbClr val="C0C0C0"/>
                  </a:outerShdw>
                </a:effectLst>
              </a:rPr>
              <a:t>A=1.0</a:t>
            </a:r>
          </a:p>
          <a:p>
            <a:pPr>
              <a:defRPr/>
            </a:pPr>
            <a:r>
              <a:rPr lang="en-US" altLang="zh-CN" sz="2600" b="1">
                <a:solidFill>
                  <a:schemeClr val="tx1"/>
                </a:solidFill>
                <a:effectLst>
                  <a:outerShdw blurRad="38100" dist="38100" dir="2700000" algn="tl">
                    <a:srgbClr val="C0C0C0"/>
                  </a:outerShdw>
                </a:effectLst>
              </a:rPr>
              <a:t>B=2.0</a:t>
            </a:r>
          </a:p>
          <a:p>
            <a:pPr>
              <a:defRPr/>
            </a:pPr>
            <a:r>
              <a:rPr lang="en-US" altLang="zh-CN" sz="2600" b="1">
                <a:solidFill>
                  <a:schemeClr val="tx1"/>
                </a:solidFill>
                <a:effectLst>
                  <a:outerShdw blurRad="38100" dist="38100" dir="2700000" algn="tl">
                    <a:srgbClr val="C0C0C0"/>
                  </a:outerShdw>
                </a:effectLst>
              </a:rPr>
              <a:t>DX=B-A</a:t>
            </a:r>
          </a:p>
          <a:p>
            <a:pPr>
              <a:defRPr/>
            </a:pPr>
            <a:r>
              <a:rPr lang="en-US" altLang="zh-CN" sz="2600" b="1">
                <a:solidFill>
                  <a:srgbClr val="FF0000"/>
                </a:solidFill>
                <a:effectLst>
                  <a:outerShdw blurRad="38100" dist="38100" dir="2700000" algn="tl">
                    <a:srgbClr val="C0C0C0"/>
                  </a:outerShdw>
                </a:effectLst>
              </a:rPr>
              <a:t>X0=(A+B)/2</a:t>
            </a:r>
          </a:p>
        </p:txBody>
      </p:sp>
      <p:sp>
        <p:nvSpPr>
          <p:cNvPr id="372742" name="Text Box 6"/>
          <p:cNvSpPr txBox="1">
            <a:spLocks noChangeArrowheads="1"/>
          </p:cNvSpPr>
          <p:nvPr/>
        </p:nvSpPr>
        <p:spPr bwMode="auto">
          <a:xfrm>
            <a:off x="304800" y="3581400"/>
            <a:ext cx="457835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600" b="1">
                <a:solidFill>
                  <a:schemeClr val="tx1"/>
                </a:solidFill>
                <a:effectLst>
                  <a:outerShdw blurRad="38100" dist="38100" dir="2700000" algn="tl">
                    <a:srgbClr val="C0C0C0"/>
                  </a:outerShdw>
                </a:effectLst>
              </a:rPr>
              <a:t>DO WHILE(ABS(DX).GT.DL)</a:t>
            </a:r>
          </a:p>
        </p:txBody>
      </p:sp>
      <p:sp>
        <p:nvSpPr>
          <p:cNvPr id="372743" name="Text Box 7"/>
          <p:cNvSpPr txBox="1">
            <a:spLocks noChangeArrowheads="1"/>
          </p:cNvSpPr>
          <p:nvPr/>
        </p:nvSpPr>
        <p:spPr bwMode="auto">
          <a:xfrm>
            <a:off x="304800" y="5334000"/>
            <a:ext cx="2638425"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600" b="1">
                <a:solidFill>
                  <a:schemeClr val="tx1"/>
                </a:solidFill>
                <a:effectLst>
                  <a:outerShdw blurRad="38100" dist="38100" dir="2700000" algn="tl">
                    <a:srgbClr val="C0C0C0"/>
                  </a:outerShdw>
                </a:effectLst>
              </a:rPr>
              <a:t>ISTEP=ISTEP+1</a:t>
            </a:r>
          </a:p>
          <a:p>
            <a:pPr>
              <a:defRPr/>
            </a:pPr>
            <a:r>
              <a:rPr lang="en-US" altLang="zh-CN" sz="2600" b="1">
                <a:solidFill>
                  <a:schemeClr val="tx1"/>
                </a:solidFill>
                <a:effectLst>
                  <a:outerShdw blurRad="38100" dist="38100" dir="2700000" algn="tl">
                    <a:srgbClr val="C0C0C0"/>
                  </a:outerShdw>
                </a:effectLst>
              </a:rPr>
              <a:t>ENDDO</a:t>
            </a:r>
          </a:p>
        </p:txBody>
      </p:sp>
      <p:sp>
        <p:nvSpPr>
          <p:cNvPr id="31753" name="Text Box 8"/>
          <p:cNvSpPr txBox="1">
            <a:spLocks noChangeArrowheads="1"/>
          </p:cNvSpPr>
          <p:nvPr/>
        </p:nvSpPr>
        <p:spPr bwMode="auto">
          <a:xfrm>
            <a:off x="5105400" y="2971800"/>
            <a:ext cx="40386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2800" b="1">
                <a:solidFill>
                  <a:schemeClr val="tx1"/>
                </a:solidFill>
                <a:effectLst/>
              </a:rPr>
              <a:t>FUNCTION F(X)</a:t>
            </a:r>
          </a:p>
          <a:p>
            <a:r>
              <a:rPr lang="en-US" altLang="zh-CN" sz="2800" b="1">
                <a:solidFill>
                  <a:schemeClr val="tx1"/>
                </a:solidFill>
                <a:effectLst/>
              </a:rPr>
              <a:t>F=exp(x)*ALOG(x)-X*X</a:t>
            </a:r>
          </a:p>
          <a:p>
            <a:r>
              <a:rPr lang="en-US" altLang="zh-CN" sz="2800" b="1">
                <a:solidFill>
                  <a:schemeClr val="tx1"/>
                </a:solidFill>
                <a:effectLst/>
              </a:rPr>
              <a:t>RETURN</a:t>
            </a:r>
          </a:p>
          <a:p>
            <a:r>
              <a:rPr lang="en-US" altLang="zh-CN" sz="2800" b="1">
                <a:solidFill>
                  <a:schemeClr val="tx1"/>
                </a:solidFill>
                <a:effectLst/>
              </a:rPr>
              <a:t>END</a:t>
            </a:r>
            <a:endParaRPr lang="en-US" altLang="zh-CN" sz="2800" b="1" baseline="30000">
              <a:solidFill>
                <a:schemeClr val="tx1"/>
              </a:solidFill>
              <a:effectLst/>
            </a:endParaRPr>
          </a:p>
        </p:txBody>
      </p:sp>
      <p:sp>
        <p:nvSpPr>
          <p:cNvPr id="372745" name="Text Box 9"/>
          <p:cNvSpPr txBox="1">
            <a:spLocks noChangeArrowheads="1"/>
          </p:cNvSpPr>
          <p:nvPr/>
        </p:nvSpPr>
        <p:spPr bwMode="auto">
          <a:xfrm>
            <a:off x="4953000" y="1600200"/>
            <a:ext cx="4191000" cy="128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2600" b="1">
                <a:solidFill>
                  <a:schemeClr val="tx1"/>
                </a:solidFill>
                <a:effectLst>
                  <a:outerShdw blurRad="38100" dist="38100" dir="2700000" algn="tl">
                    <a:srgbClr val="C0C0C0"/>
                  </a:outerShdw>
                </a:effectLst>
              </a:rPr>
              <a:t>WRITE(*,*) ISTEP,X0,DX</a:t>
            </a:r>
          </a:p>
          <a:p>
            <a:pPr>
              <a:defRPr/>
            </a:pPr>
            <a:r>
              <a:rPr lang="en-US" altLang="zh-CN" sz="2600" b="1">
                <a:solidFill>
                  <a:schemeClr val="tx1"/>
                </a:solidFill>
                <a:effectLst>
                  <a:outerShdw blurRad="38100" dist="38100" dir="2700000" algn="tl">
                    <a:srgbClr val="C0C0C0"/>
                  </a:outerShdw>
                </a:effectLst>
              </a:rPr>
              <a:t>STOP</a:t>
            </a:r>
          </a:p>
          <a:p>
            <a:pPr>
              <a:defRPr/>
            </a:pPr>
            <a:r>
              <a:rPr lang="en-US" altLang="zh-CN" sz="2600" b="1">
                <a:solidFill>
                  <a:schemeClr val="tx1"/>
                </a:solidFill>
                <a:effectLst>
                  <a:outerShdw blurRad="38100" dist="38100" dir="2700000" algn="tl">
                    <a:srgbClr val="C0C0C0"/>
                  </a:outerShdw>
                </a:effectLst>
              </a:rPr>
              <a:t>END</a:t>
            </a:r>
          </a:p>
        </p:txBody>
      </p:sp>
      <p:sp>
        <p:nvSpPr>
          <p:cNvPr id="372746" name="Text Box 10"/>
          <p:cNvSpPr txBox="1">
            <a:spLocks noChangeArrowheads="1"/>
          </p:cNvSpPr>
          <p:nvPr/>
        </p:nvSpPr>
        <p:spPr bwMode="auto">
          <a:xfrm>
            <a:off x="4572000" y="4800600"/>
            <a:ext cx="40386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2800" b="1" dirty="0">
                <a:solidFill>
                  <a:srgbClr val="FF0000"/>
                </a:solidFill>
                <a:effectLst/>
              </a:rPr>
              <a:t>FUNCTION DF(X)</a:t>
            </a:r>
          </a:p>
          <a:p>
            <a:r>
              <a:rPr lang="en-US" altLang="zh-CN" sz="2800" b="1" dirty="0">
                <a:solidFill>
                  <a:srgbClr val="FF0000"/>
                </a:solidFill>
                <a:effectLst/>
              </a:rPr>
              <a:t>DF=</a:t>
            </a:r>
            <a:r>
              <a:rPr lang="en-US" altLang="zh-CN" sz="2800" b="1" dirty="0" err="1">
                <a:solidFill>
                  <a:srgbClr val="FF0000"/>
                </a:solidFill>
                <a:effectLst/>
              </a:rPr>
              <a:t>exp</a:t>
            </a:r>
            <a:r>
              <a:rPr lang="en-US" altLang="zh-CN" sz="2800" b="1" dirty="0">
                <a:solidFill>
                  <a:srgbClr val="FF0000"/>
                </a:solidFill>
                <a:effectLst/>
              </a:rPr>
              <a:t>(x)*(ALOG(x)+</a:t>
            </a:r>
          </a:p>
          <a:p>
            <a:r>
              <a:rPr lang="en-US" altLang="zh-CN" sz="2800" b="1" dirty="0">
                <a:solidFill>
                  <a:srgbClr val="FF0000"/>
                </a:solidFill>
                <a:effectLst/>
              </a:rPr>
              <a:t>1.0/X)-2.0*X</a:t>
            </a:r>
          </a:p>
          <a:p>
            <a:r>
              <a:rPr lang="en-US" altLang="zh-CN" sz="2800" b="1" dirty="0">
                <a:solidFill>
                  <a:srgbClr val="FF0000"/>
                </a:solidFill>
                <a:effectLst/>
              </a:rPr>
              <a:t>RETURN  END</a:t>
            </a:r>
            <a:endParaRPr lang="en-US" altLang="zh-CN" sz="2800" b="1" baseline="30000" dirty="0">
              <a:solidFill>
                <a:srgbClr val="FF0000"/>
              </a:solidFill>
              <a:effectLst/>
            </a:endParaRPr>
          </a:p>
        </p:txBody>
      </p:sp>
      <p:sp>
        <p:nvSpPr>
          <p:cNvPr id="372747" name="Text Box 11"/>
          <p:cNvSpPr txBox="1">
            <a:spLocks noChangeArrowheads="1"/>
          </p:cNvSpPr>
          <p:nvPr/>
        </p:nvSpPr>
        <p:spPr bwMode="auto">
          <a:xfrm>
            <a:off x="304800" y="2667000"/>
            <a:ext cx="1905000"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2600" b="1">
                <a:solidFill>
                  <a:schemeClr val="tx1"/>
                </a:solidFill>
                <a:effectLst>
                  <a:outerShdw blurRad="38100" dist="38100" dir="2700000" algn="tl">
                    <a:srgbClr val="C0C0C0"/>
                  </a:outerShdw>
                </a:effectLst>
              </a:rPr>
              <a:t>DL=1.0E-06</a:t>
            </a:r>
          </a:p>
          <a:p>
            <a:pPr>
              <a:defRPr/>
            </a:pPr>
            <a:r>
              <a:rPr lang="en-US" altLang="zh-CN" sz="2600" b="1">
                <a:solidFill>
                  <a:schemeClr val="tx1"/>
                </a:solidFill>
                <a:effectLst>
                  <a:outerShdw blurRad="38100" dist="38100" dir="2700000" algn="tl">
                    <a:srgbClr val="C0C0C0"/>
                  </a:outerShdw>
                </a:effectLst>
              </a:rPr>
              <a:t>ISTEP=0</a:t>
            </a:r>
          </a:p>
        </p:txBody>
      </p:sp>
      <p:sp>
        <p:nvSpPr>
          <p:cNvPr id="372748" name="Text Box 12"/>
          <p:cNvSpPr txBox="1">
            <a:spLocks noChangeArrowheads="1"/>
          </p:cNvSpPr>
          <p:nvPr/>
        </p:nvSpPr>
        <p:spPr bwMode="auto">
          <a:xfrm>
            <a:off x="381000" y="4038600"/>
            <a:ext cx="3267075" cy="128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600" b="1">
                <a:solidFill>
                  <a:srgbClr val="FF0000"/>
                </a:solidFill>
                <a:effectLst>
                  <a:outerShdw blurRad="38100" dist="38100" dir="2700000" algn="tl">
                    <a:srgbClr val="C0C0C0"/>
                  </a:outerShdw>
                </a:effectLst>
              </a:rPr>
              <a:t>X1=X0-F(X0)/DF(X0)</a:t>
            </a:r>
          </a:p>
          <a:p>
            <a:pPr>
              <a:defRPr/>
            </a:pPr>
            <a:r>
              <a:rPr lang="en-US" altLang="zh-CN" sz="2600" b="1">
                <a:solidFill>
                  <a:srgbClr val="FF0000"/>
                </a:solidFill>
                <a:effectLst>
                  <a:outerShdw blurRad="38100" dist="38100" dir="2700000" algn="tl">
                    <a:srgbClr val="C0C0C0"/>
                  </a:outerShdw>
                </a:effectLst>
              </a:rPr>
              <a:t>DX=X1-X0</a:t>
            </a:r>
          </a:p>
          <a:p>
            <a:pPr>
              <a:defRPr/>
            </a:pPr>
            <a:r>
              <a:rPr lang="en-US" altLang="zh-CN" sz="2600" b="1">
                <a:solidFill>
                  <a:srgbClr val="FF0000"/>
                </a:solidFill>
                <a:effectLst>
                  <a:outerShdw blurRad="38100" dist="38100" dir="2700000" algn="tl">
                    <a:srgbClr val="C0C0C0"/>
                  </a:outerShdw>
                </a:effectLst>
              </a:rPr>
              <a:t>X0=X1</a:t>
            </a:r>
          </a:p>
        </p:txBody>
      </p:sp>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72741"/>
                                        </p:tgtEl>
                                        <p:attrNameLst>
                                          <p:attrName>style.visibility</p:attrName>
                                        </p:attrNameLst>
                                      </p:cBhvr>
                                      <p:to>
                                        <p:strVal val="visible"/>
                                      </p:to>
                                    </p:set>
                                    <p:anim calcmode="lin" valueType="num">
                                      <p:cBhvr additive="base">
                                        <p:cTn id="7" dur="500" fill="hold"/>
                                        <p:tgtEl>
                                          <p:spTgt spid="372741"/>
                                        </p:tgtEl>
                                        <p:attrNameLst>
                                          <p:attrName>ppt_x</p:attrName>
                                        </p:attrNameLst>
                                      </p:cBhvr>
                                      <p:tavLst>
                                        <p:tav tm="0">
                                          <p:val>
                                            <p:strVal val="0-#ppt_w/2"/>
                                          </p:val>
                                        </p:tav>
                                        <p:tav tm="100000">
                                          <p:val>
                                            <p:strVal val="#ppt_x"/>
                                          </p:val>
                                        </p:tav>
                                      </p:tavLst>
                                    </p:anim>
                                    <p:anim calcmode="lin" valueType="num">
                                      <p:cBhvr additive="base">
                                        <p:cTn id="8" dur="500" fill="hold"/>
                                        <p:tgtEl>
                                          <p:spTgt spid="37274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72747"/>
                                        </p:tgtEl>
                                        <p:attrNameLst>
                                          <p:attrName>style.visibility</p:attrName>
                                        </p:attrNameLst>
                                      </p:cBhvr>
                                      <p:to>
                                        <p:strVal val="visible"/>
                                      </p:to>
                                    </p:set>
                                    <p:anim calcmode="lin" valueType="num">
                                      <p:cBhvr additive="base">
                                        <p:cTn id="13" dur="500" fill="hold"/>
                                        <p:tgtEl>
                                          <p:spTgt spid="372747"/>
                                        </p:tgtEl>
                                        <p:attrNameLst>
                                          <p:attrName>ppt_x</p:attrName>
                                        </p:attrNameLst>
                                      </p:cBhvr>
                                      <p:tavLst>
                                        <p:tav tm="0">
                                          <p:val>
                                            <p:strVal val="0-#ppt_w/2"/>
                                          </p:val>
                                        </p:tav>
                                        <p:tav tm="100000">
                                          <p:val>
                                            <p:strVal val="#ppt_x"/>
                                          </p:val>
                                        </p:tav>
                                      </p:tavLst>
                                    </p:anim>
                                    <p:anim calcmode="lin" valueType="num">
                                      <p:cBhvr additive="base">
                                        <p:cTn id="14" dur="500" fill="hold"/>
                                        <p:tgtEl>
                                          <p:spTgt spid="37274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72742"/>
                                        </p:tgtEl>
                                        <p:attrNameLst>
                                          <p:attrName>style.visibility</p:attrName>
                                        </p:attrNameLst>
                                      </p:cBhvr>
                                      <p:to>
                                        <p:strVal val="visible"/>
                                      </p:to>
                                    </p:set>
                                    <p:anim calcmode="lin" valueType="num">
                                      <p:cBhvr additive="base">
                                        <p:cTn id="19" dur="500" fill="hold"/>
                                        <p:tgtEl>
                                          <p:spTgt spid="372742"/>
                                        </p:tgtEl>
                                        <p:attrNameLst>
                                          <p:attrName>ppt_x</p:attrName>
                                        </p:attrNameLst>
                                      </p:cBhvr>
                                      <p:tavLst>
                                        <p:tav tm="0">
                                          <p:val>
                                            <p:strVal val="0-#ppt_w/2"/>
                                          </p:val>
                                        </p:tav>
                                        <p:tav tm="100000">
                                          <p:val>
                                            <p:strVal val="#ppt_x"/>
                                          </p:val>
                                        </p:tav>
                                      </p:tavLst>
                                    </p:anim>
                                    <p:anim calcmode="lin" valueType="num">
                                      <p:cBhvr additive="base">
                                        <p:cTn id="20" dur="500" fill="hold"/>
                                        <p:tgtEl>
                                          <p:spTgt spid="37274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72748"/>
                                        </p:tgtEl>
                                        <p:attrNameLst>
                                          <p:attrName>style.visibility</p:attrName>
                                        </p:attrNameLst>
                                      </p:cBhvr>
                                      <p:to>
                                        <p:strVal val="visible"/>
                                      </p:to>
                                    </p:set>
                                    <p:anim calcmode="lin" valueType="num">
                                      <p:cBhvr additive="base">
                                        <p:cTn id="25" dur="500" fill="hold"/>
                                        <p:tgtEl>
                                          <p:spTgt spid="372748"/>
                                        </p:tgtEl>
                                        <p:attrNameLst>
                                          <p:attrName>ppt_x</p:attrName>
                                        </p:attrNameLst>
                                      </p:cBhvr>
                                      <p:tavLst>
                                        <p:tav tm="0">
                                          <p:val>
                                            <p:strVal val="0-#ppt_w/2"/>
                                          </p:val>
                                        </p:tav>
                                        <p:tav tm="100000">
                                          <p:val>
                                            <p:strVal val="#ppt_x"/>
                                          </p:val>
                                        </p:tav>
                                      </p:tavLst>
                                    </p:anim>
                                    <p:anim calcmode="lin" valueType="num">
                                      <p:cBhvr additive="base">
                                        <p:cTn id="26" dur="500" fill="hold"/>
                                        <p:tgtEl>
                                          <p:spTgt spid="372748"/>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72743"/>
                                        </p:tgtEl>
                                        <p:attrNameLst>
                                          <p:attrName>style.visibility</p:attrName>
                                        </p:attrNameLst>
                                      </p:cBhvr>
                                      <p:to>
                                        <p:strVal val="visible"/>
                                      </p:to>
                                    </p:set>
                                    <p:anim calcmode="lin" valueType="num">
                                      <p:cBhvr additive="base">
                                        <p:cTn id="31" dur="500" fill="hold"/>
                                        <p:tgtEl>
                                          <p:spTgt spid="372743"/>
                                        </p:tgtEl>
                                        <p:attrNameLst>
                                          <p:attrName>ppt_x</p:attrName>
                                        </p:attrNameLst>
                                      </p:cBhvr>
                                      <p:tavLst>
                                        <p:tav tm="0">
                                          <p:val>
                                            <p:strVal val="0-#ppt_w/2"/>
                                          </p:val>
                                        </p:tav>
                                        <p:tav tm="100000">
                                          <p:val>
                                            <p:strVal val="#ppt_x"/>
                                          </p:val>
                                        </p:tav>
                                      </p:tavLst>
                                    </p:anim>
                                    <p:anim calcmode="lin" valueType="num">
                                      <p:cBhvr additive="base">
                                        <p:cTn id="32" dur="500" fill="hold"/>
                                        <p:tgtEl>
                                          <p:spTgt spid="372743"/>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72745"/>
                                        </p:tgtEl>
                                        <p:attrNameLst>
                                          <p:attrName>style.visibility</p:attrName>
                                        </p:attrNameLst>
                                      </p:cBhvr>
                                      <p:to>
                                        <p:strVal val="visible"/>
                                      </p:to>
                                    </p:set>
                                    <p:anim calcmode="lin" valueType="num">
                                      <p:cBhvr additive="base">
                                        <p:cTn id="37" dur="500" fill="hold"/>
                                        <p:tgtEl>
                                          <p:spTgt spid="372745"/>
                                        </p:tgtEl>
                                        <p:attrNameLst>
                                          <p:attrName>ppt_x</p:attrName>
                                        </p:attrNameLst>
                                      </p:cBhvr>
                                      <p:tavLst>
                                        <p:tav tm="0">
                                          <p:val>
                                            <p:strVal val="0-#ppt_w/2"/>
                                          </p:val>
                                        </p:tav>
                                        <p:tav tm="100000">
                                          <p:val>
                                            <p:strVal val="#ppt_x"/>
                                          </p:val>
                                        </p:tav>
                                      </p:tavLst>
                                    </p:anim>
                                    <p:anim calcmode="lin" valueType="num">
                                      <p:cBhvr additive="base">
                                        <p:cTn id="38" dur="500" fill="hold"/>
                                        <p:tgtEl>
                                          <p:spTgt spid="372745"/>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72746"/>
                                        </p:tgtEl>
                                        <p:attrNameLst>
                                          <p:attrName>style.visibility</p:attrName>
                                        </p:attrNameLst>
                                      </p:cBhvr>
                                      <p:to>
                                        <p:strVal val="visible"/>
                                      </p:to>
                                    </p:set>
                                    <p:anim calcmode="lin" valueType="num">
                                      <p:cBhvr additive="base">
                                        <p:cTn id="43" dur="500" fill="hold"/>
                                        <p:tgtEl>
                                          <p:spTgt spid="372746"/>
                                        </p:tgtEl>
                                        <p:attrNameLst>
                                          <p:attrName>ppt_x</p:attrName>
                                        </p:attrNameLst>
                                      </p:cBhvr>
                                      <p:tavLst>
                                        <p:tav tm="0">
                                          <p:val>
                                            <p:strVal val="0-#ppt_w/2"/>
                                          </p:val>
                                        </p:tav>
                                        <p:tav tm="100000">
                                          <p:val>
                                            <p:strVal val="#ppt_x"/>
                                          </p:val>
                                        </p:tav>
                                      </p:tavLst>
                                    </p:anim>
                                    <p:anim calcmode="lin" valueType="num">
                                      <p:cBhvr additive="base">
                                        <p:cTn id="44" dur="500" fill="hold"/>
                                        <p:tgtEl>
                                          <p:spTgt spid="3727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2741" grpId="0" autoUpdateAnimBg="0"/>
      <p:bldP spid="372742" grpId="0" autoUpdateAnimBg="0"/>
      <p:bldP spid="372743" grpId="0" autoUpdateAnimBg="0"/>
      <p:bldP spid="372745" grpId="0" autoUpdateAnimBg="0"/>
      <p:bldP spid="372746" grpId="0" autoUpdateAnimBg="0"/>
      <p:bldP spid="372747" grpId="0" autoUpdateAnimBg="0"/>
      <p:bldP spid="372748"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12"/>
          </p:nvPr>
        </p:nvSpPr>
        <p:spPr/>
        <p:txBody>
          <a:bodyPr/>
          <a:lstStyle/>
          <a:p>
            <a:pPr>
              <a:defRPr/>
            </a:pPr>
            <a:fld id="{A75A491D-4586-45EC-83BD-498169E156C4}" type="slidenum">
              <a:rPr lang="zh-CN" altLang="en-US"/>
              <a:pPr>
                <a:defRPr/>
              </a:pPr>
              <a:t>29</a:t>
            </a:fld>
            <a:endParaRPr lang="en-US" altLang="zh-CN"/>
          </a:p>
        </p:txBody>
      </p:sp>
      <p:sp>
        <p:nvSpPr>
          <p:cNvPr id="373762" name="Text Box 2"/>
          <p:cNvSpPr txBox="1">
            <a:spLocks noChangeArrowheads="1"/>
          </p:cNvSpPr>
          <p:nvPr/>
        </p:nvSpPr>
        <p:spPr bwMode="auto">
          <a:xfrm>
            <a:off x="1431925" y="995363"/>
            <a:ext cx="5795963" cy="308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40000"/>
              </a:lnSpc>
              <a:defRPr/>
            </a:pPr>
            <a:r>
              <a:rPr lang="zh-CN" altLang="en-US" sz="2800">
                <a:solidFill>
                  <a:schemeClr val="tx1"/>
                </a:solidFill>
                <a:effectLst>
                  <a:outerShdw blurRad="38100" dist="38100" dir="2700000" algn="tl">
                    <a:srgbClr val="C0C0C0"/>
                  </a:outerShdw>
                </a:effectLst>
              </a:rPr>
              <a:t>           1        1.739801    2.398010</a:t>
            </a:r>
            <a:r>
              <a:rPr lang="en-US" altLang="zh-CN" sz="2800">
                <a:solidFill>
                  <a:schemeClr val="tx1"/>
                </a:solidFill>
                <a:effectLst>
                  <a:outerShdw blurRad="38100" dist="38100" dir="2700000" algn="tl">
                    <a:srgbClr val="C0C0C0"/>
                  </a:outerShdw>
                </a:effectLst>
              </a:rPr>
              <a:t>E-01</a:t>
            </a:r>
          </a:p>
          <a:p>
            <a:pPr>
              <a:lnSpc>
                <a:spcPct val="140000"/>
              </a:lnSpc>
              <a:defRPr/>
            </a:pPr>
            <a:r>
              <a:rPr lang="en-US" altLang="zh-CN" sz="2800">
                <a:solidFill>
                  <a:schemeClr val="tx1"/>
                </a:solidFill>
                <a:effectLst>
                  <a:outerShdw blurRad="38100" dist="38100" dir="2700000" algn="tl">
                    <a:srgbClr val="C0C0C0"/>
                  </a:outerShdw>
                </a:effectLst>
              </a:rPr>
              <a:t>           2        1.696568   -4.323277E-02</a:t>
            </a:r>
          </a:p>
          <a:p>
            <a:pPr>
              <a:lnSpc>
                <a:spcPct val="140000"/>
              </a:lnSpc>
              <a:defRPr/>
            </a:pPr>
            <a:r>
              <a:rPr lang="en-US" altLang="zh-CN" sz="2800">
                <a:solidFill>
                  <a:schemeClr val="tx1"/>
                </a:solidFill>
                <a:effectLst>
                  <a:outerShdw blurRad="38100" dist="38100" dir="2700000" algn="tl">
                    <a:srgbClr val="C0C0C0"/>
                  </a:outerShdw>
                </a:effectLst>
              </a:rPr>
              <a:t>           3        1.694605   -1.963484E-03</a:t>
            </a:r>
          </a:p>
          <a:p>
            <a:pPr>
              <a:lnSpc>
                <a:spcPct val="140000"/>
              </a:lnSpc>
              <a:defRPr/>
            </a:pPr>
            <a:r>
              <a:rPr lang="en-US" altLang="zh-CN" sz="2800">
                <a:solidFill>
                  <a:schemeClr val="tx1"/>
                </a:solidFill>
                <a:effectLst>
                  <a:outerShdw blurRad="38100" dist="38100" dir="2700000" algn="tl">
                    <a:srgbClr val="C0C0C0"/>
                  </a:outerShdw>
                </a:effectLst>
              </a:rPr>
              <a:t>           4        1.694601   -3.869925E-06</a:t>
            </a:r>
          </a:p>
          <a:p>
            <a:pPr>
              <a:lnSpc>
                <a:spcPct val="140000"/>
              </a:lnSpc>
              <a:defRPr/>
            </a:pPr>
            <a:r>
              <a:rPr lang="en-US" altLang="zh-CN" sz="2800">
                <a:solidFill>
                  <a:schemeClr val="tx1"/>
                </a:solidFill>
                <a:effectLst>
                  <a:outerShdw blurRad="38100" dist="38100" dir="2700000" algn="tl">
                    <a:srgbClr val="C0C0C0"/>
                  </a:outerShdw>
                </a:effectLst>
              </a:rPr>
              <a:t>           5        1.694601   -2.718537E-08</a:t>
            </a:r>
            <a:endParaRPr lang="zh-CN" altLang="en-US" sz="2800">
              <a:solidFill>
                <a:schemeClr val="tx1"/>
              </a:solidFill>
              <a:effectLst>
                <a:outerShdw blurRad="38100" dist="38100" dir="2700000" algn="tl">
                  <a:srgbClr val="C0C0C0"/>
                </a:outerShdw>
              </a:effectLst>
            </a:endParaRPr>
          </a:p>
        </p:txBody>
      </p:sp>
    </p:spTree>
  </p:cSld>
  <p:clrMapOvr>
    <a:masterClrMapping/>
  </p:clrMapOvr>
  <p:transition>
    <p:cover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22F921F8-CB41-4A48-B71E-86A0E89A47B2}" type="slidenum">
              <a:rPr lang="zh-CN" altLang="en-US"/>
              <a:pPr>
                <a:defRPr/>
              </a:pPr>
              <a:t>30</a:t>
            </a:fld>
            <a:endParaRPr lang="en-US" altLang="zh-CN"/>
          </a:p>
        </p:txBody>
      </p:sp>
      <p:pic>
        <p:nvPicPr>
          <p:cNvPr id="2867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476250"/>
            <a:ext cx="6516688" cy="566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31107" name="Text Box 3"/>
          <p:cNvSpPr txBox="1">
            <a:spLocks noChangeArrowheads="1"/>
          </p:cNvSpPr>
          <p:nvPr/>
        </p:nvSpPr>
        <p:spPr bwMode="auto">
          <a:xfrm>
            <a:off x="2411413" y="981075"/>
            <a:ext cx="6321425" cy="155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3200">
                <a:solidFill>
                  <a:schemeClr val="tx1"/>
                </a:solidFill>
                <a:effectLst/>
                <a:ea typeface="Arial Unicode MS" pitchFamily="34" charset="-122"/>
                <a:cs typeface="Arial Unicode MS" pitchFamily="34" charset="-122"/>
              </a:rPr>
              <a:t>Divergence of the Newton algorithm due to the presence of a turning point close to the root.</a:t>
            </a:r>
            <a:endParaRPr lang="zh-CN" altLang="en-US" sz="3200">
              <a:solidFill>
                <a:schemeClr val="tx1"/>
              </a:solidFill>
              <a:effectLst>
                <a:outerShdw blurRad="38100" dist="38100" dir="2700000" algn="tl">
                  <a:srgbClr val="C0C0C0"/>
                </a:outerShdw>
              </a:effectLst>
              <a:ea typeface="Arial Unicode MS" pitchFamily="34" charset="-122"/>
              <a:cs typeface="Arial Unicode MS" pitchFamily="34" charset="-122"/>
            </a:endParaRPr>
          </a:p>
        </p:txBody>
      </p:sp>
      <p:sp>
        <p:nvSpPr>
          <p:cNvPr id="431108" name="Line 4"/>
          <p:cNvSpPr>
            <a:spLocks noChangeShapeType="1"/>
          </p:cNvSpPr>
          <p:nvPr/>
        </p:nvSpPr>
        <p:spPr bwMode="auto">
          <a:xfrm flipV="1">
            <a:off x="2916238" y="4365625"/>
            <a:ext cx="2447925" cy="1511300"/>
          </a:xfrm>
          <a:prstGeom prst="line">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431109" name="Line 5"/>
          <p:cNvSpPr>
            <a:spLocks noChangeShapeType="1"/>
          </p:cNvSpPr>
          <p:nvPr/>
        </p:nvSpPr>
        <p:spPr bwMode="auto">
          <a:xfrm>
            <a:off x="5292725" y="3716338"/>
            <a:ext cx="1366838" cy="720725"/>
          </a:xfrm>
          <a:prstGeom prst="line">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431112" name="Line 8"/>
          <p:cNvSpPr>
            <a:spLocks noChangeShapeType="1"/>
          </p:cNvSpPr>
          <p:nvPr/>
        </p:nvSpPr>
        <p:spPr bwMode="auto">
          <a:xfrm>
            <a:off x="6529388" y="4089400"/>
            <a:ext cx="1008062" cy="0"/>
          </a:xfrm>
          <a:prstGeom prst="line">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graphicFrame>
        <p:nvGraphicFramePr>
          <p:cNvPr id="9" name="Object 12">
            <a:extLst>
              <a:ext uri="{FF2B5EF4-FFF2-40B4-BE49-F238E27FC236}">
                <a16:creationId xmlns:a16="http://schemas.microsoft.com/office/drawing/2014/main" id="{7E4D3EEC-CEC2-4FB3-9ED1-E904EEAFACD1}"/>
              </a:ext>
            </a:extLst>
          </p:cNvPr>
          <p:cNvGraphicFramePr>
            <a:graphicFrameLocks noChangeAspect="1"/>
          </p:cNvGraphicFramePr>
          <p:nvPr>
            <p:extLst>
              <p:ext uri="{D42A27DB-BD31-4B8C-83A1-F6EECF244321}">
                <p14:modId xmlns:p14="http://schemas.microsoft.com/office/powerpoint/2010/main" val="373341213"/>
              </p:ext>
            </p:extLst>
          </p:nvPr>
        </p:nvGraphicFramePr>
        <p:xfrm>
          <a:off x="3246942" y="236904"/>
          <a:ext cx="4295775" cy="638175"/>
        </p:xfrm>
        <a:graphic>
          <a:graphicData uri="http://schemas.openxmlformats.org/presentationml/2006/ole">
            <mc:AlternateContent xmlns:mc="http://schemas.openxmlformats.org/markup-compatibility/2006">
              <mc:Choice xmlns:v="urn:schemas-microsoft-com:vml" Requires="v">
                <p:oleObj spid="_x0000_s61444" name="Equation" r:id="rId4" imgW="1493424" imgH="182880" progId="Equation.3">
                  <p:embed/>
                </p:oleObj>
              </mc:Choice>
              <mc:Fallback>
                <p:oleObj name="Equation" r:id="rId4" imgW="1493424" imgH="182880" progId="Equation.3">
                  <p:embed/>
                  <p:pic>
                    <p:nvPicPr>
                      <p:cNvPr id="29704"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46942" y="236904"/>
                        <a:ext cx="4295775" cy="638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25569688"/>
      </p:ext>
    </p:extLst>
  </p:cSld>
  <p:clrMapOvr>
    <a:masterClrMapping/>
  </p:clrMapOvr>
  <p:transition>
    <p:cover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fld id="{3DB98CEF-66A6-48CC-B999-50CDF6CEAE36}" type="slidenum">
              <a:rPr lang="zh-CN" altLang="en-US"/>
              <a:pPr>
                <a:defRPr/>
              </a:pPr>
              <a:t>31</a:t>
            </a:fld>
            <a:endParaRPr lang="en-US" altLang="zh-CN"/>
          </a:p>
        </p:txBody>
      </p:sp>
      <p:sp>
        <p:nvSpPr>
          <p:cNvPr id="367618" name="Text Box 2"/>
          <p:cNvSpPr txBox="1">
            <a:spLocks noChangeArrowheads="1"/>
          </p:cNvSpPr>
          <p:nvPr/>
        </p:nvSpPr>
        <p:spPr bwMode="auto">
          <a:xfrm>
            <a:off x="228600" y="533400"/>
            <a:ext cx="8305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100513" indent="-4100513">
              <a:defRPr sz="2400">
                <a:solidFill>
                  <a:schemeClr val="tx1"/>
                </a:solidFill>
                <a:latin typeface="Times New Roman" pitchFamily="18" charset="0"/>
                <a:ea typeface="宋体" pitchFamily="2" charset="-122"/>
              </a:defRPr>
            </a:lvl1pPr>
            <a:lvl2pPr marL="4291013">
              <a:defRPr sz="2400">
                <a:solidFill>
                  <a:schemeClr val="tx1"/>
                </a:solidFill>
                <a:latin typeface="Times New Roman" pitchFamily="18" charset="0"/>
                <a:ea typeface="宋体" pitchFamily="2" charset="-122"/>
              </a:defRPr>
            </a:lvl2pPr>
            <a:lvl3pPr marL="4481513">
              <a:defRPr sz="2400">
                <a:solidFill>
                  <a:schemeClr val="tx1"/>
                </a:solidFill>
                <a:latin typeface="Times New Roman" pitchFamily="18" charset="0"/>
                <a:ea typeface="宋体" pitchFamily="2" charset="-122"/>
              </a:defRPr>
            </a:lvl3pPr>
            <a:lvl4pPr marL="4672013">
              <a:defRPr sz="2400">
                <a:solidFill>
                  <a:schemeClr val="tx1"/>
                </a:solidFill>
                <a:latin typeface="Times New Roman" pitchFamily="18" charset="0"/>
                <a:ea typeface="宋体" pitchFamily="2" charset="-122"/>
              </a:defRPr>
            </a:lvl4pPr>
            <a:lvl5pPr marL="4862513">
              <a:defRPr sz="2400">
                <a:solidFill>
                  <a:schemeClr val="tx1"/>
                </a:solidFill>
                <a:latin typeface="Times New Roman" pitchFamily="18" charset="0"/>
                <a:ea typeface="宋体" pitchFamily="2" charset="-122"/>
              </a:defRPr>
            </a:lvl5pPr>
            <a:lvl6pPr marL="5319713" eaLnBrk="0" fontAlgn="base" hangingPunct="0">
              <a:spcBef>
                <a:spcPct val="0"/>
              </a:spcBef>
              <a:spcAft>
                <a:spcPct val="0"/>
              </a:spcAft>
              <a:defRPr sz="2400">
                <a:solidFill>
                  <a:schemeClr val="tx1"/>
                </a:solidFill>
                <a:latin typeface="Times New Roman" pitchFamily="18" charset="0"/>
                <a:ea typeface="宋体" pitchFamily="2" charset="-122"/>
              </a:defRPr>
            </a:lvl6pPr>
            <a:lvl7pPr marL="5776913" eaLnBrk="0" fontAlgn="base" hangingPunct="0">
              <a:spcBef>
                <a:spcPct val="0"/>
              </a:spcBef>
              <a:spcAft>
                <a:spcPct val="0"/>
              </a:spcAft>
              <a:defRPr sz="2400">
                <a:solidFill>
                  <a:schemeClr val="tx1"/>
                </a:solidFill>
                <a:latin typeface="Times New Roman" pitchFamily="18" charset="0"/>
                <a:ea typeface="宋体" pitchFamily="2" charset="-122"/>
              </a:defRPr>
            </a:lvl7pPr>
            <a:lvl8pPr marL="6234113" eaLnBrk="0" fontAlgn="base" hangingPunct="0">
              <a:spcBef>
                <a:spcPct val="0"/>
              </a:spcBef>
              <a:spcAft>
                <a:spcPct val="0"/>
              </a:spcAft>
              <a:defRPr sz="2400">
                <a:solidFill>
                  <a:schemeClr val="tx1"/>
                </a:solidFill>
                <a:latin typeface="Times New Roman" pitchFamily="18" charset="0"/>
                <a:ea typeface="宋体" pitchFamily="2" charset="-122"/>
              </a:defRPr>
            </a:lvl8pPr>
            <a:lvl9pPr marL="6691313"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a:defRPr/>
            </a:pPr>
            <a:r>
              <a:rPr lang="zh-CN" altLang="en-US" sz="2800" b="1">
                <a:effectLst>
                  <a:outerShdw blurRad="38100" dist="38100" dir="2700000" algn="tl">
                    <a:srgbClr val="C0C0C0"/>
                  </a:outerShdw>
                </a:effectLst>
                <a:ea typeface="楷体_GB2312" pitchFamily="49" charset="-122"/>
              </a:rPr>
              <a:t>4. </a:t>
            </a:r>
            <a:r>
              <a:rPr lang="en-US" altLang="zh-CN" sz="2800" b="1">
                <a:effectLst>
                  <a:outerShdw blurRad="38100" dist="38100" dir="2700000" algn="tl">
                    <a:srgbClr val="C0C0C0"/>
                  </a:outerShdw>
                </a:effectLst>
                <a:ea typeface="楷体_GB2312" pitchFamily="49" charset="-122"/>
              </a:rPr>
              <a:t>Secant method</a:t>
            </a:r>
          </a:p>
        </p:txBody>
      </p:sp>
      <p:graphicFrame>
        <p:nvGraphicFramePr>
          <p:cNvPr id="367619" name="Object 3"/>
          <p:cNvGraphicFramePr>
            <a:graphicFrameLocks noChangeAspect="1"/>
          </p:cNvGraphicFramePr>
          <p:nvPr/>
        </p:nvGraphicFramePr>
        <p:xfrm>
          <a:off x="3635375" y="549275"/>
          <a:ext cx="4953000" cy="787400"/>
        </p:xfrm>
        <a:graphic>
          <a:graphicData uri="http://schemas.openxmlformats.org/presentationml/2006/ole">
            <mc:AlternateContent xmlns:mc="http://schemas.openxmlformats.org/markup-compatibility/2006">
              <mc:Choice xmlns:v="urn:schemas-microsoft-com:vml" Requires="v">
                <p:oleObj spid="_x0000_s33919" name="Equation" r:id="rId3" imgW="1493424" imgH="182880" progId="Equation.3">
                  <p:embed/>
                </p:oleObj>
              </mc:Choice>
              <mc:Fallback>
                <p:oleObj name="Equation" r:id="rId3" imgW="1493424" imgH="18288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5375" y="549275"/>
                        <a:ext cx="4953000"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7620" name="Object 4"/>
          <p:cNvGraphicFramePr>
            <a:graphicFrameLocks noChangeAspect="1"/>
          </p:cNvGraphicFramePr>
          <p:nvPr/>
        </p:nvGraphicFramePr>
        <p:xfrm>
          <a:off x="685800" y="5638800"/>
          <a:ext cx="6837363" cy="787400"/>
        </p:xfrm>
        <a:graphic>
          <a:graphicData uri="http://schemas.openxmlformats.org/presentationml/2006/ole">
            <mc:AlternateContent xmlns:mc="http://schemas.openxmlformats.org/markup-compatibility/2006">
              <mc:Choice xmlns:v="urn:schemas-microsoft-com:vml" Requires="v">
                <p:oleObj spid="_x0000_s33920" name="Equation" r:id="rId5" imgW="2072736" imgH="182880" progId="Equation.3">
                  <p:embed/>
                </p:oleObj>
              </mc:Choice>
              <mc:Fallback>
                <p:oleObj name="Equation" r:id="rId5" imgW="2072736" imgH="18288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 y="5638800"/>
                        <a:ext cx="6837363"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798" name="Text Box 1027"/>
          <p:cNvSpPr txBox="1">
            <a:spLocks noChangeArrowheads="1"/>
          </p:cNvSpPr>
          <p:nvPr/>
        </p:nvSpPr>
        <p:spPr bwMode="auto">
          <a:xfrm>
            <a:off x="611188" y="1125538"/>
            <a:ext cx="17907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zh-CN" altLang="en-US" sz="2800" b="1">
                <a:solidFill>
                  <a:schemeClr val="tx1"/>
                </a:solidFill>
                <a:effectLst/>
              </a:rPr>
              <a:t>割线</a:t>
            </a:r>
            <a:r>
              <a:rPr lang="en-US" altLang="zh-CN" sz="2800" b="1">
                <a:solidFill>
                  <a:schemeClr val="tx1"/>
                </a:solidFill>
                <a:effectLst/>
              </a:rPr>
              <a:t>, </a:t>
            </a:r>
            <a:r>
              <a:rPr lang="zh-CN" altLang="en-US" sz="2800" b="1">
                <a:solidFill>
                  <a:schemeClr val="tx1"/>
                </a:solidFill>
                <a:effectLst/>
              </a:rPr>
              <a:t>正切</a:t>
            </a:r>
          </a:p>
        </p:txBody>
      </p:sp>
      <p:graphicFrame>
        <p:nvGraphicFramePr>
          <p:cNvPr id="33799" name="Object 1028"/>
          <p:cNvGraphicFramePr>
            <a:graphicFrameLocks noChangeAspect="1"/>
          </p:cNvGraphicFramePr>
          <p:nvPr/>
        </p:nvGraphicFramePr>
        <p:xfrm>
          <a:off x="1403350" y="2205038"/>
          <a:ext cx="3352800" cy="1033462"/>
        </p:xfrm>
        <a:graphic>
          <a:graphicData uri="http://schemas.openxmlformats.org/presentationml/2006/ole">
            <mc:AlternateContent xmlns:mc="http://schemas.openxmlformats.org/markup-compatibility/2006">
              <mc:Choice xmlns:v="urn:schemas-microsoft-com:vml" Requires="v">
                <p:oleObj spid="_x0000_s33921" name="Equation" r:id="rId7" imgW="1320227" imgH="393529" progId="Equation.3">
                  <p:embed/>
                </p:oleObj>
              </mc:Choice>
              <mc:Fallback>
                <p:oleObj name="Equation" r:id="rId7" imgW="1320227" imgH="393529" progId="Equation.3">
                  <p:embed/>
                  <p:pic>
                    <p:nvPicPr>
                      <p:cNvPr id="0" name="Object 10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03350" y="2205038"/>
                        <a:ext cx="3352800" cy="1033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9909" name="Object 1029"/>
          <p:cNvGraphicFramePr>
            <a:graphicFrameLocks noChangeAspect="1"/>
          </p:cNvGraphicFramePr>
          <p:nvPr/>
        </p:nvGraphicFramePr>
        <p:xfrm>
          <a:off x="971550" y="3789363"/>
          <a:ext cx="3352800" cy="1033462"/>
        </p:xfrm>
        <a:graphic>
          <a:graphicData uri="http://schemas.openxmlformats.org/presentationml/2006/ole">
            <mc:AlternateContent xmlns:mc="http://schemas.openxmlformats.org/markup-compatibility/2006">
              <mc:Choice xmlns:v="urn:schemas-microsoft-com:vml" Requires="v">
                <p:oleObj spid="_x0000_s33922" name="公式" r:id="rId9" imgW="1320227" imgH="393529" progId="Equation.3">
                  <p:embed/>
                </p:oleObj>
              </mc:Choice>
              <mc:Fallback>
                <p:oleObj name="公式" r:id="rId9" imgW="1320227" imgH="393529" progId="Equation.3">
                  <p:embed/>
                  <p:pic>
                    <p:nvPicPr>
                      <p:cNvPr id="0" name="Object 102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1550" y="3789363"/>
                        <a:ext cx="3352800" cy="1033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67619"/>
                                        </p:tgtEl>
                                        <p:attrNameLst>
                                          <p:attrName>style.visibility</p:attrName>
                                        </p:attrNameLst>
                                      </p:cBhvr>
                                      <p:to>
                                        <p:strVal val="visible"/>
                                      </p:to>
                                    </p:set>
                                    <p:anim calcmode="lin" valueType="num">
                                      <p:cBhvr additive="base">
                                        <p:cTn id="7" dur="500" fill="hold"/>
                                        <p:tgtEl>
                                          <p:spTgt spid="367619"/>
                                        </p:tgtEl>
                                        <p:attrNameLst>
                                          <p:attrName>ppt_x</p:attrName>
                                        </p:attrNameLst>
                                      </p:cBhvr>
                                      <p:tavLst>
                                        <p:tav tm="0">
                                          <p:val>
                                            <p:strVal val="0-#ppt_w/2"/>
                                          </p:val>
                                        </p:tav>
                                        <p:tav tm="100000">
                                          <p:val>
                                            <p:strVal val="#ppt_x"/>
                                          </p:val>
                                        </p:tav>
                                      </p:tavLst>
                                    </p:anim>
                                    <p:anim calcmode="lin" valueType="num">
                                      <p:cBhvr additive="base">
                                        <p:cTn id="8" dur="500" fill="hold"/>
                                        <p:tgtEl>
                                          <p:spTgt spid="36761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79909"/>
                                        </p:tgtEl>
                                        <p:attrNameLst>
                                          <p:attrName>style.visibility</p:attrName>
                                        </p:attrNameLst>
                                      </p:cBhvr>
                                      <p:to>
                                        <p:strVal val="visible"/>
                                      </p:to>
                                    </p:set>
                                    <p:anim calcmode="lin" valueType="num">
                                      <p:cBhvr additive="base">
                                        <p:cTn id="13" dur="500" fill="hold"/>
                                        <p:tgtEl>
                                          <p:spTgt spid="379909"/>
                                        </p:tgtEl>
                                        <p:attrNameLst>
                                          <p:attrName>ppt_x</p:attrName>
                                        </p:attrNameLst>
                                      </p:cBhvr>
                                      <p:tavLst>
                                        <p:tav tm="0">
                                          <p:val>
                                            <p:strVal val="0-#ppt_w/2"/>
                                          </p:val>
                                        </p:tav>
                                        <p:tav tm="100000">
                                          <p:val>
                                            <p:strVal val="#ppt_x"/>
                                          </p:val>
                                        </p:tav>
                                      </p:tavLst>
                                    </p:anim>
                                    <p:anim calcmode="lin" valueType="num">
                                      <p:cBhvr additive="base">
                                        <p:cTn id="14" dur="500" fill="hold"/>
                                        <p:tgtEl>
                                          <p:spTgt spid="37990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67620"/>
                                        </p:tgtEl>
                                        <p:attrNameLst>
                                          <p:attrName>style.visibility</p:attrName>
                                        </p:attrNameLst>
                                      </p:cBhvr>
                                      <p:to>
                                        <p:strVal val="visible"/>
                                      </p:to>
                                    </p:set>
                                    <p:anim calcmode="lin" valueType="num">
                                      <p:cBhvr additive="base">
                                        <p:cTn id="19" dur="500" fill="hold"/>
                                        <p:tgtEl>
                                          <p:spTgt spid="367620"/>
                                        </p:tgtEl>
                                        <p:attrNameLst>
                                          <p:attrName>ppt_x</p:attrName>
                                        </p:attrNameLst>
                                      </p:cBhvr>
                                      <p:tavLst>
                                        <p:tav tm="0">
                                          <p:val>
                                            <p:strVal val="0-#ppt_w/2"/>
                                          </p:val>
                                        </p:tav>
                                        <p:tav tm="100000">
                                          <p:val>
                                            <p:strVal val="#ppt_x"/>
                                          </p:val>
                                        </p:tav>
                                      </p:tavLst>
                                    </p:anim>
                                    <p:anim calcmode="lin" valueType="num">
                                      <p:cBhvr additive="base">
                                        <p:cTn id="20" dur="500" fill="hold"/>
                                        <p:tgtEl>
                                          <p:spTgt spid="3676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fld id="{D0334875-4785-40C8-8C96-32722B3F4E2B}" type="slidenum">
              <a:rPr lang="zh-CN" altLang="en-US"/>
              <a:pPr>
                <a:defRPr/>
              </a:pPr>
              <a:t>32</a:t>
            </a:fld>
            <a:endParaRPr lang="en-US" altLang="zh-CN"/>
          </a:p>
        </p:txBody>
      </p:sp>
      <p:pic>
        <p:nvPicPr>
          <p:cNvPr id="34819" name="Picture 10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333375"/>
            <a:ext cx="6696075" cy="6021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0932" name="Line 1028"/>
          <p:cNvSpPr>
            <a:spLocks noChangeShapeType="1"/>
          </p:cNvSpPr>
          <p:nvPr/>
        </p:nvSpPr>
        <p:spPr bwMode="auto">
          <a:xfrm flipV="1">
            <a:off x="2065338" y="1785938"/>
            <a:ext cx="4248150" cy="4033837"/>
          </a:xfrm>
          <a:prstGeom prst="line">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380935" name="Line 1031"/>
          <p:cNvSpPr>
            <a:spLocks noChangeShapeType="1"/>
          </p:cNvSpPr>
          <p:nvPr/>
        </p:nvSpPr>
        <p:spPr bwMode="auto">
          <a:xfrm flipV="1">
            <a:off x="2111375" y="4546600"/>
            <a:ext cx="3973513" cy="1223963"/>
          </a:xfrm>
          <a:prstGeom prst="line">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380936" name="Line 1032"/>
          <p:cNvSpPr>
            <a:spLocks noChangeShapeType="1"/>
          </p:cNvSpPr>
          <p:nvPr/>
        </p:nvSpPr>
        <p:spPr bwMode="auto">
          <a:xfrm flipV="1">
            <a:off x="3419475" y="1844675"/>
            <a:ext cx="2808288" cy="3529013"/>
          </a:xfrm>
          <a:prstGeom prst="line">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380937" name="Line 1033"/>
          <p:cNvSpPr>
            <a:spLocks noChangeShapeType="1"/>
          </p:cNvSpPr>
          <p:nvPr/>
        </p:nvSpPr>
        <p:spPr bwMode="auto">
          <a:xfrm flipV="1">
            <a:off x="4008438" y="1916113"/>
            <a:ext cx="2160587" cy="3168650"/>
          </a:xfrm>
          <a:prstGeom prst="line">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380938" name="Text Box 1034"/>
          <p:cNvSpPr txBox="1">
            <a:spLocks noChangeArrowheads="1"/>
          </p:cNvSpPr>
          <p:nvPr/>
        </p:nvSpPr>
        <p:spPr bwMode="auto">
          <a:xfrm>
            <a:off x="3995738" y="5589588"/>
            <a:ext cx="4484687"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2800" b="1">
                <a:solidFill>
                  <a:schemeClr val="tx1"/>
                </a:solidFill>
                <a:effectLst/>
              </a:rPr>
              <a:t>Convergence on the root using the secant method</a:t>
            </a:r>
            <a:endParaRPr lang="zh-CN" altLang="en-US" sz="2800" b="1">
              <a:solidFill>
                <a:schemeClr val="tx1"/>
              </a:solidFill>
              <a:effectLst>
                <a:outerShdw blurRad="38100" dist="38100" dir="2700000" algn="tl">
                  <a:srgbClr val="C0C0C0"/>
                </a:outerShdw>
              </a:effectLst>
            </a:endParaRPr>
          </a:p>
        </p:txBody>
      </p:sp>
    </p:spTree>
  </p:cSld>
  <p:clrMapOvr>
    <a:masterClrMapping/>
  </p:clrMapOvr>
  <p:transition>
    <p:cover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58C7DFAF-8F53-4075-8C2E-45074F281CFF}" type="slidenum">
              <a:rPr lang="zh-CN" altLang="en-US"/>
              <a:pPr>
                <a:defRPr/>
              </a:pPr>
              <a:t>33</a:t>
            </a:fld>
            <a:endParaRPr lang="en-US" altLang="zh-CN"/>
          </a:p>
        </p:txBody>
      </p:sp>
      <p:pic>
        <p:nvPicPr>
          <p:cNvPr id="3584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333375"/>
            <a:ext cx="6351588" cy="534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53988" name="Line 4"/>
          <p:cNvSpPr>
            <a:spLocks noChangeShapeType="1"/>
          </p:cNvSpPr>
          <p:nvPr/>
        </p:nvSpPr>
        <p:spPr bwMode="auto">
          <a:xfrm flipV="1">
            <a:off x="3059113" y="4149725"/>
            <a:ext cx="2435225" cy="1366838"/>
          </a:xfrm>
          <a:prstGeom prst="line">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553989" name="Line 5"/>
          <p:cNvSpPr>
            <a:spLocks noChangeShapeType="1"/>
          </p:cNvSpPr>
          <p:nvPr/>
        </p:nvSpPr>
        <p:spPr bwMode="auto">
          <a:xfrm flipV="1">
            <a:off x="3492500" y="3475038"/>
            <a:ext cx="2087563" cy="1801812"/>
          </a:xfrm>
          <a:prstGeom prst="line">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553990" name="Line 6"/>
          <p:cNvSpPr>
            <a:spLocks noChangeShapeType="1"/>
          </p:cNvSpPr>
          <p:nvPr/>
        </p:nvSpPr>
        <p:spPr bwMode="auto">
          <a:xfrm>
            <a:off x="4932363" y="3429000"/>
            <a:ext cx="2376487" cy="144463"/>
          </a:xfrm>
          <a:prstGeom prst="line">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553991" name="Text Box 7"/>
          <p:cNvSpPr txBox="1">
            <a:spLocks noChangeArrowheads="1"/>
          </p:cNvSpPr>
          <p:nvPr/>
        </p:nvSpPr>
        <p:spPr bwMode="auto">
          <a:xfrm>
            <a:off x="1187450" y="6062663"/>
            <a:ext cx="56165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800" b="1">
                <a:solidFill>
                  <a:schemeClr val="tx1"/>
                </a:solidFill>
                <a:effectLst/>
              </a:rPr>
              <a:t>Divergence using the secant method</a:t>
            </a:r>
            <a:endParaRPr lang="zh-CN" altLang="en-US" sz="2800" b="1">
              <a:solidFill>
                <a:schemeClr val="tx1"/>
              </a:solidFill>
              <a:effectLst>
                <a:outerShdw blurRad="38100" dist="38100" dir="2700000" algn="tl">
                  <a:srgbClr val="C0C0C0"/>
                </a:outerShdw>
              </a:effectLst>
            </a:endParaRPr>
          </a:p>
        </p:txBody>
      </p:sp>
      <p:graphicFrame>
        <p:nvGraphicFramePr>
          <p:cNvPr id="9" name="Object 4">
            <a:extLst>
              <a:ext uri="{FF2B5EF4-FFF2-40B4-BE49-F238E27FC236}">
                <a16:creationId xmlns:a16="http://schemas.microsoft.com/office/drawing/2014/main" id="{676D5B98-9F7D-4DA7-AC38-82A827818E8E}"/>
              </a:ext>
            </a:extLst>
          </p:cNvPr>
          <p:cNvGraphicFramePr>
            <a:graphicFrameLocks noChangeAspect="1"/>
          </p:cNvGraphicFramePr>
          <p:nvPr>
            <p:extLst>
              <p:ext uri="{D42A27DB-BD31-4B8C-83A1-F6EECF244321}">
                <p14:modId xmlns:p14="http://schemas.microsoft.com/office/powerpoint/2010/main" val="1844003429"/>
              </p:ext>
            </p:extLst>
          </p:nvPr>
        </p:nvGraphicFramePr>
        <p:xfrm>
          <a:off x="2306637" y="928688"/>
          <a:ext cx="6837363" cy="787400"/>
        </p:xfrm>
        <a:graphic>
          <a:graphicData uri="http://schemas.openxmlformats.org/presentationml/2006/ole">
            <mc:AlternateContent xmlns:mc="http://schemas.openxmlformats.org/markup-compatibility/2006">
              <mc:Choice xmlns:v="urn:schemas-microsoft-com:vml" Requires="v">
                <p:oleObj spid="_x0000_s62467" name="Equation" r:id="rId4" imgW="2072736" imgH="182880" progId="Equation.3">
                  <p:embed/>
                </p:oleObj>
              </mc:Choice>
              <mc:Fallback>
                <p:oleObj name="Equation" r:id="rId4" imgW="2072736" imgH="182880" progId="Equation.3">
                  <p:embed/>
                  <p:pic>
                    <p:nvPicPr>
                      <p:cNvPr id="36762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06637" y="928688"/>
                        <a:ext cx="6837363"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BF284815-3EEF-4386-B48D-E42A36F917C8}" type="slidenum">
              <a:rPr lang="zh-CN" altLang="en-US"/>
              <a:pPr>
                <a:defRPr/>
              </a:pPr>
              <a:t>34</a:t>
            </a:fld>
            <a:endParaRPr lang="en-US" altLang="zh-CN"/>
          </a:p>
        </p:txBody>
      </p:sp>
      <p:pic>
        <p:nvPicPr>
          <p:cNvPr id="3686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260350"/>
            <a:ext cx="252095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526339" name="Object 3"/>
          <p:cNvGraphicFramePr>
            <a:graphicFrameLocks noChangeAspect="1"/>
          </p:cNvGraphicFramePr>
          <p:nvPr/>
        </p:nvGraphicFramePr>
        <p:xfrm>
          <a:off x="3062288" y="620713"/>
          <a:ext cx="6081712" cy="700087"/>
        </p:xfrm>
        <a:graphic>
          <a:graphicData uri="http://schemas.openxmlformats.org/presentationml/2006/ole">
            <mc:AlternateContent xmlns:mc="http://schemas.openxmlformats.org/markup-compatibility/2006">
              <mc:Choice xmlns:v="urn:schemas-microsoft-com:vml" Requires="v">
                <p:oleObj spid="_x0000_s36899" name="Equation" r:id="rId4" imgW="2072736" imgH="182880" progId="Equation.3">
                  <p:embed/>
                </p:oleObj>
              </mc:Choice>
              <mc:Fallback>
                <p:oleObj name="Equation" r:id="rId4" imgW="2072736" imgH="18288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62288" y="620713"/>
                        <a:ext cx="6081712" cy="700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52634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850" y="1341438"/>
            <a:ext cx="5111750" cy="1027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26341"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0825" y="2565400"/>
            <a:ext cx="8642350" cy="382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526339"/>
                                        </p:tgtEl>
                                        <p:attrNameLst>
                                          <p:attrName>style.visibility</p:attrName>
                                        </p:attrNameLst>
                                      </p:cBhvr>
                                      <p:to>
                                        <p:strVal val="visible"/>
                                      </p:to>
                                    </p:set>
                                    <p:anim calcmode="lin" valueType="num">
                                      <p:cBhvr additive="base">
                                        <p:cTn id="7" dur="1000" fill="hold"/>
                                        <p:tgtEl>
                                          <p:spTgt spid="526339"/>
                                        </p:tgtEl>
                                        <p:attrNameLst>
                                          <p:attrName>ppt_x</p:attrName>
                                        </p:attrNameLst>
                                      </p:cBhvr>
                                      <p:tavLst>
                                        <p:tav tm="0">
                                          <p:val>
                                            <p:strVal val="1+#ppt_w/2"/>
                                          </p:val>
                                        </p:tav>
                                        <p:tav tm="100000">
                                          <p:val>
                                            <p:strVal val="#ppt_x"/>
                                          </p:val>
                                        </p:tav>
                                      </p:tavLst>
                                    </p:anim>
                                    <p:anim calcmode="lin" valueType="num">
                                      <p:cBhvr additive="base">
                                        <p:cTn id="8" dur="1000" fill="hold"/>
                                        <p:tgtEl>
                                          <p:spTgt spid="52633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26340"/>
                                        </p:tgtEl>
                                        <p:attrNameLst>
                                          <p:attrName>style.visibility</p:attrName>
                                        </p:attrNameLst>
                                      </p:cBhvr>
                                      <p:to>
                                        <p:strVal val="visible"/>
                                      </p:to>
                                    </p:set>
                                    <p:anim calcmode="lin" valueType="num">
                                      <p:cBhvr additive="base">
                                        <p:cTn id="13" dur="1000" fill="hold"/>
                                        <p:tgtEl>
                                          <p:spTgt spid="526340"/>
                                        </p:tgtEl>
                                        <p:attrNameLst>
                                          <p:attrName>ppt_x</p:attrName>
                                        </p:attrNameLst>
                                      </p:cBhvr>
                                      <p:tavLst>
                                        <p:tav tm="0">
                                          <p:val>
                                            <p:strVal val="#ppt_x"/>
                                          </p:val>
                                        </p:tav>
                                        <p:tav tm="100000">
                                          <p:val>
                                            <p:strVal val="#ppt_x"/>
                                          </p:val>
                                        </p:tav>
                                      </p:tavLst>
                                    </p:anim>
                                    <p:anim calcmode="lin" valueType="num">
                                      <p:cBhvr additive="base">
                                        <p:cTn id="14" dur="1000" fill="hold"/>
                                        <p:tgtEl>
                                          <p:spTgt spid="526340"/>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26341"/>
                                        </p:tgtEl>
                                        <p:attrNameLst>
                                          <p:attrName>style.visibility</p:attrName>
                                        </p:attrNameLst>
                                      </p:cBhvr>
                                      <p:to>
                                        <p:strVal val="visible"/>
                                      </p:to>
                                    </p:set>
                                    <p:anim calcmode="lin" valueType="num">
                                      <p:cBhvr additive="base">
                                        <p:cTn id="19" dur="500" fill="hold"/>
                                        <p:tgtEl>
                                          <p:spTgt spid="526341"/>
                                        </p:tgtEl>
                                        <p:attrNameLst>
                                          <p:attrName>ppt_x</p:attrName>
                                        </p:attrNameLst>
                                      </p:cBhvr>
                                      <p:tavLst>
                                        <p:tav tm="0">
                                          <p:val>
                                            <p:strVal val="#ppt_x"/>
                                          </p:val>
                                        </p:tav>
                                        <p:tav tm="100000">
                                          <p:val>
                                            <p:strVal val="#ppt_x"/>
                                          </p:val>
                                        </p:tav>
                                      </p:tavLst>
                                    </p:anim>
                                    <p:anim calcmode="lin" valueType="num">
                                      <p:cBhvr additive="base">
                                        <p:cTn id="20" dur="500" fill="hold"/>
                                        <p:tgtEl>
                                          <p:spTgt spid="5263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3"/>
          <p:cNvSpPr>
            <a:spLocks noGrp="1"/>
          </p:cNvSpPr>
          <p:nvPr>
            <p:ph type="sldNum" sz="quarter" idx="12"/>
          </p:nvPr>
        </p:nvSpPr>
        <p:spPr/>
        <p:txBody>
          <a:bodyPr/>
          <a:lstStyle/>
          <a:p>
            <a:pPr>
              <a:defRPr/>
            </a:pPr>
            <a:fld id="{FC76BF2D-E53D-4F5A-AE6E-BFA90ECAECA2}" type="slidenum">
              <a:rPr lang="zh-CN" altLang="en-US"/>
              <a:pPr>
                <a:defRPr/>
              </a:pPr>
              <a:t>35</a:t>
            </a:fld>
            <a:endParaRPr lang="en-US" altLang="zh-CN"/>
          </a:p>
        </p:txBody>
      </p:sp>
      <p:pic>
        <p:nvPicPr>
          <p:cNvPr id="3789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888" y="333375"/>
            <a:ext cx="4537075" cy="1263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89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04813"/>
            <a:ext cx="1152525" cy="1030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2531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1701800"/>
            <a:ext cx="3671888" cy="1401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525317" name="Group 5"/>
          <p:cNvGrpSpPr>
            <a:grpSpLocks/>
          </p:cNvGrpSpPr>
          <p:nvPr/>
        </p:nvGrpSpPr>
        <p:grpSpPr bwMode="auto">
          <a:xfrm>
            <a:off x="323850" y="3070225"/>
            <a:ext cx="8569325" cy="1584325"/>
            <a:chOff x="295" y="2296"/>
            <a:chExt cx="5374" cy="929"/>
          </a:xfrm>
        </p:grpSpPr>
        <p:pic>
          <p:nvPicPr>
            <p:cNvPr id="37899"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5" y="2296"/>
              <a:ext cx="2676" cy="9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90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25" y="2478"/>
              <a:ext cx="2744" cy="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525320"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4213" y="4870450"/>
            <a:ext cx="3311525" cy="1211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25321"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00563" y="4724400"/>
            <a:ext cx="3168650" cy="177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25322" name="Text Box 10"/>
          <p:cNvSpPr txBox="1">
            <a:spLocks noChangeArrowheads="1"/>
          </p:cNvSpPr>
          <p:nvPr/>
        </p:nvSpPr>
        <p:spPr bwMode="auto">
          <a:xfrm>
            <a:off x="7143750" y="4862513"/>
            <a:ext cx="13303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3200" b="1">
                <a:solidFill>
                  <a:schemeClr val="tx1"/>
                </a:solidFill>
                <a:effectLst/>
              </a:rPr>
              <a:t>=1.618</a:t>
            </a:r>
          </a:p>
        </p:txBody>
      </p:sp>
      <p:sp>
        <p:nvSpPr>
          <p:cNvPr id="525323" name="Text Box 11"/>
          <p:cNvSpPr txBox="1">
            <a:spLocks noChangeArrowheads="1"/>
          </p:cNvSpPr>
          <p:nvPr/>
        </p:nvSpPr>
        <p:spPr bwMode="auto">
          <a:xfrm>
            <a:off x="7524750" y="5734050"/>
            <a:ext cx="13303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3200" b="1">
                <a:solidFill>
                  <a:schemeClr val="tx1"/>
                </a:solidFill>
                <a:effectLst/>
              </a:rPr>
              <a:t>=0.618</a:t>
            </a:r>
          </a:p>
        </p:txBody>
      </p:sp>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25316"/>
                                        </p:tgtEl>
                                        <p:attrNameLst>
                                          <p:attrName>style.visibility</p:attrName>
                                        </p:attrNameLst>
                                      </p:cBhvr>
                                      <p:to>
                                        <p:strVal val="visible"/>
                                      </p:to>
                                    </p:set>
                                    <p:anim calcmode="lin" valueType="num">
                                      <p:cBhvr additive="base">
                                        <p:cTn id="7" dur="1000" fill="hold"/>
                                        <p:tgtEl>
                                          <p:spTgt spid="525316"/>
                                        </p:tgtEl>
                                        <p:attrNameLst>
                                          <p:attrName>ppt_x</p:attrName>
                                        </p:attrNameLst>
                                      </p:cBhvr>
                                      <p:tavLst>
                                        <p:tav tm="0">
                                          <p:val>
                                            <p:strVal val="#ppt_x"/>
                                          </p:val>
                                        </p:tav>
                                        <p:tav tm="100000">
                                          <p:val>
                                            <p:strVal val="#ppt_x"/>
                                          </p:val>
                                        </p:tav>
                                      </p:tavLst>
                                    </p:anim>
                                    <p:anim calcmode="lin" valueType="num">
                                      <p:cBhvr additive="base">
                                        <p:cTn id="8" dur="1000" fill="hold"/>
                                        <p:tgtEl>
                                          <p:spTgt spid="52531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25317"/>
                                        </p:tgtEl>
                                        <p:attrNameLst>
                                          <p:attrName>style.visibility</p:attrName>
                                        </p:attrNameLst>
                                      </p:cBhvr>
                                      <p:to>
                                        <p:strVal val="visible"/>
                                      </p:to>
                                    </p:set>
                                    <p:anim calcmode="lin" valueType="num">
                                      <p:cBhvr additive="base">
                                        <p:cTn id="13" dur="1000" fill="hold"/>
                                        <p:tgtEl>
                                          <p:spTgt spid="525317"/>
                                        </p:tgtEl>
                                        <p:attrNameLst>
                                          <p:attrName>ppt_x</p:attrName>
                                        </p:attrNameLst>
                                      </p:cBhvr>
                                      <p:tavLst>
                                        <p:tav tm="0">
                                          <p:val>
                                            <p:strVal val="#ppt_x"/>
                                          </p:val>
                                        </p:tav>
                                        <p:tav tm="100000">
                                          <p:val>
                                            <p:strVal val="#ppt_x"/>
                                          </p:val>
                                        </p:tav>
                                      </p:tavLst>
                                    </p:anim>
                                    <p:anim calcmode="lin" valueType="num">
                                      <p:cBhvr additive="base">
                                        <p:cTn id="14" dur="1000" fill="hold"/>
                                        <p:tgtEl>
                                          <p:spTgt spid="525317"/>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25320"/>
                                        </p:tgtEl>
                                        <p:attrNameLst>
                                          <p:attrName>style.visibility</p:attrName>
                                        </p:attrNameLst>
                                      </p:cBhvr>
                                      <p:to>
                                        <p:strVal val="visible"/>
                                      </p:to>
                                    </p:set>
                                    <p:anim calcmode="lin" valueType="num">
                                      <p:cBhvr additive="base">
                                        <p:cTn id="19" dur="500" fill="hold"/>
                                        <p:tgtEl>
                                          <p:spTgt spid="525320"/>
                                        </p:tgtEl>
                                        <p:attrNameLst>
                                          <p:attrName>ppt_x</p:attrName>
                                        </p:attrNameLst>
                                      </p:cBhvr>
                                      <p:tavLst>
                                        <p:tav tm="0">
                                          <p:val>
                                            <p:strVal val="#ppt_x"/>
                                          </p:val>
                                        </p:tav>
                                        <p:tav tm="100000">
                                          <p:val>
                                            <p:strVal val="#ppt_x"/>
                                          </p:val>
                                        </p:tav>
                                      </p:tavLst>
                                    </p:anim>
                                    <p:anim calcmode="lin" valueType="num">
                                      <p:cBhvr additive="base">
                                        <p:cTn id="20" dur="500" fill="hold"/>
                                        <p:tgtEl>
                                          <p:spTgt spid="525320"/>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525321"/>
                                        </p:tgtEl>
                                        <p:attrNameLst>
                                          <p:attrName>style.visibility</p:attrName>
                                        </p:attrNameLst>
                                      </p:cBhvr>
                                      <p:to>
                                        <p:strVal val="visible"/>
                                      </p:to>
                                    </p:set>
                                    <p:anim calcmode="lin" valueType="num">
                                      <p:cBhvr additive="base">
                                        <p:cTn id="25" dur="500" fill="hold"/>
                                        <p:tgtEl>
                                          <p:spTgt spid="525321"/>
                                        </p:tgtEl>
                                        <p:attrNameLst>
                                          <p:attrName>ppt_x</p:attrName>
                                        </p:attrNameLst>
                                      </p:cBhvr>
                                      <p:tavLst>
                                        <p:tav tm="0">
                                          <p:val>
                                            <p:strVal val="#ppt_x"/>
                                          </p:val>
                                        </p:tav>
                                        <p:tav tm="100000">
                                          <p:val>
                                            <p:strVal val="#ppt_x"/>
                                          </p:val>
                                        </p:tav>
                                      </p:tavLst>
                                    </p:anim>
                                    <p:anim calcmode="lin" valueType="num">
                                      <p:cBhvr additive="base">
                                        <p:cTn id="26" dur="500" fill="hold"/>
                                        <p:tgtEl>
                                          <p:spTgt spid="525321"/>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25322"/>
                                        </p:tgtEl>
                                        <p:attrNameLst>
                                          <p:attrName>style.visibility</p:attrName>
                                        </p:attrNameLst>
                                      </p:cBhvr>
                                      <p:to>
                                        <p:strVal val="visible"/>
                                      </p:to>
                                    </p:set>
                                    <p:anim calcmode="lin" valueType="num">
                                      <p:cBhvr additive="base">
                                        <p:cTn id="31" dur="500" fill="hold"/>
                                        <p:tgtEl>
                                          <p:spTgt spid="525322"/>
                                        </p:tgtEl>
                                        <p:attrNameLst>
                                          <p:attrName>ppt_x</p:attrName>
                                        </p:attrNameLst>
                                      </p:cBhvr>
                                      <p:tavLst>
                                        <p:tav tm="0">
                                          <p:val>
                                            <p:strVal val="#ppt_x"/>
                                          </p:val>
                                        </p:tav>
                                        <p:tav tm="100000">
                                          <p:val>
                                            <p:strVal val="#ppt_x"/>
                                          </p:val>
                                        </p:tav>
                                      </p:tavLst>
                                    </p:anim>
                                    <p:anim calcmode="lin" valueType="num">
                                      <p:cBhvr additive="base">
                                        <p:cTn id="32" dur="500" fill="hold"/>
                                        <p:tgtEl>
                                          <p:spTgt spid="525322"/>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525323"/>
                                        </p:tgtEl>
                                        <p:attrNameLst>
                                          <p:attrName>style.visibility</p:attrName>
                                        </p:attrNameLst>
                                      </p:cBhvr>
                                      <p:to>
                                        <p:strVal val="visible"/>
                                      </p:to>
                                    </p:set>
                                    <p:anim calcmode="lin" valueType="num">
                                      <p:cBhvr additive="base">
                                        <p:cTn id="35" dur="500" fill="hold"/>
                                        <p:tgtEl>
                                          <p:spTgt spid="525323"/>
                                        </p:tgtEl>
                                        <p:attrNameLst>
                                          <p:attrName>ppt_x</p:attrName>
                                        </p:attrNameLst>
                                      </p:cBhvr>
                                      <p:tavLst>
                                        <p:tav tm="0">
                                          <p:val>
                                            <p:strVal val="#ppt_x"/>
                                          </p:val>
                                        </p:tav>
                                        <p:tav tm="100000">
                                          <p:val>
                                            <p:strVal val="#ppt_x"/>
                                          </p:val>
                                        </p:tav>
                                      </p:tavLst>
                                    </p:anim>
                                    <p:anim calcmode="lin" valueType="num">
                                      <p:cBhvr additive="base">
                                        <p:cTn id="36" dur="500" fill="hold"/>
                                        <p:tgtEl>
                                          <p:spTgt spid="5253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5322" grpId="0"/>
      <p:bldP spid="52532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F68C477A-C5BF-4F6E-BD17-22F2FA0A44DF}" type="slidenum">
              <a:rPr lang="zh-CN" altLang="en-US"/>
              <a:pPr>
                <a:defRPr/>
              </a:pPr>
              <a:t>36</a:t>
            </a:fld>
            <a:endParaRPr lang="en-US" altLang="zh-CN"/>
          </a:p>
        </p:txBody>
      </p:sp>
      <p:sp>
        <p:nvSpPr>
          <p:cNvPr id="16387" name="Rectangle 2"/>
          <p:cNvSpPr>
            <a:spLocks noChangeArrowheads="1"/>
          </p:cNvSpPr>
          <p:nvPr/>
        </p:nvSpPr>
        <p:spPr bwMode="auto">
          <a:xfrm>
            <a:off x="609600" y="685800"/>
            <a:ext cx="523245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kumimoji="1" lang="en-US" altLang="zh-CN" sz="2800" b="1" dirty="0">
                <a:solidFill>
                  <a:schemeClr val="tx1"/>
                </a:solidFill>
                <a:effectLst/>
              </a:rPr>
              <a:t>Linear inter</a:t>
            </a:r>
            <a:r>
              <a:rPr kumimoji="1" lang="en-US" altLang="zh-CN" sz="2800" b="1" dirty="0">
                <a:solidFill>
                  <a:schemeClr val="tx1"/>
                </a:solidFill>
                <a:effectLst/>
                <a:ea typeface="宋体" charset="-122"/>
              </a:rPr>
              <a:t>polation </a:t>
            </a:r>
            <a:r>
              <a:rPr kumimoji="1" lang="zh-CN" altLang="en-US" sz="2800" dirty="0">
                <a:solidFill>
                  <a:schemeClr val="tx1"/>
                </a:solidFill>
                <a:effectLst/>
                <a:ea typeface="宋体" charset="-122"/>
              </a:rPr>
              <a:t>(</a:t>
            </a:r>
            <a:r>
              <a:rPr kumimoji="1" lang="en-US" altLang="zh-CN" sz="2800" dirty="0" err="1">
                <a:solidFill>
                  <a:schemeClr val="tx1"/>
                </a:solidFill>
                <a:effectLst/>
                <a:ea typeface="宋体" charset="-122"/>
              </a:rPr>
              <a:t>regula</a:t>
            </a:r>
            <a:r>
              <a:rPr kumimoji="1" lang="en-US" altLang="zh-CN" sz="2800" dirty="0">
                <a:solidFill>
                  <a:schemeClr val="tx1"/>
                </a:solidFill>
                <a:effectLst/>
                <a:ea typeface="宋体" charset="-122"/>
              </a:rPr>
              <a:t> </a:t>
            </a:r>
            <a:r>
              <a:rPr kumimoji="1" lang="en-US" altLang="zh-CN" sz="2800" dirty="0" err="1">
                <a:solidFill>
                  <a:schemeClr val="tx1"/>
                </a:solidFill>
                <a:effectLst/>
                <a:ea typeface="宋体" charset="-122"/>
              </a:rPr>
              <a:t>falsi</a:t>
            </a:r>
            <a:r>
              <a:rPr kumimoji="1" lang="en-US" altLang="zh-CN" sz="2800" dirty="0">
                <a:solidFill>
                  <a:schemeClr val="tx1"/>
                </a:solidFill>
                <a:effectLst/>
                <a:ea typeface="宋体" charset="-122"/>
              </a:rPr>
              <a:t>)</a:t>
            </a:r>
            <a:endParaRPr kumimoji="1" lang="zh-CN" altLang="en-US" sz="2800" b="1" dirty="0">
              <a:solidFill>
                <a:schemeClr val="tx1"/>
              </a:solidFill>
              <a:effectLst/>
              <a:ea typeface="宋体" charset="-122"/>
            </a:endParaRPr>
          </a:p>
        </p:txBody>
      </p:sp>
      <p:pic>
        <p:nvPicPr>
          <p:cNvPr id="1638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1341438"/>
            <a:ext cx="5715000" cy="4846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45092" name="Object 4"/>
          <p:cNvGraphicFramePr>
            <a:graphicFrameLocks noChangeAspect="1"/>
          </p:cNvGraphicFramePr>
          <p:nvPr/>
        </p:nvGraphicFramePr>
        <p:xfrm>
          <a:off x="5148263" y="2551113"/>
          <a:ext cx="3941762" cy="1022350"/>
        </p:xfrm>
        <a:graphic>
          <a:graphicData uri="http://schemas.openxmlformats.org/presentationml/2006/ole">
            <mc:AlternateContent xmlns:mc="http://schemas.openxmlformats.org/markup-compatibility/2006">
              <mc:Choice xmlns:v="urn:schemas-microsoft-com:vml" Requires="v">
                <p:oleObj spid="_x0000_s60466" name="公式" r:id="rId4" imgW="1650960" imgH="431640" progId="Equation.3">
                  <p:embed/>
                </p:oleObj>
              </mc:Choice>
              <mc:Fallback>
                <p:oleObj name="公式" r:id="rId4" imgW="1650960" imgH="431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48263" y="2551113"/>
                        <a:ext cx="3941762"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5093" name="Object 5"/>
          <p:cNvGraphicFramePr>
            <a:graphicFrameLocks noChangeAspect="1"/>
          </p:cNvGraphicFramePr>
          <p:nvPr/>
        </p:nvGraphicFramePr>
        <p:xfrm>
          <a:off x="5216525" y="5373688"/>
          <a:ext cx="3244850" cy="1022350"/>
        </p:xfrm>
        <a:graphic>
          <a:graphicData uri="http://schemas.openxmlformats.org/presentationml/2006/ole">
            <mc:AlternateContent xmlns:mc="http://schemas.openxmlformats.org/markup-compatibility/2006">
              <mc:Choice xmlns:v="urn:schemas-microsoft-com:vml" Requires="v">
                <p:oleObj spid="_x0000_s60467" name="公式" r:id="rId6" imgW="1358640" imgH="431640" progId="Equation.3">
                  <p:embed/>
                </p:oleObj>
              </mc:Choice>
              <mc:Fallback>
                <p:oleObj name="公式" r:id="rId6" imgW="1358640" imgH="4316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16525" y="5373688"/>
                        <a:ext cx="3244850"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2128396484"/>
              </p:ext>
            </p:extLst>
          </p:nvPr>
        </p:nvGraphicFramePr>
        <p:xfrm>
          <a:off x="2315635" y="1226747"/>
          <a:ext cx="6837363" cy="787400"/>
        </p:xfrm>
        <a:graphic>
          <a:graphicData uri="http://schemas.openxmlformats.org/presentationml/2006/ole">
            <mc:AlternateContent xmlns:mc="http://schemas.openxmlformats.org/markup-compatibility/2006">
              <mc:Choice xmlns:v="urn:schemas-microsoft-com:vml" Requires="v">
                <p:oleObj spid="_x0000_s60468" name="Equation" r:id="rId8" imgW="2066992" imgH="171450" progId="Equation.3">
                  <p:embed/>
                </p:oleObj>
              </mc:Choice>
              <mc:Fallback>
                <p:oleObj name="Equation" r:id="rId8" imgW="2066992" imgH="17145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15635" y="1226747"/>
                        <a:ext cx="6837363"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95052323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45092"/>
                                        </p:tgtEl>
                                        <p:attrNameLst>
                                          <p:attrName>style.visibility</p:attrName>
                                        </p:attrNameLst>
                                      </p:cBhvr>
                                      <p:to>
                                        <p:strVal val="visible"/>
                                      </p:to>
                                    </p:set>
                                    <p:anim calcmode="lin" valueType="num">
                                      <p:cBhvr additive="base">
                                        <p:cTn id="7" dur="500" fill="hold"/>
                                        <p:tgtEl>
                                          <p:spTgt spid="345092"/>
                                        </p:tgtEl>
                                        <p:attrNameLst>
                                          <p:attrName>ppt_x</p:attrName>
                                        </p:attrNameLst>
                                      </p:cBhvr>
                                      <p:tavLst>
                                        <p:tav tm="0">
                                          <p:val>
                                            <p:strVal val="#ppt_x"/>
                                          </p:val>
                                        </p:tav>
                                        <p:tav tm="100000">
                                          <p:val>
                                            <p:strVal val="#ppt_x"/>
                                          </p:val>
                                        </p:tav>
                                      </p:tavLst>
                                    </p:anim>
                                    <p:anim calcmode="lin" valueType="num">
                                      <p:cBhvr additive="base">
                                        <p:cTn id="8" dur="500" fill="hold"/>
                                        <p:tgtEl>
                                          <p:spTgt spid="34509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45093"/>
                                        </p:tgtEl>
                                        <p:attrNameLst>
                                          <p:attrName>style.visibility</p:attrName>
                                        </p:attrNameLst>
                                      </p:cBhvr>
                                      <p:to>
                                        <p:strVal val="visible"/>
                                      </p:to>
                                    </p:set>
                                    <p:anim calcmode="lin" valueType="num">
                                      <p:cBhvr additive="base">
                                        <p:cTn id="13" dur="500" fill="hold"/>
                                        <p:tgtEl>
                                          <p:spTgt spid="345093"/>
                                        </p:tgtEl>
                                        <p:attrNameLst>
                                          <p:attrName>ppt_x</p:attrName>
                                        </p:attrNameLst>
                                      </p:cBhvr>
                                      <p:tavLst>
                                        <p:tav tm="0">
                                          <p:val>
                                            <p:strVal val="#ppt_x"/>
                                          </p:val>
                                        </p:tav>
                                        <p:tav tm="100000">
                                          <p:val>
                                            <p:strVal val="#ppt_x"/>
                                          </p:val>
                                        </p:tav>
                                      </p:tavLst>
                                    </p:anim>
                                    <p:anim calcmode="lin" valueType="num">
                                      <p:cBhvr additive="base">
                                        <p:cTn id="14" dur="500" fill="hold"/>
                                        <p:tgtEl>
                                          <p:spTgt spid="34509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0-#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fld id="{66108600-36A0-412C-8BE7-D7EFFB50F209}" type="slidenum">
              <a:rPr lang="zh-CN" altLang="en-US"/>
              <a:pPr>
                <a:defRPr/>
              </a:pPr>
              <a:t>37</a:t>
            </a:fld>
            <a:endParaRPr lang="en-US" altLang="zh-CN"/>
          </a:p>
        </p:txBody>
      </p:sp>
      <p:sp>
        <p:nvSpPr>
          <p:cNvPr id="39939" name="Text Box 2"/>
          <p:cNvSpPr txBox="1">
            <a:spLocks noChangeArrowheads="1"/>
          </p:cNvSpPr>
          <p:nvPr/>
        </p:nvSpPr>
        <p:spPr bwMode="auto">
          <a:xfrm>
            <a:off x="152400" y="457200"/>
            <a:ext cx="35972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3200" b="1" i="1">
                <a:solidFill>
                  <a:schemeClr val="tx1"/>
                </a:solidFill>
                <a:effectLst/>
              </a:rPr>
              <a:t>f(x)=exp(x)*ln(x)-x</a:t>
            </a:r>
            <a:r>
              <a:rPr lang="en-US" altLang="zh-CN" sz="3200" b="1" i="1" baseline="30000">
                <a:solidFill>
                  <a:schemeClr val="tx1"/>
                </a:solidFill>
                <a:effectLst/>
              </a:rPr>
              <a:t>2</a:t>
            </a:r>
            <a:endParaRPr lang="zh-CN" altLang="en-US" sz="3200" b="1" i="1" baseline="30000">
              <a:solidFill>
                <a:schemeClr val="tx1"/>
              </a:solidFill>
              <a:effectLst/>
            </a:endParaRPr>
          </a:p>
        </p:txBody>
      </p:sp>
      <p:sp>
        <p:nvSpPr>
          <p:cNvPr id="39940" name="Text Box 3"/>
          <p:cNvSpPr txBox="1">
            <a:spLocks noChangeArrowheads="1"/>
          </p:cNvSpPr>
          <p:nvPr/>
        </p:nvSpPr>
        <p:spPr bwMode="auto">
          <a:xfrm>
            <a:off x="4267200" y="533400"/>
            <a:ext cx="13922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2800" b="1" i="1">
                <a:solidFill>
                  <a:schemeClr val="tx1"/>
                </a:solidFill>
                <a:effectLst/>
              </a:rPr>
              <a:t>f(1)=-1</a:t>
            </a:r>
            <a:endParaRPr lang="zh-CN" altLang="en-US" sz="2800" b="1" i="1" baseline="30000">
              <a:solidFill>
                <a:schemeClr val="tx1"/>
              </a:solidFill>
              <a:effectLst/>
            </a:endParaRPr>
          </a:p>
        </p:txBody>
      </p:sp>
      <p:sp>
        <p:nvSpPr>
          <p:cNvPr id="39941" name="Text Box 4"/>
          <p:cNvSpPr txBox="1">
            <a:spLocks noChangeArrowheads="1"/>
          </p:cNvSpPr>
          <p:nvPr/>
        </p:nvSpPr>
        <p:spPr bwMode="auto">
          <a:xfrm>
            <a:off x="6019800" y="609600"/>
            <a:ext cx="2895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2800" b="1" i="1">
                <a:solidFill>
                  <a:schemeClr val="tx1"/>
                </a:solidFill>
                <a:effectLst/>
              </a:rPr>
              <a:t>f(2)=1      x</a:t>
            </a:r>
            <a:r>
              <a:rPr lang="en-US" altLang="zh-CN" sz="2800" b="1" i="1">
                <a:solidFill>
                  <a:schemeClr val="tx1"/>
                </a:solidFill>
                <a:effectLst/>
                <a:sym typeface="Symbol" pitchFamily="18" charset="2"/>
              </a:rPr>
              <a:t></a:t>
            </a:r>
            <a:r>
              <a:rPr lang="en-US" altLang="zh-CN" sz="2800" b="1" i="1">
                <a:solidFill>
                  <a:schemeClr val="tx1"/>
                </a:solidFill>
                <a:effectLst/>
              </a:rPr>
              <a:t>[1,2]</a:t>
            </a:r>
            <a:r>
              <a:rPr lang="en-US" altLang="zh-CN" sz="2800" b="1">
                <a:solidFill>
                  <a:schemeClr val="tx1"/>
                </a:solidFill>
                <a:effectLst/>
              </a:rPr>
              <a:t> </a:t>
            </a:r>
            <a:endParaRPr lang="zh-CN" altLang="en-US" sz="2800" b="1">
              <a:solidFill>
                <a:schemeClr val="tx1"/>
              </a:solidFill>
              <a:effectLst/>
            </a:endParaRPr>
          </a:p>
        </p:txBody>
      </p:sp>
      <p:sp>
        <p:nvSpPr>
          <p:cNvPr id="375813" name="Text Box 5"/>
          <p:cNvSpPr txBox="1">
            <a:spLocks noChangeArrowheads="1"/>
          </p:cNvSpPr>
          <p:nvPr/>
        </p:nvSpPr>
        <p:spPr bwMode="auto">
          <a:xfrm>
            <a:off x="609600" y="1447800"/>
            <a:ext cx="2306638" cy="167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600" b="1">
                <a:solidFill>
                  <a:schemeClr val="tx1"/>
                </a:solidFill>
                <a:effectLst>
                  <a:outerShdw blurRad="38100" dist="38100" dir="2700000" algn="tl">
                    <a:srgbClr val="C0C0C0"/>
                  </a:outerShdw>
                </a:effectLst>
              </a:rPr>
              <a:t>A=1.0</a:t>
            </a:r>
          </a:p>
          <a:p>
            <a:pPr>
              <a:defRPr/>
            </a:pPr>
            <a:r>
              <a:rPr lang="en-US" altLang="zh-CN" sz="2600" b="1">
                <a:solidFill>
                  <a:schemeClr val="tx1"/>
                </a:solidFill>
                <a:effectLst>
                  <a:outerShdw blurRad="38100" dist="38100" dir="2700000" algn="tl">
                    <a:srgbClr val="C0C0C0"/>
                  </a:outerShdw>
                </a:effectLst>
              </a:rPr>
              <a:t>B=2.0</a:t>
            </a:r>
          </a:p>
          <a:p>
            <a:pPr>
              <a:defRPr/>
            </a:pPr>
            <a:r>
              <a:rPr lang="en-US" altLang="zh-CN" sz="2600" b="1">
                <a:solidFill>
                  <a:schemeClr val="tx1"/>
                </a:solidFill>
                <a:effectLst>
                  <a:outerShdw blurRad="38100" dist="38100" dir="2700000" algn="tl">
                    <a:srgbClr val="C0C0C0"/>
                  </a:outerShdw>
                </a:effectLst>
              </a:rPr>
              <a:t>DX=(B-A)/10.0</a:t>
            </a:r>
          </a:p>
          <a:p>
            <a:pPr>
              <a:defRPr/>
            </a:pPr>
            <a:r>
              <a:rPr lang="en-US" altLang="zh-CN" sz="2600" b="1">
                <a:solidFill>
                  <a:schemeClr val="tx1"/>
                </a:solidFill>
                <a:effectLst>
                  <a:outerShdw blurRad="38100" dist="38100" dir="2700000" algn="tl">
                    <a:srgbClr val="C0C0C0"/>
                  </a:outerShdw>
                </a:effectLst>
              </a:rPr>
              <a:t>X0=(A+B)/2.0</a:t>
            </a:r>
          </a:p>
        </p:txBody>
      </p:sp>
      <p:sp>
        <p:nvSpPr>
          <p:cNvPr id="375814" name="Text Box 6"/>
          <p:cNvSpPr txBox="1">
            <a:spLocks noChangeArrowheads="1"/>
          </p:cNvSpPr>
          <p:nvPr/>
        </p:nvSpPr>
        <p:spPr bwMode="auto">
          <a:xfrm>
            <a:off x="457200" y="4800600"/>
            <a:ext cx="4191000" cy="128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2600" b="1">
                <a:solidFill>
                  <a:schemeClr val="tx1"/>
                </a:solidFill>
                <a:effectLst>
                  <a:outerShdw blurRad="38100" dist="38100" dir="2700000" algn="tl">
                    <a:srgbClr val="C0C0C0"/>
                  </a:outerShdw>
                </a:effectLst>
              </a:rPr>
              <a:t>WRITE(*,*) ISTEP,X0,DX</a:t>
            </a:r>
          </a:p>
          <a:p>
            <a:pPr>
              <a:defRPr/>
            </a:pPr>
            <a:r>
              <a:rPr lang="en-US" altLang="zh-CN" sz="2600" b="1">
                <a:solidFill>
                  <a:schemeClr val="tx1"/>
                </a:solidFill>
                <a:effectLst>
                  <a:outerShdw blurRad="38100" dist="38100" dir="2700000" algn="tl">
                    <a:srgbClr val="C0C0C0"/>
                  </a:outerShdw>
                </a:effectLst>
              </a:rPr>
              <a:t>STOP</a:t>
            </a:r>
          </a:p>
          <a:p>
            <a:pPr>
              <a:defRPr/>
            </a:pPr>
            <a:r>
              <a:rPr lang="en-US" altLang="zh-CN" sz="2600" b="1">
                <a:solidFill>
                  <a:schemeClr val="tx1"/>
                </a:solidFill>
                <a:effectLst>
                  <a:outerShdw blurRad="38100" dist="38100" dir="2700000" algn="tl">
                    <a:srgbClr val="C0C0C0"/>
                  </a:outerShdw>
                </a:effectLst>
              </a:rPr>
              <a:t>END</a:t>
            </a:r>
          </a:p>
        </p:txBody>
      </p:sp>
      <p:sp>
        <p:nvSpPr>
          <p:cNvPr id="375815" name="Text Box 7"/>
          <p:cNvSpPr txBox="1">
            <a:spLocks noChangeArrowheads="1"/>
          </p:cNvSpPr>
          <p:nvPr/>
        </p:nvSpPr>
        <p:spPr bwMode="auto">
          <a:xfrm>
            <a:off x="381000" y="4191000"/>
            <a:ext cx="449421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600" b="1">
                <a:solidFill>
                  <a:schemeClr val="tx1"/>
                </a:solidFill>
                <a:effectLst>
                  <a:outerShdw blurRad="38100" dist="38100" dir="2700000" algn="tl">
                    <a:srgbClr val="C0C0C0"/>
                  </a:outerShdw>
                </a:effectLst>
              </a:rPr>
              <a:t>Call secant(DL,X0,DX,ISTEP)</a:t>
            </a:r>
          </a:p>
        </p:txBody>
      </p:sp>
      <p:sp>
        <p:nvSpPr>
          <p:cNvPr id="39945" name="Text Box 8"/>
          <p:cNvSpPr txBox="1">
            <a:spLocks noChangeArrowheads="1"/>
          </p:cNvSpPr>
          <p:nvPr/>
        </p:nvSpPr>
        <p:spPr bwMode="auto">
          <a:xfrm>
            <a:off x="5105400" y="2133600"/>
            <a:ext cx="40386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2800" b="1">
                <a:solidFill>
                  <a:schemeClr val="tx1"/>
                </a:solidFill>
                <a:effectLst/>
              </a:rPr>
              <a:t>FUNCTION F(X)</a:t>
            </a:r>
          </a:p>
          <a:p>
            <a:r>
              <a:rPr lang="en-US" altLang="zh-CN" sz="2800" b="1">
                <a:solidFill>
                  <a:schemeClr val="tx1"/>
                </a:solidFill>
                <a:effectLst/>
              </a:rPr>
              <a:t>F=exp(x)*ALOG(x)-X*X</a:t>
            </a:r>
          </a:p>
          <a:p>
            <a:r>
              <a:rPr lang="en-US" altLang="zh-CN" sz="2800" b="1">
                <a:solidFill>
                  <a:schemeClr val="tx1"/>
                </a:solidFill>
                <a:effectLst/>
              </a:rPr>
              <a:t>RETURN</a:t>
            </a:r>
          </a:p>
          <a:p>
            <a:r>
              <a:rPr lang="en-US" altLang="zh-CN" sz="2800" b="1">
                <a:solidFill>
                  <a:schemeClr val="tx1"/>
                </a:solidFill>
                <a:effectLst/>
              </a:rPr>
              <a:t>END</a:t>
            </a:r>
            <a:endParaRPr lang="en-US" altLang="zh-CN" sz="2800" b="1" baseline="30000">
              <a:solidFill>
                <a:schemeClr val="tx1"/>
              </a:solidFill>
              <a:effectLst/>
            </a:endParaRPr>
          </a:p>
        </p:txBody>
      </p:sp>
      <p:sp>
        <p:nvSpPr>
          <p:cNvPr id="375817" name="Text Box 9"/>
          <p:cNvSpPr txBox="1">
            <a:spLocks noChangeArrowheads="1"/>
          </p:cNvSpPr>
          <p:nvPr/>
        </p:nvSpPr>
        <p:spPr bwMode="auto">
          <a:xfrm>
            <a:off x="609600" y="3352800"/>
            <a:ext cx="19050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600" b="1">
                <a:solidFill>
                  <a:schemeClr val="tx1"/>
                </a:solidFill>
                <a:effectLst>
                  <a:outerShdw blurRad="38100" dist="38100" dir="2700000" algn="tl">
                    <a:srgbClr val="C0C0C0"/>
                  </a:outerShdw>
                </a:effectLst>
              </a:rPr>
              <a:t>DL=1.0E-06</a:t>
            </a:r>
          </a:p>
        </p:txBody>
      </p:sp>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75813"/>
                                        </p:tgtEl>
                                        <p:attrNameLst>
                                          <p:attrName>style.visibility</p:attrName>
                                        </p:attrNameLst>
                                      </p:cBhvr>
                                      <p:to>
                                        <p:strVal val="visible"/>
                                      </p:to>
                                    </p:set>
                                    <p:anim calcmode="lin" valueType="num">
                                      <p:cBhvr additive="base">
                                        <p:cTn id="7" dur="500" fill="hold"/>
                                        <p:tgtEl>
                                          <p:spTgt spid="375813"/>
                                        </p:tgtEl>
                                        <p:attrNameLst>
                                          <p:attrName>ppt_x</p:attrName>
                                        </p:attrNameLst>
                                      </p:cBhvr>
                                      <p:tavLst>
                                        <p:tav tm="0">
                                          <p:val>
                                            <p:strVal val="0-#ppt_w/2"/>
                                          </p:val>
                                        </p:tav>
                                        <p:tav tm="100000">
                                          <p:val>
                                            <p:strVal val="#ppt_x"/>
                                          </p:val>
                                        </p:tav>
                                      </p:tavLst>
                                    </p:anim>
                                    <p:anim calcmode="lin" valueType="num">
                                      <p:cBhvr additive="base">
                                        <p:cTn id="8" dur="500" fill="hold"/>
                                        <p:tgtEl>
                                          <p:spTgt spid="37581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75817"/>
                                        </p:tgtEl>
                                        <p:attrNameLst>
                                          <p:attrName>style.visibility</p:attrName>
                                        </p:attrNameLst>
                                      </p:cBhvr>
                                      <p:to>
                                        <p:strVal val="visible"/>
                                      </p:to>
                                    </p:set>
                                    <p:anim calcmode="lin" valueType="num">
                                      <p:cBhvr additive="base">
                                        <p:cTn id="13" dur="500" fill="hold"/>
                                        <p:tgtEl>
                                          <p:spTgt spid="375817"/>
                                        </p:tgtEl>
                                        <p:attrNameLst>
                                          <p:attrName>ppt_x</p:attrName>
                                        </p:attrNameLst>
                                      </p:cBhvr>
                                      <p:tavLst>
                                        <p:tav tm="0">
                                          <p:val>
                                            <p:strVal val="0-#ppt_w/2"/>
                                          </p:val>
                                        </p:tav>
                                        <p:tav tm="100000">
                                          <p:val>
                                            <p:strVal val="#ppt_x"/>
                                          </p:val>
                                        </p:tav>
                                      </p:tavLst>
                                    </p:anim>
                                    <p:anim calcmode="lin" valueType="num">
                                      <p:cBhvr additive="base">
                                        <p:cTn id="14" dur="500" fill="hold"/>
                                        <p:tgtEl>
                                          <p:spTgt spid="37581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75815"/>
                                        </p:tgtEl>
                                        <p:attrNameLst>
                                          <p:attrName>style.visibility</p:attrName>
                                        </p:attrNameLst>
                                      </p:cBhvr>
                                      <p:to>
                                        <p:strVal val="visible"/>
                                      </p:to>
                                    </p:set>
                                    <p:anim calcmode="lin" valueType="num">
                                      <p:cBhvr additive="base">
                                        <p:cTn id="19" dur="500" fill="hold"/>
                                        <p:tgtEl>
                                          <p:spTgt spid="375815"/>
                                        </p:tgtEl>
                                        <p:attrNameLst>
                                          <p:attrName>ppt_x</p:attrName>
                                        </p:attrNameLst>
                                      </p:cBhvr>
                                      <p:tavLst>
                                        <p:tav tm="0">
                                          <p:val>
                                            <p:strVal val="0-#ppt_w/2"/>
                                          </p:val>
                                        </p:tav>
                                        <p:tav tm="100000">
                                          <p:val>
                                            <p:strVal val="#ppt_x"/>
                                          </p:val>
                                        </p:tav>
                                      </p:tavLst>
                                    </p:anim>
                                    <p:anim calcmode="lin" valueType="num">
                                      <p:cBhvr additive="base">
                                        <p:cTn id="20" dur="500" fill="hold"/>
                                        <p:tgtEl>
                                          <p:spTgt spid="375815"/>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75814"/>
                                        </p:tgtEl>
                                        <p:attrNameLst>
                                          <p:attrName>style.visibility</p:attrName>
                                        </p:attrNameLst>
                                      </p:cBhvr>
                                      <p:to>
                                        <p:strVal val="visible"/>
                                      </p:to>
                                    </p:set>
                                    <p:anim calcmode="lin" valueType="num">
                                      <p:cBhvr additive="base">
                                        <p:cTn id="25" dur="500" fill="hold"/>
                                        <p:tgtEl>
                                          <p:spTgt spid="375814"/>
                                        </p:tgtEl>
                                        <p:attrNameLst>
                                          <p:attrName>ppt_x</p:attrName>
                                        </p:attrNameLst>
                                      </p:cBhvr>
                                      <p:tavLst>
                                        <p:tav tm="0">
                                          <p:val>
                                            <p:strVal val="0-#ppt_w/2"/>
                                          </p:val>
                                        </p:tav>
                                        <p:tav tm="100000">
                                          <p:val>
                                            <p:strVal val="#ppt_x"/>
                                          </p:val>
                                        </p:tav>
                                      </p:tavLst>
                                    </p:anim>
                                    <p:anim calcmode="lin" valueType="num">
                                      <p:cBhvr additive="base">
                                        <p:cTn id="26" dur="500" fill="hold"/>
                                        <p:tgtEl>
                                          <p:spTgt spid="3758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13" grpId="0" autoUpdateAnimBg="0"/>
      <p:bldP spid="375814" grpId="0" autoUpdateAnimBg="0"/>
      <p:bldP spid="375815" grpId="0" autoUpdateAnimBg="0"/>
      <p:bldP spid="375817"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fld id="{A9DFA405-099E-4A09-8329-7DA0BA58D4E2}" type="slidenum">
              <a:rPr lang="zh-CN" altLang="en-US"/>
              <a:pPr>
                <a:defRPr/>
              </a:pPr>
              <a:t>38</a:t>
            </a:fld>
            <a:endParaRPr lang="en-US" altLang="zh-CN"/>
          </a:p>
        </p:txBody>
      </p:sp>
      <p:sp>
        <p:nvSpPr>
          <p:cNvPr id="376834" name="Text Box 2"/>
          <p:cNvSpPr txBox="1">
            <a:spLocks noChangeArrowheads="1"/>
          </p:cNvSpPr>
          <p:nvPr/>
        </p:nvSpPr>
        <p:spPr bwMode="auto">
          <a:xfrm>
            <a:off x="381000" y="2362200"/>
            <a:ext cx="4578350" cy="247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600" b="1">
                <a:solidFill>
                  <a:schemeClr val="tx1"/>
                </a:solidFill>
                <a:effectLst>
                  <a:outerShdw blurRad="38100" dist="38100" dir="2700000" algn="tl">
                    <a:srgbClr val="C0C0C0"/>
                  </a:outerShdw>
                </a:effectLst>
              </a:rPr>
              <a:t>DO WHILE(ABS(DX).GT.DL)</a:t>
            </a:r>
          </a:p>
          <a:p>
            <a:pPr>
              <a:defRPr/>
            </a:pPr>
            <a:r>
              <a:rPr lang="en-US" altLang="zh-CN" sz="2600" b="1">
                <a:solidFill>
                  <a:schemeClr val="tx1"/>
                </a:solidFill>
                <a:effectLst>
                  <a:outerShdw blurRad="38100" dist="38100" dir="2700000" algn="tl">
                    <a:srgbClr val="C0C0C0"/>
                  </a:outerShdw>
                </a:effectLst>
              </a:rPr>
              <a:t>D= F(X1)- F(X0)</a:t>
            </a:r>
          </a:p>
          <a:p>
            <a:pPr>
              <a:defRPr/>
            </a:pPr>
            <a:r>
              <a:rPr lang="en-US" altLang="zh-CN" sz="2600" b="1">
                <a:solidFill>
                  <a:schemeClr val="tx1"/>
                </a:solidFill>
                <a:effectLst>
                  <a:outerShdw blurRad="38100" dist="38100" dir="2700000" algn="tl">
                    <a:srgbClr val="C0C0C0"/>
                  </a:outerShdw>
                </a:effectLst>
              </a:rPr>
              <a:t>X2=X1-(X1-X0)* F(X1)/D</a:t>
            </a:r>
          </a:p>
          <a:p>
            <a:pPr>
              <a:defRPr/>
            </a:pPr>
            <a:r>
              <a:rPr lang="en-US" altLang="zh-CN" sz="2600" b="1">
                <a:solidFill>
                  <a:schemeClr val="tx1"/>
                </a:solidFill>
                <a:effectLst>
                  <a:outerShdw blurRad="38100" dist="38100" dir="2700000" algn="tl">
                    <a:srgbClr val="C0C0C0"/>
                  </a:outerShdw>
                </a:effectLst>
              </a:rPr>
              <a:t>X0=X1</a:t>
            </a:r>
          </a:p>
          <a:p>
            <a:pPr>
              <a:defRPr/>
            </a:pPr>
            <a:r>
              <a:rPr lang="en-US" altLang="zh-CN" sz="2600" b="1">
                <a:solidFill>
                  <a:schemeClr val="tx1"/>
                </a:solidFill>
                <a:effectLst>
                  <a:outerShdw blurRad="38100" dist="38100" dir="2700000" algn="tl">
                    <a:srgbClr val="C0C0C0"/>
                  </a:outerShdw>
                </a:effectLst>
              </a:rPr>
              <a:t>X1=X2</a:t>
            </a:r>
          </a:p>
          <a:p>
            <a:pPr>
              <a:defRPr/>
            </a:pPr>
            <a:r>
              <a:rPr lang="en-US" altLang="zh-CN" sz="2600" b="1">
                <a:solidFill>
                  <a:schemeClr val="tx1"/>
                </a:solidFill>
                <a:effectLst>
                  <a:outerShdw blurRad="38100" dist="38100" dir="2700000" algn="tl">
                    <a:srgbClr val="C0C0C0"/>
                  </a:outerShdw>
                </a:effectLst>
              </a:rPr>
              <a:t>DX=X1-X0</a:t>
            </a:r>
          </a:p>
        </p:txBody>
      </p:sp>
      <p:sp>
        <p:nvSpPr>
          <p:cNvPr id="376835" name="Text Box 3"/>
          <p:cNvSpPr txBox="1">
            <a:spLocks noChangeArrowheads="1"/>
          </p:cNvSpPr>
          <p:nvPr/>
        </p:nvSpPr>
        <p:spPr bwMode="auto">
          <a:xfrm>
            <a:off x="457200" y="1295400"/>
            <a:ext cx="1844675"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600" b="1">
                <a:solidFill>
                  <a:schemeClr val="tx1"/>
                </a:solidFill>
                <a:effectLst>
                  <a:outerShdw blurRad="38100" dist="38100" dir="2700000" algn="tl">
                    <a:srgbClr val="C0C0C0"/>
                  </a:outerShdw>
                </a:effectLst>
              </a:rPr>
              <a:t>X1=X0+DX</a:t>
            </a:r>
          </a:p>
          <a:p>
            <a:pPr>
              <a:defRPr/>
            </a:pPr>
            <a:r>
              <a:rPr lang="en-US" altLang="zh-CN" sz="2600" b="1">
                <a:solidFill>
                  <a:schemeClr val="tx1"/>
                </a:solidFill>
                <a:effectLst>
                  <a:outerShdw blurRad="38100" dist="38100" dir="2700000" algn="tl">
                    <a:srgbClr val="C0C0C0"/>
                  </a:outerShdw>
                </a:effectLst>
              </a:rPr>
              <a:t>ISTEP=0</a:t>
            </a:r>
          </a:p>
        </p:txBody>
      </p:sp>
      <p:sp>
        <p:nvSpPr>
          <p:cNvPr id="376836" name="Text Box 4"/>
          <p:cNvSpPr txBox="1">
            <a:spLocks noChangeArrowheads="1"/>
          </p:cNvSpPr>
          <p:nvPr/>
        </p:nvSpPr>
        <p:spPr bwMode="auto">
          <a:xfrm>
            <a:off x="381000" y="4876800"/>
            <a:ext cx="2638425"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600" b="1">
                <a:solidFill>
                  <a:schemeClr val="tx1"/>
                </a:solidFill>
                <a:effectLst>
                  <a:outerShdw blurRad="38100" dist="38100" dir="2700000" algn="tl">
                    <a:srgbClr val="C0C0C0"/>
                  </a:outerShdw>
                </a:effectLst>
              </a:rPr>
              <a:t>ISTEP=ISTEP+1</a:t>
            </a:r>
          </a:p>
          <a:p>
            <a:pPr>
              <a:defRPr/>
            </a:pPr>
            <a:r>
              <a:rPr lang="en-US" altLang="zh-CN" sz="2600" b="1">
                <a:solidFill>
                  <a:schemeClr val="tx1"/>
                </a:solidFill>
                <a:effectLst>
                  <a:outerShdw blurRad="38100" dist="38100" dir="2700000" algn="tl">
                    <a:srgbClr val="C0C0C0"/>
                  </a:outerShdw>
                </a:effectLst>
              </a:rPr>
              <a:t>ENDDO</a:t>
            </a:r>
          </a:p>
        </p:txBody>
      </p:sp>
      <p:sp>
        <p:nvSpPr>
          <p:cNvPr id="376837" name="Text Box 5"/>
          <p:cNvSpPr txBox="1">
            <a:spLocks noChangeArrowheads="1"/>
          </p:cNvSpPr>
          <p:nvPr/>
        </p:nvSpPr>
        <p:spPr bwMode="auto">
          <a:xfrm>
            <a:off x="152400" y="457200"/>
            <a:ext cx="6091238"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600" b="1">
                <a:solidFill>
                  <a:schemeClr val="tx1"/>
                </a:solidFill>
                <a:effectLst>
                  <a:outerShdw blurRad="38100" dist="38100" dir="2700000" algn="tl">
                    <a:srgbClr val="C0C0C0"/>
                  </a:outerShdw>
                </a:effectLst>
              </a:rPr>
              <a:t>SUBROUTINE secant(DL,X0,DX,ISTEP)</a:t>
            </a:r>
          </a:p>
        </p:txBody>
      </p:sp>
      <p:sp>
        <p:nvSpPr>
          <p:cNvPr id="376838" name="Text Box 6"/>
          <p:cNvSpPr txBox="1">
            <a:spLocks noChangeArrowheads="1"/>
          </p:cNvSpPr>
          <p:nvPr/>
        </p:nvSpPr>
        <p:spPr bwMode="auto">
          <a:xfrm>
            <a:off x="457200" y="5715000"/>
            <a:ext cx="168592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2800" b="1">
                <a:solidFill>
                  <a:schemeClr val="tx1"/>
                </a:solidFill>
                <a:effectLst/>
              </a:rPr>
              <a:t>RETURN</a:t>
            </a:r>
          </a:p>
          <a:p>
            <a:r>
              <a:rPr lang="en-US" altLang="zh-CN" sz="2800" b="1">
                <a:solidFill>
                  <a:schemeClr val="tx1"/>
                </a:solidFill>
                <a:effectLst/>
              </a:rPr>
              <a:t>END</a:t>
            </a:r>
          </a:p>
        </p:txBody>
      </p:sp>
      <p:graphicFrame>
        <p:nvGraphicFramePr>
          <p:cNvPr id="376839" name="Object 7"/>
          <p:cNvGraphicFramePr>
            <a:graphicFrameLocks noChangeAspect="1"/>
          </p:cNvGraphicFramePr>
          <p:nvPr/>
        </p:nvGraphicFramePr>
        <p:xfrm>
          <a:off x="4038600" y="4038600"/>
          <a:ext cx="4800600" cy="665163"/>
        </p:xfrm>
        <a:graphic>
          <a:graphicData uri="http://schemas.openxmlformats.org/presentationml/2006/ole">
            <mc:AlternateContent xmlns:mc="http://schemas.openxmlformats.org/markup-compatibility/2006">
              <mc:Choice xmlns:v="urn:schemas-microsoft-com:vml" Requires="v">
                <p:oleObj spid="_x0000_s40997" name="Equation" r:id="rId3" imgW="2072736" imgH="182880" progId="Equation.3">
                  <p:embed/>
                </p:oleObj>
              </mc:Choice>
              <mc:Fallback>
                <p:oleObj name="Equation" r:id="rId3" imgW="2072736" imgH="18288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8600" y="4038600"/>
                        <a:ext cx="4800600" cy="665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76835"/>
                                        </p:tgtEl>
                                        <p:attrNameLst>
                                          <p:attrName>style.visibility</p:attrName>
                                        </p:attrNameLst>
                                      </p:cBhvr>
                                      <p:to>
                                        <p:strVal val="visible"/>
                                      </p:to>
                                    </p:set>
                                    <p:anim calcmode="lin" valueType="num">
                                      <p:cBhvr additive="base">
                                        <p:cTn id="7" dur="500" fill="hold"/>
                                        <p:tgtEl>
                                          <p:spTgt spid="376835"/>
                                        </p:tgtEl>
                                        <p:attrNameLst>
                                          <p:attrName>ppt_x</p:attrName>
                                        </p:attrNameLst>
                                      </p:cBhvr>
                                      <p:tavLst>
                                        <p:tav tm="0">
                                          <p:val>
                                            <p:strVal val="0-#ppt_w/2"/>
                                          </p:val>
                                        </p:tav>
                                        <p:tav tm="100000">
                                          <p:val>
                                            <p:strVal val="#ppt_x"/>
                                          </p:val>
                                        </p:tav>
                                      </p:tavLst>
                                    </p:anim>
                                    <p:anim calcmode="lin" valueType="num">
                                      <p:cBhvr additive="base">
                                        <p:cTn id="8" dur="500" fill="hold"/>
                                        <p:tgtEl>
                                          <p:spTgt spid="37683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76839"/>
                                        </p:tgtEl>
                                        <p:attrNameLst>
                                          <p:attrName>style.visibility</p:attrName>
                                        </p:attrNameLst>
                                      </p:cBhvr>
                                      <p:to>
                                        <p:strVal val="visible"/>
                                      </p:to>
                                    </p:set>
                                    <p:anim calcmode="lin" valueType="num">
                                      <p:cBhvr additive="base">
                                        <p:cTn id="13" dur="500" fill="hold"/>
                                        <p:tgtEl>
                                          <p:spTgt spid="376839"/>
                                        </p:tgtEl>
                                        <p:attrNameLst>
                                          <p:attrName>ppt_x</p:attrName>
                                        </p:attrNameLst>
                                      </p:cBhvr>
                                      <p:tavLst>
                                        <p:tav tm="0">
                                          <p:val>
                                            <p:strVal val="0-#ppt_w/2"/>
                                          </p:val>
                                        </p:tav>
                                        <p:tav tm="100000">
                                          <p:val>
                                            <p:strVal val="#ppt_x"/>
                                          </p:val>
                                        </p:tav>
                                      </p:tavLst>
                                    </p:anim>
                                    <p:anim calcmode="lin" valueType="num">
                                      <p:cBhvr additive="base">
                                        <p:cTn id="14" dur="500" fill="hold"/>
                                        <p:tgtEl>
                                          <p:spTgt spid="37683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76834"/>
                                        </p:tgtEl>
                                        <p:attrNameLst>
                                          <p:attrName>style.visibility</p:attrName>
                                        </p:attrNameLst>
                                      </p:cBhvr>
                                      <p:to>
                                        <p:strVal val="visible"/>
                                      </p:to>
                                    </p:set>
                                    <p:anim calcmode="lin" valueType="num">
                                      <p:cBhvr additive="base">
                                        <p:cTn id="19" dur="500" fill="hold"/>
                                        <p:tgtEl>
                                          <p:spTgt spid="376834"/>
                                        </p:tgtEl>
                                        <p:attrNameLst>
                                          <p:attrName>ppt_x</p:attrName>
                                        </p:attrNameLst>
                                      </p:cBhvr>
                                      <p:tavLst>
                                        <p:tav tm="0">
                                          <p:val>
                                            <p:strVal val="0-#ppt_w/2"/>
                                          </p:val>
                                        </p:tav>
                                        <p:tav tm="100000">
                                          <p:val>
                                            <p:strVal val="#ppt_x"/>
                                          </p:val>
                                        </p:tav>
                                      </p:tavLst>
                                    </p:anim>
                                    <p:anim calcmode="lin" valueType="num">
                                      <p:cBhvr additive="base">
                                        <p:cTn id="20" dur="500" fill="hold"/>
                                        <p:tgtEl>
                                          <p:spTgt spid="37683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76836"/>
                                        </p:tgtEl>
                                        <p:attrNameLst>
                                          <p:attrName>style.visibility</p:attrName>
                                        </p:attrNameLst>
                                      </p:cBhvr>
                                      <p:to>
                                        <p:strVal val="visible"/>
                                      </p:to>
                                    </p:set>
                                    <p:anim calcmode="lin" valueType="num">
                                      <p:cBhvr additive="base">
                                        <p:cTn id="25" dur="500" fill="hold"/>
                                        <p:tgtEl>
                                          <p:spTgt spid="376836"/>
                                        </p:tgtEl>
                                        <p:attrNameLst>
                                          <p:attrName>ppt_x</p:attrName>
                                        </p:attrNameLst>
                                      </p:cBhvr>
                                      <p:tavLst>
                                        <p:tav tm="0">
                                          <p:val>
                                            <p:strVal val="0-#ppt_w/2"/>
                                          </p:val>
                                        </p:tav>
                                        <p:tav tm="100000">
                                          <p:val>
                                            <p:strVal val="#ppt_x"/>
                                          </p:val>
                                        </p:tav>
                                      </p:tavLst>
                                    </p:anim>
                                    <p:anim calcmode="lin" valueType="num">
                                      <p:cBhvr additive="base">
                                        <p:cTn id="26" dur="500" fill="hold"/>
                                        <p:tgtEl>
                                          <p:spTgt spid="376836"/>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76838"/>
                                        </p:tgtEl>
                                        <p:attrNameLst>
                                          <p:attrName>style.visibility</p:attrName>
                                        </p:attrNameLst>
                                      </p:cBhvr>
                                      <p:to>
                                        <p:strVal val="visible"/>
                                      </p:to>
                                    </p:set>
                                    <p:anim calcmode="lin" valueType="num">
                                      <p:cBhvr additive="base">
                                        <p:cTn id="31" dur="500" fill="hold"/>
                                        <p:tgtEl>
                                          <p:spTgt spid="376838"/>
                                        </p:tgtEl>
                                        <p:attrNameLst>
                                          <p:attrName>ppt_x</p:attrName>
                                        </p:attrNameLst>
                                      </p:cBhvr>
                                      <p:tavLst>
                                        <p:tav tm="0">
                                          <p:val>
                                            <p:strVal val="0-#ppt_w/2"/>
                                          </p:val>
                                        </p:tav>
                                        <p:tav tm="100000">
                                          <p:val>
                                            <p:strVal val="#ppt_x"/>
                                          </p:val>
                                        </p:tav>
                                      </p:tavLst>
                                    </p:anim>
                                    <p:anim calcmode="lin" valueType="num">
                                      <p:cBhvr additive="base">
                                        <p:cTn id="32" dur="500" fill="hold"/>
                                        <p:tgtEl>
                                          <p:spTgt spid="3768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6834" grpId="0" autoUpdateAnimBg="0"/>
      <p:bldP spid="376835" grpId="0" autoUpdateAnimBg="0"/>
      <p:bldP spid="376836" grpId="0" autoUpdateAnimBg="0"/>
      <p:bldP spid="376838"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31DD92A1-FFA1-41E1-91BB-1D026F1C14A6}" type="slidenum">
              <a:rPr lang="zh-CN" altLang="en-US"/>
              <a:pPr>
                <a:defRPr/>
              </a:pPr>
              <a:t>39</a:t>
            </a:fld>
            <a:endParaRPr lang="en-US" altLang="zh-CN"/>
          </a:p>
        </p:txBody>
      </p:sp>
      <p:sp>
        <p:nvSpPr>
          <p:cNvPr id="528386" name="Text Box 2"/>
          <p:cNvSpPr txBox="1">
            <a:spLocks noChangeArrowheads="1"/>
          </p:cNvSpPr>
          <p:nvPr/>
        </p:nvSpPr>
        <p:spPr bwMode="auto">
          <a:xfrm>
            <a:off x="250825" y="546100"/>
            <a:ext cx="8686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100513" indent="-4100513">
              <a:defRPr sz="2400">
                <a:solidFill>
                  <a:schemeClr val="tx1"/>
                </a:solidFill>
                <a:latin typeface="Times New Roman" pitchFamily="18" charset="0"/>
                <a:ea typeface="宋体" pitchFamily="2" charset="-122"/>
              </a:defRPr>
            </a:lvl1pPr>
            <a:lvl2pPr marL="4291013">
              <a:defRPr sz="2400">
                <a:solidFill>
                  <a:schemeClr val="tx1"/>
                </a:solidFill>
                <a:latin typeface="Times New Roman" pitchFamily="18" charset="0"/>
                <a:ea typeface="宋体" pitchFamily="2" charset="-122"/>
              </a:defRPr>
            </a:lvl2pPr>
            <a:lvl3pPr marL="4481513">
              <a:defRPr sz="2400">
                <a:solidFill>
                  <a:schemeClr val="tx1"/>
                </a:solidFill>
                <a:latin typeface="Times New Roman" pitchFamily="18" charset="0"/>
                <a:ea typeface="宋体" pitchFamily="2" charset="-122"/>
              </a:defRPr>
            </a:lvl3pPr>
            <a:lvl4pPr marL="4672013">
              <a:defRPr sz="2400">
                <a:solidFill>
                  <a:schemeClr val="tx1"/>
                </a:solidFill>
                <a:latin typeface="Times New Roman" pitchFamily="18" charset="0"/>
                <a:ea typeface="宋体" pitchFamily="2" charset="-122"/>
              </a:defRPr>
            </a:lvl4pPr>
            <a:lvl5pPr marL="4862513">
              <a:defRPr sz="2400">
                <a:solidFill>
                  <a:schemeClr val="tx1"/>
                </a:solidFill>
                <a:latin typeface="Times New Roman" pitchFamily="18" charset="0"/>
                <a:ea typeface="宋体" pitchFamily="2" charset="-122"/>
              </a:defRPr>
            </a:lvl5pPr>
            <a:lvl6pPr marL="5319713" eaLnBrk="0" fontAlgn="base" hangingPunct="0">
              <a:spcBef>
                <a:spcPct val="0"/>
              </a:spcBef>
              <a:spcAft>
                <a:spcPct val="0"/>
              </a:spcAft>
              <a:defRPr sz="2400">
                <a:solidFill>
                  <a:schemeClr val="tx1"/>
                </a:solidFill>
                <a:latin typeface="Times New Roman" pitchFamily="18" charset="0"/>
                <a:ea typeface="宋体" pitchFamily="2" charset="-122"/>
              </a:defRPr>
            </a:lvl6pPr>
            <a:lvl7pPr marL="5776913" eaLnBrk="0" fontAlgn="base" hangingPunct="0">
              <a:spcBef>
                <a:spcPct val="0"/>
              </a:spcBef>
              <a:spcAft>
                <a:spcPct val="0"/>
              </a:spcAft>
              <a:defRPr sz="2400">
                <a:solidFill>
                  <a:schemeClr val="tx1"/>
                </a:solidFill>
                <a:latin typeface="Times New Roman" pitchFamily="18" charset="0"/>
                <a:ea typeface="宋体" pitchFamily="2" charset="-122"/>
              </a:defRPr>
            </a:lvl7pPr>
            <a:lvl8pPr marL="6234113" eaLnBrk="0" fontAlgn="base" hangingPunct="0">
              <a:spcBef>
                <a:spcPct val="0"/>
              </a:spcBef>
              <a:spcAft>
                <a:spcPct val="0"/>
              </a:spcAft>
              <a:defRPr sz="2400">
                <a:solidFill>
                  <a:schemeClr val="tx1"/>
                </a:solidFill>
                <a:latin typeface="Times New Roman" pitchFamily="18" charset="0"/>
                <a:ea typeface="宋体" pitchFamily="2" charset="-122"/>
              </a:defRPr>
            </a:lvl8pPr>
            <a:lvl9pPr marL="6691313"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a:defRPr/>
            </a:pPr>
            <a:r>
              <a:rPr lang="en-US" altLang="zh-CN" sz="3200" b="1">
                <a:effectLst>
                  <a:outerShdw blurRad="38100" dist="38100" dir="2700000" algn="tl">
                    <a:srgbClr val="C0C0C0"/>
                  </a:outerShdw>
                </a:effectLst>
                <a:ea typeface="楷体_GB2312" pitchFamily="49" charset="-122"/>
              </a:rPr>
              <a:t>5. Direct iteration </a:t>
            </a:r>
            <a:r>
              <a:rPr lang="zh-CN" altLang="en-US" sz="3200" b="1">
                <a:effectLst>
                  <a:outerShdw blurRad="38100" dist="38100" dir="2700000" algn="tl">
                    <a:srgbClr val="C0C0C0"/>
                  </a:outerShdw>
                </a:effectLst>
                <a:ea typeface="楷体_GB2312" pitchFamily="49" charset="-122"/>
              </a:rPr>
              <a:t>（直接迭代法）</a:t>
            </a:r>
            <a:endParaRPr lang="en-US" altLang="zh-CN" sz="3200" b="1">
              <a:effectLst>
                <a:outerShdw blurRad="38100" dist="38100" dir="2700000" algn="tl">
                  <a:srgbClr val="C0C0C0"/>
                </a:outerShdw>
              </a:effectLst>
              <a:ea typeface="楷体_GB2312" pitchFamily="49" charset="-122"/>
            </a:endParaRPr>
          </a:p>
        </p:txBody>
      </p:sp>
      <p:sp>
        <p:nvSpPr>
          <p:cNvPr id="528387" name="Text Box 3"/>
          <p:cNvSpPr txBox="1">
            <a:spLocks noChangeArrowheads="1"/>
          </p:cNvSpPr>
          <p:nvPr/>
        </p:nvSpPr>
        <p:spPr bwMode="auto">
          <a:xfrm>
            <a:off x="539750" y="2276475"/>
            <a:ext cx="7472363" cy="301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pPr>
              <a:lnSpc>
                <a:spcPct val="150000"/>
              </a:lnSpc>
            </a:pPr>
            <a:r>
              <a:rPr lang="zh-CN" altLang="en-US" sz="3200" b="1">
                <a:solidFill>
                  <a:schemeClr val="tx1"/>
                </a:solidFill>
                <a:effectLst/>
              </a:rPr>
              <a:t>迭代法是求方程近似根的一个重要方法，也是计算方法中的一种基本方法，它的算法简单，应用范围广，故学好这一方法对以后的学习也很有帮助。</a:t>
            </a:r>
          </a:p>
        </p:txBody>
      </p:sp>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28387"/>
                                        </p:tgtEl>
                                        <p:attrNameLst>
                                          <p:attrName>style.visibility</p:attrName>
                                        </p:attrNameLst>
                                      </p:cBhvr>
                                      <p:to>
                                        <p:strVal val="visible"/>
                                      </p:to>
                                    </p:set>
                                    <p:anim calcmode="lin" valueType="num">
                                      <p:cBhvr additive="base">
                                        <p:cTn id="7" dur="500" fill="hold"/>
                                        <p:tgtEl>
                                          <p:spTgt spid="528387"/>
                                        </p:tgtEl>
                                        <p:attrNameLst>
                                          <p:attrName>ppt_x</p:attrName>
                                        </p:attrNameLst>
                                      </p:cBhvr>
                                      <p:tavLst>
                                        <p:tav tm="0">
                                          <p:val>
                                            <p:strVal val="#ppt_x"/>
                                          </p:val>
                                        </p:tav>
                                        <p:tav tm="100000">
                                          <p:val>
                                            <p:strVal val="#ppt_x"/>
                                          </p:val>
                                        </p:tav>
                                      </p:tavLst>
                                    </p:anim>
                                    <p:anim calcmode="lin" valueType="num">
                                      <p:cBhvr additive="base">
                                        <p:cTn id="8" dur="500" fill="hold"/>
                                        <p:tgtEl>
                                          <p:spTgt spid="52838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838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3"/>
          <p:cNvSpPr>
            <a:spLocks noGrp="1"/>
          </p:cNvSpPr>
          <p:nvPr>
            <p:ph type="sldNum" sz="quarter" idx="12"/>
          </p:nvPr>
        </p:nvSpPr>
        <p:spPr/>
        <p:txBody>
          <a:bodyPr/>
          <a:lstStyle/>
          <a:p>
            <a:pPr>
              <a:defRPr/>
            </a:pPr>
            <a:fld id="{0CB60006-6B33-4AE1-B905-D5BD3D867962}" type="slidenum">
              <a:rPr lang="zh-CN" altLang="en-US"/>
              <a:pPr>
                <a:defRPr/>
              </a:pPr>
              <a:t>40</a:t>
            </a:fld>
            <a:endParaRPr lang="en-US" altLang="zh-CN"/>
          </a:p>
        </p:txBody>
      </p:sp>
      <p:sp>
        <p:nvSpPr>
          <p:cNvPr id="43011" name="Text Box 2"/>
          <p:cNvSpPr txBox="1">
            <a:spLocks noChangeArrowheads="1"/>
          </p:cNvSpPr>
          <p:nvPr/>
        </p:nvSpPr>
        <p:spPr bwMode="auto">
          <a:xfrm>
            <a:off x="827088" y="115888"/>
            <a:ext cx="727233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100513" indent="-4100513">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pPr algn="ctr"/>
            <a:r>
              <a:rPr lang="zh-CN" altLang="en-US" sz="3200" b="1">
                <a:solidFill>
                  <a:schemeClr val="tx1"/>
                </a:solidFill>
                <a:effectLst/>
              </a:rPr>
              <a:t>简单迭代法</a:t>
            </a:r>
            <a:endParaRPr lang="en-US" altLang="zh-CN" sz="3200" b="1">
              <a:solidFill>
                <a:schemeClr val="tx1"/>
              </a:solidFill>
              <a:effectLst/>
            </a:endParaRPr>
          </a:p>
        </p:txBody>
      </p:sp>
      <p:sp>
        <p:nvSpPr>
          <p:cNvPr id="529411" name="Text Box 3"/>
          <p:cNvSpPr txBox="1">
            <a:spLocks noChangeArrowheads="1"/>
          </p:cNvSpPr>
          <p:nvPr/>
        </p:nvSpPr>
        <p:spPr bwMode="auto">
          <a:xfrm>
            <a:off x="457200" y="2349500"/>
            <a:ext cx="8686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100513" indent="-4100513">
              <a:defRPr sz="2400">
                <a:solidFill>
                  <a:schemeClr val="tx1"/>
                </a:solidFill>
                <a:latin typeface="Times New Roman" pitchFamily="18" charset="0"/>
                <a:ea typeface="宋体" pitchFamily="2" charset="-122"/>
              </a:defRPr>
            </a:lvl1pPr>
            <a:lvl2pPr marL="4291013">
              <a:defRPr sz="2400">
                <a:solidFill>
                  <a:schemeClr val="tx1"/>
                </a:solidFill>
                <a:latin typeface="Times New Roman" pitchFamily="18" charset="0"/>
                <a:ea typeface="宋体" pitchFamily="2" charset="-122"/>
              </a:defRPr>
            </a:lvl2pPr>
            <a:lvl3pPr marL="4481513">
              <a:defRPr sz="2400">
                <a:solidFill>
                  <a:schemeClr val="tx1"/>
                </a:solidFill>
                <a:latin typeface="Times New Roman" pitchFamily="18" charset="0"/>
                <a:ea typeface="宋体" pitchFamily="2" charset="-122"/>
              </a:defRPr>
            </a:lvl3pPr>
            <a:lvl4pPr marL="4672013">
              <a:defRPr sz="2400">
                <a:solidFill>
                  <a:schemeClr val="tx1"/>
                </a:solidFill>
                <a:latin typeface="Times New Roman" pitchFamily="18" charset="0"/>
                <a:ea typeface="宋体" pitchFamily="2" charset="-122"/>
              </a:defRPr>
            </a:lvl4pPr>
            <a:lvl5pPr marL="4862513">
              <a:defRPr sz="2400">
                <a:solidFill>
                  <a:schemeClr val="tx1"/>
                </a:solidFill>
                <a:latin typeface="Times New Roman" pitchFamily="18" charset="0"/>
                <a:ea typeface="宋体" pitchFamily="2" charset="-122"/>
              </a:defRPr>
            </a:lvl5pPr>
            <a:lvl6pPr marL="5319713" eaLnBrk="0" fontAlgn="base" hangingPunct="0">
              <a:spcBef>
                <a:spcPct val="0"/>
              </a:spcBef>
              <a:spcAft>
                <a:spcPct val="0"/>
              </a:spcAft>
              <a:defRPr sz="2400">
                <a:solidFill>
                  <a:schemeClr val="tx1"/>
                </a:solidFill>
                <a:latin typeface="Times New Roman" pitchFamily="18" charset="0"/>
                <a:ea typeface="宋体" pitchFamily="2" charset="-122"/>
              </a:defRPr>
            </a:lvl6pPr>
            <a:lvl7pPr marL="5776913" eaLnBrk="0" fontAlgn="base" hangingPunct="0">
              <a:spcBef>
                <a:spcPct val="0"/>
              </a:spcBef>
              <a:spcAft>
                <a:spcPct val="0"/>
              </a:spcAft>
              <a:defRPr sz="2400">
                <a:solidFill>
                  <a:schemeClr val="tx1"/>
                </a:solidFill>
                <a:latin typeface="Times New Roman" pitchFamily="18" charset="0"/>
                <a:ea typeface="宋体" pitchFamily="2" charset="-122"/>
              </a:defRPr>
            </a:lvl7pPr>
            <a:lvl8pPr marL="6234113" eaLnBrk="0" fontAlgn="base" hangingPunct="0">
              <a:spcBef>
                <a:spcPct val="0"/>
              </a:spcBef>
              <a:spcAft>
                <a:spcPct val="0"/>
              </a:spcAft>
              <a:defRPr sz="2400">
                <a:solidFill>
                  <a:schemeClr val="tx1"/>
                </a:solidFill>
                <a:latin typeface="Times New Roman" pitchFamily="18" charset="0"/>
                <a:ea typeface="宋体" pitchFamily="2" charset="-122"/>
              </a:defRPr>
            </a:lvl8pPr>
            <a:lvl9pPr marL="6691313"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a:defRPr/>
            </a:pPr>
            <a:r>
              <a:rPr lang="zh-CN" altLang="en-US" sz="3200" b="1">
                <a:effectLst>
                  <a:outerShdw blurRad="38100" dist="38100" dir="2700000" algn="tl">
                    <a:srgbClr val="C0C0C0"/>
                  </a:outerShdw>
                </a:effectLst>
                <a:ea typeface="楷体_GB2312" pitchFamily="49" charset="-122"/>
              </a:rPr>
              <a:t>从而构成序列</a:t>
            </a:r>
          </a:p>
        </p:txBody>
      </p:sp>
      <p:sp>
        <p:nvSpPr>
          <p:cNvPr id="529412" name="Text Box 4"/>
          <p:cNvSpPr txBox="1">
            <a:spLocks noChangeArrowheads="1"/>
          </p:cNvSpPr>
          <p:nvPr/>
        </p:nvSpPr>
        <p:spPr bwMode="auto">
          <a:xfrm>
            <a:off x="323850" y="908050"/>
            <a:ext cx="8589963"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sz="3200" b="1">
                <a:solidFill>
                  <a:schemeClr val="tx1"/>
                </a:solidFill>
                <a:effectLst>
                  <a:outerShdw blurRad="38100" dist="38100" dir="2700000" algn="tl">
                    <a:srgbClr val="C0C0C0"/>
                  </a:outerShdw>
                </a:effectLst>
              </a:rPr>
              <a:t>简单迭代法的基本思想是：将方程</a:t>
            </a:r>
            <a:r>
              <a:rPr lang="en-US" altLang="zh-CN" sz="3200" b="1" i="1">
                <a:solidFill>
                  <a:schemeClr val="tx1"/>
                </a:solidFill>
                <a:effectLst>
                  <a:outerShdw blurRad="38100" dist="38100" dir="2700000" algn="tl">
                    <a:srgbClr val="C0C0C0"/>
                  </a:outerShdw>
                </a:effectLst>
              </a:rPr>
              <a:t>f (x) = 0</a:t>
            </a:r>
            <a:r>
              <a:rPr lang="zh-CN" altLang="en-US" sz="3200" b="1">
                <a:solidFill>
                  <a:schemeClr val="tx1"/>
                </a:solidFill>
                <a:effectLst>
                  <a:outerShdw blurRad="38100" dist="38100" dir="2700000" algn="tl">
                    <a:srgbClr val="C0C0C0"/>
                  </a:outerShdw>
                </a:effectLst>
              </a:rPr>
              <a:t>化为一个等价的方程</a:t>
            </a:r>
          </a:p>
        </p:txBody>
      </p:sp>
      <p:sp>
        <p:nvSpPr>
          <p:cNvPr id="529413" name="Rectangle 5"/>
          <p:cNvSpPr>
            <a:spLocks noChangeArrowheads="1"/>
          </p:cNvSpPr>
          <p:nvPr/>
        </p:nvSpPr>
        <p:spPr bwMode="auto">
          <a:xfrm>
            <a:off x="0" y="3324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graphicFrame>
        <p:nvGraphicFramePr>
          <p:cNvPr id="43015" name="Object 6"/>
          <p:cNvGraphicFramePr>
            <a:graphicFrameLocks noChangeAspect="1"/>
          </p:cNvGraphicFramePr>
          <p:nvPr/>
        </p:nvGraphicFramePr>
        <p:xfrm>
          <a:off x="4140200" y="1484313"/>
          <a:ext cx="2232025" cy="792162"/>
        </p:xfrm>
        <a:graphic>
          <a:graphicData uri="http://schemas.openxmlformats.org/presentationml/2006/ole">
            <mc:AlternateContent xmlns:mc="http://schemas.openxmlformats.org/markup-compatibility/2006">
              <mc:Choice xmlns:v="urn:schemas-microsoft-com:vml" Requires="v">
                <p:oleObj spid="_x0000_s43104" name="公式" r:id="rId3" imgW="583947" imgH="203112" progId="Equation.3">
                  <p:embed/>
                </p:oleObj>
              </mc:Choice>
              <mc:Fallback>
                <p:oleObj name="公式" r:id="rId3" imgW="583947" imgH="203112"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40200" y="1484313"/>
                        <a:ext cx="2232025"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9415" name="Rectangle 7"/>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graphicFrame>
        <p:nvGraphicFramePr>
          <p:cNvPr id="529416" name="Object 8"/>
          <p:cNvGraphicFramePr>
            <a:graphicFrameLocks noChangeAspect="1"/>
          </p:cNvGraphicFramePr>
          <p:nvPr/>
        </p:nvGraphicFramePr>
        <p:xfrm>
          <a:off x="3440113" y="2349500"/>
          <a:ext cx="2644775" cy="795338"/>
        </p:xfrm>
        <a:graphic>
          <a:graphicData uri="http://schemas.openxmlformats.org/presentationml/2006/ole">
            <mc:AlternateContent xmlns:mc="http://schemas.openxmlformats.org/markup-compatibility/2006">
              <mc:Choice xmlns:v="urn:schemas-microsoft-com:vml" Requires="v">
                <p:oleObj spid="_x0000_s43105" name="公式" r:id="rId5" imgW="761669" imgH="228501" progId="Equation.3">
                  <p:embed/>
                </p:oleObj>
              </mc:Choice>
              <mc:Fallback>
                <p:oleObj name="公式" r:id="rId5" imgW="761669" imgH="228501"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40113" y="2349500"/>
                        <a:ext cx="264477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9417" name="Text Box 9"/>
          <p:cNvSpPr txBox="1">
            <a:spLocks noChangeArrowheads="1"/>
          </p:cNvSpPr>
          <p:nvPr/>
        </p:nvSpPr>
        <p:spPr bwMode="auto">
          <a:xfrm>
            <a:off x="179388" y="3284538"/>
            <a:ext cx="8840787" cy="3259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defRPr/>
            </a:pPr>
            <a:r>
              <a:rPr lang="zh-CN" altLang="en-US" sz="3200" b="1" dirty="0">
                <a:solidFill>
                  <a:schemeClr val="tx1"/>
                </a:solidFill>
                <a:effectLst>
                  <a:outerShdw blurRad="38100" dist="38100" dir="2700000" algn="tl">
                    <a:srgbClr val="C0C0C0"/>
                  </a:outerShdw>
                </a:effectLst>
              </a:rPr>
              <a:t>给定一个初值</a:t>
            </a:r>
            <a:r>
              <a:rPr lang="en-US" altLang="zh-CN" sz="3200" b="1" i="1" dirty="0">
                <a:solidFill>
                  <a:schemeClr val="tx1"/>
                </a:solidFill>
                <a:effectLst>
                  <a:outerShdw blurRad="38100" dist="38100" dir="2700000" algn="tl">
                    <a:srgbClr val="C0C0C0"/>
                  </a:outerShdw>
                </a:effectLst>
              </a:rPr>
              <a:t>x</a:t>
            </a:r>
            <a:r>
              <a:rPr lang="en-US" altLang="zh-CN" sz="3200" b="1" i="1" baseline="-25000" dirty="0">
                <a:solidFill>
                  <a:schemeClr val="tx1"/>
                </a:solidFill>
                <a:effectLst>
                  <a:outerShdw blurRad="38100" dist="38100" dir="2700000" algn="tl">
                    <a:srgbClr val="C0C0C0"/>
                  </a:outerShdw>
                </a:effectLst>
              </a:rPr>
              <a:t>0</a:t>
            </a:r>
            <a:r>
              <a:rPr lang="zh-CN" altLang="en-US" sz="3200" b="1" dirty="0">
                <a:solidFill>
                  <a:schemeClr val="tx1"/>
                </a:solidFill>
                <a:effectLst>
                  <a:outerShdw blurRad="38100" dist="38100" dir="2700000" algn="tl">
                    <a:srgbClr val="C0C0C0"/>
                  </a:outerShdw>
                </a:effectLst>
              </a:rPr>
              <a:t>，由上式可算得</a:t>
            </a:r>
            <a:r>
              <a:rPr lang="en-US" altLang="zh-CN" sz="3200" b="1" i="1" dirty="0">
                <a:solidFill>
                  <a:schemeClr val="tx1"/>
                </a:solidFill>
                <a:effectLst>
                  <a:outerShdw blurRad="38100" dist="38100" dir="2700000" algn="tl">
                    <a:srgbClr val="C0C0C0"/>
                  </a:outerShdw>
                </a:effectLst>
              </a:rPr>
              <a:t>x</a:t>
            </a:r>
            <a:r>
              <a:rPr lang="en-US" altLang="zh-CN" sz="3200" b="1" i="1" baseline="-25000" dirty="0">
                <a:solidFill>
                  <a:schemeClr val="tx1"/>
                </a:solidFill>
                <a:effectLst>
                  <a:outerShdw blurRad="38100" dist="38100" dir="2700000" algn="tl">
                    <a:srgbClr val="C0C0C0"/>
                  </a:outerShdw>
                </a:effectLst>
              </a:rPr>
              <a:t>1</a:t>
            </a:r>
            <a:r>
              <a:rPr lang="en-US" altLang="zh-CN" sz="3200" b="1" i="1" dirty="0">
                <a:solidFill>
                  <a:schemeClr val="tx1"/>
                </a:solidFill>
                <a:effectLst>
                  <a:outerShdw blurRad="38100" dist="38100" dir="2700000" algn="tl">
                    <a:srgbClr val="C0C0C0"/>
                  </a:outerShdw>
                </a:effectLst>
              </a:rPr>
              <a:t> = </a:t>
            </a:r>
            <a:r>
              <a:rPr lang="en-US" altLang="zh-CN" sz="3200" b="1" i="1" dirty="0">
                <a:solidFill>
                  <a:schemeClr val="tx1"/>
                </a:solidFill>
                <a:effectLst>
                  <a:outerShdw blurRad="38100" dist="38100" dir="2700000" algn="tl">
                    <a:srgbClr val="C0C0C0"/>
                  </a:outerShdw>
                </a:effectLst>
                <a:sym typeface="Symbol" pitchFamily="18" charset="2"/>
              </a:rPr>
              <a:t></a:t>
            </a:r>
            <a:r>
              <a:rPr lang="en-US" altLang="zh-CN" sz="3200" b="1" i="1" dirty="0">
                <a:solidFill>
                  <a:schemeClr val="tx1"/>
                </a:solidFill>
                <a:effectLst>
                  <a:outerShdw blurRad="38100" dist="38100" dir="2700000" algn="tl">
                    <a:srgbClr val="C0C0C0"/>
                  </a:outerShdw>
                </a:effectLst>
              </a:rPr>
              <a:t> (x</a:t>
            </a:r>
            <a:r>
              <a:rPr lang="en-US" altLang="zh-CN" sz="3200" b="1" i="1" baseline="-25000" dirty="0">
                <a:solidFill>
                  <a:schemeClr val="tx1"/>
                </a:solidFill>
                <a:effectLst>
                  <a:outerShdw blurRad="38100" dist="38100" dir="2700000" algn="tl">
                    <a:srgbClr val="C0C0C0"/>
                  </a:outerShdw>
                </a:effectLst>
              </a:rPr>
              <a:t>0</a:t>
            </a:r>
            <a:r>
              <a:rPr lang="en-US" altLang="zh-CN" sz="3200" b="1" i="1" dirty="0">
                <a:solidFill>
                  <a:schemeClr val="tx1"/>
                </a:solidFill>
                <a:effectLst>
                  <a:outerShdw blurRad="38100" dist="38100" dir="2700000" algn="tl">
                    <a:srgbClr val="C0C0C0"/>
                  </a:outerShdw>
                </a:effectLst>
              </a:rPr>
              <a:t>)</a:t>
            </a:r>
            <a:r>
              <a:rPr lang="zh-CN" altLang="en-US" sz="3200" b="1" dirty="0">
                <a:solidFill>
                  <a:schemeClr val="tx1"/>
                </a:solidFill>
                <a:effectLst>
                  <a:outerShdw blurRad="38100" dist="38100" dir="2700000" algn="tl">
                    <a:srgbClr val="C0C0C0"/>
                  </a:outerShdw>
                </a:effectLst>
              </a:rPr>
              <a:t>，再将</a:t>
            </a:r>
            <a:r>
              <a:rPr lang="en-US" altLang="zh-CN" sz="3200" b="1" i="1" dirty="0">
                <a:solidFill>
                  <a:schemeClr val="tx1"/>
                </a:solidFill>
                <a:effectLst>
                  <a:outerShdw blurRad="38100" dist="38100" dir="2700000" algn="tl">
                    <a:srgbClr val="C0C0C0"/>
                  </a:outerShdw>
                </a:effectLst>
              </a:rPr>
              <a:t>x</a:t>
            </a:r>
            <a:r>
              <a:rPr lang="en-US" altLang="zh-CN" sz="3200" b="1" i="1" baseline="-25000" dirty="0">
                <a:solidFill>
                  <a:schemeClr val="tx1"/>
                </a:solidFill>
                <a:effectLst>
                  <a:outerShdw blurRad="38100" dist="38100" dir="2700000" algn="tl">
                    <a:srgbClr val="C0C0C0"/>
                  </a:outerShdw>
                </a:effectLst>
              </a:rPr>
              <a:t>1</a:t>
            </a:r>
            <a:r>
              <a:rPr lang="zh-CN" altLang="en-US" sz="3200" b="1" dirty="0">
                <a:solidFill>
                  <a:schemeClr val="tx1"/>
                </a:solidFill>
                <a:effectLst>
                  <a:outerShdw blurRad="38100" dist="38100" dir="2700000" algn="tl">
                    <a:srgbClr val="C0C0C0"/>
                  </a:outerShdw>
                </a:effectLst>
              </a:rPr>
              <a:t>代入上式的右端又可得</a:t>
            </a:r>
            <a:r>
              <a:rPr lang="en-US" altLang="zh-CN" sz="3200" b="1" i="1" dirty="0">
                <a:solidFill>
                  <a:schemeClr val="tx1"/>
                </a:solidFill>
                <a:effectLst>
                  <a:outerShdw blurRad="38100" dist="38100" dir="2700000" algn="tl">
                    <a:srgbClr val="C0C0C0"/>
                  </a:outerShdw>
                </a:effectLst>
              </a:rPr>
              <a:t>x</a:t>
            </a:r>
            <a:r>
              <a:rPr lang="en-US" altLang="zh-CN" sz="3200" b="1" i="1" baseline="-25000" dirty="0">
                <a:solidFill>
                  <a:schemeClr val="tx1"/>
                </a:solidFill>
                <a:effectLst>
                  <a:outerShdw blurRad="38100" dist="38100" dir="2700000" algn="tl">
                    <a:srgbClr val="C0C0C0"/>
                  </a:outerShdw>
                </a:effectLst>
              </a:rPr>
              <a:t>2</a:t>
            </a:r>
            <a:r>
              <a:rPr lang="en-US" altLang="zh-CN" sz="3200" b="1" i="1" dirty="0">
                <a:solidFill>
                  <a:schemeClr val="tx1"/>
                </a:solidFill>
                <a:effectLst>
                  <a:outerShdw blurRad="38100" dist="38100" dir="2700000" algn="tl">
                    <a:srgbClr val="C0C0C0"/>
                  </a:outerShdw>
                </a:effectLst>
              </a:rPr>
              <a:t> =</a:t>
            </a:r>
            <a:r>
              <a:rPr lang="en-US" altLang="zh-CN" sz="3200" b="1" i="1" dirty="0">
                <a:solidFill>
                  <a:schemeClr val="tx1"/>
                </a:solidFill>
                <a:effectLst>
                  <a:outerShdw blurRad="38100" dist="38100" dir="2700000" algn="tl">
                    <a:srgbClr val="C0C0C0"/>
                  </a:outerShdw>
                </a:effectLst>
                <a:sym typeface="Symbol" pitchFamily="18" charset="2"/>
              </a:rPr>
              <a:t></a:t>
            </a:r>
            <a:r>
              <a:rPr lang="en-US" altLang="zh-CN" sz="3200" b="1" i="1" dirty="0">
                <a:solidFill>
                  <a:schemeClr val="tx1"/>
                </a:solidFill>
                <a:effectLst>
                  <a:outerShdw blurRad="38100" dist="38100" dir="2700000" algn="tl">
                    <a:srgbClr val="C0C0C0"/>
                  </a:outerShdw>
                </a:effectLst>
              </a:rPr>
              <a:t> (x</a:t>
            </a:r>
            <a:r>
              <a:rPr lang="en-US" altLang="zh-CN" sz="3200" b="1" i="1" baseline="-25000" dirty="0">
                <a:solidFill>
                  <a:schemeClr val="tx1"/>
                </a:solidFill>
                <a:effectLst>
                  <a:outerShdw blurRad="38100" dist="38100" dir="2700000" algn="tl">
                    <a:srgbClr val="C0C0C0"/>
                  </a:outerShdw>
                </a:effectLst>
              </a:rPr>
              <a:t>1</a:t>
            </a:r>
            <a:r>
              <a:rPr lang="en-US" altLang="zh-CN" sz="3200" b="1" i="1" dirty="0">
                <a:solidFill>
                  <a:schemeClr val="tx1"/>
                </a:solidFill>
                <a:effectLst>
                  <a:outerShdw blurRad="38100" dist="38100" dir="2700000" algn="tl">
                    <a:srgbClr val="C0C0C0"/>
                  </a:outerShdw>
                </a:effectLst>
              </a:rPr>
              <a:t>)</a:t>
            </a:r>
            <a:r>
              <a:rPr lang="zh-CN" altLang="en-US" sz="3200" b="1" dirty="0">
                <a:solidFill>
                  <a:schemeClr val="tx1"/>
                </a:solidFill>
                <a:effectLst>
                  <a:outerShdw blurRad="38100" dist="38100" dir="2700000" algn="tl">
                    <a:srgbClr val="C0C0C0"/>
                  </a:outerShdw>
                </a:effectLst>
              </a:rPr>
              <a:t>，</a:t>
            </a:r>
            <a:r>
              <a:rPr lang="en-US" altLang="zh-CN" sz="3200" b="1" dirty="0">
                <a:solidFill>
                  <a:schemeClr val="tx1"/>
                </a:solidFill>
                <a:effectLst>
                  <a:outerShdw blurRad="38100" dist="38100" dir="2700000" algn="tl">
                    <a:srgbClr val="C0C0C0"/>
                  </a:outerShdw>
                </a:effectLst>
              </a:rPr>
              <a:t>…</a:t>
            </a:r>
            <a:r>
              <a:rPr lang="zh-CN" altLang="en-US" sz="3200" b="1" dirty="0">
                <a:solidFill>
                  <a:schemeClr val="tx1"/>
                </a:solidFill>
                <a:effectLst>
                  <a:outerShdw blurRad="38100" dist="38100" dir="2700000" algn="tl">
                    <a:srgbClr val="C0C0C0"/>
                  </a:outerShdw>
                </a:effectLst>
              </a:rPr>
              <a:t>。我们称</a:t>
            </a:r>
            <a:r>
              <a:rPr lang="en-US" altLang="zh-CN" sz="3200" b="1" dirty="0">
                <a:solidFill>
                  <a:schemeClr val="tx1"/>
                </a:solidFill>
                <a:effectLst>
                  <a:outerShdw blurRad="38100" dist="38100" dir="2700000" algn="tl">
                    <a:srgbClr val="C0C0C0"/>
                  </a:outerShdw>
                </a:effectLst>
              </a:rPr>
              <a:t>{</a:t>
            </a:r>
            <a:r>
              <a:rPr lang="en-US" altLang="zh-CN" sz="3200" b="1" i="1" dirty="0" err="1">
                <a:solidFill>
                  <a:schemeClr val="tx1"/>
                </a:solidFill>
                <a:effectLst>
                  <a:outerShdw blurRad="38100" dist="38100" dir="2700000" algn="tl">
                    <a:srgbClr val="C0C0C0"/>
                  </a:outerShdw>
                </a:effectLst>
              </a:rPr>
              <a:t>x</a:t>
            </a:r>
            <a:r>
              <a:rPr lang="en-US" altLang="zh-CN" sz="3200" b="1" i="1" baseline="-25000" dirty="0" err="1">
                <a:solidFill>
                  <a:schemeClr val="tx1"/>
                </a:solidFill>
                <a:effectLst>
                  <a:outerShdw blurRad="38100" dist="38100" dir="2700000" algn="tl">
                    <a:srgbClr val="C0C0C0"/>
                  </a:outerShdw>
                </a:effectLst>
              </a:rPr>
              <a:t>k</a:t>
            </a:r>
            <a:r>
              <a:rPr lang="en-US" altLang="zh-CN" sz="3200" b="1" dirty="0">
                <a:solidFill>
                  <a:schemeClr val="tx1"/>
                </a:solidFill>
                <a:effectLst>
                  <a:outerShdw blurRad="38100" dist="38100" dir="2700000" algn="tl">
                    <a:srgbClr val="C0C0C0"/>
                  </a:outerShdw>
                </a:effectLst>
              </a:rPr>
              <a:t>}</a:t>
            </a:r>
            <a:r>
              <a:rPr lang="zh-CN" altLang="en-US" sz="3200" b="1" dirty="0">
                <a:solidFill>
                  <a:schemeClr val="tx1"/>
                </a:solidFill>
                <a:effectLst>
                  <a:outerShdw blurRad="38100" dist="38100" dir="2700000" algn="tl">
                    <a:srgbClr val="C0C0C0"/>
                  </a:outerShdw>
                </a:effectLst>
              </a:rPr>
              <a:t>为迭代序列，而称 </a:t>
            </a:r>
            <a:r>
              <a:rPr lang="en-US" altLang="zh-CN" sz="3200" b="1" i="1" dirty="0">
                <a:solidFill>
                  <a:schemeClr val="tx1"/>
                </a:solidFill>
                <a:effectLst>
                  <a:outerShdw blurRad="38100" dist="38100" dir="2700000" algn="tl">
                    <a:srgbClr val="C0C0C0"/>
                  </a:outerShdw>
                </a:effectLst>
              </a:rPr>
              <a:t>x=</a:t>
            </a:r>
            <a:r>
              <a:rPr lang="en-US" altLang="zh-CN" sz="3200" b="1" i="1" dirty="0">
                <a:solidFill>
                  <a:schemeClr val="tx1"/>
                </a:solidFill>
                <a:effectLst>
                  <a:outerShdw blurRad="38100" dist="38100" dir="2700000" algn="tl">
                    <a:srgbClr val="C0C0C0"/>
                  </a:outerShdw>
                </a:effectLst>
                <a:sym typeface="Symbol" pitchFamily="18" charset="2"/>
              </a:rPr>
              <a:t></a:t>
            </a:r>
            <a:r>
              <a:rPr lang="en-US" altLang="zh-CN" sz="3200" b="1" i="1" dirty="0">
                <a:solidFill>
                  <a:schemeClr val="tx1"/>
                </a:solidFill>
                <a:effectLst>
                  <a:outerShdw blurRad="38100" dist="38100" dir="2700000" algn="tl">
                    <a:srgbClr val="C0C0C0"/>
                  </a:outerShdw>
                </a:effectLst>
              </a:rPr>
              <a:t> (x)</a:t>
            </a:r>
            <a:r>
              <a:rPr lang="zh-CN" altLang="en-US" sz="3200" b="1" dirty="0">
                <a:solidFill>
                  <a:schemeClr val="tx1"/>
                </a:solidFill>
                <a:effectLst>
                  <a:outerShdw blurRad="38100" dist="38100" dir="2700000" algn="tl">
                    <a:srgbClr val="C0C0C0"/>
                  </a:outerShdw>
                </a:effectLst>
              </a:rPr>
              <a:t> 中的</a:t>
            </a:r>
            <a:r>
              <a:rPr lang="zh-CN" altLang="en-US" sz="3200" b="1" i="1" dirty="0">
                <a:solidFill>
                  <a:schemeClr val="tx1"/>
                </a:solidFill>
                <a:effectLst>
                  <a:outerShdw blurRad="38100" dist="38100" dir="2700000" algn="tl">
                    <a:srgbClr val="C0C0C0"/>
                  </a:outerShdw>
                </a:effectLst>
                <a:sym typeface="Symbol" pitchFamily="18" charset="2"/>
              </a:rPr>
              <a:t></a:t>
            </a:r>
            <a:r>
              <a:rPr lang="zh-CN" altLang="en-US" sz="3200" b="1" i="1" dirty="0">
                <a:solidFill>
                  <a:schemeClr val="tx1"/>
                </a:solidFill>
                <a:effectLst>
                  <a:outerShdw blurRad="38100" dist="38100" dir="2700000" algn="tl">
                    <a:srgbClr val="C0C0C0"/>
                  </a:outerShdw>
                </a:effectLst>
              </a:rPr>
              <a:t> </a:t>
            </a:r>
            <a:r>
              <a:rPr lang="en-US" altLang="zh-CN" sz="3200" b="1" i="1" dirty="0">
                <a:solidFill>
                  <a:schemeClr val="tx1"/>
                </a:solidFill>
                <a:effectLst>
                  <a:outerShdw blurRad="38100" dist="38100" dir="2700000" algn="tl">
                    <a:srgbClr val="C0C0C0"/>
                  </a:outerShdw>
                </a:effectLst>
              </a:rPr>
              <a:t>(x)</a:t>
            </a:r>
            <a:r>
              <a:rPr lang="zh-CN" altLang="en-US" sz="3200" b="1" dirty="0">
                <a:solidFill>
                  <a:schemeClr val="tx1"/>
                </a:solidFill>
                <a:effectLst>
                  <a:outerShdw blurRad="38100" dist="38100" dir="2700000" algn="tl">
                    <a:srgbClr val="C0C0C0"/>
                  </a:outerShdw>
                </a:effectLst>
              </a:rPr>
              <a:t>为迭代函数，上式为迭代格式。如果</a:t>
            </a:r>
            <a:r>
              <a:rPr lang="zh-CN" altLang="en-US" sz="3200" b="1" i="1" dirty="0">
                <a:solidFill>
                  <a:schemeClr val="tx1"/>
                </a:solidFill>
                <a:effectLst>
                  <a:outerShdw blurRad="38100" dist="38100" dir="2700000" algn="tl">
                    <a:srgbClr val="C0C0C0"/>
                  </a:outerShdw>
                </a:effectLst>
                <a:sym typeface="Symbol" pitchFamily="18" charset="2"/>
              </a:rPr>
              <a:t></a:t>
            </a:r>
            <a:r>
              <a:rPr lang="zh-CN" altLang="en-US" sz="3200" b="1" i="1" dirty="0">
                <a:solidFill>
                  <a:schemeClr val="tx1"/>
                </a:solidFill>
                <a:effectLst>
                  <a:outerShdw blurRad="38100" dist="38100" dir="2700000" algn="tl">
                    <a:srgbClr val="C0C0C0"/>
                  </a:outerShdw>
                </a:effectLst>
              </a:rPr>
              <a:t> </a:t>
            </a:r>
            <a:r>
              <a:rPr lang="en-US" altLang="zh-CN" sz="3200" b="1" i="1" dirty="0">
                <a:solidFill>
                  <a:schemeClr val="tx1"/>
                </a:solidFill>
                <a:effectLst>
                  <a:outerShdw blurRad="38100" dist="38100" dir="2700000" algn="tl">
                    <a:srgbClr val="C0C0C0"/>
                  </a:outerShdw>
                </a:effectLst>
              </a:rPr>
              <a:t>(x)</a:t>
            </a:r>
            <a:r>
              <a:rPr lang="zh-CN" altLang="en-US" sz="3200" b="1" dirty="0">
                <a:solidFill>
                  <a:schemeClr val="tx1"/>
                </a:solidFill>
                <a:effectLst>
                  <a:outerShdw blurRad="38100" dist="38100" dir="2700000" algn="tl">
                    <a:srgbClr val="C0C0C0"/>
                  </a:outerShdw>
                </a:effectLst>
              </a:rPr>
              <a:t>连续，迭代序列</a:t>
            </a:r>
            <a:r>
              <a:rPr lang="en-US" altLang="zh-CN" sz="3200" b="1" dirty="0">
                <a:solidFill>
                  <a:schemeClr val="tx1"/>
                </a:solidFill>
                <a:effectLst>
                  <a:outerShdw blurRad="38100" dist="38100" dir="2700000" algn="tl">
                    <a:srgbClr val="C0C0C0"/>
                  </a:outerShdw>
                </a:effectLst>
              </a:rPr>
              <a:t>{</a:t>
            </a:r>
            <a:r>
              <a:rPr lang="en-US" altLang="zh-CN" sz="3200" b="1" i="1" dirty="0" err="1">
                <a:solidFill>
                  <a:schemeClr val="tx1"/>
                </a:solidFill>
                <a:effectLst>
                  <a:outerShdw blurRad="38100" dist="38100" dir="2700000" algn="tl">
                    <a:srgbClr val="C0C0C0"/>
                  </a:outerShdw>
                </a:effectLst>
              </a:rPr>
              <a:t>x</a:t>
            </a:r>
            <a:r>
              <a:rPr lang="en-US" altLang="zh-CN" sz="3200" b="1" i="1" baseline="-25000" dirty="0" err="1">
                <a:solidFill>
                  <a:schemeClr val="tx1"/>
                </a:solidFill>
                <a:effectLst>
                  <a:outerShdw blurRad="38100" dist="38100" dir="2700000" algn="tl">
                    <a:srgbClr val="C0C0C0"/>
                  </a:outerShdw>
                </a:effectLst>
              </a:rPr>
              <a:t>k</a:t>
            </a:r>
            <a:r>
              <a:rPr lang="en-US" altLang="zh-CN" sz="3200" b="1" dirty="0">
                <a:solidFill>
                  <a:schemeClr val="tx1"/>
                </a:solidFill>
                <a:effectLst>
                  <a:outerShdw blurRad="38100" dist="38100" dir="2700000" algn="tl">
                    <a:srgbClr val="C0C0C0"/>
                  </a:outerShdw>
                </a:effectLst>
              </a:rPr>
              <a:t>}</a:t>
            </a:r>
            <a:r>
              <a:rPr lang="zh-CN" altLang="en-US" sz="3200" b="1" dirty="0">
                <a:solidFill>
                  <a:schemeClr val="tx1"/>
                </a:solidFill>
                <a:effectLst>
                  <a:outerShdw blurRad="38100" dist="38100" dir="2700000" algn="tl">
                    <a:srgbClr val="C0C0C0"/>
                  </a:outerShdw>
                </a:effectLst>
              </a:rPr>
              <a:t>收敛于</a:t>
            </a:r>
            <a:r>
              <a:rPr lang="en-US" altLang="zh-CN" sz="3200" b="1" i="1" dirty="0">
                <a:solidFill>
                  <a:schemeClr val="tx1"/>
                </a:solidFill>
                <a:effectLst>
                  <a:outerShdw blurRad="38100" dist="38100" dir="2700000" algn="tl">
                    <a:srgbClr val="C0C0C0"/>
                  </a:outerShdw>
                </a:effectLst>
              </a:rPr>
              <a:t>x</a:t>
            </a:r>
            <a:r>
              <a:rPr lang="en-US" altLang="zh-CN" sz="3200" b="1" dirty="0">
                <a:solidFill>
                  <a:schemeClr val="tx1"/>
                </a:solidFill>
                <a:effectLst>
                  <a:outerShdw blurRad="38100" dist="38100" dir="2700000" algn="tl">
                    <a:srgbClr val="C0C0C0"/>
                  </a:outerShdw>
                </a:effectLst>
              </a:rPr>
              <a:t>*</a:t>
            </a:r>
            <a:r>
              <a:rPr lang="zh-CN" altLang="en-US" sz="3200" b="1" dirty="0">
                <a:solidFill>
                  <a:schemeClr val="tx1"/>
                </a:solidFill>
                <a:effectLst>
                  <a:outerShdw blurRad="38100" dist="38100" dir="2700000" algn="tl">
                    <a:srgbClr val="C0C0C0"/>
                  </a:outerShdw>
                </a:effectLst>
              </a:rPr>
              <a:t>，则</a:t>
            </a:r>
            <a:r>
              <a:rPr lang="en-US" altLang="zh-CN" sz="3200" b="1" i="1" dirty="0">
                <a:solidFill>
                  <a:schemeClr val="tx1"/>
                </a:solidFill>
                <a:effectLst>
                  <a:outerShdw blurRad="38100" dist="38100" dir="2700000" algn="tl">
                    <a:srgbClr val="C0C0C0"/>
                  </a:outerShdw>
                </a:effectLst>
              </a:rPr>
              <a:t>x</a:t>
            </a:r>
            <a:r>
              <a:rPr lang="en-US" altLang="zh-CN" sz="3200" b="1" dirty="0">
                <a:solidFill>
                  <a:schemeClr val="tx1"/>
                </a:solidFill>
                <a:effectLst>
                  <a:outerShdw blurRad="38100" dist="38100" dir="2700000" algn="tl">
                    <a:srgbClr val="C0C0C0"/>
                  </a:outerShdw>
                </a:effectLst>
              </a:rPr>
              <a:t>*</a:t>
            </a:r>
            <a:r>
              <a:rPr lang="zh-CN" altLang="en-US" sz="3200" b="1" dirty="0">
                <a:solidFill>
                  <a:schemeClr val="tx1"/>
                </a:solidFill>
                <a:effectLst>
                  <a:outerShdw blurRad="38100" dist="38100" dir="2700000" algn="tl">
                    <a:srgbClr val="C0C0C0"/>
                  </a:outerShdw>
                </a:effectLst>
              </a:rPr>
              <a:t>就是方程 </a:t>
            </a:r>
            <a:r>
              <a:rPr lang="en-US" altLang="zh-CN" sz="3200" b="1" i="1" dirty="0">
                <a:solidFill>
                  <a:schemeClr val="tx1"/>
                </a:solidFill>
                <a:effectLst>
                  <a:outerShdw blurRad="38100" dist="38100" dir="2700000" algn="tl">
                    <a:srgbClr val="C0C0C0"/>
                  </a:outerShdw>
                </a:effectLst>
              </a:rPr>
              <a:t>x=</a:t>
            </a:r>
            <a:r>
              <a:rPr lang="en-US" altLang="zh-CN" sz="3200" b="1" i="1" dirty="0">
                <a:solidFill>
                  <a:schemeClr val="tx1"/>
                </a:solidFill>
                <a:effectLst>
                  <a:outerShdw blurRad="38100" dist="38100" dir="2700000" algn="tl">
                    <a:srgbClr val="C0C0C0"/>
                  </a:outerShdw>
                </a:effectLst>
                <a:sym typeface="Symbol" pitchFamily="18" charset="2"/>
              </a:rPr>
              <a:t></a:t>
            </a:r>
            <a:r>
              <a:rPr lang="en-US" altLang="zh-CN" sz="3200" b="1" i="1" dirty="0">
                <a:solidFill>
                  <a:schemeClr val="tx1"/>
                </a:solidFill>
                <a:effectLst>
                  <a:outerShdw blurRad="38100" dist="38100" dir="2700000" algn="tl">
                    <a:srgbClr val="C0C0C0"/>
                  </a:outerShdw>
                </a:effectLst>
              </a:rPr>
              <a:t> (x)</a:t>
            </a:r>
            <a:r>
              <a:rPr lang="zh-CN" altLang="en-US" sz="3200" b="1" dirty="0">
                <a:solidFill>
                  <a:schemeClr val="tx1"/>
                </a:solidFill>
                <a:effectLst>
                  <a:outerShdw blurRad="38100" dist="38100" dir="2700000" algn="tl">
                    <a:srgbClr val="C0C0C0"/>
                  </a:outerShdw>
                </a:effectLst>
              </a:rPr>
              <a:t> </a:t>
            </a:r>
            <a:r>
              <a:rPr lang="zh-CN" altLang="en-US" sz="3200" b="1" dirty="0">
                <a:effectLst>
                  <a:outerShdw blurRad="38100" dist="38100" dir="2700000" algn="tl">
                    <a:srgbClr val="C0C0C0"/>
                  </a:outerShdw>
                </a:effectLst>
              </a:rPr>
              <a:t> </a:t>
            </a:r>
            <a:r>
              <a:rPr lang="zh-CN" altLang="en-US" sz="3200" b="1" dirty="0">
                <a:solidFill>
                  <a:schemeClr val="tx1"/>
                </a:solidFill>
                <a:effectLst>
                  <a:outerShdw blurRad="38100" dist="38100" dir="2700000" algn="tl">
                    <a:srgbClr val="C0C0C0"/>
                  </a:outerShdw>
                </a:effectLst>
              </a:rPr>
              <a:t>的解。</a:t>
            </a:r>
          </a:p>
        </p:txBody>
      </p:sp>
      <p:graphicFrame>
        <p:nvGraphicFramePr>
          <p:cNvPr id="43019" name="Object 10"/>
          <p:cNvGraphicFramePr>
            <a:graphicFrameLocks noChangeAspect="1"/>
          </p:cNvGraphicFramePr>
          <p:nvPr/>
        </p:nvGraphicFramePr>
        <p:xfrm>
          <a:off x="6300788" y="2492375"/>
          <a:ext cx="2160587" cy="550863"/>
        </p:xfrm>
        <a:graphic>
          <a:graphicData uri="http://schemas.openxmlformats.org/presentationml/2006/ole">
            <mc:AlternateContent xmlns:mc="http://schemas.openxmlformats.org/markup-compatibility/2006">
              <mc:Choice xmlns:v="urn:schemas-microsoft-com:vml" Requires="v">
                <p:oleObj spid="_x0000_s43106" name="公式" r:id="rId7" imgW="799753" imgH="203112" progId="Equation.3">
                  <p:embed/>
                </p:oleObj>
              </mc:Choice>
              <mc:Fallback>
                <p:oleObj name="公式" r:id="rId7" imgW="799753" imgH="203112"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00788" y="2492375"/>
                        <a:ext cx="2160587"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29411"/>
                                        </p:tgtEl>
                                        <p:attrNameLst>
                                          <p:attrName>style.visibility</p:attrName>
                                        </p:attrNameLst>
                                      </p:cBhvr>
                                      <p:to>
                                        <p:strVal val="visible"/>
                                      </p:to>
                                    </p:set>
                                    <p:anim calcmode="lin" valueType="num">
                                      <p:cBhvr additive="base">
                                        <p:cTn id="7" dur="500" fill="hold"/>
                                        <p:tgtEl>
                                          <p:spTgt spid="529411"/>
                                        </p:tgtEl>
                                        <p:attrNameLst>
                                          <p:attrName>ppt_x</p:attrName>
                                        </p:attrNameLst>
                                      </p:cBhvr>
                                      <p:tavLst>
                                        <p:tav tm="0">
                                          <p:val>
                                            <p:strVal val="0-#ppt_w/2"/>
                                          </p:val>
                                        </p:tav>
                                        <p:tav tm="100000">
                                          <p:val>
                                            <p:strVal val="#ppt_x"/>
                                          </p:val>
                                        </p:tav>
                                      </p:tavLst>
                                    </p:anim>
                                    <p:anim calcmode="lin" valueType="num">
                                      <p:cBhvr additive="base">
                                        <p:cTn id="8" dur="500" fill="hold"/>
                                        <p:tgtEl>
                                          <p:spTgt spid="529411"/>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4" fill="hold" nodeType="afterEffect">
                                  <p:stCondLst>
                                    <p:cond delay="0"/>
                                  </p:stCondLst>
                                  <p:childTnLst>
                                    <p:set>
                                      <p:cBhvr>
                                        <p:cTn id="11" dur="1" fill="hold">
                                          <p:stCondLst>
                                            <p:cond delay="0"/>
                                          </p:stCondLst>
                                        </p:cTn>
                                        <p:tgtEl>
                                          <p:spTgt spid="529416"/>
                                        </p:tgtEl>
                                        <p:attrNameLst>
                                          <p:attrName>style.visibility</p:attrName>
                                        </p:attrNameLst>
                                      </p:cBhvr>
                                      <p:to>
                                        <p:strVal val="visible"/>
                                      </p:to>
                                    </p:set>
                                    <p:anim calcmode="lin" valueType="num">
                                      <p:cBhvr additive="base">
                                        <p:cTn id="12" dur="500" fill="hold"/>
                                        <p:tgtEl>
                                          <p:spTgt spid="529416"/>
                                        </p:tgtEl>
                                        <p:attrNameLst>
                                          <p:attrName>ppt_x</p:attrName>
                                        </p:attrNameLst>
                                      </p:cBhvr>
                                      <p:tavLst>
                                        <p:tav tm="0">
                                          <p:val>
                                            <p:strVal val="#ppt_x"/>
                                          </p:val>
                                        </p:tav>
                                        <p:tav tm="100000">
                                          <p:val>
                                            <p:strVal val="#ppt_x"/>
                                          </p:val>
                                        </p:tav>
                                      </p:tavLst>
                                    </p:anim>
                                    <p:anim calcmode="lin" valueType="num">
                                      <p:cBhvr additive="base">
                                        <p:cTn id="13" dur="500" fill="hold"/>
                                        <p:tgtEl>
                                          <p:spTgt spid="529416"/>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529417"/>
                                        </p:tgtEl>
                                        <p:attrNameLst>
                                          <p:attrName>style.visibility</p:attrName>
                                        </p:attrNameLst>
                                      </p:cBhvr>
                                      <p:to>
                                        <p:strVal val="visible"/>
                                      </p:to>
                                    </p:set>
                                    <p:anim calcmode="lin" valueType="num">
                                      <p:cBhvr additive="base">
                                        <p:cTn id="18" dur="500" fill="hold"/>
                                        <p:tgtEl>
                                          <p:spTgt spid="529417"/>
                                        </p:tgtEl>
                                        <p:attrNameLst>
                                          <p:attrName>ppt_x</p:attrName>
                                        </p:attrNameLst>
                                      </p:cBhvr>
                                      <p:tavLst>
                                        <p:tav tm="0">
                                          <p:val>
                                            <p:strVal val="#ppt_x"/>
                                          </p:val>
                                        </p:tav>
                                        <p:tav tm="100000">
                                          <p:val>
                                            <p:strVal val="#ppt_x"/>
                                          </p:val>
                                        </p:tav>
                                      </p:tavLst>
                                    </p:anim>
                                    <p:anim calcmode="lin" valueType="num">
                                      <p:cBhvr additive="base">
                                        <p:cTn id="19" dur="500" fill="hold"/>
                                        <p:tgtEl>
                                          <p:spTgt spid="5294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9411" grpId="0" autoUpdateAnimBg="0"/>
      <p:bldP spid="52941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fld id="{95DBDD93-2EDE-4A5B-A26B-CEEA66AB86C3}" type="slidenum">
              <a:rPr lang="zh-CN" altLang="en-US"/>
              <a:pPr>
                <a:defRPr/>
              </a:pPr>
              <a:t>41</a:t>
            </a:fld>
            <a:endParaRPr lang="en-US" altLang="zh-CN"/>
          </a:p>
        </p:txBody>
      </p:sp>
      <p:sp>
        <p:nvSpPr>
          <p:cNvPr id="530434" name="Rectangle 2"/>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graphicFrame>
        <p:nvGraphicFramePr>
          <p:cNvPr id="530435" name="Object 3"/>
          <p:cNvGraphicFramePr>
            <a:graphicFrameLocks noChangeAspect="1"/>
          </p:cNvGraphicFramePr>
          <p:nvPr/>
        </p:nvGraphicFramePr>
        <p:xfrm>
          <a:off x="2484438" y="3933825"/>
          <a:ext cx="3168650" cy="1027113"/>
        </p:xfrm>
        <a:graphic>
          <a:graphicData uri="http://schemas.openxmlformats.org/presentationml/2006/ole">
            <mc:AlternateContent xmlns:mc="http://schemas.openxmlformats.org/markup-compatibility/2006">
              <mc:Choice xmlns:v="urn:schemas-microsoft-com:vml" Requires="v">
                <p:oleObj spid="_x0000_s44154" name="公式" r:id="rId3" imgW="711200" imgH="228600" progId="Equation.3">
                  <p:embed/>
                </p:oleObj>
              </mc:Choice>
              <mc:Fallback>
                <p:oleObj name="公式" r:id="rId3" imgW="711200" imgH="2286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4438" y="3933825"/>
                        <a:ext cx="3168650" cy="102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0436" name="Rectangle 4"/>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graphicFrame>
        <p:nvGraphicFramePr>
          <p:cNvPr id="530437" name="Object 5"/>
          <p:cNvGraphicFramePr>
            <a:graphicFrameLocks noChangeAspect="1"/>
          </p:cNvGraphicFramePr>
          <p:nvPr/>
        </p:nvGraphicFramePr>
        <p:xfrm>
          <a:off x="2484438" y="5754688"/>
          <a:ext cx="2592387" cy="914400"/>
        </p:xfrm>
        <a:graphic>
          <a:graphicData uri="http://schemas.openxmlformats.org/presentationml/2006/ole">
            <mc:AlternateContent xmlns:mc="http://schemas.openxmlformats.org/markup-compatibility/2006">
              <mc:Choice xmlns:v="urn:schemas-microsoft-com:vml" Requires="v">
                <p:oleObj spid="_x0000_s44155" name="公式" r:id="rId5" imgW="647700" imgH="228600" progId="Equation.3">
                  <p:embed/>
                </p:oleObj>
              </mc:Choice>
              <mc:Fallback>
                <p:oleObj name="公式" r:id="rId5" imgW="647700" imgH="2286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84438" y="5754688"/>
                        <a:ext cx="259238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0438" name="Text Box 6"/>
          <p:cNvSpPr txBox="1">
            <a:spLocks noChangeArrowheads="1"/>
          </p:cNvSpPr>
          <p:nvPr/>
        </p:nvSpPr>
        <p:spPr bwMode="auto">
          <a:xfrm>
            <a:off x="395288" y="476250"/>
            <a:ext cx="858996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sz="3200" b="1">
                <a:solidFill>
                  <a:schemeClr val="tx1"/>
                </a:solidFill>
                <a:effectLst>
                  <a:outerShdw blurRad="38100" dist="38100" dir="2700000" algn="tl">
                    <a:srgbClr val="C0C0C0"/>
                  </a:outerShdw>
                </a:effectLst>
              </a:rPr>
              <a:t>方程</a:t>
            </a:r>
            <a:r>
              <a:rPr lang="en-US" altLang="zh-CN" sz="3200" b="1" i="1">
                <a:solidFill>
                  <a:schemeClr val="tx1"/>
                </a:solidFill>
                <a:effectLst>
                  <a:outerShdw blurRad="38100" dist="38100" dir="2700000" algn="tl">
                    <a:srgbClr val="C0C0C0"/>
                  </a:outerShdw>
                </a:effectLst>
              </a:rPr>
              <a:t>f (x) = 0  </a:t>
            </a:r>
            <a:r>
              <a:rPr lang="zh-CN" altLang="en-US" sz="3200" b="1">
                <a:solidFill>
                  <a:schemeClr val="tx1"/>
                </a:solidFill>
                <a:effectLst>
                  <a:outerShdw blurRad="38100" dist="38100" dir="2700000" algn="tl">
                    <a:srgbClr val="C0C0C0"/>
                  </a:outerShdw>
                </a:effectLst>
              </a:rPr>
              <a:t>等价于方程</a:t>
            </a:r>
          </a:p>
        </p:txBody>
      </p:sp>
      <p:graphicFrame>
        <p:nvGraphicFramePr>
          <p:cNvPr id="44040" name="Object 7"/>
          <p:cNvGraphicFramePr>
            <a:graphicFrameLocks noChangeAspect="1"/>
          </p:cNvGraphicFramePr>
          <p:nvPr/>
        </p:nvGraphicFramePr>
        <p:xfrm>
          <a:off x="4140200" y="1412875"/>
          <a:ext cx="2232025" cy="792163"/>
        </p:xfrm>
        <a:graphic>
          <a:graphicData uri="http://schemas.openxmlformats.org/presentationml/2006/ole">
            <mc:AlternateContent xmlns:mc="http://schemas.openxmlformats.org/markup-compatibility/2006">
              <mc:Choice xmlns:v="urn:schemas-microsoft-com:vml" Requires="v">
                <p:oleObj spid="_x0000_s44156" name="公式" r:id="rId7" imgW="583947" imgH="203112" progId="Equation.3">
                  <p:embed/>
                </p:oleObj>
              </mc:Choice>
              <mc:Fallback>
                <p:oleObj name="公式" r:id="rId7" imgW="583947" imgH="203112"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40200" y="1412875"/>
                        <a:ext cx="2232025"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对象 1"/>
          <p:cNvGraphicFramePr>
            <a:graphicFrameLocks noChangeAspect="1"/>
          </p:cNvGraphicFramePr>
          <p:nvPr/>
        </p:nvGraphicFramePr>
        <p:xfrm>
          <a:off x="2573338" y="2722563"/>
          <a:ext cx="2503487" cy="735012"/>
        </p:xfrm>
        <a:graphic>
          <a:graphicData uri="http://schemas.openxmlformats.org/presentationml/2006/ole">
            <mc:AlternateContent xmlns:mc="http://schemas.openxmlformats.org/markup-compatibility/2006">
              <mc:Choice xmlns:v="urn:schemas-microsoft-com:vml" Requires="v">
                <p:oleObj spid="_x0000_s44157" name="公式" r:id="rId9" imgW="774364" imgH="228501" progId="Equation.3">
                  <p:embed/>
                </p:oleObj>
              </mc:Choice>
              <mc:Fallback>
                <p:oleObj name="公式" r:id="rId9" imgW="774364" imgH="228501" progId="Equation.3">
                  <p:embed/>
                  <p:pic>
                    <p:nvPicPr>
                      <p:cNvPr id="0" name="对象 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73338" y="2722563"/>
                        <a:ext cx="2503487" cy="73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30435"/>
                                        </p:tgtEl>
                                        <p:attrNameLst>
                                          <p:attrName>style.visibility</p:attrName>
                                        </p:attrNameLst>
                                      </p:cBhvr>
                                      <p:to>
                                        <p:strVal val="visible"/>
                                      </p:to>
                                    </p:set>
                                    <p:anim calcmode="lin" valueType="num">
                                      <p:cBhvr additive="base">
                                        <p:cTn id="7" dur="500" fill="hold"/>
                                        <p:tgtEl>
                                          <p:spTgt spid="530435"/>
                                        </p:tgtEl>
                                        <p:attrNameLst>
                                          <p:attrName>ppt_x</p:attrName>
                                        </p:attrNameLst>
                                      </p:cBhvr>
                                      <p:tavLst>
                                        <p:tav tm="0">
                                          <p:val>
                                            <p:strVal val="#ppt_x"/>
                                          </p:val>
                                        </p:tav>
                                        <p:tav tm="100000">
                                          <p:val>
                                            <p:strVal val="#ppt_x"/>
                                          </p:val>
                                        </p:tav>
                                      </p:tavLst>
                                    </p:anim>
                                    <p:anim calcmode="lin" valueType="num">
                                      <p:cBhvr additive="base">
                                        <p:cTn id="8" dur="500" fill="hold"/>
                                        <p:tgtEl>
                                          <p:spTgt spid="53043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30437"/>
                                        </p:tgtEl>
                                        <p:attrNameLst>
                                          <p:attrName>style.visibility</p:attrName>
                                        </p:attrNameLst>
                                      </p:cBhvr>
                                      <p:to>
                                        <p:strVal val="visible"/>
                                      </p:to>
                                    </p:set>
                                    <p:anim calcmode="lin" valueType="num">
                                      <p:cBhvr additive="base">
                                        <p:cTn id="13" dur="500" fill="hold"/>
                                        <p:tgtEl>
                                          <p:spTgt spid="530437"/>
                                        </p:tgtEl>
                                        <p:attrNameLst>
                                          <p:attrName>ppt_x</p:attrName>
                                        </p:attrNameLst>
                                      </p:cBhvr>
                                      <p:tavLst>
                                        <p:tav tm="0">
                                          <p:val>
                                            <p:strVal val="#ppt_x"/>
                                          </p:val>
                                        </p:tav>
                                        <p:tav tm="100000">
                                          <p:val>
                                            <p:strVal val="#ppt_x"/>
                                          </p:val>
                                        </p:tav>
                                      </p:tavLst>
                                    </p:anim>
                                    <p:anim calcmode="lin" valueType="num">
                                      <p:cBhvr additive="base">
                                        <p:cTn id="14" dur="500" fill="hold"/>
                                        <p:tgtEl>
                                          <p:spTgt spid="530437"/>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灯片编号占位符 7"/>
          <p:cNvSpPr>
            <a:spLocks noGrp="1"/>
          </p:cNvSpPr>
          <p:nvPr>
            <p:ph type="sldNum" sz="quarter" idx="12"/>
          </p:nvPr>
        </p:nvSpPr>
        <p:spPr/>
        <p:txBody>
          <a:bodyPr/>
          <a:lstStyle/>
          <a:p>
            <a:pPr>
              <a:defRPr/>
            </a:pPr>
            <a:fld id="{D878725E-2CD6-45A5-A866-90422FA7B78A}" type="slidenum">
              <a:rPr lang="zh-CN" altLang="en-US"/>
              <a:pPr>
                <a:defRPr/>
              </a:pPr>
              <a:t>42</a:t>
            </a:fld>
            <a:endParaRPr lang="en-US" altLang="zh-CN"/>
          </a:p>
        </p:txBody>
      </p:sp>
      <p:sp>
        <p:nvSpPr>
          <p:cNvPr id="45059" name="Rectangle 2"/>
          <p:cNvSpPr>
            <a:spLocks noGrp="1" noChangeArrowheads="1"/>
          </p:cNvSpPr>
          <p:nvPr>
            <p:ph type="title"/>
          </p:nvPr>
        </p:nvSpPr>
        <p:spPr>
          <a:xfrm>
            <a:off x="685800" y="44450"/>
            <a:ext cx="7772400" cy="1143000"/>
          </a:xfrm>
        </p:spPr>
        <p:txBody>
          <a:bodyPr/>
          <a:lstStyle/>
          <a:p>
            <a:pPr eaLnBrk="1" hangingPunct="1"/>
            <a:r>
              <a:rPr lang="zh-CN" altLang="en-US" sz="3200" b="1">
                <a:solidFill>
                  <a:schemeClr val="tx1"/>
                </a:solidFill>
              </a:rPr>
              <a:t>迭代法的几何意义</a:t>
            </a:r>
          </a:p>
        </p:txBody>
      </p:sp>
      <p:sp>
        <p:nvSpPr>
          <p:cNvPr id="45060" name="Rectangle 3"/>
          <p:cNvSpPr>
            <a:spLocks noGrp="1" noChangeArrowheads="1"/>
          </p:cNvSpPr>
          <p:nvPr>
            <p:ph type="body" sz="half" idx="1"/>
          </p:nvPr>
        </p:nvSpPr>
        <p:spPr>
          <a:xfrm>
            <a:off x="685800" y="1568450"/>
            <a:ext cx="7134225" cy="655638"/>
          </a:xfrm>
        </p:spPr>
        <p:txBody>
          <a:bodyPr/>
          <a:lstStyle/>
          <a:p>
            <a:pPr eaLnBrk="1" hangingPunct="1"/>
            <a:r>
              <a:rPr lang="zh-CN" altLang="en-US" sz="2800" b="1"/>
              <a:t>                                                交点的横坐标 </a:t>
            </a:r>
          </a:p>
        </p:txBody>
      </p:sp>
      <p:graphicFrame>
        <p:nvGraphicFramePr>
          <p:cNvPr id="548868" name="Object 4"/>
          <p:cNvGraphicFramePr>
            <a:graphicFrameLocks noGrp="1" noChangeAspect="1"/>
          </p:cNvGraphicFramePr>
          <p:nvPr>
            <p:ph sz="quarter" idx="2"/>
          </p:nvPr>
        </p:nvGraphicFramePr>
        <p:xfrm>
          <a:off x="2411413" y="5876925"/>
          <a:ext cx="366712" cy="450850"/>
        </p:xfrm>
        <a:graphic>
          <a:graphicData uri="http://schemas.openxmlformats.org/presentationml/2006/ole">
            <mc:AlternateContent xmlns:mc="http://schemas.openxmlformats.org/markup-compatibility/2006">
              <mc:Choice xmlns:v="urn:schemas-microsoft-com:vml" Requires="v">
                <p:oleObj spid="_x0000_s45215" name="公式" r:id="rId3" imgW="164957" imgH="203024" progId="Equation.3">
                  <p:embed/>
                </p:oleObj>
              </mc:Choice>
              <mc:Fallback>
                <p:oleObj name="公式" r:id="rId3" imgW="164957" imgH="203024"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413" y="5876925"/>
                        <a:ext cx="366712" cy="450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8869" name="Rectangle 5"/>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sp>
        <p:nvSpPr>
          <p:cNvPr id="548871" name="Line 7"/>
          <p:cNvSpPr>
            <a:spLocks noChangeShapeType="1"/>
          </p:cNvSpPr>
          <p:nvPr/>
        </p:nvSpPr>
        <p:spPr bwMode="auto">
          <a:xfrm>
            <a:off x="1908175" y="5805488"/>
            <a:ext cx="4608513"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548872" name="Line 8"/>
          <p:cNvSpPr>
            <a:spLocks noChangeShapeType="1"/>
          </p:cNvSpPr>
          <p:nvPr/>
        </p:nvSpPr>
        <p:spPr bwMode="auto">
          <a:xfrm flipV="1">
            <a:off x="1908175" y="3070225"/>
            <a:ext cx="0" cy="2735263"/>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548873" name="Line 9"/>
          <p:cNvSpPr>
            <a:spLocks noChangeShapeType="1"/>
          </p:cNvSpPr>
          <p:nvPr/>
        </p:nvSpPr>
        <p:spPr bwMode="auto">
          <a:xfrm flipV="1">
            <a:off x="1908175" y="3357563"/>
            <a:ext cx="2449513" cy="24479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548874" name="Text Box 10"/>
          <p:cNvSpPr txBox="1">
            <a:spLocks noChangeArrowheads="1"/>
          </p:cNvSpPr>
          <p:nvPr/>
        </p:nvSpPr>
        <p:spPr bwMode="auto">
          <a:xfrm>
            <a:off x="4213225" y="2940050"/>
            <a:ext cx="641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pPr eaLnBrk="1" hangingPunct="1"/>
            <a:r>
              <a:rPr lang="en-US" altLang="zh-CN" sz="1800" b="1" i="1">
                <a:solidFill>
                  <a:schemeClr val="tx1"/>
                </a:solidFill>
                <a:effectLst/>
                <a:latin typeface="Tahoma" pitchFamily="34" charset="0"/>
                <a:ea typeface="宋体" charset="-122"/>
              </a:rPr>
              <a:t>y=x</a:t>
            </a:r>
          </a:p>
        </p:txBody>
      </p:sp>
      <p:sp>
        <p:nvSpPr>
          <p:cNvPr id="548876" name="Line 12"/>
          <p:cNvSpPr>
            <a:spLocks noChangeShapeType="1"/>
          </p:cNvSpPr>
          <p:nvPr/>
        </p:nvSpPr>
        <p:spPr bwMode="auto">
          <a:xfrm flipV="1">
            <a:off x="5435600" y="3933825"/>
            <a:ext cx="0" cy="1871663"/>
          </a:xfrm>
          <a:prstGeom prst="line">
            <a:avLst/>
          </a:prstGeom>
          <a:noFill/>
          <a:ln w="254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548877" name="Line 13"/>
          <p:cNvSpPr>
            <a:spLocks noChangeShapeType="1"/>
          </p:cNvSpPr>
          <p:nvPr/>
        </p:nvSpPr>
        <p:spPr bwMode="auto">
          <a:xfrm flipH="1">
            <a:off x="3708400" y="3971925"/>
            <a:ext cx="1727200" cy="0"/>
          </a:xfrm>
          <a:prstGeom prst="line">
            <a:avLst/>
          </a:prstGeom>
          <a:noFill/>
          <a:ln w="254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548878" name="Line 14"/>
          <p:cNvSpPr>
            <a:spLocks noChangeShapeType="1"/>
          </p:cNvSpPr>
          <p:nvPr/>
        </p:nvSpPr>
        <p:spPr bwMode="auto">
          <a:xfrm>
            <a:off x="3754438" y="3933825"/>
            <a:ext cx="0" cy="1871663"/>
          </a:xfrm>
          <a:prstGeom prst="line">
            <a:avLst/>
          </a:prstGeom>
          <a:noFill/>
          <a:ln w="254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548880" name="Line 16"/>
          <p:cNvSpPr>
            <a:spLocks noChangeShapeType="1"/>
          </p:cNvSpPr>
          <p:nvPr/>
        </p:nvSpPr>
        <p:spPr bwMode="auto">
          <a:xfrm flipH="1">
            <a:off x="2843213" y="4822825"/>
            <a:ext cx="936625" cy="0"/>
          </a:xfrm>
          <a:prstGeom prst="line">
            <a:avLst/>
          </a:prstGeom>
          <a:noFill/>
          <a:ln w="2540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548881" name="Line 17"/>
          <p:cNvSpPr>
            <a:spLocks noChangeShapeType="1"/>
          </p:cNvSpPr>
          <p:nvPr/>
        </p:nvSpPr>
        <p:spPr bwMode="auto">
          <a:xfrm>
            <a:off x="2903538" y="4797425"/>
            <a:ext cx="0" cy="1008063"/>
          </a:xfrm>
          <a:prstGeom prst="line">
            <a:avLst/>
          </a:prstGeom>
          <a:noFill/>
          <a:ln w="2540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548882" name="Line 18"/>
          <p:cNvSpPr>
            <a:spLocks noChangeShapeType="1"/>
          </p:cNvSpPr>
          <p:nvPr/>
        </p:nvSpPr>
        <p:spPr bwMode="auto">
          <a:xfrm>
            <a:off x="2700338" y="5013325"/>
            <a:ext cx="0" cy="792163"/>
          </a:xfrm>
          <a:prstGeom prst="line">
            <a:avLst/>
          </a:prstGeom>
          <a:noFill/>
          <a:ln w="25400">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45073" name="Text Box 19"/>
          <p:cNvSpPr txBox="1">
            <a:spLocks noChangeArrowheads="1"/>
          </p:cNvSpPr>
          <p:nvPr/>
        </p:nvSpPr>
        <p:spPr bwMode="auto">
          <a:xfrm>
            <a:off x="2608263" y="573881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pPr eaLnBrk="1" hangingPunct="1"/>
            <a:endParaRPr lang="zh-CN" altLang="en-US" sz="1800">
              <a:solidFill>
                <a:schemeClr val="tx1"/>
              </a:solidFill>
              <a:effectLst/>
              <a:latin typeface="Tahoma" pitchFamily="34" charset="0"/>
              <a:ea typeface="宋体" charset="-122"/>
            </a:endParaRPr>
          </a:p>
        </p:txBody>
      </p:sp>
      <p:graphicFrame>
        <p:nvGraphicFramePr>
          <p:cNvPr id="548884" name="Object 20"/>
          <p:cNvGraphicFramePr>
            <a:graphicFrameLocks noGrp="1" noChangeAspect="1"/>
          </p:cNvGraphicFramePr>
          <p:nvPr>
            <p:ph sz="quarter" idx="3"/>
          </p:nvPr>
        </p:nvGraphicFramePr>
        <p:xfrm>
          <a:off x="2771775" y="5876925"/>
          <a:ext cx="330200" cy="430213"/>
        </p:xfrm>
        <a:graphic>
          <a:graphicData uri="http://schemas.openxmlformats.org/presentationml/2006/ole">
            <mc:AlternateContent xmlns:mc="http://schemas.openxmlformats.org/markup-compatibility/2006">
              <mc:Choice xmlns:v="urn:schemas-microsoft-com:vml" Requires="v">
                <p:oleObj spid="_x0000_s45216" name="公式" r:id="rId5" imgW="164885" imgH="215619" progId="Equation.3">
                  <p:embed/>
                </p:oleObj>
              </mc:Choice>
              <mc:Fallback>
                <p:oleObj name="公式" r:id="rId5" imgW="164885" imgH="215619" progId="Equation.3">
                  <p:embed/>
                  <p:pic>
                    <p:nvPicPr>
                      <p:cNvPr id="0" name="Object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71775" y="5876925"/>
                        <a:ext cx="330200"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8885" name="Object 21"/>
          <p:cNvGraphicFramePr>
            <a:graphicFrameLocks noChangeAspect="1"/>
          </p:cNvGraphicFramePr>
          <p:nvPr/>
        </p:nvGraphicFramePr>
        <p:xfrm>
          <a:off x="5292725" y="5876925"/>
          <a:ext cx="330200" cy="455613"/>
        </p:xfrm>
        <a:graphic>
          <a:graphicData uri="http://schemas.openxmlformats.org/presentationml/2006/ole">
            <mc:AlternateContent xmlns:mc="http://schemas.openxmlformats.org/markup-compatibility/2006">
              <mc:Choice xmlns:v="urn:schemas-microsoft-com:vml" Requires="v">
                <p:oleObj spid="_x0000_s45217" name="公式" r:id="rId7" imgW="165028" imgH="228501" progId="Equation.3">
                  <p:embed/>
                </p:oleObj>
              </mc:Choice>
              <mc:Fallback>
                <p:oleObj name="公式" r:id="rId7" imgW="165028" imgH="228501" progId="Equation.3">
                  <p:embed/>
                  <p:pic>
                    <p:nvPicPr>
                      <p:cNvPr id="0" name="Object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92725" y="5876925"/>
                        <a:ext cx="330200" cy="455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8886" name="Object 22"/>
          <p:cNvGraphicFramePr>
            <a:graphicFrameLocks noChangeAspect="1"/>
          </p:cNvGraphicFramePr>
          <p:nvPr/>
        </p:nvGraphicFramePr>
        <p:xfrm>
          <a:off x="3635375" y="5878513"/>
          <a:ext cx="304800" cy="430212"/>
        </p:xfrm>
        <a:graphic>
          <a:graphicData uri="http://schemas.openxmlformats.org/presentationml/2006/ole">
            <mc:AlternateContent xmlns:mc="http://schemas.openxmlformats.org/markup-compatibility/2006">
              <mc:Choice xmlns:v="urn:schemas-microsoft-com:vml" Requires="v">
                <p:oleObj spid="_x0000_s45218" name="公式" r:id="rId9" imgW="152268" imgH="215713" progId="Equation.3">
                  <p:embed/>
                </p:oleObj>
              </mc:Choice>
              <mc:Fallback>
                <p:oleObj name="公式" r:id="rId9" imgW="152268" imgH="215713" progId="Equation.3">
                  <p:embed/>
                  <p:pic>
                    <p:nvPicPr>
                      <p:cNvPr id="0" name="Object 2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35375" y="5878513"/>
                        <a:ext cx="304800" cy="430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5077" name="Group 24"/>
          <p:cNvGrpSpPr>
            <a:grpSpLocks noChangeAspect="1"/>
          </p:cNvGrpSpPr>
          <p:nvPr/>
        </p:nvGrpSpPr>
        <p:grpSpPr bwMode="auto">
          <a:xfrm>
            <a:off x="1331913" y="1431925"/>
            <a:ext cx="3451225" cy="1060450"/>
            <a:chOff x="1091" y="1162"/>
            <a:chExt cx="1922" cy="668"/>
          </a:xfrm>
        </p:grpSpPr>
        <p:sp>
          <p:nvSpPr>
            <p:cNvPr id="548887" name="AutoShape 23"/>
            <p:cNvSpPr>
              <a:spLocks noChangeAspect="1" noChangeArrowheads="1" noTextEdit="1"/>
            </p:cNvSpPr>
            <p:nvPr/>
          </p:nvSpPr>
          <p:spPr bwMode="auto">
            <a:xfrm>
              <a:off x="1091" y="1162"/>
              <a:ext cx="1922" cy="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a:p>
          </p:txBody>
        </p:sp>
        <p:sp>
          <p:nvSpPr>
            <p:cNvPr id="548889" name="Rectangle 25"/>
            <p:cNvSpPr>
              <a:spLocks noChangeArrowheads="1"/>
            </p:cNvSpPr>
            <p:nvPr/>
          </p:nvSpPr>
          <p:spPr bwMode="auto">
            <a:xfrm>
              <a:off x="2173" y="1523"/>
              <a:ext cx="112"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b="1">
                  <a:solidFill>
                    <a:srgbClr val="000000"/>
                  </a:solidFill>
                  <a:effectLst/>
                  <a:latin typeface="Symbol" pitchFamily="18" charset="2"/>
                </a:rPr>
                <a:t>î</a:t>
              </a:r>
              <a:endParaRPr lang="en-US" altLang="zh-CN" sz="3200" b="1">
                <a:effectLst>
                  <a:outerShdw blurRad="38100" dist="38100" dir="2700000" algn="tl">
                    <a:srgbClr val="C0C0C0"/>
                  </a:outerShdw>
                </a:effectLst>
              </a:endParaRPr>
            </a:p>
          </p:txBody>
        </p:sp>
        <p:sp>
          <p:nvSpPr>
            <p:cNvPr id="548890" name="Rectangle 26"/>
            <p:cNvSpPr>
              <a:spLocks noChangeArrowheads="1"/>
            </p:cNvSpPr>
            <p:nvPr/>
          </p:nvSpPr>
          <p:spPr bwMode="auto">
            <a:xfrm>
              <a:off x="2173" y="1352"/>
              <a:ext cx="112"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b="1">
                  <a:solidFill>
                    <a:srgbClr val="000000"/>
                  </a:solidFill>
                  <a:effectLst/>
                  <a:latin typeface="Symbol" pitchFamily="18" charset="2"/>
                </a:rPr>
                <a:t>í</a:t>
              </a:r>
              <a:endParaRPr lang="en-US" altLang="zh-CN" sz="3200" b="1">
                <a:effectLst>
                  <a:outerShdw blurRad="38100" dist="38100" dir="2700000" algn="tl">
                    <a:srgbClr val="C0C0C0"/>
                  </a:outerShdw>
                </a:effectLst>
              </a:endParaRPr>
            </a:p>
          </p:txBody>
        </p:sp>
        <p:sp>
          <p:nvSpPr>
            <p:cNvPr id="548891" name="Rectangle 27"/>
            <p:cNvSpPr>
              <a:spLocks noChangeArrowheads="1"/>
            </p:cNvSpPr>
            <p:nvPr/>
          </p:nvSpPr>
          <p:spPr bwMode="auto">
            <a:xfrm>
              <a:off x="2173" y="1180"/>
              <a:ext cx="112"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b="1">
                  <a:solidFill>
                    <a:srgbClr val="000000"/>
                  </a:solidFill>
                  <a:effectLst/>
                  <a:latin typeface="Symbol" pitchFamily="18" charset="2"/>
                </a:rPr>
                <a:t>ì</a:t>
              </a:r>
              <a:endParaRPr lang="en-US" altLang="zh-CN" sz="3200" b="1">
                <a:effectLst>
                  <a:outerShdw blurRad="38100" dist="38100" dir="2700000" algn="tl">
                    <a:srgbClr val="C0C0C0"/>
                  </a:outerShdw>
                </a:effectLst>
              </a:endParaRPr>
            </a:p>
          </p:txBody>
        </p:sp>
        <p:sp>
          <p:nvSpPr>
            <p:cNvPr id="548892" name="Rectangle 28"/>
            <p:cNvSpPr>
              <a:spLocks noChangeArrowheads="1"/>
            </p:cNvSpPr>
            <p:nvPr/>
          </p:nvSpPr>
          <p:spPr bwMode="auto">
            <a:xfrm>
              <a:off x="2440" y="1474"/>
              <a:ext cx="12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b="1">
                  <a:solidFill>
                    <a:srgbClr val="000000"/>
                  </a:solidFill>
                  <a:effectLst/>
                  <a:latin typeface="Symbol" pitchFamily="18" charset="2"/>
                </a:rPr>
                <a:t>=</a:t>
              </a:r>
              <a:endParaRPr lang="en-US" altLang="zh-CN" sz="3200" b="1">
                <a:effectLst>
                  <a:outerShdw blurRad="38100" dist="38100" dir="2700000" algn="tl">
                    <a:srgbClr val="C0C0C0"/>
                  </a:outerShdw>
                </a:effectLst>
              </a:endParaRPr>
            </a:p>
          </p:txBody>
        </p:sp>
        <p:sp>
          <p:nvSpPr>
            <p:cNvPr id="548893" name="Rectangle 29"/>
            <p:cNvSpPr>
              <a:spLocks noChangeArrowheads="1"/>
            </p:cNvSpPr>
            <p:nvPr/>
          </p:nvSpPr>
          <p:spPr bwMode="auto">
            <a:xfrm>
              <a:off x="2575" y="1165"/>
              <a:ext cx="12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b="1">
                  <a:solidFill>
                    <a:srgbClr val="000000"/>
                  </a:solidFill>
                  <a:effectLst/>
                  <a:latin typeface="Symbol" pitchFamily="18" charset="2"/>
                </a:rPr>
                <a:t>=</a:t>
              </a:r>
              <a:endParaRPr lang="en-US" altLang="zh-CN" sz="3200" b="1">
                <a:effectLst>
                  <a:outerShdw blurRad="38100" dist="38100" dir="2700000" algn="tl">
                    <a:srgbClr val="C0C0C0"/>
                  </a:outerShdw>
                </a:effectLst>
              </a:endParaRPr>
            </a:p>
          </p:txBody>
        </p:sp>
        <p:sp>
          <p:nvSpPr>
            <p:cNvPr id="548894" name="Rectangle 30"/>
            <p:cNvSpPr>
              <a:spLocks noChangeArrowheads="1"/>
            </p:cNvSpPr>
            <p:nvPr/>
          </p:nvSpPr>
          <p:spPr bwMode="auto">
            <a:xfrm>
              <a:off x="1922" y="1316"/>
              <a:ext cx="224"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b="1">
                  <a:solidFill>
                    <a:srgbClr val="000000"/>
                  </a:solidFill>
                  <a:effectLst/>
                  <a:latin typeface="Symbol" pitchFamily="18" charset="2"/>
                </a:rPr>
                <a:t>Þ</a:t>
              </a:r>
              <a:endParaRPr lang="en-US" altLang="zh-CN" sz="3200" b="1">
                <a:effectLst>
                  <a:outerShdw blurRad="38100" dist="38100" dir="2700000" algn="tl">
                    <a:srgbClr val="C0C0C0"/>
                  </a:outerShdw>
                </a:effectLst>
              </a:endParaRPr>
            </a:p>
          </p:txBody>
        </p:sp>
        <p:sp>
          <p:nvSpPr>
            <p:cNvPr id="548895" name="Rectangle 31"/>
            <p:cNvSpPr>
              <a:spLocks noChangeArrowheads="1"/>
            </p:cNvSpPr>
            <p:nvPr/>
          </p:nvSpPr>
          <p:spPr bwMode="auto">
            <a:xfrm>
              <a:off x="1346" y="1316"/>
              <a:ext cx="126"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b="1">
                  <a:solidFill>
                    <a:srgbClr val="000000"/>
                  </a:solidFill>
                  <a:effectLst/>
                  <a:latin typeface="Symbol" pitchFamily="18" charset="2"/>
                </a:rPr>
                <a:t>=</a:t>
              </a:r>
              <a:endParaRPr lang="en-US" altLang="zh-CN" sz="3200" b="1">
                <a:effectLst>
                  <a:outerShdw blurRad="38100" dist="38100" dir="2700000" algn="tl">
                    <a:srgbClr val="C0C0C0"/>
                  </a:outerShdw>
                </a:effectLst>
              </a:endParaRPr>
            </a:p>
          </p:txBody>
        </p:sp>
        <p:sp>
          <p:nvSpPr>
            <p:cNvPr id="548896" name="Rectangle 32"/>
            <p:cNvSpPr>
              <a:spLocks noChangeArrowheads="1"/>
            </p:cNvSpPr>
            <p:nvPr/>
          </p:nvSpPr>
          <p:spPr bwMode="auto">
            <a:xfrm>
              <a:off x="2906" y="1497"/>
              <a:ext cx="7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b="1">
                  <a:solidFill>
                    <a:srgbClr val="000000"/>
                  </a:solidFill>
                  <a:effectLst/>
                </a:rPr>
                <a:t>)</a:t>
              </a:r>
              <a:endParaRPr lang="en-US" altLang="zh-CN" sz="3200" b="1">
                <a:effectLst>
                  <a:outerShdw blurRad="38100" dist="38100" dir="2700000" algn="tl">
                    <a:srgbClr val="C0C0C0"/>
                  </a:outerShdw>
                </a:effectLst>
              </a:endParaRPr>
            </a:p>
          </p:txBody>
        </p:sp>
        <p:sp>
          <p:nvSpPr>
            <p:cNvPr id="548897" name="Rectangle 33"/>
            <p:cNvSpPr>
              <a:spLocks noChangeArrowheads="1"/>
            </p:cNvSpPr>
            <p:nvPr/>
          </p:nvSpPr>
          <p:spPr bwMode="auto">
            <a:xfrm>
              <a:off x="2726" y="1497"/>
              <a:ext cx="7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b="1">
                  <a:solidFill>
                    <a:srgbClr val="000000"/>
                  </a:solidFill>
                  <a:effectLst/>
                </a:rPr>
                <a:t>(</a:t>
              </a:r>
              <a:endParaRPr lang="en-US" altLang="zh-CN" sz="3200" b="1">
                <a:effectLst>
                  <a:outerShdw blurRad="38100" dist="38100" dir="2700000" algn="tl">
                    <a:srgbClr val="C0C0C0"/>
                  </a:outerShdw>
                </a:effectLst>
              </a:endParaRPr>
            </a:p>
          </p:txBody>
        </p:sp>
        <p:sp>
          <p:nvSpPr>
            <p:cNvPr id="548898" name="Rectangle 34"/>
            <p:cNvSpPr>
              <a:spLocks noChangeArrowheads="1"/>
            </p:cNvSpPr>
            <p:nvPr/>
          </p:nvSpPr>
          <p:spPr bwMode="auto">
            <a:xfrm>
              <a:off x="1812" y="1339"/>
              <a:ext cx="72"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b="1">
                  <a:solidFill>
                    <a:srgbClr val="000000"/>
                  </a:solidFill>
                  <a:effectLst/>
                </a:rPr>
                <a:t>)</a:t>
              </a:r>
              <a:endParaRPr lang="en-US" altLang="zh-CN" sz="3200" b="1">
                <a:effectLst>
                  <a:outerShdw blurRad="38100" dist="38100" dir="2700000" algn="tl">
                    <a:srgbClr val="C0C0C0"/>
                  </a:outerShdw>
                </a:effectLst>
              </a:endParaRPr>
            </a:p>
          </p:txBody>
        </p:sp>
        <p:sp>
          <p:nvSpPr>
            <p:cNvPr id="548899" name="Rectangle 35"/>
            <p:cNvSpPr>
              <a:spLocks noChangeArrowheads="1"/>
            </p:cNvSpPr>
            <p:nvPr/>
          </p:nvSpPr>
          <p:spPr bwMode="auto">
            <a:xfrm>
              <a:off x="1632" y="1339"/>
              <a:ext cx="7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b="1">
                  <a:solidFill>
                    <a:srgbClr val="000000"/>
                  </a:solidFill>
                  <a:effectLst/>
                </a:rPr>
                <a:t>(</a:t>
              </a:r>
              <a:endParaRPr lang="en-US" altLang="zh-CN" sz="3200" b="1">
                <a:effectLst>
                  <a:outerShdw blurRad="38100" dist="38100" dir="2700000" algn="tl">
                    <a:srgbClr val="C0C0C0"/>
                  </a:outerShdw>
                </a:effectLst>
              </a:endParaRPr>
            </a:p>
          </p:txBody>
        </p:sp>
        <p:sp>
          <p:nvSpPr>
            <p:cNvPr id="548900" name="Rectangle 36"/>
            <p:cNvSpPr>
              <a:spLocks noChangeArrowheads="1"/>
            </p:cNvSpPr>
            <p:nvPr/>
          </p:nvSpPr>
          <p:spPr bwMode="auto">
            <a:xfrm>
              <a:off x="2810" y="1497"/>
              <a:ext cx="113"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b="1" i="1">
                  <a:solidFill>
                    <a:srgbClr val="000000"/>
                  </a:solidFill>
                  <a:effectLst/>
                </a:rPr>
                <a:t>x</a:t>
              </a:r>
              <a:endParaRPr lang="en-US" altLang="zh-CN" sz="3200" b="1">
                <a:effectLst>
                  <a:outerShdw blurRad="38100" dist="38100" dir="2700000" algn="tl">
                    <a:srgbClr val="C0C0C0"/>
                  </a:outerShdw>
                </a:effectLst>
              </a:endParaRPr>
            </a:p>
          </p:txBody>
        </p:sp>
        <p:sp>
          <p:nvSpPr>
            <p:cNvPr id="548901" name="Rectangle 37"/>
            <p:cNvSpPr>
              <a:spLocks noChangeArrowheads="1"/>
            </p:cNvSpPr>
            <p:nvPr/>
          </p:nvSpPr>
          <p:spPr bwMode="auto">
            <a:xfrm>
              <a:off x="2295" y="1497"/>
              <a:ext cx="10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b="1" i="1">
                  <a:solidFill>
                    <a:srgbClr val="000000"/>
                  </a:solidFill>
                  <a:effectLst/>
                </a:rPr>
                <a:t>y</a:t>
              </a:r>
              <a:endParaRPr lang="en-US" altLang="zh-CN" sz="3200" b="1">
                <a:effectLst>
                  <a:outerShdw blurRad="38100" dist="38100" dir="2700000" algn="tl">
                    <a:srgbClr val="C0C0C0"/>
                  </a:outerShdw>
                </a:effectLst>
              </a:endParaRPr>
            </a:p>
          </p:txBody>
        </p:sp>
        <p:sp>
          <p:nvSpPr>
            <p:cNvPr id="548902" name="Rectangle 38"/>
            <p:cNvSpPr>
              <a:spLocks noChangeArrowheads="1"/>
            </p:cNvSpPr>
            <p:nvPr/>
          </p:nvSpPr>
          <p:spPr bwMode="auto">
            <a:xfrm>
              <a:off x="2745" y="1188"/>
              <a:ext cx="113"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b="1" i="1">
                  <a:solidFill>
                    <a:srgbClr val="000000"/>
                  </a:solidFill>
                  <a:effectLst/>
                </a:rPr>
                <a:t>x</a:t>
              </a:r>
              <a:endParaRPr lang="en-US" altLang="zh-CN" sz="3200" b="1">
                <a:effectLst>
                  <a:outerShdw blurRad="38100" dist="38100" dir="2700000" algn="tl">
                    <a:srgbClr val="C0C0C0"/>
                  </a:outerShdw>
                </a:effectLst>
              </a:endParaRPr>
            </a:p>
          </p:txBody>
        </p:sp>
        <p:sp>
          <p:nvSpPr>
            <p:cNvPr id="548903" name="Rectangle 39"/>
            <p:cNvSpPr>
              <a:spLocks noChangeArrowheads="1"/>
            </p:cNvSpPr>
            <p:nvPr/>
          </p:nvSpPr>
          <p:spPr bwMode="auto">
            <a:xfrm>
              <a:off x="2430" y="1188"/>
              <a:ext cx="10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b="1" i="1">
                  <a:solidFill>
                    <a:srgbClr val="000000"/>
                  </a:solidFill>
                  <a:effectLst/>
                </a:rPr>
                <a:t>y</a:t>
              </a:r>
              <a:endParaRPr lang="en-US" altLang="zh-CN" sz="3200" b="1">
                <a:effectLst>
                  <a:outerShdw blurRad="38100" dist="38100" dir="2700000" algn="tl">
                    <a:srgbClr val="C0C0C0"/>
                  </a:outerShdw>
                </a:effectLst>
              </a:endParaRPr>
            </a:p>
          </p:txBody>
        </p:sp>
        <p:sp>
          <p:nvSpPr>
            <p:cNvPr id="548904" name="Rectangle 40"/>
            <p:cNvSpPr>
              <a:spLocks noChangeArrowheads="1"/>
            </p:cNvSpPr>
            <p:nvPr/>
          </p:nvSpPr>
          <p:spPr bwMode="auto">
            <a:xfrm>
              <a:off x="1716" y="1339"/>
              <a:ext cx="113"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b="1" i="1">
                  <a:solidFill>
                    <a:srgbClr val="000000"/>
                  </a:solidFill>
                  <a:effectLst/>
                </a:rPr>
                <a:t>x</a:t>
              </a:r>
              <a:endParaRPr lang="en-US" altLang="zh-CN" sz="3200" b="1">
                <a:effectLst>
                  <a:outerShdw blurRad="38100" dist="38100" dir="2700000" algn="tl">
                    <a:srgbClr val="C0C0C0"/>
                  </a:outerShdw>
                </a:effectLst>
              </a:endParaRPr>
            </a:p>
          </p:txBody>
        </p:sp>
        <p:sp>
          <p:nvSpPr>
            <p:cNvPr id="548905" name="Rectangle 41"/>
            <p:cNvSpPr>
              <a:spLocks noChangeArrowheads="1"/>
            </p:cNvSpPr>
            <p:nvPr/>
          </p:nvSpPr>
          <p:spPr bwMode="auto">
            <a:xfrm>
              <a:off x="1132" y="1339"/>
              <a:ext cx="113"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b="1" i="1">
                  <a:solidFill>
                    <a:srgbClr val="000000"/>
                  </a:solidFill>
                  <a:effectLst/>
                </a:rPr>
                <a:t>x</a:t>
              </a:r>
              <a:endParaRPr lang="en-US" altLang="zh-CN" sz="3200" b="1">
                <a:effectLst>
                  <a:outerShdw blurRad="38100" dist="38100" dir="2700000" algn="tl">
                    <a:srgbClr val="C0C0C0"/>
                  </a:outerShdw>
                </a:effectLst>
              </a:endParaRPr>
            </a:p>
          </p:txBody>
        </p:sp>
        <p:sp>
          <p:nvSpPr>
            <p:cNvPr id="548906" name="Rectangle 42"/>
            <p:cNvSpPr>
              <a:spLocks noChangeArrowheads="1"/>
            </p:cNvSpPr>
            <p:nvPr/>
          </p:nvSpPr>
          <p:spPr bwMode="auto">
            <a:xfrm>
              <a:off x="2585" y="1474"/>
              <a:ext cx="137"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b="1" i="1">
                  <a:solidFill>
                    <a:srgbClr val="000000"/>
                  </a:solidFill>
                  <a:effectLst/>
                  <a:latin typeface="Symbol" pitchFamily="18" charset="2"/>
                </a:rPr>
                <a:t>j</a:t>
              </a:r>
              <a:endParaRPr lang="en-US" altLang="zh-CN" sz="3200" b="1">
                <a:effectLst>
                  <a:outerShdw blurRad="38100" dist="38100" dir="2700000" algn="tl">
                    <a:srgbClr val="C0C0C0"/>
                  </a:outerShdw>
                </a:effectLst>
              </a:endParaRPr>
            </a:p>
          </p:txBody>
        </p:sp>
        <p:sp>
          <p:nvSpPr>
            <p:cNvPr id="548907" name="Rectangle 43"/>
            <p:cNvSpPr>
              <a:spLocks noChangeArrowheads="1"/>
            </p:cNvSpPr>
            <p:nvPr/>
          </p:nvSpPr>
          <p:spPr bwMode="auto">
            <a:xfrm>
              <a:off x="1491" y="1316"/>
              <a:ext cx="137"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b="1" i="1">
                  <a:solidFill>
                    <a:srgbClr val="000000"/>
                  </a:solidFill>
                  <a:effectLst/>
                  <a:latin typeface="Symbol" pitchFamily="18" charset="2"/>
                </a:rPr>
                <a:t>j</a:t>
              </a:r>
              <a:endParaRPr lang="en-US" altLang="zh-CN" sz="3200" b="1">
                <a:effectLst>
                  <a:outerShdw blurRad="38100" dist="38100" dir="2700000" algn="tl">
                    <a:srgbClr val="C0C0C0"/>
                  </a:outerShdw>
                </a:effectLst>
              </a:endParaRPr>
            </a:p>
          </p:txBody>
        </p:sp>
      </p:grpSp>
      <p:grpSp>
        <p:nvGrpSpPr>
          <p:cNvPr id="45078" name="Group 45"/>
          <p:cNvGrpSpPr>
            <a:grpSpLocks/>
          </p:cNvGrpSpPr>
          <p:nvPr/>
        </p:nvGrpSpPr>
        <p:grpSpPr bwMode="auto">
          <a:xfrm>
            <a:off x="2124075" y="3068638"/>
            <a:ext cx="5203825" cy="1944687"/>
            <a:chOff x="1338" y="1933"/>
            <a:chExt cx="3278" cy="1225"/>
          </a:xfrm>
        </p:grpSpPr>
        <p:sp>
          <p:nvSpPr>
            <p:cNvPr id="548875" name="Arc 11"/>
            <p:cNvSpPr>
              <a:spLocks/>
            </p:cNvSpPr>
            <p:nvPr/>
          </p:nvSpPr>
          <p:spPr bwMode="auto">
            <a:xfrm flipV="1">
              <a:off x="1338" y="1933"/>
              <a:ext cx="2359" cy="122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548908" name="Text Box 44"/>
            <p:cNvSpPr txBox="1">
              <a:spLocks noChangeArrowheads="1"/>
            </p:cNvSpPr>
            <p:nvPr/>
          </p:nvSpPr>
          <p:spPr bwMode="auto">
            <a:xfrm>
              <a:off x="3787" y="1933"/>
              <a:ext cx="829"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3200" b="1" i="1">
                  <a:solidFill>
                    <a:schemeClr val="tx1"/>
                  </a:solidFill>
                  <a:effectLst>
                    <a:outerShdw blurRad="38100" dist="38100" dir="2700000" algn="tl">
                      <a:srgbClr val="C0C0C0"/>
                    </a:outerShdw>
                  </a:effectLst>
                </a:rPr>
                <a:t>y=</a:t>
              </a:r>
              <a:r>
                <a:rPr lang="en-US" altLang="zh-CN" sz="3200" b="1" i="1">
                  <a:solidFill>
                    <a:schemeClr val="tx1"/>
                  </a:solidFill>
                  <a:effectLst>
                    <a:outerShdw blurRad="38100" dist="38100" dir="2700000" algn="tl">
                      <a:srgbClr val="C0C0C0"/>
                    </a:outerShdw>
                  </a:effectLst>
                  <a:sym typeface="Symbol" pitchFamily="18" charset="2"/>
                </a:rPr>
                <a:t>(</a:t>
              </a:r>
              <a:r>
                <a:rPr lang="en-US" altLang="zh-CN" sz="3200" b="1" i="1">
                  <a:solidFill>
                    <a:schemeClr val="tx1"/>
                  </a:solidFill>
                  <a:effectLst>
                    <a:outerShdw blurRad="38100" dist="38100" dir="2700000" algn="tl">
                      <a:srgbClr val="C0C0C0"/>
                    </a:outerShdw>
                  </a:effectLst>
                </a:rPr>
                <a:t>x)</a:t>
              </a:r>
            </a:p>
          </p:txBody>
        </p:sp>
      </p:grpSp>
      <p:sp>
        <p:nvSpPr>
          <p:cNvPr id="548910" name="Text Box 46"/>
          <p:cNvSpPr txBox="1">
            <a:spLocks noChangeArrowheads="1"/>
          </p:cNvSpPr>
          <p:nvPr/>
        </p:nvSpPr>
        <p:spPr bwMode="auto">
          <a:xfrm>
            <a:off x="5038725" y="549275"/>
            <a:ext cx="35655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sz="3200" b="1">
                <a:solidFill>
                  <a:schemeClr val="tx1"/>
                </a:solidFill>
                <a:effectLst>
                  <a:outerShdw blurRad="38100" dist="38100" dir="2700000" algn="tl">
                    <a:srgbClr val="C0C0C0"/>
                  </a:outerShdw>
                </a:effectLst>
              </a:rPr>
              <a:t>方程</a:t>
            </a:r>
            <a:r>
              <a:rPr lang="en-US" altLang="zh-CN" sz="3200" b="1" i="1">
                <a:solidFill>
                  <a:schemeClr val="tx1"/>
                </a:solidFill>
                <a:effectLst>
                  <a:outerShdw blurRad="38100" dist="38100" dir="2700000" algn="tl">
                    <a:srgbClr val="C0C0C0"/>
                  </a:outerShdw>
                </a:effectLst>
              </a:rPr>
              <a:t>f (x) = 0</a:t>
            </a:r>
            <a:endParaRPr lang="zh-CN" altLang="en-US" sz="3200" b="1">
              <a:solidFill>
                <a:schemeClr val="tx1"/>
              </a:solidFill>
              <a:effectLst>
                <a:outerShdw blurRad="38100" dist="38100" dir="2700000" algn="tl">
                  <a:srgbClr val="C0C0C0"/>
                </a:outerShdw>
              </a:effectLst>
            </a:endParaRPr>
          </a:p>
        </p:txBody>
      </p:sp>
      <p:sp>
        <p:nvSpPr>
          <p:cNvPr id="548911" name="Line 47"/>
          <p:cNvSpPr>
            <a:spLocks noChangeShapeType="1"/>
          </p:cNvSpPr>
          <p:nvPr/>
        </p:nvSpPr>
        <p:spPr bwMode="auto">
          <a:xfrm flipH="1">
            <a:off x="2530475" y="4967288"/>
            <a:ext cx="433388" cy="0"/>
          </a:xfrm>
          <a:prstGeom prst="line">
            <a:avLst/>
          </a:prstGeom>
          <a:noFill/>
          <a:ln w="2540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548873"/>
                                        </p:tgtEl>
                                        <p:attrNameLst>
                                          <p:attrName>style.visibility</p:attrName>
                                        </p:attrNameLst>
                                      </p:cBhvr>
                                      <p:to>
                                        <p:strVal val="visible"/>
                                      </p:to>
                                    </p:set>
                                    <p:animEffect transition="in" filter="blinds(horizontal)">
                                      <p:cBhvr>
                                        <p:cTn id="7" dur="500"/>
                                        <p:tgtEl>
                                          <p:spTgt spid="54887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48874"/>
                                        </p:tgtEl>
                                        <p:attrNameLst>
                                          <p:attrName>style.visibility</p:attrName>
                                        </p:attrNameLst>
                                      </p:cBhvr>
                                      <p:to>
                                        <p:strVal val="visible"/>
                                      </p:to>
                                    </p:set>
                                    <p:animEffect transition="in" filter="blinds(horizontal)">
                                      <p:cBhvr>
                                        <p:cTn id="10" dur="500"/>
                                        <p:tgtEl>
                                          <p:spTgt spid="548874"/>
                                        </p:tgtEl>
                                      </p:cBhvr>
                                    </p:animEffect>
                                  </p:childTnLst>
                                </p:cTn>
                              </p:par>
                            </p:childTnLst>
                          </p:cTn>
                        </p:par>
                        <p:par>
                          <p:cTn id="11" fill="hold" nodeType="afterGroup">
                            <p:stCondLst>
                              <p:cond delay="500"/>
                            </p:stCondLst>
                            <p:childTnLst>
                              <p:par>
                                <p:cTn id="12" presetID="3" presetClass="entr" presetSubtype="10" fill="hold" nodeType="afterEffect">
                                  <p:stCondLst>
                                    <p:cond delay="0"/>
                                  </p:stCondLst>
                                  <p:childTnLst>
                                    <p:set>
                                      <p:cBhvr>
                                        <p:cTn id="13" dur="1" fill="hold">
                                          <p:stCondLst>
                                            <p:cond delay="0"/>
                                          </p:stCondLst>
                                        </p:cTn>
                                        <p:tgtEl>
                                          <p:spTgt spid="548872"/>
                                        </p:tgtEl>
                                        <p:attrNameLst>
                                          <p:attrName>style.visibility</p:attrName>
                                        </p:attrNameLst>
                                      </p:cBhvr>
                                      <p:to>
                                        <p:strVal val="visible"/>
                                      </p:to>
                                    </p:set>
                                    <p:animEffect transition="in" filter="blinds(horizontal)">
                                      <p:cBhvr>
                                        <p:cTn id="14" dur="500"/>
                                        <p:tgtEl>
                                          <p:spTgt spid="548872"/>
                                        </p:tgtEl>
                                      </p:cBhvr>
                                    </p:animEffect>
                                  </p:childTnLst>
                                </p:cTn>
                              </p:par>
                              <p:par>
                                <p:cTn id="15" presetID="3" presetClass="entr" presetSubtype="10" fill="hold" nodeType="withEffect">
                                  <p:stCondLst>
                                    <p:cond delay="0"/>
                                  </p:stCondLst>
                                  <p:childTnLst>
                                    <p:set>
                                      <p:cBhvr>
                                        <p:cTn id="16" dur="1" fill="hold">
                                          <p:stCondLst>
                                            <p:cond delay="0"/>
                                          </p:stCondLst>
                                        </p:cTn>
                                        <p:tgtEl>
                                          <p:spTgt spid="548871"/>
                                        </p:tgtEl>
                                        <p:attrNameLst>
                                          <p:attrName>style.visibility</p:attrName>
                                        </p:attrNameLst>
                                      </p:cBhvr>
                                      <p:to>
                                        <p:strVal val="visible"/>
                                      </p:to>
                                    </p:set>
                                    <p:animEffect transition="in" filter="blinds(horizontal)">
                                      <p:cBhvr>
                                        <p:cTn id="17" dur="500"/>
                                        <p:tgtEl>
                                          <p:spTgt spid="54887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48885"/>
                                        </p:tgtEl>
                                        <p:attrNameLst>
                                          <p:attrName>style.visibility</p:attrName>
                                        </p:attrNameLst>
                                      </p:cBhvr>
                                      <p:to>
                                        <p:strVal val="visible"/>
                                      </p:to>
                                    </p:set>
                                    <p:animEffect transition="in" filter="blinds(horizontal)">
                                      <p:cBhvr>
                                        <p:cTn id="22" dur="500"/>
                                        <p:tgtEl>
                                          <p:spTgt spid="54888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548876"/>
                                        </p:tgtEl>
                                        <p:attrNameLst>
                                          <p:attrName>style.visibility</p:attrName>
                                        </p:attrNameLst>
                                      </p:cBhvr>
                                      <p:to>
                                        <p:strVal val="visible"/>
                                      </p:to>
                                    </p:set>
                                    <p:animEffect transition="in" filter="blinds(horizontal)">
                                      <p:cBhvr>
                                        <p:cTn id="27" dur="500"/>
                                        <p:tgtEl>
                                          <p:spTgt spid="54887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548877"/>
                                        </p:tgtEl>
                                        <p:attrNameLst>
                                          <p:attrName>style.visibility</p:attrName>
                                        </p:attrNameLst>
                                      </p:cBhvr>
                                      <p:to>
                                        <p:strVal val="visible"/>
                                      </p:to>
                                    </p:set>
                                    <p:animEffect transition="in" filter="blinds(horizontal)">
                                      <p:cBhvr>
                                        <p:cTn id="32" dur="500"/>
                                        <p:tgtEl>
                                          <p:spTgt spid="54887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548878"/>
                                        </p:tgtEl>
                                        <p:attrNameLst>
                                          <p:attrName>style.visibility</p:attrName>
                                        </p:attrNameLst>
                                      </p:cBhvr>
                                      <p:to>
                                        <p:strVal val="visible"/>
                                      </p:to>
                                    </p:set>
                                    <p:animEffect transition="in" filter="blinds(horizontal)">
                                      <p:cBhvr>
                                        <p:cTn id="37" dur="500"/>
                                        <p:tgtEl>
                                          <p:spTgt spid="548878"/>
                                        </p:tgtEl>
                                      </p:cBhvr>
                                    </p:animEffect>
                                  </p:childTnLst>
                                </p:cTn>
                              </p:par>
                            </p:childTnLst>
                          </p:cTn>
                        </p:par>
                        <p:par>
                          <p:cTn id="38" fill="hold" nodeType="afterGroup">
                            <p:stCondLst>
                              <p:cond delay="500"/>
                            </p:stCondLst>
                            <p:childTnLst>
                              <p:par>
                                <p:cTn id="39" presetID="3" presetClass="entr" presetSubtype="10" fill="hold" nodeType="afterEffect">
                                  <p:stCondLst>
                                    <p:cond delay="0"/>
                                  </p:stCondLst>
                                  <p:childTnLst>
                                    <p:set>
                                      <p:cBhvr>
                                        <p:cTn id="40" dur="1" fill="hold">
                                          <p:stCondLst>
                                            <p:cond delay="0"/>
                                          </p:stCondLst>
                                        </p:cTn>
                                        <p:tgtEl>
                                          <p:spTgt spid="548886"/>
                                        </p:tgtEl>
                                        <p:attrNameLst>
                                          <p:attrName>style.visibility</p:attrName>
                                        </p:attrNameLst>
                                      </p:cBhvr>
                                      <p:to>
                                        <p:strVal val="visible"/>
                                      </p:to>
                                    </p:set>
                                    <p:animEffect transition="in" filter="blinds(horizontal)">
                                      <p:cBhvr>
                                        <p:cTn id="41" dur="500"/>
                                        <p:tgtEl>
                                          <p:spTgt spid="548886"/>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nodeType="clickEffect">
                                  <p:stCondLst>
                                    <p:cond delay="0"/>
                                  </p:stCondLst>
                                  <p:childTnLst>
                                    <p:set>
                                      <p:cBhvr>
                                        <p:cTn id="45" dur="1" fill="hold">
                                          <p:stCondLst>
                                            <p:cond delay="0"/>
                                          </p:stCondLst>
                                        </p:cTn>
                                        <p:tgtEl>
                                          <p:spTgt spid="548880"/>
                                        </p:tgtEl>
                                        <p:attrNameLst>
                                          <p:attrName>style.visibility</p:attrName>
                                        </p:attrNameLst>
                                      </p:cBhvr>
                                      <p:to>
                                        <p:strVal val="visible"/>
                                      </p:to>
                                    </p:set>
                                    <p:animEffect transition="in" filter="blinds(horizontal)">
                                      <p:cBhvr>
                                        <p:cTn id="46" dur="500"/>
                                        <p:tgtEl>
                                          <p:spTgt spid="548880"/>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3" presetClass="entr" presetSubtype="10" fill="hold" nodeType="clickEffect">
                                  <p:stCondLst>
                                    <p:cond delay="0"/>
                                  </p:stCondLst>
                                  <p:childTnLst>
                                    <p:set>
                                      <p:cBhvr>
                                        <p:cTn id="50" dur="1" fill="hold">
                                          <p:stCondLst>
                                            <p:cond delay="0"/>
                                          </p:stCondLst>
                                        </p:cTn>
                                        <p:tgtEl>
                                          <p:spTgt spid="548881"/>
                                        </p:tgtEl>
                                        <p:attrNameLst>
                                          <p:attrName>style.visibility</p:attrName>
                                        </p:attrNameLst>
                                      </p:cBhvr>
                                      <p:to>
                                        <p:strVal val="visible"/>
                                      </p:to>
                                    </p:set>
                                    <p:animEffect transition="in" filter="blinds(horizontal)">
                                      <p:cBhvr>
                                        <p:cTn id="51" dur="500"/>
                                        <p:tgtEl>
                                          <p:spTgt spid="548881"/>
                                        </p:tgtEl>
                                      </p:cBhvr>
                                    </p:animEffect>
                                  </p:childTnLst>
                                </p:cTn>
                              </p:par>
                            </p:childTnLst>
                          </p:cTn>
                        </p:par>
                        <p:par>
                          <p:cTn id="52" fill="hold" nodeType="afterGroup">
                            <p:stCondLst>
                              <p:cond delay="500"/>
                            </p:stCondLst>
                            <p:childTnLst>
                              <p:par>
                                <p:cTn id="53" presetID="3" presetClass="entr" presetSubtype="10" fill="hold" nodeType="afterEffect">
                                  <p:stCondLst>
                                    <p:cond delay="0"/>
                                  </p:stCondLst>
                                  <p:childTnLst>
                                    <p:set>
                                      <p:cBhvr>
                                        <p:cTn id="54" dur="1" fill="hold">
                                          <p:stCondLst>
                                            <p:cond delay="0"/>
                                          </p:stCondLst>
                                        </p:cTn>
                                        <p:tgtEl>
                                          <p:spTgt spid="548884"/>
                                        </p:tgtEl>
                                        <p:attrNameLst>
                                          <p:attrName>style.visibility</p:attrName>
                                        </p:attrNameLst>
                                      </p:cBhvr>
                                      <p:to>
                                        <p:strVal val="visible"/>
                                      </p:to>
                                    </p:set>
                                    <p:animEffect transition="in" filter="blinds(horizontal)">
                                      <p:cBhvr>
                                        <p:cTn id="55" dur="500"/>
                                        <p:tgtEl>
                                          <p:spTgt spid="548884"/>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3" presetClass="entr" presetSubtype="10" fill="hold" nodeType="clickEffect">
                                  <p:stCondLst>
                                    <p:cond delay="0"/>
                                  </p:stCondLst>
                                  <p:childTnLst>
                                    <p:set>
                                      <p:cBhvr>
                                        <p:cTn id="59" dur="1" fill="hold">
                                          <p:stCondLst>
                                            <p:cond delay="0"/>
                                          </p:stCondLst>
                                        </p:cTn>
                                        <p:tgtEl>
                                          <p:spTgt spid="548911"/>
                                        </p:tgtEl>
                                        <p:attrNameLst>
                                          <p:attrName>style.visibility</p:attrName>
                                        </p:attrNameLst>
                                      </p:cBhvr>
                                      <p:to>
                                        <p:strVal val="visible"/>
                                      </p:to>
                                    </p:set>
                                    <p:animEffect transition="in" filter="blinds(horizontal)">
                                      <p:cBhvr>
                                        <p:cTn id="60" dur="500"/>
                                        <p:tgtEl>
                                          <p:spTgt spid="548911"/>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3" presetClass="entr" presetSubtype="10" fill="hold" nodeType="clickEffect">
                                  <p:stCondLst>
                                    <p:cond delay="0"/>
                                  </p:stCondLst>
                                  <p:childTnLst>
                                    <p:set>
                                      <p:cBhvr>
                                        <p:cTn id="64" dur="1" fill="hold">
                                          <p:stCondLst>
                                            <p:cond delay="0"/>
                                          </p:stCondLst>
                                        </p:cTn>
                                        <p:tgtEl>
                                          <p:spTgt spid="548882"/>
                                        </p:tgtEl>
                                        <p:attrNameLst>
                                          <p:attrName>style.visibility</p:attrName>
                                        </p:attrNameLst>
                                      </p:cBhvr>
                                      <p:to>
                                        <p:strVal val="visible"/>
                                      </p:to>
                                    </p:set>
                                    <p:animEffect transition="in" filter="blinds(horizontal)">
                                      <p:cBhvr>
                                        <p:cTn id="65" dur="500"/>
                                        <p:tgtEl>
                                          <p:spTgt spid="548882"/>
                                        </p:tgtEl>
                                      </p:cBhvr>
                                    </p:animEffect>
                                  </p:childTnLst>
                                </p:cTn>
                              </p:par>
                            </p:childTnLst>
                          </p:cTn>
                        </p:par>
                        <p:par>
                          <p:cTn id="66" fill="hold" nodeType="afterGroup">
                            <p:stCondLst>
                              <p:cond delay="500"/>
                            </p:stCondLst>
                            <p:childTnLst>
                              <p:par>
                                <p:cTn id="67" presetID="3" presetClass="entr" presetSubtype="10" fill="hold" nodeType="afterEffect">
                                  <p:stCondLst>
                                    <p:cond delay="0"/>
                                  </p:stCondLst>
                                  <p:childTnLst>
                                    <p:set>
                                      <p:cBhvr>
                                        <p:cTn id="68" dur="1" fill="hold">
                                          <p:stCondLst>
                                            <p:cond delay="0"/>
                                          </p:stCondLst>
                                        </p:cTn>
                                        <p:tgtEl>
                                          <p:spTgt spid="548868"/>
                                        </p:tgtEl>
                                        <p:attrNameLst>
                                          <p:attrName>style.visibility</p:attrName>
                                        </p:attrNameLst>
                                      </p:cBhvr>
                                      <p:to>
                                        <p:strVal val="visible"/>
                                      </p:to>
                                    </p:set>
                                    <p:animEffect transition="in" filter="blinds(horizontal)">
                                      <p:cBhvr>
                                        <p:cTn id="69" dur="500"/>
                                        <p:tgtEl>
                                          <p:spTgt spid="548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887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458" name="Rectangle 2"/>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graphicFrame>
        <p:nvGraphicFramePr>
          <p:cNvPr id="46084" name="Object 3"/>
          <p:cNvGraphicFramePr>
            <a:graphicFrameLocks noChangeAspect="1"/>
          </p:cNvGraphicFramePr>
          <p:nvPr>
            <p:extLst>
              <p:ext uri="{D42A27DB-BD31-4B8C-83A1-F6EECF244321}">
                <p14:modId xmlns:p14="http://schemas.microsoft.com/office/powerpoint/2010/main" val="3229050923"/>
              </p:ext>
            </p:extLst>
          </p:nvPr>
        </p:nvGraphicFramePr>
        <p:xfrm>
          <a:off x="1835696" y="1556792"/>
          <a:ext cx="4535487" cy="739775"/>
        </p:xfrm>
        <a:graphic>
          <a:graphicData uri="http://schemas.openxmlformats.org/presentationml/2006/ole">
            <mc:AlternateContent xmlns:mc="http://schemas.openxmlformats.org/markup-compatibility/2006">
              <mc:Choice xmlns:v="urn:schemas-microsoft-com:vml" Requires="v">
                <p:oleObj spid="_x0000_s46206" name="公式" r:id="rId3" imgW="1397000" imgH="228600" progId="Equation.3">
                  <p:embed/>
                </p:oleObj>
              </mc:Choice>
              <mc:Fallback>
                <p:oleObj name="公式" r:id="rId3" imgW="1397000" imgH="2286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696" y="1556792"/>
                        <a:ext cx="4535487"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085" name="Text Box 4"/>
          <p:cNvSpPr txBox="1">
            <a:spLocks noChangeArrowheads="1"/>
          </p:cNvSpPr>
          <p:nvPr/>
        </p:nvSpPr>
        <p:spPr bwMode="auto">
          <a:xfrm>
            <a:off x="250825" y="260350"/>
            <a:ext cx="8208963"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pPr>
              <a:lnSpc>
                <a:spcPct val="140000"/>
              </a:lnSpc>
            </a:pPr>
            <a:r>
              <a:rPr lang="zh-CN" altLang="en-US" sz="3200" b="1">
                <a:solidFill>
                  <a:schemeClr val="tx1"/>
                </a:solidFill>
                <a:effectLst/>
                <a:ea typeface="宋体" charset="-122"/>
              </a:rPr>
              <a:t>求以下方程在</a:t>
            </a:r>
            <a:r>
              <a:rPr lang="en-US" altLang="zh-CN" sz="3200" b="1">
                <a:solidFill>
                  <a:schemeClr val="tx1"/>
                </a:solidFill>
                <a:effectLst/>
                <a:ea typeface="宋体" charset="-122"/>
              </a:rPr>
              <a:t>[0,1]</a:t>
            </a:r>
            <a:r>
              <a:rPr lang="zh-CN" altLang="en-US" sz="3200" b="1">
                <a:solidFill>
                  <a:schemeClr val="tx1"/>
                </a:solidFill>
                <a:effectLst/>
                <a:ea typeface="宋体" charset="-122"/>
              </a:rPr>
              <a:t>内的根的近似值</a:t>
            </a:r>
          </a:p>
        </p:txBody>
      </p:sp>
      <p:sp>
        <p:nvSpPr>
          <p:cNvPr id="531463" name="Rectangle 7"/>
          <p:cNvSpPr>
            <a:spLocks noChangeArrowheads="1"/>
          </p:cNvSpPr>
          <p:nvPr/>
        </p:nvSpPr>
        <p:spPr bwMode="auto">
          <a:xfrm>
            <a:off x="0" y="3324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sp>
        <p:nvSpPr>
          <p:cNvPr id="531465" name="Rectangle 9"/>
          <p:cNvSpPr>
            <a:spLocks noChangeArrowheads="1"/>
          </p:cNvSpPr>
          <p:nvPr/>
        </p:nvSpPr>
        <p:spPr bwMode="auto">
          <a:xfrm>
            <a:off x="0" y="3324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sp>
        <p:nvSpPr>
          <p:cNvPr id="531468" name="Rectangle 12"/>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spTree>
  </p:cSld>
  <p:clrMapOvr>
    <a:masterClrMapping/>
  </p:clrMapOvr>
  <p:transition>
    <p:cover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3"/>
          <p:cNvSpPr>
            <a:spLocks noGrp="1"/>
          </p:cNvSpPr>
          <p:nvPr>
            <p:ph type="sldNum" sz="quarter" idx="12"/>
          </p:nvPr>
        </p:nvSpPr>
        <p:spPr/>
        <p:txBody>
          <a:bodyPr/>
          <a:lstStyle/>
          <a:p>
            <a:pPr>
              <a:defRPr/>
            </a:pPr>
            <a:fld id="{3187DD2F-CD71-4079-8A8C-011A24E16935}" type="slidenum">
              <a:rPr lang="zh-CN" altLang="en-US"/>
              <a:pPr>
                <a:defRPr/>
              </a:pPr>
              <a:t>44</a:t>
            </a:fld>
            <a:endParaRPr lang="en-US" altLang="zh-CN"/>
          </a:p>
        </p:txBody>
      </p:sp>
      <p:sp>
        <p:nvSpPr>
          <p:cNvPr id="531458" name="Rectangle 2"/>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graphicFrame>
        <p:nvGraphicFramePr>
          <p:cNvPr id="46084" name="Object 3"/>
          <p:cNvGraphicFramePr>
            <a:graphicFrameLocks noChangeAspect="1"/>
          </p:cNvGraphicFramePr>
          <p:nvPr/>
        </p:nvGraphicFramePr>
        <p:xfrm>
          <a:off x="1979613" y="1125538"/>
          <a:ext cx="4535487" cy="739775"/>
        </p:xfrm>
        <a:graphic>
          <a:graphicData uri="http://schemas.openxmlformats.org/presentationml/2006/ole">
            <mc:AlternateContent xmlns:mc="http://schemas.openxmlformats.org/markup-compatibility/2006">
              <mc:Choice xmlns:v="urn:schemas-microsoft-com:vml" Requires="v">
                <p:oleObj spid="_x0000_s63494" name="公式" r:id="rId3" imgW="1397000" imgH="228600" progId="Equation.3">
                  <p:embed/>
                </p:oleObj>
              </mc:Choice>
              <mc:Fallback>
                <p:oleObj name="公式" r:id="rId3" imgW="1397000" imgH="228600" progId="Equation.3">
                  <p:embed/>
                  <p:pic>
                    <p:nvPicPr>
                      <p:cNvPr id="46084"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613" y="1125538"/>
                        <a:ext cx="4535487"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085" name="Text Box 4"/>
          <p:cNvSpPr txBox="1">
            <a:spLocks noChangeArrowheads="1"/>
          </p:cNvSpPr>
          <p:nvPr/>
        </p:nvSpPr>
        <p:spPr bwMode="auto">
          <a:xfrm>
            <a:off x="250825" y="260350"/>
            <a:ext cx="8208963"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pPr>
              <a:lnSpc>
                <a:spcPct val="140000"/>
              </a:lnSpc>
            </a:pPr>
            <a:r>
              <a:rPr lang="zh-CN" altLang="en-US" sz="3200" b="1">
                <a:solidFill>
                  <a:schemeClr val="tx1"/>
                </a:solidFill>
                <a:effectLst/>
                <a:ea typeface="宋体" charset="-122"/>
              </a:rPr>
              <a:t>求以下方程在</a:t>
            </a:r>
            <a:r>
              <a:rPr lang="en-US" altLang="zh-CN" sz="3200" b="1">
                <a:solidFill>
                  <a:schemeClr val="tx1"/>
                </a:solidFill>
                <a:effectLst/>
                <a:ea typeface="宋体" charset="-122"/>
              </a:rPr>
              <a:t>[0,1]</a:t>
            </a:r>
            <a:r>
              <a:rPr lang="zh-CN" altLang="en-US" sz="3200" b="1">
                <a:solidFill>
                  <a:schemeClr val="tx1"/>
                </a:solidFill>
                <a:effectLst/>
                <a:ea typeface="宋体" charset="-122"/>
              </a:rPr>
              <a:t>内的根的近似值</a:t>
            </a:r>
          </a:p>
        </p:txBody>
      </p:sp>
      <p:sp>
        <p:nvSpPr>
          <p:cNvPr id="531461" name="Text Box 5"/>
          <p:cNvSpPr txBox="1">
            <a:spLocks noChangeArrowheads="1"/>
          </p:cNvSpPr>
          <p:nvPr/>
        </p:nvSpPr>
        <p:spPr bwMode="auto">
          <a:xfrm>
            <a:off x="179388" y="1989138"/>
            <a:ext cx="46720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3200" b="1">
                <a:solidFill>
                  <a:schemeClr val="tx1"/>
                </a:solidFill>
                <a:effectLst>
                  <a:outerShdw blurRad="38100" dist="38100" dir="2700000" algn="tl">
                    <a:srgbClr val="C0C0C0"/>
                  </a:outerShdw>
                </a:effectLst>
              </a:rPr>
              <a:t>现将原方程改为同解方程</a:t>
            </a:r>
          </a:p>
        </p:txBody>
      </p:sp>
      <p:sp>
        <p:nvSpPr>
          <p:cNvPr id="531462" name="Text Box 6"/>
          <p:cNvSpPr txBox="1">
            <a:spLocks noChangeArrowheads="1"/>
          </p:cNvSpPr>
          <p:nvPr/>
        </p:nvSpPr>
        <p:spPr bwMode="auto">
          <a:xfrm>
            <a:off x="2700338" y="2708275"/>
            <a:ext cx="304006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3200" b="1">
                <a:solidFill>
                  <a:schemeClr val="tx1"/>
                </a:solidFill>
                <a:effectLst>
                  <a:outerShdw blurRad="38100" dist="38100" dir="2700000" algn="tl">
                    <a:srgbClr val="C0C0C0"/>
                  </a:outerShdw>
                </a:effectLst>
              </a:rPr>
              <a:t>由此得迭代格式</a:t>
            </a:r>
          </a:p>
        </p:txBody>
      </p:sp>
      <p:sp>
        <p:nvSpPr>
          <p:cNvPr id="531463" name="Rectangle 7"/>
          <p:cNvSpPr>
            <a:spLocks noChangeArrowheads="1"/>
          </p:cNvSpPr>
          <p:nvPr/>
        </p:nvSpPr>
        <p:spPr bwMode="auto">
          <a:xfrm>
            <a:off x="0" y="3324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graphicFrame>
        <p:nvGraphicFramePr>
          <p:cNvPr id="531464" name="Object 8"/>
          <p:cNvGraphicFramePr>
            <a:graphicFrameLocks noChangeAspect="1"/>
          </p:cNvGraphicFramePr>
          <p:nvPr/>
        </p:nvGraphicFramePr>
        <p:xfrm>
          <a:off x="5076825" y="1917700"/>
          <a:ext cx="2374900" cy="687388"/>
        </p:xfrm>
        <a:graphic>
          <a:graphicData uri="http://schemas.openxmlformats.org/presentationml/2006/ole">
            <mc:AlternateContent xmlns:mc="http://schemas.openxmlformats.org/markup-compatibility/2006">
              <mc:Choice xmlns:v="urn:schemas-microsoft-com:vml" Requires="v">
                <p:oleObj spid="_x0000_s63495" name="公式" r:id="rId5" imgW="723586" imgH="203112" progId="Equation.3">
                  <p:embed/>
                </p:oleObj>
              </mc:Choice>
              <mc:Fallback>
                <p:oleObj name="公式" r:id="rId5" imgW="723586" imgH="203112" progId="Equation.3">
                  <p:embed/>
                  <p:pic>
                    <p:nvPicPr>
                      <p:cNvPr id="531464"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76825" y="1917700"/>
                        <a:ext cx="2374900" cy="68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1465" name="Rectangle 9"/>
          <p:cNvSpPr>
            <a:spLocks noChangeArrowheads="1"/>
          </p:cNvSpPr>
          <p:nvPr/>
        </p:nvSpPr>
        <p:spPr bwMode="auto">
          <a:xfrm>
            <a:off x="0" y="3324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graphicFrame>
        <p:nvGraphicFramePr>
          <p:cNvPr id="531466" name="Object 10"/>
          <p:cNvGraphicFramePr>
            <a:graphicFrameLocks noChangeAspect="1"/>
          </p:cNvGraphicFramePr>
          <p:nvPr/>
        </p:nvGraphicFramePr>
        <p:xfrm>
          <a:off x="179388" y="2708275"/>
          <a:ext cx="2376487" cy="609600"/>
        </p:xfrm>
        <a:graphic>
          <a:graphicData uri="http://schemas.openxmlformats.org/presentationml/2006/ole">
            <mc:AlternateContent xmlns:mc="http://schemas.openxmlformats.org/markup-compatibility/2006">
              <mc:Choice xmlns:v="urn:schemas-microsoft-com:vml" Requires="v">
                <p:oleObj spid="_x0000_s63496" name="公式" r:id="rId7" imgW="825500" imgH="203200" progId="Equation.3">
                  <p:embed/>
                </p:oleObj>
              </mc:Choice>
              <mc:Fallback>
                <p:oleObj name="公式" r:id="rId7" imgW="825500" imgH="203200" progId="Equation.3">
                  <p:embed/>
                  <p:pic>
                    <p:nvPicPr>
                      <p:cNvPr id="531466"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9388" y="2708275"/>
                        <a:ext cx="237648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1467" name="Text Box 11"/>
          <p:cNvSpPr txBox="1">
            <a:spLocks noChangeArrowheads="1"/>
          </p:cNvSpPr>
          <p:nvPr/>
        </p:nvSpPr>
        <p:spPr bwMode="auto">
          <a:xfrm>
            <a:off x="684213" y="3644900"/>
            <a:ext cx="5238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zh-CN" altLang="en-US" sz="3200" b="1">
                <a:solidFill>
                  <a:schemeClr val="tx1"/>
                </a:solidFill>
                <a:effectLst/>
              </a:rPr>
              <a:t>取初始值</a:t>
            </a:r>
            <a:r>
              <a:rPr lang="en-US" altLang="zh-CN" sz="3200" b="1" i="1">
                <a:solidFill>
                  <a:schemeClr val="tx1"/>
                </a:solidFill>
                <a:effectLst/>
              </a:rPr>
              <a:t>x</a:t>
            </a:r>
            <a:r>
              <a:rPr lang="en-US" altLang="zh-CN" sz="3200" b="1" i="1" baseline="-25000">
                <a:solidFill>
                  <a:schemeClr val="tx1"/>
                </a:solidFill>
                <a:effectLst/>
              </a:rPr>
              <a:t>0</a:t>
            </a:r>
            <a:r>
              <a:rPr lang="en-US" altLang="zh-CN" sz="3200" b="1" i="1">
                <a:solidFill>
                  <a:schemeClr val="tx1"/>
                </a:solidFill>
                <a:effectLst/>
              </a:rPr>
              <a:t> = 1</a:t>
            </a:r>
            <a:r>
              <a:rPr lang="zh-CN" altLang="en-US" sz="3200" b="1">
                <a:solidFill>
                  <a:schemeClr val="tx1"/>
                </a:solidFill>
                <a:effectLst/>
              </a:rPr>
              <a:t>，可逐次算得</a:t>
            </a:r>
          </a:p>
        </p:txBody>
      </p:sp>
      <p:sp>
        <p:nvSpPr>
          <p:cNvPr id="531468" name="Rectangle 12"/>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graphicFrame>
        <p:nvGraphicFramePr>
          <p:cNvPr id="531469" name="Object 13"/>
          <p:cNvGraphicFramePr>
            <a:graphicFrameLocks noChangeAspect="1"/>
          </p:cNvGraphicFramePr>
          <p:nvPr/>
        </p:nvGraphicFramePr>
        <p:xfrm>
          <a:off x="6011863" y="2708275"/>
          <a:ext cx="2881312" cy="628650"/>
        </p:xfrm>
        <a:graphic>
          <a:graphicData uri="http://schemas.openxmlformats.org/presentationml/2006/ole">
            <mc:AlternateContent xmlns:mc="http://schemas.openxmlformats.org/markup-compatibility/2006">
              <mc:Choice xmlns:v="urn:schemas-microsoft-com:vml" Requires="v">
                <p:oleObj spid="_x0000_s63497" name="公式" r:id="rId9" imgW="1040948" imgH="228501" progId="Equation.3">
                  <p:embed/>
                </p:oleObj>
              </mc:Choice>
              <mc:Fallback>
                <p:oleObj name="公式" r:id="rId9" imgW="1040948" imgH="228501" progId="Equation.3">
                  <p:embed/>
                  <p:pic>
                    <p:nvPicPr>
                      <p:cNvPr id="531469"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11863" y="2708275"/>
                        <a:ext cx="2881312"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1470" name="Text Box 14"/>
          <p:cNvSpPr txBox="1">
            <a:spLocks noChangeArrowheads="1"/>
          </p:cNvSpPr>
          <p:nvPr/>
        </p:nvSpPr>
        <p:spPr bwMode="auto">
          <a:xfrm>
            <a:off x="107950" y="4433888"/>
            <a:ext cx="8964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3200" b="1" i="1">
                <a:solidFill>
                  <a:schemeClr val="tx1"/>
                </a:solidFill>
                <a:effectLst/>
              </a:rPr>
              <a:t>x</a:t>
            </a:r>
            <a:r>
              <a:rPr lang="en-US" altLang="zh-CN" sz="3200" b="1" i="1" baseline="-25000">
                <a:solidFill>
                  <a:schemeClr val="tx1"/>
                </a:solidFill>
                <a:effectLst/>
              </a:rPr>
              <a:t>1</a:t>
            </a:r>
            <a:r>
              <a:rPr lang="en-US" altLang="zh-CN" sz="3200" b="1" i="1">
                <a:solidFill>
                  <a:schemeClr val="tx1"/>
                </a:solidFill>
                <a:effectLst/>
              </a:rPr>
              <a:t> = 0.4771, x</a:t>
            </a:r>
            <a:r>
              <a:rPr lang="en-US" altLang="zh-CN" sz="3200" b="1" i="1" baseline="-25000">
                <a:solidFill>
                  <a:schemeClr val="tx1"/>
                </a:solidFill>
                <a:effectLst/>
              </a:rPr>
              <a:t>2</a:t>
            </a:r>
            <a:r>
              <a:rPr lang="en-US" altLang="zh-CN" sz="3200" b="1" i="1">
                <a:solidFill>
                  <a:schemeClr val="tx1"/>
                </a:solidFill>
                <a:effectLst/>
              </a:rPr>
              <a:t> = 0.3939 … x</a:t>
            </a:r>
            <a:r>
              <a:rPr lang="en-US" altLang="zh-CN" sz="3200" b="1" i="1" baseline="-25000">
                <a:solidFill>
                  <a:schemeClr val="tx1"/>
                </a:solidFill>
                <a:effectLst/>
              </a:rPr>
              <a:t>6</a:t>
            </a:r>
            <a:r>
              <a:rPr lang="en-US" altLang="zh-CN" sz="3200" b="1" i="1">
                <a:solidFill>
                  <a:schemeClr val="tx1"/>
                </a:solidFill>
                <a:effectLst/>
              </a:rPr>
              <a:t> = 0.3758, x</a:t>
            </a:r>
            <a:r>
              <a:rPr lang="en-US" altLang="zh-CN" sz="3200" b="1" i="1" baseline="-25000">
                <a:solidFill>
                  <a:schemeClr val="tx1"/>
                </a:solidFill>
                <a:effectLst/>
              </a:rPr>
              <a:t>7</a:t>
            </a:r>
            <a:r>
              <a:rPr lang="en-US" altLang="zh-CN" sz="3200" b="1" i="1">
                <a:solidFill>
                  <a:schemeClr val="tx1"/>
                </a:solidFill>
                <a:effectLst/>
              </a:rPr>
              <a:t> =0.3758</a:t>
            </a:r>
            <a:endParaRPr lang="zh-CN" altLang="en-US" sz="3200" b="1" i="1">
              <a:solidFill>
                <a:schemeClr val="tx1"/>
              </a:solidFill>
              <a:effectLst/>
            </a:endParaRPr>
          </a:p>
        </p:txBody>
      </p:sp>
      <p:sp>
        <p:nvSpPr>
          <p:cNvPr id="531471" name="Text Box 15"/>
          <p:cNvSpPr txBox="1">
            <a:spLocks noChangeArrowheads="1"/>
          </p:cNvSpPr>
          <p:nvPr/>
        </p:nvSpPr>
        <p:spPr bwMode="auto">
          <a:xfrm>
            <a:off x="179388" y="5229225"/>
            <a:ext cx="8785225" cy="145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40000"/>
              </a:lnSpc>
              <a:defRPr/>
            </a:pPr>
            <a:r>
              <a:rPr lang="zh-CN" altLang="en-US" sz="3200" b="1">
                <a:solidFill>
                  <a:schemeClr val="tx1"/>
                </a:solidFill>
                <a:effectLst>
                  <a:outerShdw blurRad="38100" dist="38100" dir="2700000" algn="tl">
                    <a:srgbClr val="C0C0C0"/>
                  </a:outerShdw>
                </a:effectLst>
              </a:rPr>
              <a:t>因为</a:t>
            </a:r>
            <a:r>
              <a:rPr lang="en-US" altLang="zh-CN" sz="3200" b="1" i="1">
                <a:solidFill>
                  <a:schemeClr val="tx1"/>
                </a:solidFill>
                <a:effectLst/>
              </a:rPr>
              <a:t>x</a:t>
            </a:r>
            <a:r>
              <a:rPr lang="en-US" altLang="zh-CN" sz="3200" b="1" i="1" baseline="-25000">
                <a:solidFill>
                  <a:schemeClr val="tx1"/>
                </a:solidFill>
                <a:effectLst/>
              </a:rPr>
              <a:t>6</a:t>
            </a:r>
            <a:r>
              <a:rPr lang="zh-CN" altLang="en-US" sz="3200" b="1">
                <a:solidFill>
                  <a:schemeClr val="tx1"/>
                </a:solidFill>
                <a:effectLst>
                  <a:outerShdw blurRad="38100" dist="38100" dir="2700000" algn="tl">
                    <a:srgbClr val="C0C0C0"/>
                  </a:outerShdw>
                </a:effectLst>
              </a:rPr>
              <a:t> 和</a:t>
            </a:r>
            <a:r>
              <a:rPr lang="en-US" altLang="zh-CN" sz="3200" b="1" i="1">
                <a:solidFill>
                  <a:schemeClr val="tx1"/>
                </a:solidFill>
                <a:effectLst/>
              </a:rPr>
              <a:t>x</a:t>
            </a:r>
            <a:r>
              <a:rPr lang="en-US" altLang="zh-CN" sz="3200" b="1" i="1" baseline="-25000">
                <a:solidFill>
                  <a:schemeClr val="tx1"/>
                </a:solidFill>
                <a:effectLst/>
              </a:rPr>
              <a:t>7</a:t>
            </a:r>
            <a:r>
              <a:rPr lang="zh-CN" altLang="en-US" sz="3200" b="1">
                <a:solidFill>
                  <a:schemeClr val="tx1"/>
                </a:solidFill>
                <a:effectLst>
                  <a:outerShdw blurRad="38100" dist="38100" dir="2700000" algn="tl">
                    <a:srgbClr val="C0C0C0"/>
                  </a:outerShdw>
                </a:effectLst>
              </a:rPr>
              <a:t> 已趋于一致，所以取</a:t>
            </a:r>
            <a:r>
              <a:rPr lang="en-US" altLang="zh-CN" sz="3200" b="1" i="1">
                <a:solidFill>
                  <a:schemeClr val="tx1"/>
                </a:solidFill>
                <a:effectLst/>
              </a:rPr>
              <a:t>x</a:t>
            </a:r>
            <a:r>
              <a:rPr lang="en-US" altLang="zh-CN" sz="3200" b="1" i="1" baseline="-25000">
                <a:solidFill>
                  <a:schemeClr val="tx1"/>
                </a:solidFill>
                <a:effectLst/>
              </a:rPr>
              <a:t>7</a:t>
            </a:r>
            <a:r>
              <a:rPr lang="en-US" altLang="zh-CN" sz="3200" b="1" i="1">
                <a:solidFill>
                  <a:schemeClr val="tx1"/>
                </a:solidFill>
                <a:effectLst/>
              </a:rPr>
              <a:t> =0.3758</a:t>
            </a:r>
            <a:r>
              <a:rPr lang="zh-CN" altLang="en-US" sz="3200" b="1">
                <a:solidFill>
                  <a:schemeClr val="tx1"/>
                </a:solidFill>
                <a:effectLst>
                  <a:outerShdw blurRad="38100" dist="38100" dir="2700000" algn="tl">
                    <a:srgbClr val="C0C0C0"/>
                  </a:outerShdw>
                </a:effectLst>
              </a:rPr>
              <a:t> 为原方程在</a:t>
            </a:r>
            <a:r>
              <a:rPr lang="en-US" altLang="zh-CN" sz="3200" b="1">
                <a:solidFill>
                  <a:schemeClr val="tx1"/>
                </a:solidFill>
                <a:effectLst>
                  <a:outerShdw blurRad="38100" dist="38100" dir="2700000" algn="tl">
                    <a:srgbClr val="C0C0C0"/>
                  </a:outerShdw>
                </a:effectLst>
              </a:rPr>
              <a:t>[0, 1]</a:t>
            </a:r>
            <a:r>
              <a:rPr lang="zh-CN" altLang="en-US" sz="3200" b="1">
                <a:solidFill>
                  <a:schemeClr val="tx1"/>
                </a:solidFill>
                <a:effectLst>
                  <a:outerShdw blurRad="38100" dist="38100" dir="2700000" algn="tl">
                    <a:srgbClr val="C0C0C0"/>
                  </a:outerShdw>
                </a:effectLst>
              </a:rPr>
              <a:t>内的一个根的近似值。 </a:t>
            </a:r>
          </a:p>
        </p:txBody>
      </p:sp>
    </p:spTree>
    <p:extLst>
      <p:ext uri="{BB962C8B-B14F-4D97-AF65-F5344CB8AC3E}">
        <p14:creationId xmlns:p14="http://schemas.microsoft.com/office/powerpoint/2010/main" val="1143221391"/>
      </p:ext>
    </p:extLst>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31461"/>
                                        </p:tgtEl>
                                        <p:attrNameLst>
                                          <p:attrName>style.visibility</p:attrName>
                                        </p:attrNameLst>
                                      </p:cBhvr>
                                      <p:to>
                                        <p:strVal val="visible"/>
                                      </p:to>
                                    </p:set>
                                    <p:anim calcmode="lin" valueType="num">
                                      <p:cBhvr additive="base">
                                        <p:cTn id="7" dur="500" fill="hold"/>
                                        <p:tgtEl>
                                          <p:spTgt spid="531461"/>
                                        </p:tgtEl>
                                        <p:attrNameLst>
                                          <p:attrName>ppt_x</p:attrName>
                                        </p:attrNameLst>
                                      </p:cBhvr>
                                      <p:tavLst>
                                        <p:tav tm="0">
                                          <p:val>
                                            <p:strVal val="#ppt_x"/>
                                          </p:val>
                                        </p:tav>
                                        <p:tav tm="100000">
                                          <p:val>
                                            <p:strVal val="#ppt_x"/>
                                          </p:val>
                                        </p:tav>
                                      </p:tavLst>
                                    </p:anim>
                                    <p:anim calcmode="lin" valueType="num">
                                      <p:cBhvr additive="base">
                                        <p:cTn id="8" dur="500" fill="hold"/>
                                        <p:tgtEl>
                                          <p:spTgt spid="53146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31464"/>
                                        </p:tgtEl>
                                        <p:attrNameLst>
                                          <p:attrName>style.visibility</p:attrName>
                                        </p:attrNameLst>
                                      </p:cBhvr>
                                      <p:to>
                                        <p:strVal val="visible"/>
                                      </p:to>
                                    </p:set>
                                    <p:anim calcmode="lin" valueType="num">
                                      <p:cBhvr additive="base">
                                        <p:cTn id="11" dur="500" fill="hold"/>
                                        <p:tgtEl>
                                          <p:spTgt spid="531464"/>
                                        </p:tgtEl>
                                        <p:attrNameLst>
                                          <p:attrName>ppt_x</p:attrName>
                                        </p:attrNameLst>
                                      </p:cBhvr>
                                      <p:tavLst>
                                        <p:tav tm="0">
                                          <p:val>
                                            <p:strVal val="#ppt_x"/>
                                          </p:val>
                                        </p:tav>
                                        <p:tav tm="100000">
                                          <p:val>
                                            <p:strVal val="#ppt_x"/>
                                          </p:val>
                                        </p:tav>
                                      </p:tavLst>
                                    </p:anim>
                                    <p:anim calcmode="lin" valueType="num">
                                      <p:cBhvr additive="base">
                                        <p:cTn id="12" dur="500" fill="hold"/>
                                        <p:tgtEl>
                                          <p:spTgt spid="531464"/>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531466"/>
                                        </p:tgtEl>
                                        <p:attrNameLst>
                                          <p:attrName>style.visibility</p:attrName>
                                        </p:attrNameLst>
                                      </p:cBhvr>
                                      <p:to>
                                        <p:strVal val="visible"/>
                                      </p:to>
                                    </p:set>
                                    <p:anim calcmode="lin" valueType="num">
                                      <p:cBhvr additive="base">
                                        <p:cTn id="17" dur="500" fill="hold"/>
                                        <p:tgtEl>
                                          <p:spTgt spid="531466"/>
                                        </p:tgtEl>
                                        <p:attrNameLst>
                                          <p:attrName>ppt_x</p:attrName>
                                        </p:attrNameLst>
                                      </p:cBhvr>
                                      <p:tavLst>
                                        <p:tav tm="0">
                                          <p:val>
                                            <p:strVal val="#ppt_x"/>
                                          </p:val>
                                        </p:tav>
                                        <p:tav tm="100000">
                                          <p:val>
                                            <p:strVal val="#ppt_x"/>
                                          </p:val>
                                        </p:tav>
                                      </p:tavLst>
                                    </p:anim>
                                    <p:anim calcmode="lin" valueType="num">
                                      <p:cBhvr additive="base">
                                        <p:cTn id="18" dur="500" fill="hold"/>
                                        <p:tgtEl>
                                          <p:spTgt spid="531466"/>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531462"/>
                                        </p:tgtEl>
                                        <p:attrNameLst>
                                          <p:attrName>style.visibility</p:attrName>
                                        </p:attrNameLst>
                                      </p:cBhvr>
                                      <p:to>
                                        <p:strVal val="visible"/>
                                      </p:to>
                                    </p:set>
                                    <p:anim calcmode="lin" valueType="num">
                                      <p:cBhvr additive="base">
                                        <p:cTn id="23" dur="500" fill="hold"/>
                                        <p:tgtEl>
                                          <p:spTgt spid="531462"/>
                                        </p:tgtEl>
                                        <p:attrNameLst>
                                          <p:attrName>ppt_x</p:attrName>
                                        </p:attrNameLst>
                                      </p:cBhvr>
                                      <p:tavLst>
                                        <p:tav tm="0">
                                          <p:val>
                                            <p:strVal val="#ppt_x"/>
                                          </p:val>
                                        </p:tav>
                                        <p:tav tm="100000">
                                          <p:val>
                                            <p:strVal val="#ppt_x"/>
                                          </p:val>
                                        </p:tav>
                                      </p:tavLst>
                                    </p:anim>
                                    <p:anim calcmode="lin" valueType="num">
                                      <p:cBhvr additive="base">
                                        <p:cTn id="24" dur="500" fill="hold"/>
                                        <p:tgtEl>
                                          <p:spTgt spid="531462"/>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531469"/>
                                        </p:tgtEl>
                                        <p:attrNameLst>
                                          <p:attrName>style.visibility</p:attrName>
                                        </p:attrNameLst>
                                      </p:cBhvr>
                                      <p:to>
                                        <p:strVal val="visible"/>
                                      </p:to>
                                    </p:set>
                                    <p:anim calcmode="lin" valueType="num">
                                      <p:cBhvr additive="base">
                                        <p:cTn id="27" dur="500" fill="hold"/>
                                        <p:tgtEl>
                                          <p:spTgt spid="531469"/>
                                        </p:tgtEl>
                                        <p:attrNameLst>
                                          <p:attrName>ppt_x</p:attrName>
                                        </p:attrNameLst>
                                      </p:cBhvr>
                                      <p:tavLst>
                                        <p:tav tm="0">
                                          <p:val>
                                            <p:strVal val="#ppt_x"/>
                                          </p:val>
                                        </p:tav>
                                        <p:tav tm="100000">
                                          <p:val>
                                            <p:strVal val="#ppt_x"/>
                                          </p:val>
                                        </p:tav>
                                      </p:tavLst>
                                    </p:anim>
                                    <p:anim calcmode="lin" valueType="num">
                                      <p:cBhvr additive="base">
                                        <p:cTn id="28" dur="500" fill="hold"/>
                                        <p:tgtEl>
                                          <p:spTgt spid="531469"/>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531467"/>
                                        </p:tgtEl>
                                        <p:attrNameLst>
                                          <p:attrName>style.visibility</p:attrName>
                                        </p:attrNameLst>
                                      </p:cBhvr>
                                      <p:to>
                                        <p:strVal val="visible"/>
                                      </p:to>
                                    </p:set>
                                    <p:anim calcmode="lin" valueType="num">
                                      <p:cBhvr additive="base">
                                        <p:cTn id="33" dur="500" fill="hold"/>
                                        <p:tgtEl>
                                          <p:spTgt spid="531467"/>
                                        </p:tgtEl>
                                        <p:attrNameLst>
                                          <p:attrName>ppt_x</p:attrName>
                                        </p:attrNameLst>
                                      </p:cBhvr>
                                      <p:tavLst>
                                        <p:tav tm="0">
                                          <p:val>
                                            <p:strVal val="#ppt_x"/>
                                          </p:val>
                                        </p:tav>
                                        <p:tav tm="100000">
                                          <p:val>
                                            <p:strVal val="#ppt_x"/>
                                          </p:val>
                                        </p:tav>
                                      </p:tavLst>
                                    </p:anim>
                                    <p:anim calcmode="lin" valueType="num">
                                      <p:cBhvr additive="base">
                                        <p:cTn id="34" dur="500" fill="hold"/>
                                        <p:tgtEl>
                                          <p:spTgt spid="531467"/>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531470"/>
                                        </p:tgtEl>
                                        <p:attrNameLst>
                                          <p:attrName>style.visibility</p:attrName>
                                        </p:attrNameLst>
                                      </p:cBhvr>
                                      <p:to>
                                        <p:strVal val="visible"/>
                                      </p:to>
                                    </p:set>
                                    <p:anim calcmode="lin" valueType="num">
                                      <p:cBhvr additive="base">
                                        <p:cTn id="37" dur="500" fill="hold"/>
                                        <p:tgtEl>
                                          <p:spTgt spid="531470"/>
                                        </p:tgtEl>
                                        <p:attrNameLst>
                                          <p:attrName>ppt_x</p:attrName>
                                        </p:attrNameLst>
                                      </p:cBhvr>
                                      <p:tavLst>
                                        <p:tav tm="0">
                                          <p:val>
                                            <p:strVal val="#ppt_x"/>
                                          </p:val>
                                        </p:tav>
                                        <p:tav tm="100000">
                                          <p:val>
                                            <p:strVal val="#ppt_x"/>
                                          </p:val>
                                        </p:tav>
                                      </p:tavLst>
                                    </p:anim>
                                    <p:anim calcmode="lin" valueType="num">
                                      <p:cBhvr additive="base">
                                        <p:cTn id="38" dur="500" fill="hold"/>
                                        <p:tgtEl>
                                          <p:spTgt spid="531470"/>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31471"/>
                                        </p:tgtEl>
                                        <p:attrNameLst>
                                          <p:attrName>style.visibility</p:attrName>
                                        </p:attrNameLst>
                                      </p:cBhvr>
                                      <p:to>
                                        <p:strVal val="visible"/>
                                      </p:to>
                                    </p:set>
                                    <p:anim calcmode="lin" valueType="num">
                                      <p:cBhvr additive="base">
                                        <p:cTn id="43" dur="500" fill="hold"/>
                                        <p:tgtEl>
                                          <p:spTgt spid="531471"/>
                                        </p:tgtEl>
                                        <p:attrNameLst>
                                          <p:attrName>ppt_x</p:attrName>
                                        </p:attrNameLst>
                                      </p:cBhvr>
                                      <p:tavLst>
                                        <p:tav tm="0">
                                          <p:val>
                                            <p:strVal val="#ppt_x"/>
                                          </p:val>
                                        </p:tav>
                                        <p:tav tm="100000">
                                          <p:val>
                                            <p:strVal val="#ppt_x"/>
                                          </p:val>
                                        </p:tav>
                                      </p:tavLst>
                                    </p:anim>
                                    <p:anim calcmode="lin" valueType="num">
                                      <p:cBhvr additive="base">
                                        <p:cTn id="44" dur="500" fill="hold"/>
                                        <p:tgtEl>
                                          <p:spTgt spid="5314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1461" grpId="0"/>
      <p:bldP spid="531462" grpId="0"/>
      <p:bldP spid="531467" grpId="0"/>
      <p:bldP spid="531470" grpId="0"/>
      <p:bldP spid="531471"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3"/>
          <p:cNvSpPr>
            <a:spLocks noGrp="1"/>
          </p:cNvSpPr>
          <p:nvPr>
            <p:ph type="sldNum" sz="quarter" idx="12"/>
          </p:nvPr>
        </p:nvSpPr>
        <p:spPr/>
        <p:txBody>
          <a:bodyPr/>
          <a:lstStyle/>
          <a:p>
            <a:pPr>
              <a:defRPr/>
            </a:pPr>
            <a:fld id="{972EC7FF-4091-4FE1-8B1B-5D9C5CBDBC55}" type="slidenum">
              <a:rPr lang="zh-CN" altLang="en-US"/>
              <a:pPr>
                <a:defRPr/>
              </a:pPr>
              <a:t>45</a:t>
            </a:fld>
            <a:endParaRPr lang="en-US" altLang="zh-CN"/>
          </a:p>
        </p:txBody>
      </p:sp>
      <p:sp>
        <p:nvSpPr>
          <p:cNvPr id="532482" name="Text Box 2"/>
          <p:cNvSpPr txBox="1">
            <a:spLocks noChangeArrowheads="1"/>
          </p:cNvSpPr>
          <p:nvPr/>
        </p:nvSpPr>
        <p:spPr bwMode="auto">
          <a:xfrm>
            <a:off x="323850" y="260350"/>
            <a:ext cx="8353425"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sz="3200" b="1">
                <a:solidFill>
                  <a:schemeClr val="tx1"/>
                </a:solidFill>
                <a:effectLst>
                  <a:outerShdw blurRad="38100" dist="38100" dir="2700000" algn="tl">
                    <a:srgbClr val="C0C0C0"/>
                  </a:outerShdw>
                </a:effectLst>
              </a:rPr>
              <a:t>一个方程的迭代格式并不是唯一的，且迭代也不总是收敛的。如上例的方程也可改写	</a:t>
            </a:r>
          </a:p>
        </p:txBody>
      </p:sp>
      <p:sp>
        <p:nvSpPr>
          <p:cNvPr id="532483" name="Text Box 3"/>
          <p:cNvSpPr txBox="1">
            <a:spLocks noChangeArrowheads="1"/>
          </p:cNvSpPr>
          <p:nvPr/>
        </p:nvSpPr>
        <p:spPr bwMode="auto">
          <a:xfrm>
            <a:off x="179388" y="2133600"/>
            <a:ext cx="302418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sz="3200" b="1">
                <a:solidFill>
                  <a:schemeClr val="tx1"/>
                </a:solidFill>
                <a:effectLst>
                  <a:outerShdw blurRad="38100" dist="38100" dir="2700000" algn="tl">
                    <a:srgbClr val="C0C0C0"/>
                  </a:outerShdw>
                </a:effectLst>
              </a:rPr>
              <a:t>得迭代格式</a:t>
            </a:r>
          </a:p>
        </p:txBody>
      </p:sp>
      <p:sp>
        <p:nvSpPr>
          <p:cNvPr id="532484" name="Text Box 4"/>
          <p:cNvSpPr txBox="1">
            <a:spLocks noChangeArrowheads="1"/>
          </p:cNvSpPr>
          <p:nvPr/>
        </p:nvSpPr>
        <p:spPr bwMode="auto">
          <a:xfrm>
            <a:off x="0" y="3068638"/>
            <a:ext cx="356393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sz="3200" b="1">
                <a:solidFill>
                  <a:schemeClr val="tx1"/>
                </a:solidFill>
                <a:effectLst>
                  <a:outerShdw blurRad="38100" dist="38100" dir="2700000" algn="tl">
                    <a:srgbClr val="C0C0C0"/>
                  </a:outerShdw>
                </a:effectLst>
              </a:rPr>
              <a:t>仍取</a:t>
            </a:r>
            <a:r>
              <a:rPr lang="en-US" altLang="zh-CN" sz="3200" b="1" i="1">
                <a:solidFill>
                  <a:schemeClr val="tx1"/>
                </a:solidFill>
                <a:effectLst>
                  <a:outerShdw blurRad="38100" dist="38100" dir="2700000" algn="tl">
                    <a:srgbClr val="C0C0C0"/>
                  </a:outerShdw>
                </a:effectLst>
              </a:rPr>
              <a:t>x</a:t>
            </a:r>
            <a:r>
              <a:rPr lang="en-US" altLang="zh-CN" sz="3200" b="1" i="1" baseline="-25000">
                <a:solidFill>
                  <a:schemeClr val="tx1"/>
                </a:solidFill>
                <a:effectLst>
                  <a:outerShdw blurRad="38100" dist="38100" dir="2700000" algn="tl">
                    <a:srgbClr val="C0C0C0"/>
                  </a:outerShdw>
                </a:effectLst>
              </a:rPr>
              <a:t>0</a:t>
            </a:r>
            <a:r>
              <a:rPr lang="en-US" altLang="zh-CN" sz="3200" b="1" i="1">
                <a:solidFill>
                  <a:schemeClr val="tx1"/>
                </a:solidFill>
                <a:effectLst>
                  <a:outerShdw blurRad="38100" dist="38100" dir="2700000" algn="tl">
                    <a:srgbClr val="C0C0C0"/>
                  </a:outerShdw>
                </a:effectLst>
              </a:rPr>
              <a:t> = 1</a:t>
            </a:r>
            <a:r>
              <a:rPr lang="zh-CN" altLang="en-US" sz="3200" b="1">
                <a:solidFill>
                  <a:schemeClr val="tx1"/>
                </a:solidFill>
                <a:effectLst>
                  <a:outerShdw blurRad="38100" dist="38100" dir="2700000" algn="tl">
                    <a:srgbClr val="C0C0C0"/>
                  </a:outerShdw>
                </a:effectLst>
              </a:rPr>
              <a:t>算得：</a:t>
            </a:r>
          </a:p>
        </p:txBody>
      </p:sp>
      <p:sp>
        <p:nvSpPr>
          <p:cNvPr id="532485" name="Text Box 5"/>
          <p:cNvSpPr txBox="1">
            <a:spLocks noChangeArrowheads="1"/>
          </p:cNvSpPr>
          <p:nvPr/>
        </p:nvSpPr>
        <p:spPr bwMode="auto">
          <a:xfrm>
            <a:off x="250825" y="4508500"/>
            <a:ext cx="8353425" cy="204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sz="3200" b="1">
                <a:solidFill>
                  <a:schemeClr val="tx1"/>
                </a:solidFill>
                <a:effectLst>
                  <a:outerShdw blurRad="38100" dist="38100" dir="2700000" algn="tl">
                    <a:srgbClr val="C0C0C0"/>
                  </a:outerShdw>
                </a:effectLst>
              </a:rPr>
              <a:t>显然，该迭代序列不趋向于某个定值，这种不收敛的迭代过程称为发散。那么迭代格式要满足哪些条件才能保证迭代收敛呢？下面我们来讨论这个问题。</a:t>
            </a:r>
          </a:p>
        </p:txBody>
      </p:sp>
      <p:sp>
        <p:nvSpPr>
          <p:cNvPr id="532486" name="Rectangle 6"/>
          <p:cNvSpPr>
            <a:spLocks noChangeArrowheads="1"/>
          </p:cNvSpPr>
          <p:nvPr/>
        </p:nvSpPr>
        <p:spPr bwMode="auto">
          <a:xfrm>
            <a:off x="0" y="3324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graphicFrame>
        <p:nvGraphicFramePr>
          <p:cNvPr id="47112" name="Object 7"/>
          <p:cNvGraphicFramePr>
            <a:graphicFrameLocks noChangeAspect="1"/>
          </p:cNvGraphicFramePr>
          <p:nvPr/>
        </p:nvGraphicFramePr>
        <p:xfrm>
          <a:off x="5795963" y="1341438"/>
          <a:ext cx="2303462" cy="666750"/>
        </p:xfrm>
        <a:graphic>
          <a:graphicData uri="http://schemas.openxmlformats.org/presentationml/2006/ole">
            <mc:AlternateContent xmlns:mc="http://schemas.openxmlformats.org/markup-compatibility/2006">
              <mc:Choice xmlns:v="urn:schemas-microsoft-com:vml" Requires="v">
                <p:oleObj spid="_x0000_s47288" name="公式" r:id="rId3" imgW="723586" imgH="203112" progId="Equation.3">
                  <p:embed/>
                </p:oleObj>
              </mc:Choice>
              <mc:Fallback>
                <p:oleObj name="公式" r:id="rId3" imgW="723586" imgH="203112"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5963" y="1341438"/>
                        <a:ext cx="2303462"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488" name="Rectangle 8"/>
          <p:cNvSpPr>
            <a:spLocks noChangeArrowheads="1"/>
          </p:cNvSpPr>
          <p:nvPr/>
        </p:nvSpPr>
        <p:spPr bwMode="auto">
          <a:xfrm>
            <a:off x="0" y="33051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graphicFrame>
        <p:nvGraphicFramePr>
          <p:cNvPr id="532489" name="Object 9"/>
          <p:cNvGraphicFramePr>
            <a:graphicFrameLocks noChangeAspect="1"/>
          </p:cNvGraphicFramePr>
          <p:nvPr/>
        </p:nvGraphicFramePr>
        <p:xfrm>
          <a:off x="3203575" y="2133600"/>
          <a:ext cx="2663825" cy="720725"/>
        </p:xfrm>
        <a:graphic>
          <a:graphicData uri="http://schemas.openxmlformats.org/presentationml/2006/ole">
            <mc:AlternateContent xmlns:mc="http://schemas.openxmlformats.org/markup-compatibility/2006">
              <mc:Choice xmlns:v="urn:schemas-microsoft-com:vml" Requires="v">
                <p:oleObj spid="_x0000_s47289" name="公式" r:id="rId5" imgW="914400" imgH="241300" progId="Equation.3">
                  <p:embed/>
                </p:oleObj>
              </mc:Choice>
              <mc:Fallback>
                <p:oleObj name="公式" r:id="rId5" imgW="914400" imgH="2413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3575" y="2133600"/>
                        <a:ext cx="266382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490" name="Object 10"/>
          <p:cNvGraphicFramePr>
            <a:graphicFrameLocks noChangeAspect="1"/>
          </p:cNvGraphicFramePr>
          <p:nvPr/>
        </p:nvGraphicFramePr>
        <p:xfrm>
          <a:off x="3419475" y="2997200"/>
          <a:ext cx="2757488" cy="619125"/>
        </p:xfrm>
        <a:graphic>
          <a:graphicData uri="http://schemas.openxmlformats.org/presentationml/2006/ole">
            <mc:AlternateContent xmlns:mc="http://schemas.openxmlformats.org/markup-compatibility/2006">
              <mc:Choice xmlns:v="urn:schemas-microsoft-com:vml" Requires="v">
                <p:oleObj spid="_x0000_s47290" name="公式" r:id="rId7" imgW="926698" imgH="215806" progId="Equation.3">
                  <p:embed/>
                </p:oleObj>
              </mc:Choice>
              <mc:Fallback>
                <p:oleObj name="公式" r:id="rId7" imgW="926698" imgH="215806"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19475" y="2997200"/>
                        <a:ext cx="2757488"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491" name="Object 11"/>
          <p:cNvGraphicFramePr>
            <a:graphicFrameLocks noChangeAspect="1"/>
          </p:cNvGraphicFramePr>
          <p:nvPr/>
        </p:nvGraphicFramePr>
        <p:xfrm>
          <a:off x="468313" y="3717925"/>
          <a:ext cx="3319462" cy="674688"/>
        </p:xfrm>
        <a:graphic>
          <a:graphicData uri="http://schemas.openxmlformats.org/presentationml/2006/ole">
            <mc:AlternateContent xmlns:mc="http://schemas.openxmlformats.org/markup-compatibility/2006">
              <mc:Choice xmlns:v="urn:schemas-microsoft-com:vml" Requires="v">
                <p:oleObj spid="_x0000_s47291" name="公式" r:id="rId9" imgW="1130300" imgH="228600" progId="Equation.3">
                  <p:embed/>
                </p:oleObj>
              </mc:Choice>
              <mc:Fallback>
                <p:oleObj name="公式" r:id="rId9" imgW="1130300" imgH="228600"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8313" y="3717925"/>
                        <a:ext cx="3319462"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492" name="Object 12"/>
          <p:cNvGraphicFramePr>
            <a:graphicFrameLocks noChangeAspect="1"/>
          </p:cNvGraphicFramePr>
          <p:nvPr/>
        </p:nvGraphicFramePr>
        <p:xfrm>
          <a:off x="5003800" y="3573463"/>
          <a:ext cx="3095625" cy="788987"/>
        </p:xfrm>
        <a:graphic>
          <a:graphicData uri="http://schemas.openxmlformats.org/presentationml/2006/ole">
            <mc:AlternateContent xmlns:mc="http://schemas.openxmlformats.org/markup-compatibility/2006">
              <mc:Choice xmlns:v="urn:schemas-microsoft-com:vml" Requires="v">
                <p:oleObj spid="_x0000_s47292" name="公式" r:id="rId11" imgW="1040948" imgH="266584" progId="Equation.3">
                  <p:embed/>
                </p:oleObj>
              </mc:Choice>
              <mc:Fallback>
                <p:oleObj name="公式" r:id="rId11" imgW="1040948" imgH="266584"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03800" y="3573463"/>
                        <a:ext cx="3095625"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493" name="Rectangle 13"/>
          <p:cNvSpPr>
            <a:spLocks noChangeArrowheads="1"/>
          </p:cNvSpPr>
          <p:nvPr/>
        </p:nvSpPr>
        <p:spPr bwMode="auto">
          <a:xfrm>
            <a:off x="0" y="28321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graphicFrame>
        <p:nvGraphicFramePr>
          <p:cNvPr id="47119" name="Object 15"/>
          <p:cNvGraphicFramePr>
            <a:graphicFrameLocks noChangeAspect="1"/>
          </p:cNvGraphicFramePr>
          <p:nvPr/>
        </p:nvGraphicFramePr>
        <p:xfrm>
          <a:off x="323850" y="1341438"/>
          <a:ext cx="4535488" cy="739775"/>
        </p:xfrm>
        <a:graphic>
          <a:graphicData uri="http://schemas.openxmlformats.org/presentationml/2006/ole">
            <mc:AlternateContent xmlns:mc="http://schemas.openxmlformats.org/markup-compatibility/2006">
              <mc:Choice xmlns:v="urn:schemas-microsoft-com:vml" Requires="v">
                <p:oleObj spid="_x0000_s47293" name="公式" r:id="rId13" imgW="1397000" imgH="228600" progId="Equation.3">
                  <p:embed/>
                </p:oleObj>
              </mc:Choice>
              <mc:Fallback>
                <p:oleObj name="公式" r:id="rId13" imgW="1397000" imgH="228600" progId="Equation.3">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3850" y="1341438"/>
                        <a:ext cx="4535488"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32483"/>
                                        </p:tgtEl>
                                        <p:attrNameLst>
                                          <p:attrName>style.visibility</p:attrName>
                                        </p:attrNameLst>
                                      </p:cBhvr>
                                      <p:to>
                                        <p:strVal val="visible"/>
                                      </p:to>
                                    </p:set>
                                    <p:anim calcmode="lin" valueType="num">
                                      <p:cBhvr additive="base">
                                        <p:cTn id="7" dur="500" fill="hold"/>
                                        <p:tgtEl>
                                          <p:spTgt spid="532483"/>
                                        </p:tgtEl>
                                        <p:attrNameLst>
                                          <p:attrName>ppt_x</p:attrName>
                                        </p:attrNameLst>
                                      </p:cBhvr>
                                      <p:tavLst>
                                        <p:tav tm="0">
                                          <p:val>
                                            <p:strVal val="#ppt_x"/>
                                          </p:val>
                                        </p:tav>
                                        <p:tav tm="100000">
                                          <p:val>
                                            <p:strVal val="#ppt_x"/>
                                          </p:val>
                                        </p:tav>
                                      </p:tavLst>
                                    </p:anim>
                                    <p:anim calcmode="lin" valueType="num">
                                      <p:cBhvr additive="base">
                                        <p:cTn id="8" dur="500" fill="hold"/>
                                        <p:tgtEl>
                                          <p:spTgt spid="53248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32489"/>
                                        </p:tgtEl>
                                        <p:attrNameLst>
                                          <p:attrName>style.visibility</p:attrName>
                                        </p:attrNameLst>
                                      </p:cBhvr>
                                      <p:to>
                                        <p:strVal val="visible"/>
                                      </p:to>
                                    </p:set>
                                    <p:anim calcmode="lin" valueType="num">
                                      <p:cBhvr additive="base">
                                        <p:cTn id="11" dur="500" fill="hold"/>
                                        <p:tgtEl>
                                          <p:spTgt spid="532489"/>
                                        </p:tgtEl>
                                        <p:attrNameLst>
                                          <p:attrName>ppt_x</p:attrName>
                                        </p:attrNameLst>
                                      </p:cBhvr>
                                      <p:tavLst>
                                        <p:tav tm="0">
                                          <p:val>
                                            <p:strVal val="#ppt_x"/>
                                          </p:val>
                                        </p:tav>
                                        <p:tav tm="100000">
                                          <p:val>
                                            <p:strVal val="#ppt_x"/>
                                          </p:val>
                                        </p:tav>
                                      </p:tavLst>
                                    </p:anim>
                                    <p:anim calcmode="lin" valueType="num">
                                      <p:cBhvr additive="base">
                                        <p:cTn id="12" dur="500" fill="hold"/>
                                        <p:tgtEl>
                                          <p:spTgt spid="532489"/>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32484"/>
                                        </p:tgtEl>
                                        <p:attrNameLst>
                                          <p:attrName>style.visibility</p:attrName>
                                        </p:attrNameLst>
                                      </p:cBhvr>
                                      <p:to>
                                        <p:strVal val="visible"/>
                                      </p:to>
                                    </p:set>
                                    <p:anim calcmode="lin" valueType="num">
                                      <p:cBhvr additive="base">
                                        <p:cTn id="17" dur="500" fill="hold"/>
                                        <p:tgtEl>
                                          <p:spTgt spid="532484"/>
                                        </p:tgtEl>
                                        <p:attrNameLst>
                                          <p:attrName>ppt_x</p:attrName>
                                        </p:attrNameLst>
                                      </p:cBhvr>
                                      <p:tavLst>
                                        <p:tav tm="0">
                                          <p:val>
                                            <p:strVal val="#ppt_x"/>
                                          </p:val>
                                        </p:tav>
                                        <p:tav tm="100000">
                                          <p:val>
                                            <p:strVal val="#ppt_x"/>
                                          </p:val>
                                        </p:tav>
                                      </p:tavLst>
                                    </p:anim>
                                    <p:anim calcmode="lin" valueType="num">
                                      <p:cBhvr additive="base">
                                        <p:cTn id="18" dur="500" fill="hold"/>
                                        <p:tgtEl>
                                          <p:spTgt spid="532484"/>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32490"/>
                                        </p:tgtEl>
                                        <p:attrNameLst>
                                          <p:attrName>style.visibility</p:attrName>
                                        </p:attrNameLst>
                                      </p:cBhvr>
                                      <p:to>
                                        <p:strVal val="visible"/>
                                      </p:to>
                                    </p:set>
                                    <p:anim calcmode="lin" valueType="num">
                                      <p:cBhvr additive="base">
                                        <p:cTn id="21" dur="500" fill="hold"/>
                                        <p:tgtEl>
                                          <p:spTgt spid="532490"/>
                                        </p:tgtEl>
                                        <p:attrNameLst>
                                          <p:attrName>ppt_x</p:attrName>
                                        </p:attrNameLst>
                                      </p:cBhvr>
                                      <p:tavLst>
                                        <p:tav tm="0">
                                          <p:val>
                                            <p:strVal val="#ppt_x"/>
                                          </p:val>
                                        </p:tav>
                                        <p:tav tm="100000">
                                          <p:val>
                                            <p:strVal val="#ppt_x"/>
                                          </p:val>
                                        </p:tav>
                                      </p:tavLst>
                                    </p:anim>
                                    <p:anim calcmode="lin" valueType="num">
                                      <p:cBhvr additive="base">
                                        <p:cTn id="22" dur="500" fill="hold"/>
                                        <p:tgtEl>
                                          <p:spTgt spid="532490"/>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532491"/>
                                        </p:tgtEl>
                                        <p:attrNameLst>
                                          <p:attrName>style.visibility</p:attrName>
                                        </p:attrNameLst>
                                      </p:cBhvr>
                                      <p:to>
                                        <p:strVal val="visible"/>
                                      </p:to>
                                    </p:set>
                                    <p:anim calcmode="lin" valueType="num">
                                      <p:cBhvr additive="base">
                                        <p:cTn id="27" dur="500" fill="hold"/>
                                        <p:tgtEl>
                                          <p:spTgt spid="532491"/>
                                        </p:tgtEl>
                                        <p:attrNameLst>
                                          <p:attrName>ppt_x</p:attrName>
                                        </p:attrNameLst>
                                      </p:cBhvr>
                                      <p:tavLst>
                                        <p:tav tm="0">
                                          <p:val>
                                            <p:strVal val="#ppt_x"/>
                                          </p:val>
                                        </p:tav>
                                        <p:tav tm="100000">
                                          <p:val>
                                            <p:strVal val="#ppt_x"/>
                                          </p:val>
                                        </p:tav>
                                      </p:tavLst>
                                    </p:anim>
                                    <p:anim calcmode="lin" valueType="num">
                                      <p:cBhvr additive="base">
                                        <p:cTn id="28" dur="500" fill="hold"/>
                                        <p:tgtEl>
                                          <p:spTgt spid="532491"/>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532492"/>
                                        </p:tgtEl>
                                        <p:attrNameLst>
                                          <p:attrName>style.visibility</p:attrName>
                                        </p:attrNameLst>
                                      </p:cBhvr>
                                      <p:to>
                                        <p:strVal val="visible"/>
                                      </p:to>
                                    </p:set>
                                    <p:anim calcmode="lin" valueType="num">
                                      <p:cBhvr additive="base">
                                        <p:cTn id="31" dur="500" fill="hold"/>
                                        <p:tgtEl>
                                          <p:spTgt spid="532492"/>
                                        </p:tgtEl>
                                        <p:attrNameLst>
                                          <p:attrName>ppt_x</p:attrName>
                                        </p:attrNameLst>
                                      </p:cBhvr>
                                      <p:tavLst>
                                        <p:tav tm="0">
                                          <p:val>
                                            <p:strVal val="#ppt_x"/>
                                          </p:val>
                                        </p:tav>
                                        <p:tav tm="100000">
                                          <p:val>
                                            <p:strVal val="#ppt_x"/>
                                          </p:val>
                                        </p:tav>
                                      </p:tavLst>
                                    </p:anim>
                                    <p:anim calcmode="lin" valueType="num">
                                      <p:cBhvr additive="base">
                                        <p:cTn id="32" dur="500" fill="hold"/>
                                        <p:tgtEl>
                                          <p:spTgt spid="532492"/>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32485"/>
                                        </p:tgtEl>
                                        <p:attrNameLst>
                                          <p:attrName>style.visibility</p:attrName>
                                        </p:attrNameLst>
                                      </p:cBhvr>
                                      <p:to>
                                        <p:strVal val="visible"/>
                                      </p:to>
                                    </p:set>
                                    <p:anim calcmode="lin" valueType="num">
                                      <p:cBhvr additive="base">
                                        <p:cTn id="37" dur="500" fill="hold"/>
                                        <p:tgtEl>
                                          <p:spTgt spid="532485"/>
                                        </p:tgtEl>
                                        <p:attrNameLst>
                                          <p:attrName>ppt_x</p:attrName>
                                        </p:attrNameLst>
                                      </p:cBhvr>
                                      <p:tavLst>
                                        <p:tav tm="0">
                                          <p:val>
                                            <p:strVal val="#ppt_x"/>
                                          </p:val>
                                        </p:tav>
                                        <p:tav tm="100000">
                                          <p:val>
                                            <p:strVal val="#ppt_x"/>
                                          </p:val>
                                        </p:tav>
                                      </p:tavLst>
                                    </p:anim>
                                    <p:anim calcmode="lin" valueType="num">
                                      <p:cBhvr additive="base">
                                        <p:cTn id="38" dur="500" fill="hold"/>
                                        <p:tgtEl>
                                          <p:spTgt spid="5324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483" grpId="0"/>
      <p:bldP spid="532484" grpId="0"/>
      <p:bldP spid="53248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D878CBF0-3A69-452F-AC78-F35B2F27A8D6}" type="slidenum">
              <a:rPr lang="zh-CN" altLang="en-US"/>
              <a:pPr>
                <a:defRPr/>
              </a:pPr>
              <a:t>46</a:t>
            </a:fld>
            <a:endParaRPr lang="en-US" altLang="zh-CN"/>
          </a:p>
        </p:txBody>
      </p:sp>
      <p:pic>
        <p:nvPicPr>
          <p:cNvPr id="4813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62038"/>
            <a:ext cx="8964613" cy="3138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8132" name="Object 3"/>
          <p:cNvGraphicFramePr>
            <a:graphicFrameLocks noChangeAspect="1"/>
          </p:cNvGraphicFramePr>
          <p:nvPr/>
        </p:nvGraphicFramePr>
        <p:xfrm>
          <a:off x="4716463" y="476250"/>
          <a:ext cx="2090737" cy="617538"/>
        </p:xfrm>
        <a:graphic>
          <a:graphicData uri="http://schemas.openxmlformats.org/presentationml/2006/ole">
            <mc:AlternateContent xmlns:mc="http://schemas.openxmlformats.org/markup-compatibility/2006">
              <mc:Choice xmlns:v="urn:schemas-microsoft-com:vml" Requires="v">
                <p:oleObj spid="_x0000_s48164" name="公式" r:id="rId4" imgW="774364" imgH="228501" progId="Equation.3">
                  <p:embed/>
                </p:oleObj>
              </mc:Choice>
              <mc:Fallback>
                <p:oleObj name="公式" r:id="rId4" imgW="774364" imgH="228501"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16463" y="476250"/>
                        <a:ext cx="2090737"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8133"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7450" y="5589588"/>
            <a:ext cx="1943100" cy="884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62181" name="Text Box 5"/>
          <p:cNvSpPr txBox="1">
            <a:spLocks noChangeArrowheads="1"/>
          </p:cNvSpPr>
          <p:nvPr/>
        </p:nvSpPr>
        <p:spPr bwMode="auto">
          <a:xfrm>
            <a:off x="611188" y="4581525"/>
            <a:ext cx="43211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sz="3200" b="1" i="1">
                <a:solidFill>
                  <a:schemeClr val="tx1"/>
                </a:solidFill>
                <a:effectLst>
                  <a:outerShdw blurRad="38100" dist="38100" dir="2700000" algn="tl">
                    <a:srgbClr val="C0C0C0"/>
                  </a:outerShdw>
                </a:effectLst>
              </a:rPr>
              <a:t>  </a:t>
            </a:r>
            <a:r>
              <a:rPr lang="en-US" altLang="zh-CN" sz="3200" b="1" i="1">
                <a:solidFill>
                  <a:schemeClr val="tx1"/>
                </a:solidFill>
                <a:effectLst>
                  <a:outerShdw blurRad="38100" dist="38100" dir="2700000" algn="tl">
                    <a:srgbClr val="C0C0C0"/>
                  </a:outerShdw>
                </a:effectLst>
              </a:rPr>
              <a:t>|</a:t>
            </a:r>
            <a:r>
              <a:rPr lang="en-US" altLang="zh-CN" sz="3200" b="1" i="1">
                <a:solidFill>
                  <a:schemeClr val="tx1"/>
                </a:solidFill>
                <a:effectLst>
                  <a:outerShdw blurRad="38100" dist="38100" dir="2700000" algn="tl">
                    <a:srgbClr val="C0C0C0"/>
                  </a:outerShdw>
                </a:effectLst>
                <a:latin typeface="Symbol" pitchFamily="18" charset="2"/>
              </a:rPr>
              <a:t>e</a:t>
            </a:r>
            <a:r>
              <a:rPr lang="en-US" altLang="zh-CN" sz="3200" b="1" i="1" baseline="-25000">
                <a:solidFill>
                  <a:schemeClr val="tx1"/>
                </a:solidFill>
                <a:effectLst/>
              </a:rPr>
              <a:t>n+1</a:t>
            </a:r>
            <a:r>
              <a:rPr lang="en-US" altLang="zh-CN" sz="3200" b="1" i="1">
                <a:solidFill>
                  <a:schemeClr val="tx1"/>
                </a:solidFill>
                <a:effectLst/>
              </a:rPr>
              <a:t>| ~ g</a:t>
            </a:r>
            <a:r>
              <a:rPr lang="en-US" altLang="zh-CN" sz="3200" i="1">
                <a:solidFill>
                  <a:schemeClr val="tx1"/>
                </a:solidFill>
                <a:effectLst/>
              </a:rPr>
              <a:t>’</a:t>
            </a:r>
            <a:r>
              <a:rPr lang="en-US" altLang="zh-CN" sz="3200" b="1" i="1">
                <a:solidFill>
                  <a:schemeClr val="tx1"/>
                </a:solidFill>
                <a:effectLst/>
              </a:rPr>
              <a:t>|</a:t>
            </a:r>
            <a:r>
              <a:rPr lang="en-US" altLang="zh-CN" sz="3200" b="1" i="1">
                <a:solidFill>
                  <a:schemeClr val="tx1"/>
                </a:solidFill>
                <a:effectLst>
                  <a:outerShdw blurRad="38100" dist="38100" dir="2700000" algn="tl">
                    <a:srgbClr val="C0C0C0"/>
                  </a:outerShdw>
                </a:effectLst>
                <a:latin typeface="Symbol" pitchFamily="18" charset="2"/>
              </a:rPr>
              <a:t>e</a:t>
            </a:r>
            <a:r>
              <a:rPr lang="en-US" altLang="zh-CN" sz="3200" b="1" i="1" baseline="-25000">
                <a:solidFill>
                  <a:schemeClr val="tx1"/>
                </a:solidFill>
                <a:effectLst/>
              </a:rPr>
              <a:t>n</a:t>
            </a:r>
            <a:r>
              <a:rPr lang="en-US" altLang="zh-CN" sz="3200" b="1" i="1">
                <a:solidFill>
                  <a:schemeClr val="tx1"/>
                </a:solidFill>
                <a:effectLst/>
              </a:rPr>
              <a:t> |</a:t>
            </a:r>
            <a:r>
              <a:rPr lang="en-US" altLang="zh-CN" sz="3200" b="1" i="1" baseline="30000">
                <a:solidFill>
                  <a:schemeClr val="tx1"/>
                </a:solidFill>
                <a:effectLst/>
              </a:rPr>
              <a:t>p</a:t>
            </a:r>
            <a:r>
              <a:rPr lang="en-US" altLang="zh-CN" sz="3200" b="1" i="1">
                <a:solidFill>
                  <a:schemeClr val="tx1"/>
                </a:solidFill>
                <a:effectLst/>
              </a:rPr>
              <a:t>.  </a:t>
            </a:r>
            <a:r>
              <a:rPr lang="en-US" altLang="zh-CN" sz="3200" b="1" i="1">
                <a:solidFill>
                  <a:srgbClr val="000080"/>
                </a:solidFill>
                <a:effectLst/>
              </a:rPr>
              <a:t>p = 1 </a:t>
            </a:r>
            <a:endParaRPr lang="zh-CN" altLang="en-US" sz="3200" b="1" i="1">
              <a:solidFill>
                <a:srgbClr val="000080"/>
              </a:solidFill>
              <a:effectLst/>
            </a:endParaRPr>
          </a:p>
        </p:txBody>
      </p:sp>
      <p:sp>
        <p:nvSpPr>
          <p:cNvPr id="562182" name="Text Box 6"/>
          <p:cNvSpPr txBox="1">
            <a:spLocks noChangeArrowheads="1"/>
          </p:cNvSpPr>
          <p:nvPr/>
        </p:nvSpPr>
        <p:spPr bwMode="auto">
          <a:xfrm>
            <a:off x="4067175" y="5734050"/>
            <a:ext cx="35290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sz="3200" b="1">
                <a:solidFill>
                  <a:schemeClr val="tx1"/>
                </a:solidFill>
                <a:effectLst>
                  <a:outerShdw blurRad="38100" dist="38100" dir="2700000" algn="tl">
                    <a:srgbClr val="C0C0C0"/>
                  </a:outerShdw>
                </a:effectLst>
              </a:rPr>
              <a:t>收敛</a:t>
            </a:r>
            <a:r>
              <a:rPr lang="en-US" altLang="zh-CN" sz="3200" b="1">
                <a:solidFill>
                  <a:schemeClr val="tx1"/>
                </a:solidFill>
                <a:effectLst>
                  <a:outerShdw blurRad="38100" dist="38100" dir="2700000" algn="tl">
                    <a:srgbClr val="C0C0C0"/>
                  </a:outerShdw>
                </a:effectLst>
              </a:rPr>
              <a:t>;</a:t>
            </a:r>
            <a:r>
              <a:rPr lang="zh-CN" altLang="en-US" sz="3200" b="1">
                <a:solidFill>
                  <a:schemeClr val="tx1"/>
                </a:solidFill>
                <a:effectLst>
                  <a:outerShdw blurRad="38100" dist="38100" dir="2700000" algn="tl">
                    <a:srgbClr val="C0C0C0"/>
                  </a:outerShdw>
                </a:effectLst>
              </a:rPr>
              <a:t>否则发散</a:t>
            </a:r>
          </a:p>
        </p:txBody>
      </p:sp>
    </p:spTree>
  </p:cSld>
  <p:clrMapOvr>
    <a:masterClrMapping/>
  </p:clrMapOvr>
  <p:transition>
    <p:cover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灯片编号占位符 3"/>
          <p:cNvSpPr>
            <a:spLocks noGrp="1"/>
          </p:cNvSpPr>
          <p:nvPr>
            <p:ph type="sldNum" sz="quarter" idx="12"/>
          </p:nvPr>
        </p:nvSpPr>
        <p:spPr/>
        <p:txBody>
          <a:bodyPr/>
          <a:lstStyle/>
          <a:p>
            <a:pPr>
              <a:defRPr/>
            </a:pPr>
            <a:fld id="{A933FD86-FA13-4380-9FBB-A5C07158B5A5}" type="slidenum">
              <a:rPr lang="zh-CN" altLang="en-US"/>
              <a:pPr>
                <a:defRPr/>
              </a:pPr>
              <a:t>47</a:t>
            </a:fld>
            <a:endParaRPr lang="en-US" altLang="zh-CN"/>
          </a:p>
        </p:txBody>
      </p:sp>
      <p:sp>
        <p:nvSpPr>
          <p:cNvPr id="534530" name="Text Box 2"/>
          <p:cNvSpPr txBox="1">
            <a:spLocks noChangeArrowheads="1"/>
          </p:cNvSpPr>
          <p:nvPr/>
        </p:nvSpPr>
        <p:spPr bwMode="auto">
          <a:xfrm>
            <a:off x="1403350" y="266700"/>
            <a:ext cx="34480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3200" b="1">
                <a:solidFill>
                  <a:schemeClr val="tx1"/>
                </a:solidFill>
                <a:effectLst>
                  <a:outerShdw blurRad="38100" dist="38100" dir="2700000" algn="tl">
                    <a:srgbClr val="C0C0C0"/>
                  </a:outerShdw>
                </a:effectLst>
              </a:rPr>
              <a:t>迭代过程的收敛性</a:t>
            </a:r>
          </a:p>
        </p:txBody>
      </p:sp>
      <p:grpSp>
        <p:nvGrpSpPr>
          <p:cNvPr id="49156" name="Group 320"/>
          <p:cNvGrpSpPr>
            <a:grpSpLocks/>
          </p:cNvGrpSpPr>
          <p:nvPr/>
        </p:nvGrpSpPr>
        <p:grpSpPr bwMode="auto">
          <a:xfrm>
            <a:off x="719138" y="1700213"/>
            <a:ext cx="6770687" cy="4638675"/>
            <a:chOff x="453" y="1071"/>
            <a:chExt cx="2978" cy="1980"/>
          </a:xfrm>
        </p:grpSpPr>
        <p:sp>
          <p:nvSpPr>
            <p:cNvPr id="534536" name="Rectangle 8"/>
            <p:cNvSpPr>
              <a:spLocks noChangeArrowheads="1"/>
            </p:cNvSpPr>
            <p:nvPr/>
          </p:nvSpPr>
          <p:spPr bwMode="auto">
            <a:xfrm>
              <a:off x="453" y="1071"/>
              <a:ext cx="760"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700" b="1">
                  <a:solidFill>
                    <a:srgbClr val="000000"/>
                  </a:solidFill>
                  <a:effectLst/>
                </a:rPr>
                <a:t>                                </a:t>
              </a:r>
              <a:endParaRPr lang="zh-CN" altLang="en-US" b="1">
                <a:effectLst>
                  <a:outerShdw blurRad="38100" dist="38100" dir="2700000" algn="tl">
                    <a:srgbClr val="C0C0C0"/>
                  </a:outerShdw>
                </a:effectLst>
              </a:endParaRPr>
            </a:p>
          </p:txBody>
        </p:sp>
        <p:sp>
          <p:nvSpPr>
            <p:cNvPr id="534537" name="Rectangle 9"/>
            <p:cNvSpPr>
              <a:spLocks noChangeArrowheads="1"/>
            </p:cNvSpPr>
            <p:nvPr/>
          </p:nvSpPr>
          <p:spPr bwMode="auto">
            <a:xfrm>
              <a:off x="2557" y="1071"/>
              <a:ext cx="874"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700" b="1" i="1">
                  <a:solidFill>
                    <a:srgbClr val="000000"/>
                  </a:solidFill>
                  <a:effectLst/>
                </a:rPr>
                <a:t>y=x              y               </a:t>
              </a:r>
              <a:endParaRPr lang="en-US" altLang="zh-CN" b="1">
                <a:effectLst>
                  <a:outerShdw blurRad="38100" dist="38100" dir="2700000" algn="tl">
                    <a:srgbClr val="C0C0C0"/>
                  </a:outerShdw>
                </a:effectLst>
              </a:endParaRPr>
            </a:p>
          </p:txBody>
        </p:sp>
        <p:sp>
          <p:nvSpPr>
            <p:cNvPr id="534539" name="Rectangle 11"/>
            <p:cNvSpPr>
              <a:spLocks noChangeArrowheads="1"/>
            </p:cNvSpPr>
            <p:nvPr/>
          </p:nvSpPr>
          <p:spPr bwMode="auto">
            <a:xfrm>
              <a:off x="453" y="1356"/>
              <a:ext cx="855"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700" b="1">
                  <a:solidFill>
                    <a:srgbClr val="000000"/>
                  </a:solidFill>
                  <a:effectLst/>
                </a:rPr>
                <a:t>                                    </a:t>
              </a:r>
              <a:endParaRPr lang="zh-CN" altLang="en-US" b="1">
                <a:effectLst>
                  <a:outerShdw blurRad="38100" dist="38100" dir="2700000" algn="tl">
                    <a:srgbClr val="C0C0C0"/>
                  </a:outerShdw>
                </a:effectLst>
              </a:endParaRPr>
            </a:p>
          </p:txBody>
        </p:sp>
        <p:sp>
          <p:nvSpPr>
            <p:cNvPr id="534540" name="Rectangle 12"/>
            <p:cNvSpPr>
              <a:spLocks noChangeArrowheads="1"/>
            </p:cNvSpPr>
            <p:nvPr/>
          </p:nvSpPr>
          <p:spPr bwMode="auto">
            <a:xfrm>
              <a:off x="2820" y="1356"/>
              <a:ext cx="4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700" b="1" i="1">
                  <a:solidFill>
                    <a:srgbClr val="000000"/>
                  </a:solidFill>
                  <a:effectLst/>
                </a:rPr>
                <a:t>y</a:t>
              </a:r>
              <a:endParaRPr lang="en-US" altLang="zh-CN" b="1">
                <a:effectLst>
                  <a:outerShdw blurRad="38100" dist="38100" dir="2700000" algn="tl">
                    <a:srgbClr val="C0C0C0"/>
                  </a:outerShdw>
                </a:effectLst>
              </a:endParaRPr>
            </a:p>
          </p:txBody>
        </p:sp>
        <p:sp>
          <p:nvSpPr>
            <p:cNvPr id="534541" name="Rectangle 13"/>
            <p:cNvSpPr>
              <a:spLocks noChangeArrowheads="1"/>
            </p:cNvSpPr>
            <p:nvPr/>
          </p:nvSpPr>
          <p:spPr bwMode="auto">
            <a:xfrm>
              <a:off x="2878" y="1356"/>
              <a:ext cx="53"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700" b="1">
                  <a:solidFill>
                    <a:srgbClr val="000000"/>
                  </a:solidFill>
                  <a:effectLst/>
                </a:rPr>
                <a:t>=</a:t>
              </a:r>
              <a:endParaRPr lang="en-US" altLang="zh-CN" b="1">
                <a:effectLst>
                  <a:outerShdw blurRad="38100" dist="38100" dir="2700000" algn="tl">
                    <a:srgbClr val="C0C0C0"/>
                  </a:outerShdw>
                </a:effectLst>
              </a:endParaRPr>
            </a:p>
          </p:txBody>
        </p:sp>
        <p:grpSp>
          <p:nvGrpSpPr>
            <p:cNvPr id="49162" name="Group 18"/>
            <p:cNvGrpSpPr>
              <a:grpSpLocks/>
            </p:cNvGrpSpPr>
            <p:nvPr/>
          </p:nvGrpSpPr>
          <p:grpSpPr bwMode="auto">
            <a:xfrm>
              <a:off x="2962" y="1323"/>
              <a:ext cx="272" cy="141"/>
              <a:chOff x="2845" y="2294"/>
              <a:chExt cx="272" cy="141"/>
            </a:xfrm>
          </p:grpSpPr>
          <p:sp>
            <p:nvSpPr>
              <p:cNvPr id="534542" name="Rectangle 14"/>
              <p:cNvSpPr>
                <a:spLocks noChangeArrowheads="1"/>
              </p:cNvSpPr>
              <p:nvPr/>
            </p:nvSpPr>
            <p:spPr bwMode="auto">
              <a:xfrm>
                <a:off x="3081" y="2312"/>
                <a:ext cx="36" cy="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900" b="1">
                    <a:solidFill>
                      <a:srgbClr val="000000"/>
                    </a:solidFill>
                    <a:effectLst/>
                  </a:rPr>
                  <a:t>)</a:t>
                </a:r>
                <a:endParaRPr lang="en-US" altLang="zh-CN" b="1">
                  <a:effectLst>
                    <a:outerShdw blurRad="38100" dist="38100" dir="2700000" algn="tl">
                      <a:srgbClr val="C0C0C0"/>
                    </a:outerShdw>
                  </a:effectLst>
                </a:endParaRPr>
              </a:p>
            </p:txBody>
          </p:sp>
          <p:sp>
            <p:nvSpPr>
              <p:cNvPr id="534543" name="Rectangle 15"/>
              <p:cNvSpPr>
                <a:spLocks noChangeArrowheads="1"/>
              </p:cNvSpPr>
              <p:nvPr/>
            </p:nvSpPr>
            <p:spPr bwMode="auto">
              <a:xfrm>
                <a:off x="2950" y="2312"/>
                <a:ext cx="35" cy="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900" b="1">
                    <a:solidFill>
                      <a:srgbClr val="000000"/>
                    </a:solidFill>
                    <a:effectLst/>
                  </a:rPr>
                  <a:t>(</a:t>
                </a:r>
                <a:endParaRPr lang="en-US" altLang="zh-CN" b="1">
                  <a:effectLst>
                    <a:outerShdw blurRad="38100" dist="38100" dir="2700000" algn="tl">
                      <a:srgbClr val="C0C0C0"/>
                    </a:outerShdw>
                  </a:effectLst>
                </a:endParaRPr>
              </a:p>
            </p:txBody>
          </p:sp>
          <p:sp>
            <p:nvSpPr>
              <p:cNvPr id="534544" name="Rectangle 16"/>
              <p:cNvSpPr>
                <a:spLocks noChangeArrowheads="1"/>
              </p:cNvSpPr>
              <p:nvPr/>
            </p:nvSpPr>
            <p:spPr bwMode="auto">
              <a:xfrm>
                <a:off x="3011" y="2312"/>
                <a:ext cx="53" cy="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900" b="1" i="1">
                    <a:solidFill>
                      <a:srgbClr val="000000"/>
                    </a:solidFill>
                    <a:effectLst/>
                  </a:rPr>
                  <a:t>x</a:t>
                </a:r>
                <a:endParaRPr lang="en-US" altLang="zh-CN" b="1">
                  <a:effectLst>
                    <a:outerShdw blurRad="38100" dist="38100" dir="2700000" algn="tl">
                      <a:srgbClr val="C0C0C0"/>
                    </a:outerShdw>
                  </a:effectLst>
                </a:endParaRPr>
              </a:p>
            </p:txBody>
          </p:sp>
          <p:sp>
            <p:nvSpPr>
              <p:cNvPr id="534545" name="Rectangle 17"/>
              <p:cNvSpPr>
                <a:spLocks noChangeArrowheads="1"/>
              </p:cNvSpPr>
              <p:nvPr/>
            </p:nvSpPr>
            <p:spPr bwMode="auto">
              <a:xfrm>
                <a:off x="2845" y="2294"/>
                <a:ext cx="64" cy="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900" b="1" i="1">
                    <a:solidFill>
                      <a:srgbClr val="000000"/>
                    </a:solidFill>
                    <a:effectLst/>
                    <a:latin typeface="Symbol" pitchFamily="18" charset="2"/>
                  </a:rPr>
                  <a:t>j</a:t>
                </a:r>
                <a:endParaRPr lang="en-US" altLang="zh-CN" b="1">
                  <a:effectLst>
                    <a:outerShdw blurRad="38100" dist="38100" dir="2700000" algn="tl">
                      <a:srgbClr val="C0C0C0"/>
                    </a:outerShdw>
                  </a:effectLst>
                </a:endParaRPr>
              </a:p>
            </p:txBody>
          </p:sp>
        </p:grpSp>
        <p:sp>
          <p:nvSpPr>
            <p:cNvPr id="534550" name="Rectangle 22"/>
            <p:cNvSpPr>
              <a:spLocks noChangeArrowheads="1"/>
            </p:cNvSpPr>
            <p:nvPr/>
          </p:nvSpPr>
          <p:spPr bwMode="auto">
            <a:xfrm>
              <a:off x="453" y="1661"/>
              <a:ext cx="24" cy="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700" b="1">
                  <a:solidFill>
                    <a:srgbClr val="000000"/>
                  </a:solidFill>
                  <a:effectLst/>
                </a:rPr>
                <a:t> </a:t>
              </a:r>
              <a:endParaRPr lang="zh-CN" altLang="en-US" b="1">
                <a:effectLst>
                  <a:outerShdw blurRad="38100" dist="38100" dir="2700000" algn="tl">
                    <a:srgbClr val="C0C0C0"/>
                  </a:outerShdw>
                </a:effectLst>
              </a:endParaRPr>
            </a:p>
          </p:txBody>
        </p:sp>
        <p:sp>
          <p:nvSpPr>
            <p:cNvPr id="534551" name="Rectangle 23"/>
            <p:cNvSpPr>
              <a:spLocks noChangeArrowheads="1"/>
            </p:cNvSpPr>
            <p:nvPr/>
          </p:nvSpPr>
          <p:spPr bwMode="auto">
            <a:xfrm>
              <a:off x="453" y="1858"/>
              <a:ext cx="24"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700" b="1">
                  <a:solidFill>
                    <a:srgbClr val="000000"/>
                  </a:solidFill>
                  <a:effectLst/>
                </a:rPr>
                <a:t> </a:t>
              </a:r>
              <a:endParaRPr lang="zh-CN" altLang="en-US" b="1">
                <a:effectLst>
                  <a:outerShdw blurRad="38100" dist="38100" dir="2700000" algn="tl">
                    <a:srgbClr val="C0C0C0"/>
                  </a:outerShdw>
                </a:effectLst>
              </a:endParaRPr>
            </a:p>
          </p:txBody>
        </p:sp>
        <p:sp>
          <p:nvSpPr>
            <p:cNvPr id="534552" name="Rectangle 24"/>
            <p:cNvSpPr>
              <a:spLocks noChangeArrowheads="1"/>
            </p:cNvSpPr>
            <p:nvPr/>
          </p:nvSpPr>
          <p:spPr bwMode="auto">
            <a:xfrm>
              <a:off x="453" y="2055"/>
              <a:ext cx="24"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700" b="1">
                  <a:solidFill>
                    <a:srgbClr val="000000"/>
                  </a:solidFill>
                  <a:effectLst/>
                </a:rPr>
                <a:t> </a:t>
              </a:r>
              <a:endParaRPr lang="zh-CN" altLang="en-US" b="1">
                <a:effectLst>
                  <a:outerShdw blurRad="38100" dist="38100" dir="2700000" algn="tl">
                    <a:srgbClr val="C0C0C0"/>
                  </a:outerShdw>
                </a:effectLst>
              </a:endParaRPr>
            </a:p>
          </p:txBody>
        </p:sp>
        <p:sp>
          <p:nvSpPr>
            <p:cNvPr id="534553" name="Rectangle 25"/>
            <p:cNvSpPr>
              <a:spLocks noChangeArrowheads="1"/>
            </p:cNvSpPr>
            <p:nvPr/>
          </p:nvSpPr>
          <p:spPr bwMode="auto">
            <a:xfrm>
              <a:off x="789" y="2252"/>
              <a:ext cx="24" cy="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700" b="1">
                  <a:solidFill>
                    <a:srgbClr val="000000"/>
                  </a:solidFill>
                  <a:effectLst/>
                </a:rPr>
                <a:t> </a:t>
              </a:r>
              <a:endParaRPr lang="zh-CN" altLang="en-US" b="1">
                <a:effectLst>
                  <a:outerShdw blurRad="38100" dist="38100" dir="2700000" algn="tl">
                    <a:srgbClr val="C0C0C0"/>
                  </a:outerShdw>
                </a:effectLst>
              </a:endParaRPr>
            </a:p>
          </p:txBody>
        </p:sp>
        <p:sp>
          <p:nvSpPr>
            <p:cNvPr id="534554" name="Rectangle 26"/>
            <p:cNvSpPr>
              <a:spLocks noChangeArrowheads="1"/>
            </p:cNvSpPr>
            <p:nvPr/>
          </p:nvSpPr>
          <p:spPr bwMode="auto">
            <a:xfrm>
              <a:off x="453" y="2449"/>
              <a:ext cx="24"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700" b="1">
                  <a:solidFill>
                    <a:srgbClr val="000000"/>
                  </a:solidFill>
                  <a:effectLst/>
                </a:rPr>
                <a:t> </a:t>
              </a:r>
              <a:endParaRPr lang="zh-CN" altLang="en-US" b="1">
                <a:effectLst>
                  <a:outerShdw blurRad="38100" dist="38100" dir="2700000" algn="tl">
                    <a:srgbClr val="C0C0C0"/>
                  </a:outerShdw>
                </a:effectLst>
              </a:endParaRPr>
            </a:p>
          </p:txBody>
        </p:sp>
        <p:sp>
          <p:nvSpPr>
            <p:cNvPr id="534555" name="Rectangle 27"/>
            <p:cNvSpPr>
              <a:spLocks noChangeArrowheads="1"/>
            </p:cNvSpPr>
            <p:nvPr/>
          </p:nvSpPr>
          <p:spPr bwMode="auto">
            <a:xfrm>
              <a:off x="453" y="2646"/>
              <a:ext cx="24"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700" b="1">
                  <a:solidFill>
                    <a:srgbClr val="000000"/>
                  </a:solidFill>
                  <a:effectLst/>
                </a:rPr>
                <a:t> </a:t>
              </a:r>
              <a:endParaRPr lang="zh-CN" altLang="en-US" b="1">
                <a:effectLst>
                  <a:outerShdw blurRad="38100" dist="38100" dir="2700000" algn="tl">
                    <a:srgbClr val="C0C0C0"/>
                  </a:outerShdw>
                </a:effectLst>
              </a:endParaRPr>
            </a:p>
          </p:txBody>
        </p:sp>
        <p:grpSp>
          <p:nvGrpSpPr>
            <p:cNvPr id="49169" name="Group 38"/>
            <p:cNvGrpSpPr>
              <a:grpSpLocks/>
            </p:cNvGrpSpPr>
            <p:nvPr/>
          </p:nvGrpSpPr>
          <p:grpSpPr bwMode="auto">
            <a:xfrm>
              <a:off x="1258" y="2902"/>
              <a:ext cx="803" cy="149"/>
              <a:chOff x="1141" y="3873"/>
              <a:chExt cx="803" cy="149"/>
            </a:xfrm>
          </p:grpSpPr>
          <p:sp>
            <p:nvSpPr>
              <p:cNvPr id="534556" name="Rectangle 28"/>
              <p:cNvSpPr>
                <a:spLocks noChangeArrowheads="1"/>
              </p:cNvSpPr>
              <p:nvPr/>
            </p:nvSpPr>
            <p:spPr bwMode="auto">
              <a:xfrm>
                <a:off x="1891" y="3899"/>
                <a:ext cx="53" cy="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900" b="1">
                    <a:solidFill>
                      <a:srgbClr val="000000"/>
                    </a:solidFill>
                    <a:effectLst/>
                  </a:rPr>
                  <a:t>1</a:t>
                </a:r>
                <a:endParaRPr lang="en-US" altLang="zh-CN" b="1">
                  <a:effectLst>
                    <a:outerShdw blurRad="38100" dist="38100" dir="2700000" algn="tl">
                      <a:srgbClr val="C0C0C0"/>
                    </a:outerShdw>
                  </a:effectLst>
                </a:endParaRPr>
              </a:p>
            </p:txBody>
          </p:sp>
          <p:sp>
            <p:nvSpPr>
              <p:cNvPr id="534557" name="Rectangle 29"/>
              <p:cNvSpPr>
                <a:spLocks noChangeArrowheads="1"/>
              </p:cNvSpPr>
              <p:nvPr/>
            </p:nvSpPr>
            <p:spPr bwMode="auto">
              <a:xfrm>
                <a:off x="1699" y="3899"/>
                <a:ext cx="36" cy="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900" b="1">
                    <a:solidFill>
                      <a:srgbClr val="000000"/>
                    </a:solidFill>
                    <a:effectLst/>
                  </a:rPr>
                  <a:t>)</a:t>
                </a:r>
                <a:endParaRPr lang="en-US" altLang="zh-CN" b="1">
                  <a:effectLst>
                    <a:outerShdw blurRad="38100" dist="38100" dir="2700000" algn="tl">
                      <a:srgbClr val="C0C0C0"/>
                    </a:outerShdw>
                  </a:effectLst>
                </a:endParaRPr>
              </a:p>
            </p:txBody>
          </p:sp>
          <p:sp>
            <p:nvSpPr>
              <p:cNvPr id="534558" name="Rectangle 30"/>
              <p:cNvSpPr>
                <a:spLocks noChangeArrowheads="1"/>
              </p:cNvSpPr>
              <p:nvPr/>
            </p:nvSpPr>
            <p:spPr bwMode="auto">
              <a:xfrm>
                <a:off x="1502" y="3899"/>
                <a:ext cx="36" cy="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900" b="1">
                    <a:solidFill>
                      <a:srgbClr val="000000"/>
                    </a:solidFill>
                    <a:effectLst/>
                  </a:rPr>
                  <a:t>(</a:t>
                </a:r>
                <a:endParaRPr lang="en-US" altLang="zh-CN" b="1">
                  <a:effectLst>
                    <a:outerShdw blurRad="38100" dist="38100" dir="2700000" algn="tl">
                      <a:srgbClr val="C0C0C0"/>
                    </a:outerShdw>
                  </a:effectLst>
                </a:endParaRPr>
              </a:p>
            </p:txBody>
          </p:sp>
          <p:sp>
            <p:nvSpPr>
              <p:cNvPr id="534559" name="Rectangle 31"/>
              <p:cNvSpPr>
                <a:spLocks noChangeArrowheads="1"/>
              </p:cNvSpPr>
              <p:nvPr/>
            </p:nvSpPr>
            <p:spPr bwMode="auto">
              <a:xfrm>
                <a:off x="1141" y="3899"/>
                <a:ext cx="53" cy="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900" b="1">
                    <a:solidFill>
                      <a:srgbClr val="000000"/>
                    </a:solidFill>
                    <a:effectLst/>
                  </a:rPr>
                  <a:t>0</a:t>
                </a:r>
                <a:endParaRPr lang="en-US" altLang="zh-CN" b="1">
                  <a:effectLst>
                    <a:outerShdw blurRad="38100" dist="38100" dir="2700000" algn="tl">
                      <a:srgbClr val="C0C0C0"/>
                    </a:outerShdw>
                  </a:effectLst>
                </a:endParaRPr>
              </a:p>
            </p:txBody>
          </p:sp>
          <p:sp>
            <p:nvSpPr>
              <p:cNvPr id="534560" name="Rectangle 32"/>
              <p:cNvSpPr>
                <a:spLocks noChangeArrowheads="1"/>
              </p:cNvSpPr>
              <p:nvPr/>
            </p:nvSpPr>
            <p:spPr bwMode="auto">
              <a:xfrm>
                <a:off x="1638" y="3887"/>
                <a:ext cx="31"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100" b="1">
                    <a:solidFill>
                      <a:srgbClr val="000000"/>
                    </a:solidFill>
                    <a:effectLst/>
                  </a:rPr>
                  <a:t>*</a:t>
                </a:r>
                <a:endParaRPr lang="zh-CN" altLang="en-US" b="1">
                  <a:effectLst>
                    <a:outerShdw blurRad="38100" dist="38100" dir="2700000" algn="tl">
                      <a:srgbClr val="C0C0C0"/>
                    </a:outerShdw>
                  </a:effectLst>
                </a:endParaRPr>
              </a:p>
            </p:txBody>
          </p:sp>
          <p:sp>
            <p:nvSpPr>
              <p:cNvPr id="534561" name="Rectangle 33"/>
              <p:cNvSpPr>
                <a:spLocks noChangeArrowheads="1"/>
              </p:cNvSpPr>
              <p:nvPr/>
            </p:nvSpPr>
            <p:spPr bwMode="auto">
              <a:xfrm>
                <a:off x="1786" y="3882"/>
                <a:ext cx="58" cy="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900" b="1">
                    <a:solidFill>
                      <a:srgbClr val="000000"/>
                    </a:solidFill>
                    <a:effectLst/>
                    <a:latin typeface="Symbol" pitchFamily="18" charset="2"/>
                  </a:rPr>
                  <a:t>&lt;</a:t>
                </a:r>
                <a:endParaRPr lang="en-US" altLang="zh-CN" b="1">
                  <a:effectLst>
                    <a:outerShdw blurRad="38100" dist="38100" dir="2700000" algn="tl">
                      <a:srgbClr val="C0C0C0"/>
                    </a:outerShdw>
                  </a:effectLst>
                </a:endParaRPr>
              </a:p>
            </p:txBody>
          </p:sp>
          <p:sp>
            <p:nvSpPr>
              <p:cNvPr id="534562" name="Rectangle 34"/>
              <p:cNvSpPr>
                <a:spLocks noChangeArrowheads="1"/>
              </p:cNvSpPr>
              <p:nvPr/>
            </p:nvSpPr>
            <p:spPr bwMode="auto">
              <a:xfrm>
                <a:off x="1467" y="3873"/>
                <a:ext cx="27"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900" b="1">
                    <a:solidFill>
                      <a:srgbClr val="000000"/>
                    </a:solidFill>
                    <a:effectLst/>
                    <a:latin typeface="Symbol" pitchFamily="18" charset="2"/>
                  </a:rPr>
                  <a:t>¢</a:t>
                </a:r>
                <a:endParaRPr lang="en-US" altLang="zh-CN" b="1">
                  <a:effectLst>
                    <a:outerShdw blurRad="38100" dist="38100" dir="2700000" algn="tl">
                      <a:srgbClr val="C0C0C0"/>
                    </a:outerShdw>
                  </a:effectLst>
                </a:endParaRPr>
              </a:p>
            </p:txBody>
          </p:sp>
          <p:sp>
            <p:nvSpPr>
              <p:cNvPr id="534563" name="Rectangle 35"/>
              <p:cNvSpPr>
                <a:spLocks noChangeArrowheads="1"/>
              </p:cNvSpPr>
              <p:nvPr/>
            </p:nvSpPr>
            <p:spPr bwMode="auto">
              <a:xfrm>
                <a:off x="1250" y="3882"/>
                <a:ext cx="58" cy="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900" b="1">
                    <a:solidFill>
                      <a:srgbClr val="000000"/>
                    </a:solidFill>
                    <a:effectLst/>
                    <a:latin typeface="Symbol" pitchFamily="18" charset="2"/>
                  </a:rPr>
                  <a:t>&lt;</a:t>
                </a:r>
                <a:endParaRPr lang="en-US" altLang="zh-CN" b="1">
                  <a:effectLst>
                    <a:outerShdw blurRad="38100" dist="38100" dir="2700000" algn="tl">
                      <a:srgbClr val="C0C0C0"/>
                    </a:outerShdw>
                  </a:effectLst>
                </a:endParaRPr>
              </a:p>
            </p:txBody>
          </p:sp>
          <p:sp>
            <p:nvSpPr>
              <p:cNvPr id="534564" name="Rectangle 36"/>
              <p:cNvSpPr>
                <a:spLocks noChangeArrowheads="1"/>
              </p:cNvSpPr>
              <p:nvPr/>
            </p:nvSpPr>
            <p:spPr bwMode="auto">
              <a:xfrm>
                <a:off x="1563" y="3899"/>
                <a:ext cx="53" cy="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900" b="1" i="1">
                    <a:solidFill>
                      <a:srgbClr val="000000"/>
                    </a:solidFill>
                    <a:effectLst/>
                  </a:rPr>
                  <a:t>x</a:t>
                </a:r>
                <a:endParaRPr lang="en-US" altLang="zh-CN" b="1">
                  <a:effectLst>
                    <a:outerShdw blurRad="38100" dist="38100" dir="2700000" algn="tl">
                      <a:srgbClr val="C0C0C0"/>
                    </a:outerShdw>
                  </a:effectLst>
                </a:endParaRPr>
              </a:p>
            </p:txBody>
          </p:sp>
          <p:sp>
            <p:nvSpPr>
              <p:cNvPr id="534565" name="Rectangle 37"/>
              <p:cNvSpPr>
                <a:spLocks noChangeArrowheads="1"/>
              </p:cNvSpPr>
              <p:nvPr/>
            </p:nvSpPr>
            <p:spPr bwMode="auto">
              <a:xfrm>
                <a:off x="1360" y="3882"/>
                <a:ext cx="65" cy="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900" b="1" i="1">
                    <a:solidFill>
                      <a:srgbClr val="000000"/>
                    </a:solidFill>
                    <a:effectLst/>
                    <a:latin typeface="Symbol" pitchFamily="18" charset="2"/>
                  </a:rPr>
                  <a:t>j</a:t>
                </a:r>
                <a:endParaRPr lang="en-US" altLang="zh-CN" b="1">
                  <a:effectLst>
                    <a:outerShdw blurRad="38100" dist="38100" dir="2700000" algn="tl">
                      <a:srgbClr val="C0C0C0"/>
                    </a:outerShdw>
                  </a:effectLst>
                </a:endParaRPr>
              </a:p>
            </p:txBody>
          </p:sp>
        </p:grpSp>
        <p:grpSp>
          <p:nvGrpSpPr>
            <p:cNvPr id="49170" name="Group 56"/>
            <p:cNvGrpSpPr>
              <a:grpSpLocks/>
            </p:cNvGrpSpPr>
            <p:nvPr/>
          </p:nvGrpSpPr>
          <p:grpSpPr bwMode="auto">
            <a:xfrm>
              <a:off x="565" y="2490"/>
              <a:ext cx="2578" cy="65"/>
              <a:chOff x="448" y="3461"/>
              <a:chExt cx="2578" cy="65"/>
            </a:xfrm>
          </p:grpSpPr>
          <p:sp>
            <p:nvSpPr>
              <p:cNvPr id="534582" name="Line 54"/>
              <p:cNvSpPr>
                <a:spLocks noChangeShapeType="1"/>
              </p:cNvSpPr>
              <p:nvPr/>
            </p:nvSpPr>
            <p:spPr bwMode="auto">
              <a:xfrm>
                <a:off x="448" y="3493"/>
                <a:ext cx="244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34583" name="Freeform 55"/>
              <p:cNvSpPr>
                <a:spLocks/>
              </p:cNvSpPr>
              <p:nvPr/>
            </p:nvSpPr>
            <p:spPr bwMode="auto">
              <a:xfrm>
                <a:off x="2885" y="3461"/>
                <a:ext cx="141" cy="65"/>
              </a:xfrm>
              <a:custGeom>
                <a:avLst/>
                <a:gdLst>
                  <a:gd name="T0" fmla="*/ 0 w 141"/>
                  <a:gd name="T1" fmla="*/ 65 h 65"/>
                  <a:gd name="T2" fmla="*/ 141 w 141"/>
                  <a:gd name="T3" fmla="*/ 33 h 65"/>
                  <a:gd name="T4" fmla="*/ 0 w 141"/>
                  <a:gd name="T5" fmla="*/ 0 h 65"/>
                  <a:gd name="T6" fmla="*/ 0 w 141"/>
                  <a:gd name="T7" fmla="*/ 65 h 65"/>
                </a:gdLst>
                <a:ahLst/>
                <a:cxnLst>
                  <a:cxn ang="0">
                    <a:pos x="T0" y="T1"/>
                  </a:cxn>
                  <a:cxn ang="0">
                    <a:pos x="T2" y="T3"/>
                  </a:cxn>
                  <a:cxn ang="0">
                    <a:pos x="T4" y="T5"/>
                  </a:cxn>
                  <a:cxn ang="0">
                    <a:pos x="T6" y="T7"/>
                  </a:cxn>
                </a:cxnLst>
                <a:rect l="0" t="0" r="r" b="b"/>
                <a:pathLst>
                  <a:path w="141" h="65">
                    <a:moveTo>
                      <a:pt x="0" y="65"/>
                    </a:moveTo>
                    <a:lnTo>
                      <a:pt x="141" y="33"/>
                    </a:lnTo>
                    <a:lnTo>
                      <a:pt x="0" y="0"/>
                    </a:lnTo>
                    <a:lnTo>
                      <a:pt x="0" y="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49171" name="Group 59"/>
            <p:cNvGrpSpPr>
              <a:grpSpLocks/>
            </p:cNvGrpSpPr>
            <p:nvPr/>
          </p:nvGrpSpPr>
          <p:grpSpPr bwMode="auto">
            <a:xfrm>
              <a:off x="534" y="1145"/>
              <a:ext cx="64" cy="1377"/>
              <a:chOff x="417" y="2116"/>
              <a:chExt cx="64" cy="1377"/>
            </a:xfrm>
          </p:grpSpPr>
          <p:sp>
            <p:nvSpPr>
              <p:cNvPr id="534585" name="Line 57"/>
              <p:cNvSpPr>
                <a:spLocks noChangeShapeType="1"/>
              </p:cNvSpPr>
              <p:nvPr/>
            </p:nvSpPr>
            <p:spPr bwMode="auto">
              <a:xfrm flipV="1">
                <a:off x="448" y="2254"/>
                <a:ext cx="1" cy="123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34586" name="Freeform 58"/>
              <p:cNvSpPr>
                <a:spLocks/>
              </p:cNvSpPr>
              <p:nvPr/>
            </p:nvSpPr>
            <p:spPr bwMode="auto">
              <a:xfrm>
                <a:off x="417" y="2116"/>
                <a:ext cx="64" cy="142"/>
              </a:xfrm>
              <a:custGeom>
                <a:avLst/>
                <a:gdLst>
                  <a:gd name="T0" fmla="*/ 64 w 64"/>
                  <a:gd name="T1" fmla="*/ 142 h 142"/>
                  <a:gd name="T2" fmla="*/ 33 w 64"/>
                  <a:gd name="T3" fmla="*/ 0 h 142"/>
                  <a:gd name="T4" fmla="*/ 0 w 64"/>
                  <a:gd name="T5" fmla="*/ 142 h 142"/>
                  <a:gd name="T6" fmla="*/ 64 w 64"/>
                  <a:gd name="T7" fmla="*/ 142 h 142"/>
                </a:gdLst>
                <a:ahLst/>
                <a:cxnLst>
                  <a:cxn ang="0">
                    <a:pos x="T0" y="T1"/>
                  </a:cxn>
                  <a:cxn ang="0">
                    <a:pos x="T2" y="T3"/>
                  </a:cxn>
                  <a:cxn ang="0">
                    <a:pos x="T4" y="T5"/>
                  </a:cxn>
                  <a:cxn ang="0">
                    <a:pos x="T6" y="T7"/>
                  </a:cxn>
                </a:cxnLst>
                <a:rect l="0" t="0" r="r" b="b"/>
                <a:pathLst>
                  <a:path w="64" h="142">
                    <a:moveTo>
                      <a:pt x="64" y="142"/>
                    </a:moveTo>
                    <a:lnTo>
                      <a:pt x="33" y="0"/>
                    </a:lnTo>
                    <a:lnTo>
                      <a:pt x="0" y="142"/>
                    </a:lnTo>
                    <a:lnTo>
                      <a:pt x="64" y="1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sp>
          <p:nvSpPr>
            <p:cNvPr id="534588" name="Freeform 60"/>
            <p:cNvSpPr>
              <a:spLocks/>
            </p:cNvSpPr>
            <p:nvPr/>
          </p:nvSpPr>
          <p:spPr bwMode="auto">
            <a:xfrm>
              <a:off x="561" y="1137"/>
              <a:ext cx="1914" cy="1389"/>
            </a:xfrm>
            <a:custGeom>
              <a:avLst/>
              <a:gdLst>
                <a:gd name="T0" fmla="*/ 0 w 1914"/>
                <a:gd name="T1" fmla="*/ 1377 h 1389"/>
                <a:gd name="T2" fmla="*/ 9 w 1914"/>
                <a:gd name="T3" fmla="*/ 1389 h 1389"/>
                <a:gd name="T4" fmla="*/ 1914 w 1914"/>
                <a:gd name="T5" fmla="*/ 13 h 1389"/>
                <a:gd name="T6" fmla="*/ 1905 w 1914"/>
                <a:gd name="T7" fmla="*/ 0 h 1389"/>
                <a:gd name="T8" fmla="*/ 0 w 1914"/>
                <a:gd name="T9" fmla="*/ 1377 h 1389"/>
              </a:gdLst>
              <a:ahLst/>
              <a:cxnLst>
                <a:cxn ang="0">
                  <a:pos x="T0" y="T1"/>
                </a:cxn>
                <a:cxn ang="0">
                  <a:pos x="T2" y="T3"/>
                </a:cxn>
                <a:cxn ang="0">
                  <a:pos x="T4" y="T5"/>
                </a:cxn>
                <a:cxn ang="0">
                  <a:pos x="T6" y="T7"/>
                </a:cxn>
                <a:cxn ang="0">
                  <a:pos x="T8" y="T9"/>
                </a:cxn>
              </a:cxnLst>
              <a:rect l="0" t="0" r="r" b="b"/>
              <a:pathLst>
                <a:path w="1914" h="1389">
                  <a:moveTo>
                    <a:pt x="0" y="1377"/>
                  </a:moveTo>
                  <a:lnTo>
                    <a:pt x="9" y="1389"/>
                  </a:lnTo>
                  <a:lnTo>
                    <a:pt x="1914" y="13"/>
                  </a:lnTo>
                  <a:lnTo>
                    <a:pt x="1905" y="0"/>
                  </a:lnTo>
                  <a:lnTo>
                    <a:pt x="0" y="1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589" name="Freeform 61"/>
            <p:cNvSpPr>
              <a:spLocks/>
            </p:cNvSpPr>
            <p:nvPr/>
          </p:nvSpPr>
          <p:spPr bwMode="auto">
            <a:xfrm>
              <a:off x="677" y="1153"/>
              <a:ext cx="2270" cy="1081"/>
            </a:xfrm>
            <a:custGeom>
              <a:avLst/>
              <a:gdLst>
                <a:gd name="T0" fmla="*/ 435 w 2270"/>
                <a:gd name="T1" fmla="*/ 1030 h 1081"/>
                <a:gd name="T2" fmla="*/ 864 w 2270"/>
                <a:gd name="T3" fmla="*/ 930 h 1081"/>
                <a:gd name="T4" fmla="*/ 1240 w 2270"/>
                <a:gd name="T5" fmla="*/ 792 h 1081"/>
                <a:gd name="T6" fmla="*/ 1364 w 2270"/>
                <a:gd name="T7" fmla="*/ 728 h 1081"/>
                <a:gd name="T8" fmla="*/ 1391 w 2270"/>
                <a:gd name="T9" fmla="*/ 714 h 1081"/>
                <a:gd name="T10" fmla="*/ 1467 w 2270"/>
                <a:gd name="T11" fmla="*/ 684 h 1081"/>
                <a:gd name="T12" fmla="*/ 1565 w 2270"/>
                <a:gd name="T13" fmla="*/ 624 h 1081"/>
                <a:gd name="T14" fmla="*/ 1789 w 2270"/>
                <a:gd name="T15" fmla="*/ 474 h 1081"/>
                <a:gd name="T16" fmla="*/ 1801 w 2270"/>
                <a:gd name="T17" fmla="*/ 468 h 1081"/>
                <a:gd name="T18" fmla="*/ 1840 w 2270"/>
                <a:gd name="T19" fmla="*/ 446 h 1081"/>
                <a:gd name="T20" fmla="*/ 1975 w 2270"/>
                <a:gd name="T21" fmla="*/ 339 h 1081"/>
                <a:gd name="T22" fmla="*/ 2026 w 2270"/>
                <a:gd name="T23" fmla="*/ 284 h 1081"/>
                <a:gd name="T24" fmla="*/ 2055 w 2270"/>
                <a:gd name="T25" fmla="*/ 257 h 1081"/>
                <a:gd name="T26" fmla="*/ 2076 w 2270"/>
                <a:gd name="T27" fmla="*/ 251 h 1081"/>
                <a:gd name="T28" fmla="*/ 2100 w 2270"/>
                <a:gd name="T29" fmla="*/ 209 h 1081"/>
                <a:gd name="T30" fmla="*/ 2097 w 2270"/>
                <a:gd name="T31" fmla="*/ 187 h 1081"/>
                <a:gd name="T32" fmla="*/ 2088 w 2270"/>
                <a:gd name="T33" fmla="*/ 201 h 1081"/>
                <a:gd name="T34" fmla="*/ 2095 w 2270"/>
                <a:gd name="T35" fmla="*/ 221 h 1081"/>
                <a:gd name="T36" fmla="*/ 2132 w 2270"/>
                <a:gd name="T37" fmla="*/ 196 h 1081"/>
                <a:gd name="T38" fmla="*/ 2153 w 2270"/>
                <a:gd name="T39" fmla="*/ 156 h 1081"/>
                <a:gd name="T40" fmla="*/ 2195 w 2270"/>
                <a:gd name="T41" fmla="*/ 110 h 1081"/>
                <a:gd name="T42" fmla="*/ 2238 w 2270"/>
                <a:gd name="T43" fmla="*/ 63 h 1081"/>
                <a:gd name="T44" fmla="*/ 2256 w 2270"/>
                <a:gd name="T45" fmla="*/ 27 h 1081"/>
                <a:gd name="T46" fmla="*/ 2246 w 2270"/>
                <a:gd name="T47" fmla="*/ 12 h 1081"/>
                <a:gd name="T48" fmla="*/ 2249 w 2270"/>
                <a:gd name="T49" fmla="*/ 24 h 1081"/>
                <a:gd name="T50" fmla="*/ 2270 w 2270"/>
                <a:gd name="T51" fmla="*/ 12 h 1081"/>
                <a:gd name="T52" fmla="*/ 2238 w 2270"/>
                <a:gd name="T53" fmla="*/ 13 h 1081"/>
                <a:gd name="T54" fmla="*/ 2246 w 2270"/>
                <a:gd name="T55" fmla="*/ 27 h 1081"/>
                <a:gd name="T56" fmla="*/ 2241 w 2270"/>
                <a:gd name="T57" fmla="*/ 21 h 1081"/>
                <a:gd name="T58" fmla="*/ 2243 w 2270"/>
                <a:gd name="T59" fmla="*/ 25 h 1081"/>
                <a:gd name="T60" fmla="*/ 2212 w 2270"/>
                <a:gd name="T61" fmla="*/ 66 h 1081"/>
                <a:gd name="T62" fmla="*/ 2179 w 2270"/>
                <a:gd name="T63" fmla="*/ 124 h 1081"/>
                <a:gd name="T64" fmla="*/ 2137 w 2270"/>
                <a:gd name="T65" fmla="*/ 156 h 1081"/>
                <a:gd name="T66" fmla="*/ 2122 w 2270"/>
                <a:gd name="T67" fmla="*/ 186 h 1081"/>
                <a:gd name="T68" fmla="*/ 2100 w 2270"/>
                <a:gd name="T69" fmla="*/ 206 h 1081"/>
                <a:gd name="T70" fmla="*/ 2094 w 2270"/>
                <a:gd name="T71" fmla="*/ 212 h 1081"/>
                <a:gd name="T72" fmla="*/ 2097 w 2270"/>
                <a:gd name="T73" fmla="*/ 198 h 1081"/>
                <a:gd name="T74" fmla="*/ 2092 w 2270"/>
                <a:gd name="T75" fmla="*/ 201 h 1081"/>
                <a:gd name="T76" fmla="*/ 2089 w 2270"/>
                <a:gd name="T77" fmla="*/ 198 h 1081"/>
                <a:gd name="T78" fmla="*/ 2071 w 2270"/>
                <a:gd name="T79" fmla="*/ 237 h 1081"/>
                <a:gd name="T80" fmla="*/ 2037 w 2270"/>
                <a:gd name="T81" fmla="*/ 249 h 1081"/>
                <a:gd name="T82" fmla="*/ 2004 w 2270"/>
                <a:gd name="T83" fmla="*/ 290 h 1081"/>
                <a:gd name="T84" fmla="*/ 1938 w 2270"/>
                <a:gd name="T85" fmla="*/ 351 h 1081"/>
                <a:gd name="T86" fmla="*/ 1819 w 2270"/>
                <a:gd name="T87" fmla="*/ 443 h 1081"/>
                <a:gd name="T88" fmla="*/ 1801 w 2270"/>
                <a:gd name="T89" fmla="*/ 452 h 1081"/>
                <a:gd name="T90" fmla="*/ 1780 w 2270"/>
                <a:gd name="T91" fmla="*/ 463 h 1081"/>
                <a:gd name="T92" fmla="*/ 1554 w 2270"/>
                <a:gd name="T93" fmla="*/ 613 h 1081"/>
                <a:gd name="T94" fmla="*/ 1447 w 2270"/>
                <a:gd name="T95" fmla="*/ 681 h 1081"/>
                <a:gd name="T96" fmla="*/ 1391 w 2270"/>
                <a:gd name="T97" fmla="*/ 699 h 1081"/>
                <a:gd name="T98" fmla="*/ 1346 w 2270"/>
                <a:gd name="T99" fmla="*/ 725 h 1081"/>
                <a:gd name="T100" fmla="*/ 1240 w 2270"/>
                <a:gd name="T101" fmla="*/ 777 h 1081"/>
                <a:gd name="T102" fmla="*/ 864 w 2270"/>
                <a:gd name="T103" fmla="*/ 914 h 1081"/>
                <a:gd name="T104" fmla="*/ 435 w 2270"/>
                <a:gd name="T105" fmla="*/ 1014 h 10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70" h="1081">
                  <a:moveTo>
                    <a:pt x="0" y="1066"/>
                  </a:moveTo>
                  <a:lnTo>
                    <a:pt x="0" y="1081"/>
                  </a:lnTo>
                  <a:lnTo>
                    <a:pt x="145" y="1069"/>
                  </a:lnTo>
                  <a:lnTo>
                    <a:pt x="290" y="1052"/>
                  </a:lnTo>
                  <a:lnTo>
                    <a:pt x="435" y="1030"/>
                  </a:lnTo>
                  <a:lnTo>
                    <a:pt x="578" y="1002"/>
                  </a:lnTo>
                  <a:lnTo>
                    <a:pt x="650" y="987"/>
                  </a:lnTo>
                  <a:lnTo>
                    <a:pt x="722" y="969"/>
                  </a:lnTo>
                  <a:lnTo>
                    <a:pt x="794" y="951"/>
                  </a:lnTo>
                  <a:lnTo>
                    <a:pt x="864" y="930"/>
                  </a:lnTo>
                  <a:lnTo>
                    <a:pt x="934" y="908"/>
                  </a:lnTo>
                  <a:lnTo>
                    <a:pt x="1004" y="884"/>
                  </a:lnTo>
                  <a:lnTo>
                    <a:pt x="1074" y="858"/>
                  </a:lnTo>
                  <a:lnTo>
                    <a:pt x="1146" y="831"/>
                  </a:lnTo>
                  <a:lnTo>
                    <a:pt x="1240" y="792"/>
                  </a:lnTo>
                  <a:lnTo>
                    <a:pt x="1339" y="751"/>
                  </a:lnTo>
                  <a:lnTo>
                    <a:pt x="1345" y="746"/>
                  </a:lnTo>
                  <a:lnTo>
                    <a:pt x="1349" y="743"/>
                  </a:lnTo>
                  <a:lnTo>
                    <a:pt x="1357" y="736"/>
                  </a:lnTo>
                  <a:lnTo>
                    <a:pt x="1364" y="728"/>
                  </a:lnTo>
                  <a:lnTo>
                    <a:pt x="1370" y="724"/>
                  </a:lnTo>
                  <a:lnTo>
                    <a:pt x="1385" y="718"/>
                  </a:lnTo>
                  <a:lnTo>
                    <a:pt x="1379" y="711"/>
                  </a:lnTo>
                  <a:lnTo>
                    <a:pt x="1379" y="719"/>
                  </a:lnTo>
                  <a:lnTo>
                    <a:pt x="1391" y="714"/>
                  </a:lnTo>
                  <a:lnTo>
                    <a:pt x="1417" y="708"/>
                  </a:lnTo>
                  <a:lnTo>
                    <a:pt x="1441" y="699"/>
                  </a:lnTo>
                  <a:lnTo>
                    <a:pt x="1447" y="696"/>
                  </a:lnTo>
                  <a:lnTo>
                    <a:pt x="1457" y="692"/>
                  </a:lnTo>
                  <a:lnTo>
                    <a:pt x="1467" y="684"/>
                  </a:lnTo>
                  <a:lnTo>
                    <a:pt x="1463" y="678"/>
                  </a:lnTo>
                  <a:lnTo>
                    <a:pt x="1467" y="684"/>
                  </a:lnTo>
                  <a:lnTo>
                    <a:pt x="1500" y="661"/>
                  </a:lnTo>
                  <a:lnTo>
                    <a:pt x="1533" y="642"/>
                  </a:lnTo>
                  <a:lnTo>
                    <a:pt x="1565" y="624"/>
                  </a:lnTo>
                  <a:lnTo>
                    <a:pt x="1596" y="605"/>
                  </a:lnTo>
                  <a:lnTo>
                    <a:pt x="1645" y="574"/>
                  </a:lnTo>
                  <a:lnTo>
                    <a:pt x="1695" y="542"/>
                  </a:lnTo>
                  <a:lnTo>
                    <a:pt x="1742" y="508"/>
                  </a:lnTo>
                  <a:lnTo>
                    <a:pt x="1789" y="474"/>
                  </a:lnTo>
                  <a:lnTo>
                    <a:pt x="1790" y="474"/>
                  </a:lnTo>
                  <a:lnTo>
                    <a:pt x="1798" y="468"/>
                  </a:lnTo>
                  <a:lnTo>
                    <a:pt x="1792" y="463"/>
                  </a:lnTo>
                  <a:lnTo>
                    <a:pt x="1792" y="471"/>
                  </a:lnTo>
                  <a:lnTo>
                    <a:pt x="1801" y="468"/>
                  </a:lnTo>
                  <a:lnTo>
                    <a:pt x="1808" y="465"/>
                  </a:lnTo>
                  <a:lnTo>
                    <a:pt x="1814" y="463"/>
                  </a:lnTo>
                  <a:lnTo>
                    <a:pt x="1820" y="460"/>
                  </a:lnTo>
                  <a:lnTo>
                    <a:pt x="1829" y="454"/>
                  </a:lnTo>
                  <a:lnTo>
                    <a:pt x="1840" y="446"/>
                  </a:lnTo>
                  <a:lnTo>
                    <a:pt x="1863" y="430"/>
                  </a:lnTo>
                  <a:lnTo>
                    <a:pt x="1890" y="409"/>
                  </a:lnTo>
                  <a:lnTo>
                    <a:pt x="1920" y="384"/>
                  </a:lnTo>
                  <a:lnTo>
                    <a:pt x="1949" y="362"/>
                  </a:lnTo>
                  <a:lnTo>
                    <a:pt x="1975" y="339"/>
                  </a:lnTo>
                  <a:lnTo>
                    <a:pt x="1987" y="327"/>
                  </a:lnTo>
                  <a:lnTo>
                    <a:pt x="1998" y="318"/>
                  </a:lnTo>
                  <a:lnTo>
                    <a:pt x="2007" y="309"/>
                  </a:lnTo>
                  <a:lnTo>
                    <a:pt x="2014" y="299"/>
                  </a:lnTo>
                  <a:lnTo>
                    <a:pt x="2026" y="284"/>
                  </a:lnTo>
                  <a:lnTo>
                    <a:pt x="2034" y="274"/>
                  </a:lnTo>
                  <a:lnTo>
                    <a:pt x="2040" y="268"/>
                  </a:lnTo>
                  <a:lnTo>
                    <a:pt x="2044" y="263"/>
                  </a:lnTo>
                  <a:lnTo>
                    <a:pt x="2047" y="260"/>
                  </a:lnTo>
                  <a:lnTo>
                    <a:pt x="2055" y="257"/>
                  </a:lnTo>
                  <a:lnTo>
                    <a:pt x="2049" y="253"/>
                  </a:lnTo>
                  <a:lnTo>
                    <a:pt x="2049" y="260"/>
                  </a:lnTo>
                  <a:lnTo>
                    <a:pt x="2058" y="257"/>
                  </a:lnTo>
                  <a:lnTo>
                    <a:pt x="2065" y="254"/>
                  </a:lnTo>
                  <a:lnTo>
                    <a:pt x="2076" y="251"/>
                  </a:lnTo>
                  <a:lnTo>
                    <a:pt x="2079" y="248"/>
                  </a:lnTo>
                  <a:lnTo>
                    <a:pt x="2079" y="248"/>
                  </a:lnTo>
                  <a:lnTo>
                    <a:pt x="2088" y="230"/>
                  </a:lnTo>
                  <a:lnTo>
                    <a:pt x="2095" y="216"/>
                  </a:lnTo>
                  <a:lnTo>
                    <a:pt x="2100" y="209"/>
                  </a:lnTo>
                  <a:lnTo>
                    <a:pt x="2101" y="203"/>
                  </a:lnTo>
                  <a:lnTo>
                    <a:pt x="2102" y="201"/>
                  </a:lnTo>
                  <a:lnTo>
                    <a:pt x="2104" y="195"/>
                  </a:lnTo>
                  <a:lnTo>
                    <a:pt x="2102" y="190"/>
                  </a:lnTo>
                  <a:lnTo>
                    <a:pt x="2097" y="187"/>
                  </a:lnTo>
                  <a:lnTo>
                    <a:pt x="2092" y="190"/>
                  </a:lnTo>
                  <a:lnTo>
                    <a:pt x="2092" y="190"/>
                  </a:lnTo>
                  <a:lnTo>
                    <a:pt x="2091" y="193"/>
                  </a:lnTo>
                  <a:lnTo>
                    <a:pt x="2089" y="198"/>
                  </a:lnTo>
                  <a:lnTo>
                    <a:pt x="2088" y="201"/>
                  </a:lnTo>
                  <a:lnTo>
                    <a:pt x="2085" y="209"/>
                  </a:lnTo>
                  <a:lnTo>
                    <a:pt x="2086" y="212"/>
                  </a:lnTo>
                  <a:lnTo>
                    <a:pt x="2088" y="218"/>
                  </a:lnTo>
                  <a:lnTo>
                    <a:pt x="2091" y="219"/>
                  </a:lnTo>
                  <a:lnTo>
                    <a:pt x="2095" y="221"/>
                  </a:lnTo>
                  <a:lnTo>
                    <a:pt x="2100" y="221"/>
                  </a:lnTo>
                  <a:lnTo>
                    <a:pt x="2104" y="218"/>
                  </a:lnTo>
                  <a:lnTo>
                    <a:pt x="2110" y="215"/>
                  </a:lnTo>
                  <a:lnTo>
                    <a:pt x="2119" y="207"/>
                  </a:lnTo>
                  <a:lnTo>
                    <a:pt x="2132" y="196"/>
                  </a:lnTo>
                  <a:lnTo>
                    <a:pt x="2132" y="195"/>
                  </a:lnTo>
                  <a:lnTo>
                    <a:pt x="2137" y="187"/>
                  </a:lnTo>
                  <a:lnTo>
                    <a:pt x="2143" y="177"/>
                  </a:lnTo>
                  <a:lnTo>
                    <a:pt x="2147" y="166"/>
                  </a:lnTo>
                  <a:lnTo>
                    <a:pt x="2153" y="156"/>
                  </a:lnTo>
                  <a:lnTo>
                    <a:pt x="2159" y="148"/>
                  </a:lnTo>
                  <a:lnTo>
                    <a:pt x="2168" y="142"/>
                  </a:lnTo>
                  <a:lnTo>
                    <a:pt x="2183" y="130"/>
                  </a:lnTo>
                  <a:lnTo>
                    <a:pt x="2185" y="128"/>
                  </a:lnTo>
                  <a:lnTo>
                    <a:pt x="2195" y="110"/>
                  </a:lnTo>
                  <a:lnTo>
                    <a:pt x="2207" y="89"/>
                  </a:lnTo>
                  <a:lnTo>
                    <a:pt x="2215" y="83"/>
                  </a:lnTo>
                  <a:lnTo>
                    <a:pt x="2222" y="77"/>
                  </a:lnTo>
                  <a:lnTo>
                    <a:pt x="2231" y="72"/>
                  </a:lnTo>
                  <a:lnTo>
                    <a:pt x="2238" y="63"/>
                  </a:lnTo>
                  <a:lnTo>
                    <a:pt x="2244" y="53"/>
                  </a:lnTo>
                  <a:lnTo>
                    <a:pt x="2250" y="43"/>
                  </a:lnTo>
                  <a:lnTo>
                    <a:pt x="2253" y="36"/>
                  </a:lnTo>
                  <a:lnTo>
                    <a:pt x="2255" y="31"/>
                  </a:lnTo>
                  <a:lnTo>
                    <a:pt x="2256" y="27"/>
                  </a:lnTo>
                  <a:lnTo>
                    <a:pt x="2256" y="22"/>
                  </a:lnTo>
                  <a:lnTo>
                    <a:pt x="2256" y="21"/>
                  </a:lnTo>
                  <a:lnTo>
                    <a:pt x="2253" y="15"/>
                  </a:lnTo>
                  <a:lnTo>
                    <a:pt x="2250" y="13"/>
                  </a:lnTo>
                  <a:lnTo>
                    <a:pt x="2246" y="12"/>
                  </a:lnTo>
                  <a:lnTo>
                    <a:pt x="2243" y="10"/>
                  </a:lnTo>
                  <a:lnTo>
                    <a:pt x="2243" y="18"/>
                  </a:lnTo>
                  <a:lnTo>
                    <a:pt x="2250" y="18"/>
                  </a:lnTo>
                  <a:lnTo>
                    <a:pt x="2249" y="13"/>
                  </a:lnTo>
                  <a:lnTo>
                    <a:pt x="2249" y="24"/>
                  </a:lnTo>
                  <a:lnTo>
                    <a:pt x="2249" y="24"/>
                  </a:lnTo>
                  <a:lnTo>
                    <a:pt x="2252" y="22"/>
                  </a:lnTo>
                  <a:lnTo>
                    <a:pt x="2255" y="19"/>
                  </a:lnTo>
                  <a:lnTo>
                    <a:pt x="2262" y="16"/>
                  </a:lnTo>
                  <a:lnTo>
                    <a:pt x="2270" y="12"/>
                  </a:lnTo>
                  <a:lnTo>
                    <a:pt x="2262" y="0"/>
                  </a:lnTo>
                  <a:lnTo>
                    <a:pt x="2252" y="6"/>
                  </a:lnTo>
                  <a:lnTo>
                    <a:pt x="2244" y="9"/>
                  </a:lnTo>
                  <a:lnTo>
                    <a:pt x="2241" y="12"/>
                  </a:lnTo>
                  <a:lnTo>
                    <a:pt x="2238" y="13"/>
                  </a:lnTo>
                  <a:lnTo>
                    <a:pt x="2238" y="13"/>
                  </a:lnTo>
                  <a:lnTo>
                    <a:pt x="2235" y="18"/>
                  </a:lnTo>
                  <a:lnTo>
                    <a:pt x="2238" y="24"/>
                  </a:lnTo>
                  <a:lnTo>
                    <a:pt x="2243" y="25"/>
                  </a:lnTo>
                  <a:lnTo>
                    <a:pt x="2246" y="27"/>
                  </a:lnTo>
                  <a:lnTo>
                    <a:pt x="2246" y="19"/>
                  </a:lnTo>
                  <a:lnTo>
                    <a:pt x="2240" y="24"/>
                  </a:lnTo>
                  <a:lnTo>
                    <a:pt x="2243" y="25"/>
                  </a:lnTo>
                  <a:lnTo>
                    <a:pt x="2249" y="21"/>
                  </a:lnTo>
                  <a:lnTo>
                    <a:pt x="2241" y="21"/>
                  </a:lnTo>
                  <a:lnTo>
                    <a:pt x="2241" y="22"/>
                  </a:lnTo>
                  <a:lnTo>
                    <a:pt x="2241" y="27"/>
                  </a:lnTo>
                  <a:lnTo>
                    <a:pt x="2240" y="31"/>
                  </a:lnTo>
                  <a:lnTo>
                    <a:pt x="2247" y="31"/>
                  </a:lnTo>
                  <a:lnTo>
                    <a:pt x="2243" y="25"/>
                  </a:lnTo>
                  <a:lnTo>
                    <a:pt x="2240" y="33"/>
                  </a:lnTo>
                  <a:lnTo>
                    <a:pt x="2234" y="42"/>
                  </a:lnTo>
                  <a:lnTo>
                    <a:pt x="2227" y="56"/>
                  </a:lnTo>
                  <a:lnTo>
                    <a:pt x="2221" y="62"/>
                  </a:lnTo>
                  <a:lnTo>
                    <a:pt x="2212" y="66"/>
                  </a:lnTo>
                  <a:lnTo>
                    <a:pt x="2204" y="72"/>
                  </a:lnTo>
                  <a:lnTo>
                    <a:pt x="2197" y="80"/>
                  </a:lnTo>
                  <a:lnTo>
                    <a:pt x="2185" y="100"/>
                  </a:lnTo>
                  <a:lnTo>
                    <a:pt x="2173" y="121"/>
                  </a:lnTo>
                  <a:lnTo>
                    <a:pt x="2179" y="124"/>
                  </a:lnTo>
                  <a:lnTo>
                    <a:pt x="2174" y="119"/>
                  </a:lnTo>
                  <a:lnTo>
                    <a:pt x="2158" y="131"/>
                  </a:lnTo>
                  <a:lnTo>
                    <a:pt x="2149" y="137"/>
                  </a:lnTo>
                  <a:lnTo>
                    <a:pt x="2143" y="146"/>
                  </a:lnTo>
                  <a:lnTo>
                    <a:pt x="2137" y="156"/>
                  </a:lnTo>
                  <a:lnTo>
                    <a:pt x="2132" y="166"/>
                  </a:lnTo>
                  <a:lnTo>
                    <a:pt x="2126" y="177"/>
                  </a:lnTo>
                  <a:lnTo>
                    <a:pt x="2122" y="186"/>
                  </a:lnTo>
                  <a:lnTo>
                    <a:pt x="2126" y="190"/>
                  </a:lnTo>
                  <a:lnTo>
                    <a:pt x="2122" y="186"/>
                  </a:lnTo>
                  <a:lnTo>
                    <a:pt x="2108" y="196"/>
                  </a:lnTo>
                  <a:lnTo>
                    <a:pt x="2100" y="204"/>
                  </a:lnTo>
                  <a:lnTo>
                    <a:pt x="2094" y="207"/>
                  </a:lnTo>
                  <a:lnTo>
                    <a:pt x="2100" y="213"/>
                  </a:lnTo>
                  <a:lnTo>
                    <a:pt x="2100" y="206"/>
                  </a:lnTo>
                  <a:lnTo>
                    <a:pt x="2095" y="206"/>
                  </a:lnTo>
                  <a:lnTo>
                    <a:pt x="2095" y="213"/>
                  </a:lnTo>
                  <a:lnTo>
                    <a:pt x="2101" y="209"/>
                  </a:lnTo>
                  <a:lnTo>
                    <a:pt x="2098" y="207"/>
                  </a:lnTo>
                  <a:lnTo>
                    <a:pt x="2094" y="212"/>
                  </a:lnTo>
                  <a:lnTo>
                    <a:pt x="2101" y="212"/>
                  </a:lnTo>
                  <a:lnTo>
                    <a:pt x="2100" y="209"/>
                  </a:lnTo>
                  <a:lnTo>
                    <a:pt x="2102" y="201"/>
                  </a:lnTo>
                  <a:lnTo>
                    <a:pt x="2104" y="198"/>
                  </a:lnTo>
                  <a:lnTo>
                    <a:pt x="2097" y="198"/>
                  </a:lnTo>
                  <a:lnTo>
                    <a:pt x="2101" y="204"/>
                  </a:lnTo>
                  <a:lnTo>
                    <a:pt x="2102" y="201"/>
                  </a:lnTo>
                  <a:lnTo>
                    <a:pt x="2102" y="201"/>
                  </a:lnTo>
                  <a:lnTo>
                    <a:pt x="2089" y="195"/>
                  </a:lnTo>
                  <a:lnTo>
                    <a:pt x="2092" y="201"/>
                  </a:lnTo>
                  <a:lnTo>
                    <a:pt x="2097" y="203"/>
                  </a:lnTo>
                  <a:lnTo>
                    <a:pt x="2097" y="195"/>
                  </a:lnTo>
                  <a:lnTo>
                    <a:pt x="2092" y="190"/>
                  </a:lnTo>
                  <a:lnTo>
                    <a:pt x="2091" y="192"/>
                  </a:lnTo>
                  <a:lnTo>
                    <a:pt x="2089" y="198"/>
                  </a:lnTo>
                  <a:lnTo>
                    <a:pt x="2085" y="206"/>
                  </a:lnTo>
                  <a:lnTo>
                    <a:pt x="2077" y="219"/>
                  </a:lnTo>
                  <a:lnTo>
                    <a:pt x="2067" y="240"/>
                  </a:lnTo>
                  <a:lnTo>
                    <a:pt x="2073" y="243"/>
                  </a:lnTo>
                  <a:lnTo>
                    <a:pt x="2071" y="237"/>
                  </a:lnTo>
                  <a:lnTo>
                    <a:pt x="2065" y="239"/>
                  </a:lnTo>
                  <a:lnTo>
                    <a:pt x="2058" y="242"/>
                  </a:lnTo>
                  <a:lnTo>
                    <a:pt x="2049" y="245"/>
                  </a:lnTo>
                  <a:lnTo>
                    <a:pt x="2044" y="246"/>
                  </a:lnTo>
                  <a:lnTo>
                    <a:pt x="2037" y="249"/>
                  </a:lnTo>
                  <a:lnTo>
                    <a:pt x="2034" y="253"/>
                  </a:lnTo>
                  <a:lnTo>
                    <a:pt x="2029" y="257"/>
                  </a:lnTo>
                  <a:lnTo>
                    <a:pt x="2023" y="263"/>
                  </a:lnTo>
                  <a:lnTo>
                    <a:pt x="2016" y="274"/>
                  </a:lnTo>
                  <a:lnTo>
                    <a:pt x="2004" y="290"/>
                  </a:lnTo>
                  <a:lnTo>
                    <a:pt x="1996" y="298"/>
                  </a:lnTo>
                  <a:lnTo>
                    <a:pt x="1987" y="307"/>
                  </a:lnTo>
                  <a:lnTo>
                    <a:pt x="1977" y="316"/>
                  </a:lnTo>
                  <a:lnTo>
                    <a:pt x="1965" y="328"/>
                  </a:lnTo>
                  <a:lnTo>
                    <a:pt x="1938" y="351"/>
                  </a:lnTo>
                  <a:lnTo>
                    <a:pt x="1910" y="374"/>
                  </a:lnTo>
                  <a:lnTo>
                    <a:pt x="1880" y="398"/>
                  </a:lnTo>
                  <a:lnTo>
                    <a:pt x="1853" y="419"/>
                  </a:lnTo>
                  <a:lnTo>
                    <a:pt x="1829" y="436"/>
                  </a:lnTo>
                  <a:lnTo>
                    <a:pt x="1819" y="443"/>
                  </a:lnTo>
                  <a:lnTo>
                    <a:pt x="1813" y="448"/>
                  </a:lnTo>
                  <a:lnTo>
                    <a:pt x="1804" y="452"/>
                  </a:lnTo>
                  <a:lnTo>
                    <a:pt x="1808" y="457"/>
                  </a:lnTo>
                  <a:lnTo>
                    <a:pt x="1808" y="449"/>
                  </a:lnTo>
                  <a:lnTo>
                    <a:pt x="1801" y="452"/>
                  </a:lnTo>
                  <a:lnTo>
                    <a:pt x="1792" y="455"/>
                  </a:lnTo>
                  <a:lnTo>
                    <a:pt x="1787" y="457"/>
                  </a:lnTo>
                  <a:lnTo>
                    <a:pt x="1780" y="463"/>
                  </a:lnTo>
                  <a:lnTo>
                    <a:pt x="1784" y="468"/>
                  </a:lnTo>
                  <a:lnTo>
                    <a:pt x="1780" y="463"/>
                  </a:lnTo>
                  <a:lnTo>
                    <a:pt x="1732" y="498"/>
                  </a:lnTo>
                  <a:lnTo>
                    <a:pt x="1684" y="531"/>
                  </a:lnTo>
                  <a:lnTo>
                    <a:pt x="1635" y="563"/>
                  </a:lnTo>
                  <a:lnTo>
                    <a:pt x="1588" y="593"/>
                  </a:lnTo>
                  <a:lnTo>
                    <a:pt x="1554" y="613"/>
                  </a:lnTo>
                  <a:lnTo>
                    <a:pt x="1523" y="631"/>
                  </a:lnTo>
                  <a:lnTo>
                    <a:pt x="1490" y="651"/>
                  </a:lnTo>
                  <a:lnTo>
                    <a:pt x="1458" y="672"/>
                  </a:lnTo>
                  <a:lnTo>
                    <a:pt x="1458" y="674"/>
                  </a:lnTo>
                  <a:lnTo>
                    <a:pt x="1447" y="681"/>
                  </a:lnTo>
                  <a:lnTo>
                    <a:pt x="1436" y="686"/>
                  </a:lnTo>
                  <a:lnTo>
                    <a:pt x="1441" y="692"/>
                  </a:lnTo>
                  <a:lnTo>
                    <a:pt x="1441" y="684"/>
                  </a:lnTo>
                  <a:lnTo>
                    <a:pt x="1417" y="693"/>
                  </a:lnTo>
                  <a:lnTo>
                    <a:pt x="1391" y="699"/>
                  </a:lnTo>
                  <a:lnTo>
                    <a:pt x="1379" y="704"/>
                  </a:lnTo>
                  <a:lnTo>
                    <a:pt x="1375" y="707"/>
                  </a:lnTo>
                  <a:lnTo>
                    <a:pt x="1364" y="711"/>
                  </a:lnTo>
                  <a:lnTo>
                    <a:pt x="1354" y="718"/>
                  </a:lnTo>
                  <a:lnTo>
                    <a:pt x="1346" y="725"/>
                  </a:lnTo>
                  <a:lnTo>
                    <a:pt x="1339" y="733"/>
                  </a:lnTo>
                  <a:lnTo>
                    <a:pt x="1345" y="739"/>
                  </a:lnTo>
                  <a:lnTo>
                    <a:pt x="1345" y="731"/>
                  </a:lnTo>
                  <a:lnTo>
                    <a:pt x="1334" y="737"/>
                  </a:lnTo>
                  <a:lnTo>
                    <a:pt x="1240" y="777"/>
                  </a:lnTo>
                  <a:lnTo>
                    <a:pt x="1142" y="817"/>
                  </a:lnTo>
                  <a:lnTo>
                    <a:pt x="1074" y="843"/>
                  </a:lnTo>
                  <a:lnTo>
                    <a:pt x="1004" y="869"/>
                  </a:lnTo>
                  <a:lnTo>
                    <a:pt x="934" y="893"/>
                  </a:lnTo>
                  <a:lnTo>
                    <a:pt x="864" y="914"/>
                  </a:lnTo>
                  <a:lnTo>
                    <a:pt x="794" y="936"/>
                  </a:lnTo>
                  <a:lnTo>
                    <a:pt x="722" y="954"/>
                  </a:lnTo>
                  <a:lnTo>
                    <a:pt x="650" y="972"/>
                  </a:lnTo>
                  <a:lnTo>
                    <a:pt x="578" y="987"/>
                  </a:lnTo>
                  <a:lnTo>
                    <a:pt x="435" y="1014"/>
                  </a:lnTo>
                  <a:lnTo>
                    <a:pt x="290" y="1037"/>
                  </a:lnTo>
                  <a:lnTo>
                    <a:pt x="145" y="1054"/>
                  </a:lnTo>
                  <a:lnTo>
                    <a:pt x="0" y="10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nvGrpSpPr>
            <p:cNvPr id="49174" name="Group 78"/>
            <p:cNvGrpSpPr>
              <a:grpSpLocks/>
            </p:cNvGrpSpPr>
            <p:nvPr/>
          </p:nvGrpSpPr>
          <p:grpSpPr bwMode="auto">
            <a:xfrm>
              <a:off x="2578" y="1534"/>
              <a:ext cx="9" cy="994"/>
              <a:chOff x="2461" y="2505"/>
              <a:chExt cx="9" cy="994"/>
            </a:xfrm>
          </p:grpSpPr>
          <p:sp>
            <p:nvSpPr>
              <p:cNvPr id="534590" name="Freeform 62"/>
              <p:cNvSpPr>
                <a:spLocks/>
              </p:cNvSpPr>
              <p:nvPr/>
            </p:nvSpPr>
            <p:spPr bwMode="auto">
              <a:xfrm>
                <a:off x="2461" y="2505"/>
                <a:ext cx="9" cy="46"/>
              </a:xfrm>
              <a:custGeom>
                <a:avLst/>
                <a:gdLst>
                  <a:gd name="T0" fmla="*/ 9 w 9"/>
                  <a:gd name="T1" fmla="*/ 6 h 46"/>
                  <a:gd name="T2" fmla="*/ 9 w 9"/>
                  <a:gd name="T3" fmla="*/ 5 h 46"/>
                  <a:gd name="T4" fmla="*/ 7 w 9"/>
                  <a:gd name="T5" fmla="*/ 3 h 46"/>
                  <a:gd name="T6" fmla="*/ 6 w 9"/>
                  <a:gd name="T7" fmla="*/ 2 h 46"/>
                  <a:gd name="T8" fmla="*/ 4 w 9"/>
                  <a:gd name="T9" fmla="*/ 0 h 46"/>
                  <a:gd name="T10" fmla="*/ 4 w 9"/>
                  <a:gd name="T11" fmla="*/ 0 h 46"/>
                  <a:gd name="T12" fmla="*/ 3 w 9"/>
                  <a:gd name="T13" fmla="*/ 2 h 46"/>
                  <a:gd name="T14" fmla="*/ 1 w 9"/>
                  <a:gd name="T15" fmla="*/ 3 h 46"/>
                  <a:gd name="T16" fmla="*/ 0 w 9"/>
                  <a:gd name="T17" fmla="*/ 5 h 46"/>
                  <a:gd name="T18" fmla="*/ 0 w 9"/>
                  <a:gd name="T19" fmla="*/ 40 h 46"/>
                  <a:gd name="T20" fmla="*/ 0 w 9"/>
                  <a:gd name="T21" fmla="*/ 41 h 46"/>
                  <a:gd name="T22" fmla="*/ 1 w 9"/>
                  <a:gd name="T23" fmla="*/ 43 h 46"/>
                  <a:gd name="T24" fmla="*/ 3 w 9"/>
                  <a:gd name="T25" fmla="*/ 44 h 46"/>
                  <a:gd name="T26" fmla="*/ 4 w 9"/>
                  <a:gd name="T27" fmla="*/ 46 h 46"/>
                  <a:gd name="T28" fmla="*/ 6 w 9"/>
                  <a:gd name="T29" fmla="*/ 46 h 46"/>
                  <a:gd name="T30" fmla="*/ 7 w 9"/>
                  <a:gd name="T31" fmla="*/ 44 h 46"/>
                  <a:gd name="T32" fmla="*/ 9 w 9"/>
                  <a:gd name="T33" fmla="*/ 43 h 46"/>
                  <a:gd name="T34" fmla="*/ 9 w 9"/>
                  <a:gd name="T35" fmla="*/ 41 h 46"/>
                  <a:gd name="T36" fmla="*/ 9 w 9"/>
                  <a:gd name="T37" fmla="*/ 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6"/>
                    </a:moveTo>
                    <a:lnTo>
                      <a:pt x="9" y="5"/>
                    </a:lnTo>
                    <a:lnTo>
                      <a:pt x="7" y="3"/>
                    </a:lnTo>
                    <a:lnTo>
                      <a:pt x="6" y="2"/>
                    </a:lnTo>
                    <a:lnTo>
                      <a:pt x="4" y="0"/>
                    </a:lnTo>
                    <a:lnTo>
                      <a:pt x="4" y="0"/>
                    </a:lnTo>
                    <a:lnTo>
                      <a:pt x="3" y="2"/>
                    </a:lnTo>
                    <a:lnTo>
                      <a:pt x="1" y="3"/>
                    </a:lnTo>
                    <a:lnTo>
                      <a:pt x="0" y="5"/>
                    </a:lnTo>
                    <a:lnTo>
                      <a:pt x="0" y="40"/>
                    </a:lnTo>
                    <a:lnTo>
                      <a:pt x="0" y="41"/>
                    </a:lnTo>
                    <a:lnTo>
                      <a:pt x="1" y="43"/>
                    </a:lnTo>
                    <a:lnTo>
                      <a:pt x="3" y="44"/>
                    </a:lnTo>
                    <a:lnTo>
                      <a:pt x="4" y="46"/>
                    </a:lnTo>
                    <a:lnTo>
                      <a:pt x="6" y="46"/>
                    </a:lnTo>
                    <a:lnTo>
                      <a:pt x="7" y="44"/>
                    </a:lnTo>
                    <a:lnTo>
                      <a:pt x="9" y="43"/>
                    </a:lnTo>
                    <a:lnTo>
                      <a:pt x="9" y="41"/>
                    </a:ln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591" name="Freeform 63"/>
              <p:cNvSpPr>
                <a:spLocks/>
              </p:cNvSpPr>
              <p:nvPr/>
            </p:nvSpPr>
            <p:spPr bwMode="auto">
              <a:xfrm>
                <a:off x="2461" y="2569"/>
                <a:ext cx="9" cy="45"/>
              </a:xfrm>
              <a:custGeom>
                <a:avLst/>
                <a:gdLst>
                  <a:gd name="T0" fmla="*/ 9 w 9"/>
                  <a:gd name="T1" fmla="*/ 4 h 45"/>
                  <a:gd name="T2" fmla="*/ 9 w 9"/>
                  <a:gd name="T3" fmla="*/ 3 h 45"/>
                  <a:gd name="T4" fmla="*/ 9 w 9"/>
                  <a:gd name="T5" fmla="*/ 1 h 45"/>
                  <a:gd name="T6" fmla="*/ 7 w 9"/>
                  <a:gd name="T7" fmla="*/ 0 h 45"/>
                  <a:gd name="T8" fmla="*/ 6 w 9"/>
                  <a:gd name="T9" fmla="*/ 0 h 45"/>
                  <a:gd name="T10" fmla="*/ 4 w 9"/>
                  <a:gd name="T11" fmla="*/ 0 h 45"/>
                  <a:gd name="T12" fmla="*/ 3 w 9"/>
                  <a:gd name="T13" fmla="*/ 0 h 45"/>
                  <a:gd name="T14" fmla="*/ 1 w 9"/>
                  <a:gd name="T15" fmla="*/ 1 h 45"/>
                  <a:gd name="T16" fmla="*/ 0 w 9"/>
                  <a:gd name="T17" fmla="*/ 3 h 45"/>
                  <a:gd name="T18" fmla="*/ 0 w 9"/>
                  <a:gd name="T19" fmla="*/ 39 h 45"/>
                  <a:gd name="T20" fmla="*/ 0 w 9"/>
                  <a:gd name="T21" fmla="*/ 41 h 45"/>
                  <a:gd name="T22" fmla="*/ 1 w 9"/>
                  <a:gd name="T23" fmla="*/ 42 h 45"/>
                  <a:gd name="T24" fmla="*/ 3 w 9"/>
                  <a:gd name="T25" fmla="*/ 44 h 45"/>
                  <a:gd name="T26" fmla="*/ 4 w 9"/>
                  <a:gd name="T27" fmla="*/ 45 h 45"/>
                  <a:gd name="T28" fmla="*/ 6 w 9"/>
                  <a:gd name="T29" fmla="*/ 45 h 45"/>
                  <a:gd name="T30" fmla="*/ 7 w 9"/>
                  <a:gd name="T31" fmla="*/ 44 h 45"/>
                  <a:gd name="T32" fmla="*/ 9 w 9"/>
                  <a:gd name="T33" fmla="*/ 42 h 45"/>
                  <a:gd name="T34" fmla="*/ 9 w 9"/>
                  <a:gd name="T35" fmla="*/ 41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7" y="0"/>
                    </a:lnTo>
                    <a:lnTo>
                      <a:pt x="6" y="0"/>
                    </a:lnTo>
                    <a:lnTo>
                      <a:pt x="4" y="0"/>
                    </a:lnTo>
                    <a:lnTo>
                      <a:pt x="3" y="0"/>
                    </a:lnTo>
                    <a:lnTo>
                      <a:pt x="1" y="1"/>
                    </a:lnTo>
                    <a:lnTo>
                      <a:pt x="0" y="3"/>
                    </a:lnTo>
                    <a:lnTo>
                      <a:pt x="0" y="39"/>
                    </a:lnTo>
                    <a:lnTo>
                      <a:pt x="0" y="41"/>
                    </a:lnTo>
                    <a:lnTo>
                      <a:pt x="1" y="42"/>
                    </a:lnTo>
                    <a:lnTo>
                      <a:pt x="3" y="44"/>
                    </a:lnTo>
                    <a:lnTo>
                      <a:pt x="4" y="45"/>
                    </a:lnTo>
                    <a:lnTo>
                      <a:pt x="6" y="45"/>
                    </a:lnTo>
                    <a:lnTo>
                      <a:pt x="7" y="44"/>
                    </a:lnTo>
                    <a:lnTo>
                      <a:pt x="9" y="42"/>
                    </a:lnTo>
                    <a:lnTo>
                      <a:pt x="9" y="41"/>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592" name="Freeform 64"/>
              <p:cNvSpPr>
                <a:spLocks/>
              </p:cNvSpPr>
              <p:nvPr/>
            </p:nvSpPr>
            <p:spPr bwMode="auto">
              <a:xfrm>
                <a:off x="2461" y="2632"/>
                <a:ext cx="9" cy="46"/>
              </a:xfrm>
              <a:custGeom>
                <a:avLst/>
                <a:gdLst>
                  <a:gd name="T0" fmla="*/ 9 w 9"/>
                  <a:gd name="T1" fmla="*/ 5 h 46"/>
                  <a:gd name="T2" fmla="*/ 9 w 9"/>
                  <a:gd name="T3" fmla="*/ 4 h 46"/>
                  <a:gd name="T4" fmla="*/ 9 w 9"/>
                  <a:gd name="T5" fmla="*/ 2 h 46"/>
                  <a:gd name="T6" fmla="*/ 7 w 9"/>
                  <a:gd name="T7" fmla="*/ 0 h 46"/>
                  <a:gd name="T8" fmla="*/ 6 w 9"/>
                  <a:gd name="T9" fmla="*/ 0 h 46"/>
                  <a:gd name="T10" fmla="*/ 4 w 9"/>
                  <a:gd name="T11" fmla="*/ 0 h 46"/>
                  <a:gd name="T12" fmla="*/ 3 w 9"/>
                  <a:gd name="T13" fmla="*/ 0 h 46"/>
                  <a:gd name="T14" fmla="*/ 1 w 9"/>
                  <a:gd name="T15" fmla="*/ 2 h 46"/>
                  <a:gd name="T16" fmla="*/ 0 w 9"/>
                  <a:gd name="T17" fmla="*/ 4 h 46"/>
                  <a:gd name="T18" fmla="*/ 0 w 9"/>
                  <a:gd name="T19" fmla="*/ 40 h 46"/>
                  <a:gd name="T20" fmla="*/ 0 w 9"/>
                  <a:gd name="T21" fmla="*/ 41 h 46"/>
                  <a:gd name="T22" fmla="*/ 1 w 9"/>
                  <a:gd name="T23" fmla="*/ 43 h 46"/>
                  <a:gd name="T24" fmla="*/ 3 w 9"/>
                  <a:gd name="T25" fmla="*/ 44 h 46"/>
                  <a:gd name="T26" fmla="*/ 4 w 9"/>
                  <a:gd name="T27" fmla="*/ 46 h 46"/>
                  <a:gd name="T28" fmla="*/ 6 w 9"/>
                  <a:gd name="T29" fmla="*/ 46 h 46"/>
                  <a:gd name="T30" fmla="*/ 7 w 9"/>
                  <a:gd name="T31" fmla="*/ 44 h 46"/>
                  <a:gd name="T32" fmla="*/ 9 w 9"/>
                  <a:gd name="T33" fmla="*/ 43 h 46"/>
                  <a:gd name="T34" fmla="*/ 9 w 9"/>
                  <a:gd name="T35" fmla="*/ 41 h 46"/>
                  <a:gd name="T36" fmla="*/ 9 w 9"/>
                  <a:gd name="T37" fmla="*/ 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5"/>
                    </a:moveTo>
                    <a:lnTo>
                      <a:pt x="9" y="4"/>
                    </a:lnTo>
                    <a:lnTo>
                      <a:pt x="9" y="2"/>
                    </a:lnTo>
                    <a:lnTo>
                      <a:pt x="7" y="0"/>
                    </a:lnTo>
                    <a:lnTo>
                      <a:pt x="6" y="0"/>
                    </a:lnTo>
                    <a:lnTo>
                      <a:pt x="4" y="0"/>
                    </a:lnTo>
                    <a:lnTo>
                      <a:pt x="3" y="0"/>
                    </a:lnTo>
                    <a:lnTo>
                      <a:pt x="1" y="2"/>
                    </a:lnTo>
                    <a:lnTo>
                      <a:pt x="0" y="4"/>
                    </a:lnTo>
                    <a:lnTo>
                      <a:pt x="0" y="40"/>
                    </a:lnTo>
                    <a:lnTo>
                      <a:pt x="0" y="41"/>
                    </a:lnTo>
                    <a:lnTo>
                      <a:pt x="1" y="43"/>
                    </a:lnTo>
                    <a:lnTo>
                      <a:pt x="3" y="44"/>
                    </a:lnTo>
                    <a:lnTo>
                      <a:pt x="4" y="46"/>
                    </a:lnTo>
                    <a:lnTo>
                      <a:pt x="6" y="46"/>
                    </a:lnTo>
                    <a:lnTo>
                      <a:pt x="7" y="44"/>
                    </a:lnTo>
                    <a:lnTo>
                      <a:pt x="9" y="43"/>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593" name="Freeform 65"/>
              <p:cNvSpPr>
                <a:spLocks/>
              </p:cNvSpPr>
              <p:nvPr/>
            </p:nvSpPr>
            <p:spPr bwMode="auto">
              <a:xfrm>
                <a:off x="2461" y="2696"/>
                <a:ext cx="9" cy="46"/>
              </a:xfrm>
              <a:custGeom>
                <a:avLst/>
                <a:gdLst>
                  <a:gd name="T0" fmla="*/ 9 w 9"/>
                  <a:gd name="T1" fmla="*/ 5 h 46"/>
                  <a:gd name="T2" fmla="*/ 9 w 9"/>
                  <a:gd name="T3" fmla="*/ 3 h 46"/>
                  <a:gd name="T4" fmla="*/ 9 w 9"/>
                  <a:gd name="T5" fmla="*/ 2 h 46"/>
                  <a:gd name="T6" fmla="*/ 7 w 9"/>
                  <a:gd name="T7" fmla="*/ 0 h 46"/>
                  <a:gd name="T8" fmla="*/ 6 w 9"/>
                  <a:gd name="T9" fmla="*/ 0 h 46"/>
                  <a:gd name="T10" fmla="*/ 4 w 9"/>
                  <a:gd name="T11" fmla="*/ 0 h 46"/>
                  <a:gd name="T12" fmla="*/ 3 w 9"/>
                  <a:gd name="T13" fmla="*/ 0 h 46"/>
                  <a:gd name="T14" fmla="*/ 1 w 9"/>
                  <a:gd name="T15" fmla="*/ 2 h 46"/>
                  <a:gd name="T16" fmla="*/ 0 w 9"/>
                  <a:gd name="T17" fmla="*/ 3 h 46"/>
                  <a:gd name="T18" fmla="*/ 0 w 9"/>
                  <a:gd name="T19" fmla="*/ 39 h 46"/>
                  <a:gd name="T20" fmla="*/ 0 w 9"/>
                  <a:gd name="T21" fmla="*/ 41 h 46"/>
                  <a:gd name="T22" fmla="*/ 1 w 9"/>
                  <a:gd name="T23" fmla="*/ 43 h 46"/>
                  <a:gd name="T24" fmla="*/ 3 w 9"/>
                  <a:gd name="T25" fmla="*/ 44 h 46"/>
                  <a:gd name="T26" fmla="*/ 4 w 9"/>
                  <a:gd name="T27" fmla="*/ 46 h 46"/>
                  <a:gd name="T28" fmla="*/ 6 w 9"/>
                  <a:gd name="T29" fmla="*/ 46 h 46"/>
                  <a:gd name="T30" fmla="*/ 7 w 9"/>
                  <a:gd name="T31" fmla="*/ 44 h 46"/>
                  <a:gd name="T32" fmla="*/ 9 w 9"/>
                  <a:gd name="T33" fmla="*/ 43 h 46"/>
                  <a:gd name="T34" fmla="*/ 9 w 9"/>
                  <a:gd name="T35" fmla="*/ 41 h 46"/>
                  <a:gd name="T36" fmla="*/ 9 w 9"/>
                  <a:gd name="T37" fmla="*/ 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5"/>
                    </a:moveTo>
                    <a:lnTo>
                      <a:pt x="9" y="3"/>
                    </a:lnTo>
                    <a:lnTo>
                      <a:pt x="9" y="2"/>
                    </a:lnTo>
                    <a:lnTo>
                      <a:pt x="7" y="0"/>
                    </a:lnTo>
                    <a:lnTo>
                      <a:pt x="6" y="0"/>
                    </a:lnTo>
                    <a:lnTo>
                      <a:pt x="4" y="0"/>
                    </a:lnTo>
                    <a:lnTo>
                      <a:pt x="3" y="0"/>
                    </a:lnTo>
                    <a:lnTo>
                      <a:pt x="1" y="2"/>
                    </a:lnTo>
                    <a:lnTo>
                      <a:pt x="0" y="3"/>
                    </a:lnTo>
                    <a:lnTo>
                      <a:pt x="0" y="39"/>
                    </a:lnTo>
                    <a:lnTo>
                      <a:pt x="0" y="41"/>
                    </a:lnTo>
                    <a:lnTo>
                      <a:pt x="1" y="43"/>
                    </a:lnTo>
                    <a:lnTo>
                      <a:pt x="3" y="44"/>
                    </a:lnTo>
                    <a:lnTo>
                      <a:pt x="4" y="46"/>
                    </a:lnTo>
                    <a:lnTo>
                      <a:pt x="6" y="46"/>
                    </a:lnTo>
                    <a:lnTo>
                      <a:pt x="7" y="44"/>
                    </a:lnTo>
                    <a:lnTo>
                      <a:pt x="9" y="43"/>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594" name="Freeform 66"/>
              <p:cNvSpPr>
                <a:spLocks/>
              </p:cNvSpPr>
              <p:nvPr/>
            </p:nvSpPr>
            <p:spPr bwMode="auto">
              <a:xfrm>
                <a:off x="2461" y="2760"/>
                <a:ext cx="9" cy="45"/>
              </a:xfrm>
              <a:custGeom>
                <a:avLst/>
                <a:gdLst>
                  <a:gd name="T0" fmla="*/ 9 w 9"/>
                  <a:gd name="T1" fmla="*/ 4 h 45"/>
                  <a:gd name="T2" fmla="*/ 9 w 9"/>
                  <a:gd name="T3" fmla="*/ 3 h 45"/>
                  <a:gd name="T4" fmla="*/ 9 w 9"/>
                  <a:gd name="T5" fmla="*/ 1 h 45"/>
                  <a:gd name="T6" fmla="*/ 7 w 9"/>
                  <a:gd name="T7" fmla="*/ 0 h 45"/>
                  <a:gd name="T8" fmla="*/ 6 w 9"/>
                  <a:gd name="T9" fmla="*/ 0 h 45"/>
                  <a:gd name="T10" fmla="*/ 4 w 9"/>
                  <a:gd name="T11" fmla="*/ 0 h 45"/>
                  <a:gd name="T12" fmla="*/ 3 w 9"/>
                  <a:gd name="T13" fmla="*/ 0 h 45"/>
                  <a:gd name="T14" fmla="*/ 1 w 9"/>
                  <a:gd name="T15" fmla="*/ 1 h 45"/>
                  <a:gd name="T16" fmla="*/ 0 w 9"/>
                  <a:gd name="T17" fmla="*/ 3 h 45"/>
                  <a:gd name="T18" fmla="*/ 0 w 9"/>
                  <a:gd name="T19" fmla="*/ 39 h 45"/>
                  <a:gd name="T20" fmla="*/ 0 w 9"/>
                  <a:gd name="T21" fmla="*/ 41 h 45"/>
                  <a:gd name="T22" fmla="*/ 1 w 9"/>
                  <a:gd name="T23" fmla="*/ 42 h 45"/>
                  <a:gd name="T24" fmla="*/ 3 w 9"/>
                  <a:gd name="T25" fmla="*/ 44 h 45"/>
                  <a:gd name="T26" fmla="*/ 4 w 9"/>
                  <a:gd name="T27" fmla="*/ 45 h 45"/>
                  <a:gd name="T28" fmla="*/ 6 w 9"/>
                  <a:gd name="T29" fmla="*/ 45 h 45"/>
                  <a:gd name="T30" fmla="*/ 7 w 9"/>
                  <a:gd name="T31" fmla="*/ 44 h 45"/>
                  <a:gd name="T32" fmla="*/ 9 w 9"/>
                  <a:gd name="T33" fmla="*/ 42 h 45"/>
                  <a:gd name="T34" fmla="*/ 9 w 9"/>
                  <a:gd name="T35" fmla="*/ 41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7" y="0"/>
                    </a:lnTo>
                    <a:lnTo>
                      <a:pt x="6" y="0"/>
                    </a:lnTo>
                    <a:lnTo>
                      <a:pt x="4" y="0"/>
                    </a:lnTo>
                    <a:lnTo>
                      <a:pt x="3" y="0"/>
                    </a:lnTo>
                    <a:lnTo>
                      <a:pt x="1" y="1"/>
                    </a:lnTo>
                    <a:lnTo>
                      <a:pt x="0" y="3"/>
                    </a:lnTo>
                    <a:lnTo>
                      <a:pt x="0" y="39"/>
                    </a:lnTo>
                    <a:lnTo>
                      <a:pt x="0" y="41"/>
                    </a:lnTo>
                    <a:lnTo>
                      <a:pt x="1" y="42"/>
                    </a:lnTo>
                    <a:lnTo>
                      <a:pt x="3" y="44"/>
                    </a:lnTo>
                    <a:lnTo>
                      <a:pt x="4" y="45"/>
                    </a:lnTo>
                    <a:lnTo>
                      <a:pt x="6" y="45"/>
                    </a:lnTo>
                    <a:lnTo>
                      <a:pt x="7" y="44"/>
                    </a:lnTo>
                    <a:lnTo>
                      <a:pt x="9" y="42"/>
                    </a:lnTo>
                    <a:lnTo>
                      <a:pt x="9" y="41"/>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595" name="Freeform 67"/>
              <p:cNvSpPr>
                <a:spLocks/>
              </p:cNvSpPr>
              <p:nvPr/>
            </p:nvSpPr>
            <p:spPr bwMode="auto">
              <a:xfrm>
                <a:off x="2461" y="2823"/>
                <a:ext cx="9" cy="46"/>
              </a:xfrm>
              <a:custGeom>
                <a:avLst/>
                <a:gdLst>
                  <a:gd name="T0" fmla="*/ 9 w 9"/>
                  <a:gd name="T1" fmla="*/ 5 h 46"/>
                  <a:gd name="T2" fmla="*/ 9 w 9"/>
                  <a:gd name="T3" fmla="*/ 3 h 46"/>
                  <a:gd name="T4" fmla="*/ 9 w 9"/>
                  <a:gd name="T5" fmla="*/ 2 h 46"/>
                  <a:gd name="T6" fmla="*/ 7 w 9"/>
                  <a:gd name="T7" fmla="*/ 0 h 46"/>
                  <a:gd name="T8" fmla="*/ 6 w 9"/>
                  <a:gd name="T9" fmla="*/ 0 h 46"/>
                  <a:gd name="T10" fmla="*/ 4 w 9"/>
                  <a:gd name="T11" fmla="*/ 0 h 46"/>
                  <a:gd name="T12" fmla="*/ 3 w 9"/>
                  <a:gd name="T13" fmla="*/ 0 h 46"/>
                  <a:gd name="T14" fmla="*/ 1 w 9"/>
                  <a:gd name="T15" fmla="*/ 2 h 46"/>
                  <a:gd name="T16" fmla="*/ 0 w 9"/>
                  <a:gd name="T17" fmla="*/ 3 h 46"/>
                  <a:gd name="T18" fmla="*/ 0 w 9"/>
                  <a:gd name="T19" fmla="*/ 40 h 46"/>
                  <a:gd name="T20" fmla="*/ 0 w 9"/>
                  <a:gd name="T21" fmla="*/ 41 h 46"/>
                  <a:gd name="T22" fmla="*/ 1 w 9"/>
                  <a:gd name="T23" fmla="*/ 43 h 46"/>
                  <a:gd name="T24" fmla="*/ 3 w 9"/>
                  <a:gd name="T25" fmla="*/ 44 h 46"/>
                  <a:gd name="T26" fmla="*/ 4 w 9"/>
                  <a:gd name="T27" fmla="*/ 46 h 46"/>
                  <a:gd name="T28" fmla="*/ 6 w 9"/>
                  <a:gd name="T29" fmla="*/ 46 h 46"/>
                  <a:gd name="T30" fmla="*/ 7 w 9"/>
                  <a:gd name="T31" fmla="*/ 44 h 46"/>
                  <a:gd name="T32" fmla="*/ 9 w 9"/>
                  <a:gd name="T33" fmla="*/ 43 h 46"/>
                  <a:gd name="T34" fmla="*/ 9 w 9"/>
                  <a:gd name="T35" fmla="*/ 41 h 46"/>
                  <a:gd name="T36" fmla="*/ 9 w 9"/>
                  <a:gd name="T37" fmla="*/ 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5"/>
                    </a:moveTo>
                    <a:lnTo>
                      <a:pt x="9" y="3"/>
                    </a:lnTo>
                    <a:lnTo>
                      <a:pt x="9" y="2"/>
                    </a:lnTo>
                    <a:lnTo>
                      <a:pt x="7" y="0"/>
                    </a:lnTo>
                    <a:lnTo>
                      <a:pt x="6" y="0"/>
                    </a:lnTo>
                    <a:lnTo>
                      <a:pt x="4" y="0"/>
                    </a:lnTo>
                    <a:lnTo>
                      <a:pt x="3" y="0"/>
                    </a:lnTo>
                    <a:lnTo>
                      <a:pt x="1" y="2"/>
                    </a:lnTo>
                    <a:lnTo>
                      <a:pt x="0" y="3"/>
                    </a:lnTo>
                    <a:lnTo>
                      <a:pt x="0" y="40"/>
                    </a:lnTo>
                    <a:lnTo>
                      <a:pt x="0" y="41"/>
                    </a:lnTo>
                    <a:lnTo>
                      <a:pt x="1" y="43"/>
                    </a:lnTo>
                    <a:lnTo>
                      <a:pt x="3" y="44"/>
                    </a:lnTo>
                    <a:lnTo>
                      <a:pt x="4" y="46"/>
                    </a:lnTo>
                    <a:lnTo>
                      <a:pt x="6" y="46"/>
                    </a:lnTo>
                    <a:lnTo>
                      <a:pt x="7" y="44"/>
                    </a:lnTo>
                    <a:lnTo>
                      <a:pt x="9" y="43"/>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596" name="Freeform 68"/>
              <p:cNvSpPr>
                <a:spLocks/>
              </p:cNvSpPr>
              <p:nvPr/>
            </p:nvSpPr>
            <p:spPr bwMode="auto">
              <a:xfrm>
                <a:off x="2461" y="2887"/>
                <a:ext cx="9" cy="45"/>
              </a:xfrm>
              <a:custGeom>
                <a:avLst/>
                <a:gdLst>
                  <a:gd name="T0" fmla="*/ 9 w 9"/>
                  <a:gd name="T1" fmla="*/ 5 h 45"/>
                  <a:gd name="T2" fmla="*/ 9 w 9"/>
                  <a:gd name="T3" fmla="*/ 3 h 45"/>
                  <a:gd name="T4" fmla="*/ 9 w 9"/>
                  <a:gd name="T5" fmla="*/ 1 h 45"/>
                  <a:gd name="T6" fmla="*/ 7 w 9"/>
                  <a:gd name="T7" fmla="*/ 0 h 45"/>
                  <a:gd name="T8" fmla="*/ 6 w 9"/>
                  <a:gd name="T9" fmla="*/ 0 h 45"/>
                  <a:gd name="T10" fmla="*/ 4 w 9"/>
                  <a:gd name="T11" fmla="*/ 0 h 45"/>
                  <a:gd name="T12" fmla="*/ 3 w 9"/>
                  <a:gd name="T13" fmla="*/ 0 h 45"/>
                  <a:gd name="T14" fmla="*/ 1 w 9"/>
                  <a:gd name="T15" fmla="*/ 1 h 45"/>
                  <a:gd name="T16" fmla="*/ 0 w 9"/>
                  <a:gd name="T17" fmla="*/ 3 h 45"/>
                  <a:gd name="T18" fmla="*/ 0 w 9"/>
                  <a:gd name="T19" fmla="*/ 39 h 45"/>
                  <a:gd name="T20" fmla="*/ 0 w 9"/>
                  <a:gd name="T21" fmla="*/ 41 h 45"/>
                  <a:gd name="T22" fmla="*/ 1 w 9"/>
                  <a:gd name="T23" fmla="*/ 42 h 45"/>
                  <a:gd name="T24" fmla="*/ 3 w 9"/>
                  <a:gd name="T25" fmla="*/ 44 h 45"/>
                  <a:gd name="T26" fmla="*/ 4 w 9"/>
                  <a:gd name="T27" fmla="*/ 45 h 45"/>
                  <a:gd name="T28" fmla="*/ 6 w 9"/>
                  <a:gd name="T29" fmla="*/ 45 h 45"/>
                  <a:gd name="T30" fmla="*/ 7 w 9"/>
                  <a:gd name="T31" fmla="*/ 44 h 45"/>
                  <a:gd name="T32" fmla="*/ 9 w 9"/>
                  <a:gd name="T33" fmla="*/ 42 h 45"/>
                  <a:gd name="T34" fmla="*/ 9 w 9"/>
                  <a:gd name="T35" fmla="*/ 41 h 45"/>
                  <a:gd name="T36" fmla="*/ 9 w 9"/>
                  <a:gd name="T37" fmla="*/ 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5"/>
                    </a:moveTo>
                    <a:lnTo>
                      <a:pt x="9" y="3"/>
                    </a:lnTo>
                    <a:lnTo>
                      <a:pt x="9" y="1"/>
                    </a:lnTo>
                    <a:lnTo>
                      <a:pt x="7" y="0"/>
                    </a:lnTo>
                    <a:lnTo>
                      <a:pt x="6" y="0"/>
                    </a:lnTo>
                    <a:lnTo>
                      <a:pt x="4" y="0"/>
                    </a:lnTo>
                    <a:lnTo>
                      <a:pt x="3" y="0"/>
                    </a:lnTo>
                    <a:lnTo>
                      <a:pt x="1" y="1"/>
                    </a:lnTo>
                    <a:lnTo>
                      <a:pt x="0" y="3"/>
                    </a:lnTo>
                    <a:lnTo>
                      <a:pt x="0" y="39"/>
                    </a:lnTo>
                    <a:lnTo>
                      <a:pt x="0" y="41"/>
                    </a:lnTo>
                    <a:lnTo>
                      <a:pt x="1" y="42"/>
                    </a:lnTo>
                    <a:lnTo>
                      <a:pt x="3" y="44"/>
                    </a:lnTo>
                    <a:lnTo>
                      <a:pt x="4" y="45"/>
                    </a:lnTo>
                    <a:lnTo>
                      <a:pt x="6" y="45"/>
                    </a:lnTo>
                    <a:lnTo>
                      <a:pt x="7" y="44"/>
                    </a:lnTo>
                    <a:lnTo>
                      <a:pt x="9" y="42"/>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597" name="Freeform 69"/>
              <p:cNvSpPr>
                <a:spLocks/>
              </p:cNvSpPr>
              <p:nvPr/>
            </p:nvSpPr>
            <p:spPr bwMode="auto">
              <a:xfrm>
                <a:off x="2461" y="2951"/>
                <a:ext cx="9" cy="45"/>
              </a:xfrm>
              <a:custGeom>
                <a:avLst/>
                <a:gdLst>
                  <a:gd name="T0" fmla="*/ 9 w 9"/>
                  <a:gd name="T1" fmla="*/ 4 h 45"/>
                  <a:gd name="T2" fmla="*/ 9 w 9"/>
                  <a:gd name="T3" fmla="*/ 3 h 45"/>
                  <a:gd name="T4" fmla="*/ 9 w 9"/>
                  <a:gd name="T5" fmla="*/ 1 h 45"/>
                  <a:gd name="T6" fmla="*/ 7 w 9"/>
                  <a:gd name="T7" fmla="*/ 0 h 45"/>
                  <a:gd name="T8" fmla="*/ 6 w 9"/>
                  <a:gd name="T9" fmla="*/ 0 h 45"/>
                  <a:gd name="T10" fmla="*/ 4 w 9"/>
                  <a:gd name="T11" fmla="*/ 0 h 45"/>
                  <a:gd name="T12" fmla="*/ 3 w 9"/>
                  <a:gd name="T13" fmla="*/ 0 h 45"/>
                  <a:gd name="T14" fmla="*/ 1 w 9"/>
                  <a:gd name="T15" fmla="*/ 1 h 45"/>
                  <a:gd name="T16" fmla="*/ 0 w 9"/>
                  <a:gd name="T17" fmla="*/ 3 h 45"/>
                  <a:gd name="T18" fmla="*/ 0 w 9"/>
                  <a:gd name="T19" fmla="*/ 39 h 45"/>
                  <a:gd name="T20" fmla="*/ 0 w 9"/>
                  <a:gd name="T21" fmla="*/ 40 h 45"/>
                  <a:gd name="T22" fmla="*/ 1 w 9"/>
                  <a:gd name="T23" fmla="*/ 42 h 45"/>
                  <a:gd name="T24" fmla="*/ 3 w 9"/>
                  <a:gd name="T25" fmla="*/ 44 h 45"/>
                  <a:gd name="T26" fmla="*/ 4 w 9"/>
                  <a:gd name="T27" fmla="*/ 45 h 45"/>
                  <a:gd name="T28" fmla="*/ 6 w 9"/>
                  <a:gd name="T29" fmla="*/ 45 h 45"/>
                  <a:gd name="T30" fmla="*/ 7 w 9"/>
                  <a:gd name="T31" fmla="*/ 44 h 45"/>
                  <a:gd name="T32" fmla="*/ 9 w 9"/>
                  <a:gd name="T33" fmla="*/ 42 h 45"/>
                  <a:gd name="T34" fmla="*/ 9 w 9"/>
                  <a:gd name="T35" fmla="*/ 40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7" y="0"/>
                    </a:lnTo>
                    <a:lnTo>
                      <a:pt x="6" y="0"/>
                    </a:lnTo>
                    <a:lnTo>
                      <a:pt x="4" y="0"/>
                    </a:lnTo>
                    <a:lnTo>
                      <a:pt x="3" y="0"/>
                    </a:lnTo>
                    <a:lnTo>
                      <a:pt x="1" y="1"/>
                    </a:lnTo>
                    <a:lnTo>
                      <a:pt x="0" y="3"/>
                    </a:lnTo>
                    <a:lnTo>
                      <a:pt x="0" y="39"/>
                    </a:lnTo>
                    <a:lnTo>
                      <a:pt x="0" y="40"/>
                    </a:lnTo>
                    <a:lnTo>
                      <a:pt x="1" y="42"/>
                    </a:lnTo>
                    <a:lnTo>
                      <a:pt x="3" y="44"/>
                    </a:lnTo>
                    <a:lnTo>
                      <a:pt x="4" y="45"/>
                    </a:lnTo>
                    <a:lnTo>
                      <a:pt x="6" y="45"/>
                    </a:lnTo>
                    <a:lnTo>
                      <a:pt x="7" y="44"/>
                    </a:lnTo>
                    <a:lnTo>
                      <a:pt x="9" y="42"/>
                    </a:lnTo>
                    <a:lnTo>
                      <a:pt x="9" y="40"/>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598" name="Freeform 70"/>
              <p:cNvSpPr>
                <a:spLocks/>
              </p:cNvSpPr>
              <p:nvPr/>
            </p:nvSpPr>
            <p:spPr bwMode="auto">
              <a:xfrm>
                <a:off x="2461" y="3014"/>
                <a:ext cx="9" cy="46"/>
              </a:xfrm>
              <a:custGeom>
                <a:avLst/>
                <a:gdLst>
                  <a:gd name="T0" fmla="*/ 9 w 9"/>
                  <a:gd name="T1" fmla="*/ 5 h 46"/>
                  <a:gd name="T2" fmla="*/ 9 w 9"/>
                  <a:gd name="T3" fmla="*/ 3 h 46"/>
                  <a:gd name="T4" fmla="*/ 9 w 9"/>
                  <a:gd name="T5" fmla="*/ 2 h 46"/>
                  <a:gd name="T6" fmla="*/ 7 w 9"/>
                  <a:gd name="T7" fmla="*/ 0 h 46"/>
                  <a:gd name="T8" fmla="*/ 6 w 9"/>
                  <a:gd name="T9" fmla="*/ 0 h 46"/>
                  <a:gd name="T10" fmla="*/ 4 w 9"/>
                  <a:gd name="T11" fmla="*/ 0 h 46"/>
                  <a:gd name="T12" fmla="*/ 3 w 9"/>
                  <a:gd name="T13" fmla="*/ 0 h 46"/>
                  <a:gd name="T14" fmla="*/ 1 w 9"/>
                  <a:gd name="T15" fmla="*/ 2 h 46"/>
                  <a:gd name="T16" fmla="*/ 0 w 9"/>
                  <a:gd name="T17" fmla="*/ 3 h 46"/>
                  <a:gd name="T18" fmla="*/ 0 w 9"/>
                  <a:gd name="T19" fmla="*/ 40 h 46"/>
                  <a:gd name="T20" fmla="*/ 0 w 9"/>
                  <a:gd name="T21" fmla="*/ 41 h 46"/>
                  <a:gd name="T22" fmla="*/ 1 w 9"/>
                  <a:gd name="T23" fmla="*/ 43 h 46"/>
                  <a:gd name="T24" fmla="*/ 3 w 9"/>
                  <a:gd name="T25" fmla="*/ 44 h 46"/>
                  <a:gd name="T26" fmla="*/ 4 w 9"/>
                  <a:gd name="T27" fmla="*/ 46 h 46"/>
                  <a:gd name="T28" fmla="*/ 6 w 9"/>
                  <a:gd name="T29" fmla="*/ 46 h 46"/>
                  <a:gd name="T30" fmla="*/ 7 w 9"/>
                  <a:gd name="T31" fmla="*/ 44 h 46"/>
                  <a:gd name="T32" fmla="*/ 9 w 9"/>
                  <a:gd name="T33" fmla="*/ 43 h 46"/>
                  <a:gd name="T34" fmla="*/ 9 w 9"/>
                  <a:gd name="T35" fmla="*/ 41 h 46"/>
                  <a:gd name="T36" fmla="*/ 9 w 9"/>
                  <a:gd name="T37" fmla="*/ 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5"/>
                    </a:moveTo>
                    <a:lnTo>
                      <a:pt x="9" y="3"/>
                    </a:lnTo>
                    <a:lnTo>
                      <a:pt x="9" y="2"/>
                    </a:lnTo>
                    <a:lnTo>
                      <a:pt x="7" y="0"/>
                    </a:lnTo>
                    <a:lnTo>
                      <a:pt x="6" y="0"/>
                    </a:lnTo>
                    <a:lnTo>
                      <a:pt x="4" y="0"/>
                    </a:lnTo>
                    <a:lnTo>
                      <a:pt x="3" y="0"/>
                    </a:lnTo>
                    <a:lnTo>
                      <a:pt x="1" y="2"/>
                    </a:lnTo>
                    <a:lnTo>
                      <a:pt x="0" y="3"/>
                    </a:lnTo>
                    <a:lnTo>
                      <a:pt x="0" y="40"/>
                    </a:lnTo>
                    <a:lnTo>
                      <a:pt x="0" y="41"/>
                    </a:lnTo>
                    <a:lnTo>
                      <a:pt x="1" y="43"/>
                    </a:lnTo>
                    <a:lnTo>
                      <a:pt x="3" y="44"/>
                    </a:lnTo>
                    <a:lnTo>
                      <a:pt x="4" y="46"/>
                    </a:lnTo>
                    <a:lnTo>
                      <a:pt x="6" y="46"/>
                    </a:lnTo>
                    <a:lnTo>
                      <a:pt x="7" y="44"/>
                    </a:lnTo>
                    <a:lnTo>
                      <a:pt x="9" y="43"/>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599" name="Freeform 71"/>
              <p:cNvSpPr>
                <a:spLocks/>
              </p:cNvSpPr>
              <p:nvPr/>
            </p:nvSpPr>
            <p:spPr bwMode="auto">
              <a:xfrm>
                <a:off x="2461" y="3078"/>
                <a:ext cx="9" cy="45"/>
              </a:xfrm>
              <a:custGeom>
                <a:avLst/>
                <a:gdLst>
                  <a:gd name="T0" fmla="*/ 9 w 9"/>
                  <a:gd name="T1" fmla="*/ 4 h 45"/>
                  <a:gd name="T2" fmla="*/ 9 w 9"/>
                  <a:gd name="T3" fmla="*/ 3 h 45"/>
                  <a:gd name="T4" fmla="*/ 9 w 9"/>
                  <a:gd name="T5" fmla="*/ 1 h 45"/>
                  <a:gd name="T6" fmla="*/ 7 w 9"/>
                  <a:gd name="T7" fmla="*/ 0 h 45"/>
                  <a:gd name="T8" fmla="*/ 6 w 9"/>
                  <a:gd name="T9" fmla="*/ 0 h 45"/>
                  <a:gd name="T10" fmla="*/ 4 w 9"/>
                  <a:gd name="T11" fmla="*/ 0 h 45"/>
                  <a:gd name="T12" fmla="*/ 3 w 9"/>
                  <a:gd name="T13" fmla="*/ 0 h 45"/>
                  <a:gd name="T14" fmla="*/ 1 w 9"/>
                  <a:gd name="T15" fmla="*/ 1 h 45"/>
                  <a:gd name="T16" fmla="*/ 0 w 9"/>
                  <a:gd name="T17" fmla="*/ 3 h 45"/>
                  <a:gd name="T18" fmla="*/ 0 w 9"/>
                  <a:gd name="T19" fmla="*/ 39 h 45"/>
                  <a:gd name="T20" fmla="*/ 0 w 9"/>
                  <a:gd name="T21" fmla="*/ 41 h 45"/>
                  <a:gd name="T22" fmla="*/ 1 w 9"/>
                  <a:gd name="T23" fmla="*/ 42 h 45"/>
                  <a:gd name="T24" fmla="*/ 3 w 9"/>
                  <a:gd name="T25" fmla="*/ 44 h 45"/>
                  <a:gd name="T26" fmla="*/ 4 w 9"/>
                  <a:gd name="T27" fmla="*/ 45 h 45"/>
                  <a:gd name="T28" fmla="*/ 6 w 9"/>
                  <a:gd name="T29" fmla="*/ 45 h 45"/>
                  <a:gd name="T30" fmla="*/ 7 w 9"/>
                  <a:gd name="T31" fmla="*/ 44 h 45"/>
                  <a:gd name="T32" fmla="*/ 9 w 9"/>
                  <a:gd name="T33" fmla="*/ 42 h 45"/>
                  <a:gd name="T34" fmla="*/ 9 w 9"/>
                  <a:gd name="T35" fmla="*/ 41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7" y="0"/>
                    </a:lnTo>
                    <a:lnTo>
                      <a:pt x="6" y="0"/>
                    </a:lnTo>
                    <a:lnTo>
                      <a:pt x="4" y="0"/>
                    </a:lnTo>
                    <a:lnTo>
                      <a:pt x="3" y="0"/>
                    </a:lnTo>
                    <a:lnTo>
                      <a:pt x="1" y="1"/>
                    </a:lnTo>
                    <a:lnTo>
                      <a:pt x="0" y="3"/>
                    </a:lnTo>
                    <a:lnTo>
                      <a:pt x="0" y="39"/>
                    </a:lnTo>
                    <a:lnTo>
                      <a:pt x="0" y="41"/>
                    </a:lnTo>
                    <a:lnTo>
                      <a:pt x="1" y="42"/>
                    </a:lnTo>
                    <a:lnTo>
                      <a:pt x="3" y="44"/>
                    </a:lnTo>
                    <a:lnTo>
                      <a:pt x="4" y="45"/>
                    </a:lnTo>
                    <a:lnTo>
                      <a:pt x="6" y="45"/>
                    </a:lnTo>
                    <a:lnTo>
                      <a:pt x="7" y="44"/>
                    </a:lnTo>
                    <a:lnTo>
                      <a:pt x="9" y="42"/>
                    </a:lnTo>
                    <a:lnTo>
                      <a:pt x="9" y="41"/>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00" name="Freeform 72"/>
              <p:cNvSpPr>
                <a:spLocks/>
              </p:cNvSpPr>
              <p:nvPr/>
            </p:nvSpPr>
            <p:spPr bwMode="auto">
              <a:xfrm>
                <a:off x="2461" y="3141"/>
                <a:ext cx="9" cy="46"/>
              </a:xfrm>
              <a:custGeom>
                <a:avLst/>
                <a:gdLst>
                  <a:gd name="T0" fmla="*/ 9 w 9"/>
                  <a:gd name="T1" fmla="*/ 5 h 46"/>
                  <a:gd name="T2" fmla="*/ 9 w 9"/>
                  <a:gd name="T3" fmla="*/ 3 h 46"/>
                  <a:gd name="T4" fmla="*/ 9 w 9"/>
                  <a:gd name="T5" fmla="*/ 2 h 46"/>
                  <a:gd name="T6" fmla="*/ 7 w 9"/>
                  <a:gd name="T7" fmla="*/ 0 h 46"/>
                  <a:gd name="T8" fmla="*/ 6 w 9"/>
                  <a:gd name="T9" fmla="*/ 0 h 46"/>
                  <a:gd name="T10" fmla="*/ 4 w 9"/>
                  <a:gd name="T11" fmla="*/ 0 h 46"/>
                  <a:gd name="T12" fmla="*/ 3 w 9"/>
                  <a:gd name="T13" fmla="*/ 0 h 46"/>
                  <a:gd name="T14" fmla="*/ 1 w 9"/>
                  <a:gd name="T15" fmla="*/ 2 h 46"/>
                  <a:gd name="T16" fmla="*/ 0 w 9"/>
                  <a:gd name="T17" fmla="*/ 3 h 46"/>
                  <a:gd name="T18" fmla="*/ 0 w 9"/>
                  <a:gd name="T19" fmla="*/ 40 h 46"/>
                  <a:gd name="T20" fmla="*/ 0 w 9"/>
                  <a:gd name="T21" fmla="*/ 41 h 46"/>
                  <a:gd name="T22" fmla="*/ 1 w 9"/>
                  <a:gd name="T23" fmla="*/ 43 h 46"/>
                  <a:gd name="T24" fmla="*/ 3 w 9"/>
                  <a:gd name="T25" fmla="*/ 44 h 46"/>
                  <a:gd name="T26" fmla="*/ 4 w 9"/>
                  <a:gd name="T27" fmla="*/ 46 h 46"/>
                  <a:gd name="T28" fmla="*/ 6 w 9"/>
                  <a:gd name="T29" fmla="*/ 46 h 46"/>
                  <a:gd name="T30" fmla="*/ 7 w 9"/>
                  <a:gd name="T31" fmla="*/ 44 h 46"/>
                  <a:gd name="T32" fmla="*/ 9 w 9"/>
                  <a:gd name="T33" fmla="*/ 43 h 46"/>
                  <a:gd name="T34" fmla="*/ 9 w 9"/>
                  <a:gd name="T35" fmla="*/ 41 h 46"/>
                  <a:gd name="T36" fmla="*/ 9 w 9"/>
                  <a:gd name="T37" fmla="*/ 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5"/>
                    </a:moveTo>
                    <a:lnTo>
                      <a:pt x="9" y="3"/>
                    </a:lnTo>
                    <a:lnTo>
                      <a:pt x="9" y="2"/>
                    </a:lnTo>
                    <a:lnTo>
                      <a:pt x="7" y="0"/>
                    </a:lnTo>
                    <a:lnTo>
                      <a:pt x="6" y="0"/>
                    </a:lnTo>
                    <a:lnTo>
                      <a:pt x="4" y="0"/>
                    </a:lnTo>
                    <a:lnTo>
                      <a:pt x="3" y="0"/>
                    </a:lnTo>
                    <a:lnTo>
                      <a:pt x="1" y="2"/>
                    </a:lnTo>
                    <a:lnTo>
                      <a:pt x="0" y="3"/>
                    </a:lnTo>
                    <a:lnTo>
                      <a:pt x="0" y="40"/>
                    </a:lnTo>
                    <a:lnTo>
                      <a:pt x="0" y="41"/>
                    </a:lnTo>
                    <a:lnTo>
                      <a:pt x="1" y="43"/>
                    </a:lnTo>
                    <a:lnTo>
                      <a:pt x="3" y="44"/>
                    </a:lnTo>
                    <a:lnTo>
                      <a:pt x="4" y="46"/>
                    </a:lnTo>
                    <a:lnTo>
                      <a:pt x="6" y="46"/>
                    </a:lnTo>
                    <a:lnTo>
                      <a:pt x="7" y="44"/>
                    </a:lnTo>
                    <a:lnTo>
                      <a:pt x="9" y="43"/>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01" name="Freeform 73"/>
              <p:cNvSpPr>
                <a:spLocks/>
              </p:cNvSpPr>
              <p:nvPr/>
            </p:nvSpPr>
            <p:spPr bwMode="auto">
              <a:xfrm>
                <a:off x="2461" y="3205"/>
                <a:ext cx="9" cy="46"/>
              </a:xfrm>
              <a:custGeom>
                <a:avLst/>
                <a:gdLst>
                  <a:gd name="T0" fmla="*/ 9 w 9"/>
                  <a:gd name="T1" fmla="*/ 5 h 46"/>
                  <a:gd name="T2" fmla="*/ 9 w 9"/>
                  <a:gd name="T3" fmla="*/ 3 h 46"/>
                  <a:gd name="T4" fmla="*/ 9 w 9"/>
                  <a:gd name="T5" fmla="*/ 2 h 46"/>
                  <a:gd name="T6" fmla="*/ 7 w 9"/>
                  <a:gd name="T7" fmla="*/ 0 h 46"/>
                  <a:gd name="T8" fmla="*/ 6 w 9"/>
                  <a:gd name="T9" fmla="*/ 0 h 46"/>
                  <a:gd name="T10" fmla="*/ 4 w 9"/>
                  <a:gd name="T11" fmla="*/ 0 h 46"/>
                  <a:gd name="T12" fmla="*/ 3 w 9"/>
                  <a:gd name="T13" fmla="*/ 0 h 46"/>
                  <a:gd name="T14" fmla="*/ 1 w 9"/>
                  <a:gd name="T15" fmla="*/ 2 h 46"/>
                  <a:gd name="T16" fmla="*/ 0 w 9"/>
                  <a:gd name="T17" fmla="*/ 3 h 46"/>
                  <a:gd name="T18" fmla="*/ 0 w 9"/>
                  <a:gd name="T19" fmla="*/ 39 h 46"/>
                  <a:gd name="T20" fmla="*/ 0 w 9"/>
                  <a:gd name="T21" fmla="*/ 41 h 46"/>
                  <a:gd name="T22" fmla="*/ 1 w 9"/>
                  <a:gd name="T23" fmla="*/ 42 h 46"/>
                  <a:gd name="T24" fmla="*/ 3 w 9"/>
                  <a:gd name="T25" fmla="*/ 44 h 46"/>
                  <a:gd name="T26" fmla="*/ 4 w 9"/>
                  <a:gd name="T27" fmla="*/ 46 h 46"/>
                  <a:gd name="T28" fmla="*/ 6 w 9"/>
                  <a:gd name="T29" fmla="*/ 46 h 46"/>
                  <a:gd name="T30" fmla="*/ 7 w 9"/>
                  <a:gd name="T31" fmla="*/ 44 h 46"/>
                  <a:gd name="T32" fmla="*/ 9 w 9"/>
                  <a:gd name="T33" fmla="*/ 42 h 46"/>
                  <a:gd name="T34" fmla="*/ 9 w 9"/>
                  <a:gd name="T35" fmla="*/ 41 h 46"/>
                  <a:gd name="T36" fmla="*/ 9 w 9"/>
                  <a:gd name="T37" fmla="*/ 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5"/>
                    </a:moveTo>
                    <a:lnTo>
                      <a:pt x="9" y="3"/>
                    </a:lnTo>
                    <a:lnTo>
                      <a:pt x="9" y="2"/>
                    </a:lnTo>
                    <a:lnTo>
                      <a:pt x="7" y="0"/>
                    </a:lnTo>
                    <a:lnTo>
                      <a:pt x="6" y="0"/>
                    </a:lnTo>
                    <a:lnTo>
                      <a:pt x="4" y="0"/>
                    </a:lnTo>
                    <a:lnTo>
                      <a:pt x="3" y="0"/>
                    </a:lnTo>
                    <a:lnTo>
                      <a:pt x="1" y="2"/>
                    </a:lnTo>
                    <a:lnTo>
                      <a:pt x="0" y="3"/>
                    </a:lnTo>
                    <a:lnTo>
                      <a:pt x="0" y="39"/>
                    </a:lnTo>
                    <a:lnTo>
                      <a:pt x="0" y="41"/>
                    </a:lnTo>
                    <a:lnTo>
                      <a:pt x="1" y="42"/>
                    </a:lnTo>
                    <a:lnTo>
                      <a:pt x="3" y="44"/>
                    </a:lnTo>
                    <a:lnTo>
                      <a:pt x="4" y="46"/>
                    </a:lnTo>
                    <a:lnTo>
                      <a:pt x="6" y="46"/>
                    </a:lnTo>
                    <a:lnTo>
                      <a:pt x="7" y="44"/>
                    </a:lnTo>
                    <a:lnTo>
                      <a:pt x="9" y="42"/>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02" name="Freeform 74"/>
              <p:cNvSpPr>
                <a:spLocks/>
              </p:cNvSpPr>
              <p:nvPr/>
            </p:nvSpPr>
            <p:spPr bwMode="auto">
              <a:xfrm>
                <a:off x="2461" y="3269"/>
                <a:ext cx="9" cy="45"/>
              </a:xfrm>
              <a:custGeom>
                <a:avLst/>
                <a:gdLst>
                  <a:gd name="T0" fmla="*/ 9 w 9"/>
                  <a:gd name="T1" fmla="*/ 4 h 45"/>
                  <a:gd name="T2" fmla="*/ 9 w 9"/>
                  <a:gd name="T3" fmla="*/ 3 h 45"/>
                  <a:gd name="T4" fmla="*/ 9 w 9"/>
                  <a:gd name="T5" fmla="*/ 1 h 45"/>
                  <a:gd name="T6" fmla="*/ 7 w 9"/>
                  <a:gd name="T7" fmla="*/ 0 h 45"/>
                  <a:gd name="T8" fmla="*/ 6 w 9"/>
                  <a:gd name="T9" fmla="*/ 0 h 45"/>
                  <a:gd name="T10" fmla="*/ 4 w 9"/>
                  <a:gd name="T11" fmla="*/ 0 h 45"/>
                  <a:gd name="T12" fmla="*/ 3 w 9"/>
                  <a:gd name="T13" fmla="*/ 0 h 45"/>
                  <a:gd name="T14" fmla="*/ 1 w 9"/>
                  <a:gd name="T15" fmla="*/ 1 h 45"/>
                  <a:gd name="T16" fmla="*/ 0 w 9"/>
                  <a:gd name="T17" fmla="*/ 3 h 45"/>
                  <a:gd name="T18" fmla="*/ 0 w 9"/>
                  <a:gd name="T19" fmla="*/ 39 h 45"/>
                  <a:gd name="T20" fmla="*/ 0 w 9"/>
                  <a:gd name="T21" fmla="*/ 41 h 45"/>
                  <a:gd name="T22" fmla="*/ 1 w 9"/>
                  <a:gd name="T23" fmla="*/ 42 h 45"/>
                  <a:gd name="T24" fmla="*/ 3 w 9"/>
                  <a:gd name="T25" fmla="*/ 44 h 45"/>
                  <a:gd name="T26" fmla="*/ 4 w 9"/>
                  <a:gd name="T27" fmla="*/ 45 h 45"/>
                  <a:gd name="T28" fmla="*/ 6 w 9"/>
                  <a:gd name="T29" fmla="*/ 45 h 45"/>
                  <a:gd name="T30" fmla="*/ 7 w 9"/>
                  <a:gd name="T31" fmla="*/ 44 h 45"/>
                  <a:gd name="T32" fmla="*/ 9 w 9"/>
                  <a:gd name="T33" fmla="*/ 42 h 45"/>
                  <a:gd name="T34" fmla="*/ 9 w 9"/>
                  <a:gd name="T35" fmla="*/ 41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7" y="0"/>
                    </a:lnTo>
                    <a:lnTo>
                      <a:pt x="6" y="0"/>
                    </a:lnTo>
                    <a:lnTo>
                      <a:pt x="4" y="0"/>
                    </a:lnTo>
                    <a:lnTo>
                      <a:pt x="3" y="0"/>
                    </a:lnTo>
                    <a:lnTo>
                      <a:pt x="1" y="1"/>
                    </a:lnTo>
                    <a:lnTo>
                      <a:pt x="0" y="3"/>
                    </a:lnTo>
                    <a:lnTo>
                      <a:pt x="0" y="39"/>
                    </a:lnTo>
                    <a:lnTo>
                      <a:pt x="0" y="41"/>
                    </a:lnTo>
                    <a:lnTo>
                      <a:pt x="1" y="42"/>
                    </a:lnTo>
                    <a:lnTo>
                      <a:pt x="3" y="44"/>
                    </a:lnTo>
                    <a:lnTo>
                      <a:pt x="4" y="45"/>
                    </a:lnTo>
                    <a:lnTo>
                      <a:pt x="6" y="45"/>
                    </a:lnTo>
                    <a:lnTo>
                      <a:pt x="7" y="44"/>
                    </a:lnTo>
                    <a:lnTo>
                      <a:pt x="9" y="42"/>
                    </a:lnTo>
                    <a:lnTo>
                      <a:pt x="9" y="41"/>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03" name="Freeform 75"/>
              <p:cNvSpPr>
                <a:spLocks/>
              </p:cNvSpPr>
              <p:nvPr/>
            </p:nvSpPr>
            <p:spPr bwMode="auto">
              <a:xfrm>
                <a:off x="2461" y="3332"/>
                <a:ext cx="9" cy="45"/>
              </a:xfrm>
              <a:custGeom>
                <a:avLst/>
                <a:gdLst>
                  <a:gd name="T0" fmla="*/ 9 w 9"/>
                  <a:gd name="T1" fmla="*/ 5 h 46"/>
                  <a:gd name="T2" fmla="*/ 9 w 9"/>
                  <a:gd name="T3" fmla="*/ 3 h 46"/>
                  <a:gd name="T4" fmla="*/ 9 w 9"/>
                  <a:gd name="T5" fmla="*/ 2 h 46"/>
                  <a:gd name="T6" fmla="*/ 7 w 9"/>
                  <a:gd name="T7" fmla="*/ 0 h 46"/>
                  <a:gd name="T8" fmla="*/ 6 w 9"/>
                  <a:gd name="T9" fmla="*/ 0 h 46"/>
                  <a:gd name="T10" fmla="*/ 4 w 9"/>
                  <a:gd name="T11" fmla="*/ 0 h 46"/>
                  <a:gd name="T12" fmla="*/ 3 w 9"/>
                  <a:gd name="T13" fmla="*/ 0 h 46"/>
                  <a:gd name="T14" fmla="*/ 1 w 9"/>
                  <a:gd name="T15" fmla="*/ 2 h 46"/>
                  <a:gd name="T16" fmla="*/ 0 w 9"/>
                  <a:gd name="T17" fmla="*/ 3 h 46"/>
                  <a:gd name="T18" fmla="*/ 0 w 9"/>
                  <a:gd name="T19" fmla="*/ 40 h 46"/>
                  <a:gd name="T20" fmla="*/ 0 w 9"/>
                  <a:gd name="T21" fmla="*/ 41 h 46"/>
                  <a:gd name="T22" fmla="*/ 1 w 9"/>
                  <a:gd name="T23" fmla="*/ 43 h 46"/>
                  <a:gd name="T24" fmla="*/ 3 w 9"/>
                  <a:gd name="T25" fmla="*/ 44 h 46"/>
                  <a:gd name="T26" fmla="*/ 4 w 9"/>
                  <a:gd name="T27" fmla="*/ 46 h 46"/>
                  <a:gd name="T28" fmla="*/ 6 w 9"/>
                  <a:gd name="T29" fmla="*/ 46 h 46"/>
                  <a:gd name="T30" fmla="*/ 7 w 9"/>
                  <a:gd name="T31" fmla="*/ 44 h 46"/>
                  <a:gd name="T32" fmla="*/ 9 w 9"/>
                  <a:gd name="T33" fmla="*/ 43 h 46"/>
                  <a:gd name="T34" fmla="*/ 9 w 9"/>
                  <a:gd name="T35" fmla="*/ 41 h 46"/>
                  <a:gd name="T36" fmla="*/ 9 w 9"/>
                  <a:gd name="T37" fmla="*/ 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5"/>
                    </a:moveTo>
                    <a:lnTo>
                      <a:pt x="9" y="3"/>
                    </a:lnTo>
                    <a:lnTo>
                      <a:pt x="9" y="2"/>
                    </a:lnTo>
                    <a:lnTo>
                      <a:pt x="7" y="0"/>
                    </a:lnTo>
                    <a:lnTo>
                      <a:pt x="6" y="0"/>
                    </a:lnTo>
                    <a:lnTo>
                      <a:pt x="4" y="0"/>
                    </a:lnTo>
                    <a:lnTo>
                      <a:pt x="3" y="0"/>
                    </a:lnTo>
                    <a:lnTo>
                      <a:pt x="1" y="2"/>
                    </a:lnTo>
                    <a:lnTo>
                      <a:pt x="0" y="3"/>
                    </a:lnTo>
                    <a:lnTo>
                      <a:pt x="0" y="40"/>
                    </a:lnTo>
                    <a:lnTo>
                      <a:pt x="0" y="41"/>
                    </a:lnTo>
                    <a:lnTo>
                      <a:pt x="1" y="43"/>
                    </a:lnTo>
                    <a:lnTo>
                      <a:pt x="3" y="44"/>
                    </a:lnTo>
                    <a:lnTo>
                      <a:pt x="4" y="46"/>
                    </a:lnTo>
                    <a:lnTo>
                      <a:pt x="6" y="46"/>
                    </a:lnTo>
                    <a:lnTo>
                      <a:pt x="7" y="44"/>
                    </a:lnTo>
                    <a:lnTo>
                      <a:pt x="9" y="43"/>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04" name="Freeform 76"/>
              <p:cNvSpPr>
                <a:spLocks/>
              </p:cNvSpPr>
              <p:nvPr/>
            </p:nvSpPr>
            <p:spPr bwMode="auto">
              <a:xfrm>
                <a:off x="2461" y="3396"/>
                <a:ext cx="9" cy="45"/>
              </a:xfrm>
              <a:custGeom>
                <a:avLst/>
                <a:gdLst>
                  <a:gd name="T0" fmla="*/ 9 w 9"/>
                  <a:gd name="T1" fmla="*/ 4 h 45"/>
                  <a:gd name="T2" fmla="*/ 9 w 9"/>
                  <a:gd name="T3" fmla="*/ 3 h 45"/>
                  <a:gd name="T4" fmla="*/ 9 w 9"/>
                  <a:gd name="T5" fmla="*/ 1 h 45"/>
                  <a:gd name="T6" fmla="*/ 7 w 9"/>
                  <a:gd name="T7" fmla="*/ 0 h 45"/>
                  <a:gd name="T8" fmla="*/ 6 w 9"/>
                  <a:gd name="T9" fmla="*/ 0 h 45"/>
                  <a:gd name="T10" fmla="*/ 4 w 9"/>
                  <a:gd name="T11" fmla="*/ 0 h 45"/>
                  <a:gd name="T12" fmla="*/ 3 w 9"/>
                  <a:gd name="T13" fmla="*/ 0 h 45"/>
                  <a:gd name="T14" fmla="*/ 1 w 9"/>
                  <a:gd name="T15" fmla="*/ 1 h 45"/>
                  <a:gd name="T16" fmla="*/ 0 w 9"/>
                  <a:gd name="T17" fmla="*/ 3 h 45"/>
                  <a:gd name="T18" fmla="*/ 0 w 9"/>
                  <a:gd name="T19" fmla="*/ 39 h 45"/>
                  <a:gd name="T20" fmla="*/ 0 w 9"/>
                  <a:gd name="T21" fmla="*/ 41 h 45"/>
                  <a:gd name="T22" fmla="*/ 1 w 9"/>
                  <a:gd name="T23" fmla="*/ 42 h 45"/>
                  <a:gd name="T24" fmla="*/ 3 w 9"/>
                  <a:gd name="T25" fmla="*/ 44 h 45"/>
                  <a:gd name="T26" fmla="*/ 4 w 9"/>
                  <a:gd name="T27" fmla="*/ 45 h 45"/>
                  <a:gd name="T28" fmla="*/ 6 w 9"/>
                  <a:gd name="T29" fmla="*/ 45 h 45"/>
                  <a:gd name="T30" fmla="*/ 7 w 9"/>
                  <a:gd name="T31" fmla="*/ 44 h 45"/>
                  <a:gd name="T32" fmla="*/ 9 w 9"/>
                  <a:gd name="T33" fmla="*/ 42 h 45"/>
                  <a:gd name="T34" fmla="*/ 9 w 9"/>
                  <a:gd name="T35" fmla="*/ 41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7" y="0"/>
                    </a:lnTo>
                    <a:lnTo>
                      <a:pt x="6" y="0"/>
                    </a:lnTo>
                    <a:lnTo>
                      <a:pt x="4" y="0"/>
                    </a:lnTo>
                    <a:lnTo>
                      <a:pt x="3" y="0"/>
                    </a:lnTo>
                    <a:lnTo>
                      <a:pt x="1" y="1"/>
                    </a:lnTo>
                    <a:lnTo>
                      <a:pt x="0" y="3"/>
                    </a:lnTo>
                    <a:lnTo>
                      <a:pt x="0" y="39"/>
                    </a:lnTo>
                    <a:lnTo>
                      <a:pt x="0" y="41"/>
                    </a:lnTo>
                    <a:lnTo>
                      <a:pt x="1" y="42"/>
                    </a:lnTo>
                    <a:lnTo>
                      <a:pt x="3" y="44"/>
                    </a:lnTo>
                    <a:lnTo>
                      <a:pt x="4" y="45"/>
                    </a:lnTo>
                    <a:lnTo>
                      <a:pt x="6" y="45"/>
                    </a:lnTo>
                    <a:lnTo>
                      <a:pt x="7" y="44"/>
                    </a:lnTo>
                    <a:lnTo>
                      <a:pt x="9" y="42"/>
                    </a:lnTo>
                    <a:lnTo>
                      <a:pt x="9" y="41"/>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05" name="Freeform 77"/>
              <p:cNvSpPr>
                <a:spLocks/>
              </p:cNvSpPr>
              <p:nvPr/>
            </p:nvSpPr>
            <p:spPr bwMode="auto">
              <a:xfrm>
                <a:off x="2461" y="3460"/>
                <a:ext cx="9" cy="39"/>
              </a:xfrm>
              <a:custGeom>
                <a:avLst/>
                <a:gdLst>
                  <a:gd name="T0" fmla="*/ 9 w 9"/>
                  <a:gd name="T1" fmla="*/ 4 h 39"/>
                  <a:gd name="T2" fmla="*/ 9 w 9"/>
                  <a:gd name="T3" fmla="*/ 3 h 39"/>
                  <a:gd name="T4" fmla="*/ 9 w 9"/>
                  <a:gd name="T5" fmla="*/ 1 h 39"/>
                  <a:gd name="T6" fmla="*/ 7 w 9"/>
                  <a:gd name="T7" fmla="*/ 0 h 39"/>
                  <a:gd name="T8" fmla="*/ 6 w 9"/>
                  <a:gd name="T9" fmla="*/ 0 h 39"/>
                  <a:gd name="T10" fmla="*/ 4 w 9"/>
                  <a:gd name="T11" fmla="*/ 0 h 39"/>
                  <a:gd name="T12" fmla="*/ 3 w 9"/>
                  <a:gd name="T13" fmla="*/ 0 h 39"/>
                  <a:gd name="T14" fmla="*/ 1 w 9"/>
                  <a:gd name="T15" fmla="*/ 1 h 39"/>
                  <a:gd name="T16" fmla="*/ 0 w 9"/>
                  <a:gd name="T17" fmla="*/ 3 h 39"/>
                  <a:gd name="T18" fmla="*/ 0 w 9"/>
                  <a:gd name="T19" fmla="*/ 34 h 39"/>
                  <a:gd name="T20" fmla="*/ 0 w 9"/>
                  <a:gd name="T21" fmla="*/ 34 h 39"/>
                  <a:gd name="T22" fmla="*/ 1 w 9"/>
                  <a:gd name="T23" fmla="*/ 36 h 39"/>
                  <a:gd name="T24" fmla="*/ 3 w 9"/>
                  <a:gd name="T25" fmla="*/ 37 h 39"/>
                  <a:gd name="T26" fmla="*/ 4 w 9"/>
                  <a:gd name="T27" fmla="*/ 39 h 39"/>
                  <a:gd name="T28" fmla="*/ 4 w 9"/>
                  <a:gd name="T29" fmla="*/ 39 h 39"/>
                  <a:gd name="T30" fmla="*/ 6 w 9"/>
                  <a:gd name="T31" fmla="*/ 37 h 39"/>
                  <a:gd name="T32" fmla="*/ 7 w 9"/>
                  <a:gd name="T33" fmla="*/ 36 h 39"/>
                  <a:gd name="T34" fmla="*/ 9 w 9"/>
                  <a:gd name="T35" fmla="*/ 36 h 39"/>
                  <a:gd name="T36" fmla="*/ 9 w 9"/>
                  <a:gd name="T37" fmla="*/ 4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39">
                    <a:moveTo>
                      <a:pt x="9" y="4"/>
                    </a:moveTo>
                    <a:lnTo>
                      <a:pt x="9" y="3"/>
                    </a:lnTo>
                    <a:lnTo>
                      <a:pt x="9" y="1"/>
                    </a:lnTo>
                    <a:lnTo>
                      <a:pt x="7" y="0"/>
                    </a:lnTo>
                    <a:lnTo>
                      <a:pt x="6" y="0"/>
                    </a:lnTo>
                    <a:lnTo>
                      <a:pt x="4" y="0"/>
                    </a:lnTo>
                    <a:lnTo>
                      <a:pt x="3" y="0"/>
                    </a:lnTo>
                    <a:lnTo>
                      <a:pt x="1" y="1"/>
                    </a:lnTo>
                    <a:lnTo>
                      <a:pt x="0" y="3"/>
                    </a:lnTo>
                    <a:lnTo>
                      <a:pt x="0" y="34"/>
                    </a:lnTo>
                    <a:lnTo>
                      <a:pt x="0" y="34"/>
                    </a:lnTo>
                    <a:lnTo>
                      <a:pt x="1" y="36"/>
                    </a:lnTo>
                    <a:lnTo>
                      <a:pt x="3" y="37"/>
                    </a:lnTo>
                    <a:lnTo>
                      <a:pt x="4" y="39"/>
                    </a:lnTo>
                    <a:lnTo>
                      <a:pt x="4" y="39"/>
                    </a:lnTo>
                    <a:lnTo>
                      <a:pt x="6" y="37"/>
                    </a:lnTo>
                    <a:lnTo>
                      <a:pt x="7" y="36"/>
                    </a:lnTo>
                    <a:lnTo>
                      <a:pt x="9" y="36"/>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49175" name="Group 81"/>
            <p:cNvGrpSpPr>
              <a:grpSpLocks/>
            </p:cNvGrpSpPr>
            <p:nvPr/>
          </p:nvGrpSpPr>
          <p:grpSpPr bwMode="auto">
            <a:xfrm>
              <a:off x="1911" y="1507"/>
              <a:ext cx="671" cy="65"/>
              <a:chOff x="1794" y="2478"/>
              <a:chExt cx="671" cy="65"/>
            </a:xfrm>
          </p:grpSpPr>
          <p:sp>
            <p:nvSpPr>
              <p:cNvPr id="534607" name="Line 79"/>
              <p:cNvSpPr>
                <a:spLocks noChangeShapeType="1"/>
              </p:cNvSpPr>
              <p:nvPr/>
            </p:nvSpPr>
            <p:spPr bwMode="auto">
              <a:xfrm flipH="1">
                <a:off x="1887" y="2510"/>
                <a:ext cx="578"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34608" name="Freeform 80"/>
              <p:cNvSpPr>
                <a:spLocks/>
              </p:cNvSpPr>
              <p:nvPr/>
            </p:nvSpPr>
            <p:spPr bwMode="auto">
              <a:xfrm>
                <a:off x="1794" y="2478"/>
                <a:ext cx="97" cy="65"/>
              </a:xfrm>
              <a:custGeom>
                <a:avLst/>
                <a:gdLst>
                  <a:gd name="T0" fmla="*/ 97 w 97"/>
                  <a:gd name="T1" fmla="*/ 0 h 65"/>
                  <a:gd name="T2" fmla="*/ 0 w 97"/>
                  <a:gd name="T3" fmla="*/ 32 h 65"/>
                  <a:gd name="T4" fmla="*/ 97 w 97"/>
                  <a:gd name="T5" fmla="*/ 65 h 65"/>
                  <a:gd name="T6" fmla="*/ 97 w 97"/>
                  <a:gd name="T7" fmla="*/ 0 h 65"/>
                </a:gdLst>
                <a:ahLst/>
                <a:cxnLst>
                  <a:cxn ang="0">
                    <a:pos x="T0" y="T1"/>
                  </a:cxn>
                  <a:cxn ang="0">
                    <a:pos x="T2" y="T3"/>
                  </a:cxn>
                  <a:cxn ang="0">
                    <a:pos x="T4" y="T5"/>
                  </a:cxn>
                  <a:cxn ang="0">
                    <a:pos x="T6" y="T7"/>
                  </a:cxn>
                </a:cxnLst>
                <a:rect l="0" t="0" r="r" b="b"/>
                <a:pathLst>
                  <a:path w="97" h="65">
                    <a:moveTo>
                      <a:pt x="97" y="0"/>
                    </a:moveTo>
                    <a:lnTo>
                      <a:pt x="0" y="32"/>
                    </a:lnTo>
                    <a:lnTo>
                      <a:pt x="97" y="65"/>
                    </a:lnTo>
                    <a:lnTo>
                      <a:pt x="9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49176" name="Group 84"/>
            <p:cNvGrpSpPr>
              <a:grpSpLocks/>
            </p:cNvGrpSpPr>
            <p:nvPr/>
          </p:nvGrpSpPr>
          <p:grpSpPr bwMode="auto">
            <a:xfrm>
              <a:off x="1878" y="1539"/>
              <a:ext cx="65" cy="394"/>
              <a:chOff x="1761" y="2510"/>
              <a:chExt cx="65" cy="394"/>
            </a:xfrm>
          </p:grpSpPr>
          <p:sp>
            <p:nvSpPr>
              <p:cNvPr id="534610" name="Line 82"/>
              <p:cNvSpPr>
                <a:spLocks noChangeShapeType="1"/>
              </p:cNvSpPr>
              <p:nvPr/>
            </p:nvSpPr>
            <p:spPr bwMode="auto">
              <a:xfrm>
                <a:off x="1793" y="2510"/>
                <a:ext cx="1" cy="254"/>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34611" name="Freeform 83"/>
              <p:cNvSpPr>
                <a:spLocks/>
              </p:cNvSpPr>
              <p:nvPr/>
            </p:nvSpPr>
            <p:spPr bwMode="auto">
              <a:xfrm>
                <a:off x="1761" y="2761"/>
                <a:ext cx="65" cy="143"/>
              </a:xfrm>
              <a:custGeom>
                <a:avLst/>
                <a:gdLst>
                  <a:gd name="T0" fmla="*/ 0 w 65"/>
                  <a:gd name="T1" fmla="*/ 0 h 143"/>
                  <a:gd name="T2" fmla="*/ 33 w 65"/>
                  <a:gd name="T3" fmla="*/ 143 h 143"/>
                  <a:gd name="T4" fmla="*/ 65 w 65"/>
                  <a:gd name="T5" fmla="*/ 0 h 143"/>
                  <a:gd name="T6" fmla="*/ 0 w 65"/>
                  <a:gd name="T7" fmla="*/ 0 h 143"/>
                </a:gdLst>
                <a:ahLst/>
                <a:cxnLst>
                  <a:cxn ang="0">
                    <a:pos x="T0" y="T1"/>
                  </a:cxn>
                  <a:cxn ang="0">
                    <a:pos x="T2" y="T3"/>
                  </a:cxn>
                  <a:cxn ang="0">
                    <a:pos x="T4" y="T5"/>
                  </a:cxn>
                  <a:cxn ang="0">
                    <a:pos x="T6" y="T7"/>
                  </a:cxn>
                </a:cxnLst>
                <a:rect l="0" t="0" r="r" b="b"/>
                <a:pathLst>
                  <a:path w="65" h="143">
                    <a:moveTo>
                      <a:pt x="0" y="0"/>
                    </a:moveTo>
                    <a:lnTo>
                      <a:pt x="33" y="143"/>
                    </a:lnTo>
                    <a:lnTo>
                      <a:pt x="65"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49177" name="Group 87"/>
            <p:cNvGrpSpPr>
              <a:grpSpLocks/>
            </p:cNvGrpSpPr>
            <p:nvPr/>
          </p:nvGrpSpPr>
          <p:grpSpPr bwMode="auto">
            <a:xfrm>
              <a:off x="1350" y="1901"/>
              <a:ext cx="560" cy="65"/>
              <a:chOff x="1233" y="2872"/>
              <a:chExt cx="560" cy="65"/>
            </a:xfrm>
          </p:grpSpPr>
          <p:sp>
            <p:nvSpPr>
              <p:cNvPr id="534613" name="Line 85"/>
              <p:cNvSpPr>
                <a:spLocks noChangeShapeType="1"/>
              </p:cNvSpPr>
              <p:nvPr/>
            </p:nvSpPr>
            <p:spPr bwMode="auto">
              <a:xfrm flipH="1">
                <a:off x="1370" y="2904"/>
                <a:ext cx="4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34614" name="Freeform 86"/>
              <p:cNvSpPr>
                <a:spLocks/>
              </p:cNvSpPr>
              <p:nvPr/>
            </p:nvSpPr>
            <p:spPr bwMode="auto">
              <a:xfrm>
                <a:off x="1233" y="2872"/>
                <a:ext cx="141" cy="65"/>
              </a:xfrm>
              <a:custGeom>
                <a:avLst/>
                <a:gdLst>
                  <a:gd name="T0" fmla="*/ 141 w 141"/>
                  <a:gd name="T1" fmla="*/ 0 h 65"/>
                  <a:gd name="T2" fmla="*/ 0 w 141"/>
                  <a:gd name="T3" fmla="*/ 32 h 65"/>
                  <a:gd name="T4" fmla="*/ 141 w 141"/>
                  <a:gd name="T5" fmla="*/ 65 h 65"/>
                  <a:gd name="T6" fmla="*/ 141 w 141"/>
                  <a:gd name="T7" fmla="*/ 0 h 65"/>
                </a:gdLst>
                <a:ahLst/>
                <a:cxnLst>
                  <a:cxn ang="0">
                    <a:pos x="T0" y="T1"/>
                  </a:cxn>
                  <a:cxn ang="0">
                    <a:pos x="T2" y="T3"/>
                  </a:cxn>
                  <a:cxn ang="0">
                    <a:pos x="T4" y="T5"/>
                  </a:cxn>
                  <a:cxn ang="0">
                    <a:pos x="T6" y="T7"/>
                  </a:cxn>
                </a:cxnLst>
                <a:rect l="0" t="0" r="r" b="b"/>
                <a:pathLst>
                  <a:path w="141" h="65">
                    <a:moveTo>
                      <a:pt x="141" y="0"/>
                    </a:moveTo>
                    <a:lnTo>
                      <a:pt x="0" y="32"/>
                    </a:lnTo>
                    <a:lnTo>
                      <a:pt x="141" y="65"/>
                    </a:lnTo>
                    <a:lnTo>
                      <a:pt x="14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49178" name="Group 98"/>
            <p:cNvGrpSpPr>
              <a:grpSpLocks/>
            </p:cNvGrpSpPr>
            <p:nvPr/>
          </p:nvGrpSpPr>
          <p:grpSpPr bwMode="auto">
            <a:xfrm>
              <a:off x="1345" y="1927"/>
              <a:ext cx="9" cy="599"/>
              <a:chOff x="1228" y="2898"/>
              <a:chExt cx="9" cy="599"/>
            </a:xfrm>
          </p:grpSpPr>
          <p:sp>
            <p:nvSpPr>
              <p:cNvPr id="534616" name="Freeform 88"/>
              <p:cNvSpPr>
                <a:spLocks/>
              </p:cNvSpPr>
              <p:nvPr/>
            </p:nvSpPr>
            <p:spPr bwMode="auto">
              <a:xfrm>
                <a:off x="1228" y="2898"/>
                <a:ext cx="9" cy="45"/>
              </a:xfrm>
              <a:custGeom>
                <a:avLst/>
                <a:gdLst>
                  <a:gd name="T0" fmla="*/ 9 w 9"/>
                  <a:gd name="T1" fmla="*/ 6 h 45"/>
                  <a:gd name="T2" fmla="*/ 9 w 9"/>
                  <a:gd name="T3" fmla="*/ 4 h 45"/>
                  <a:gd name="T4" fmla="*/ 8 w 9"/>
                  <a:gd name="T5" fmla="*/ 3 h 45"/>
                  <a:gd name="T6" fmla="*/ 6 w 9"/>
                  <a:gd name="T7" fmla="*/ 1 h 45"/>
                  <a:gd name="T8" fmla="*/ 5 w 9"/>
                  <a:gd name="T9" fmla="*/ 0 h 45"/>
                  <a:gd name="T10" fmla="*/ 5 w 9"/>
                  <a:gd name="T11" fmla="*/ 0 h 45"/>
                  <a:gd name="T12" fmla="*/ 3 w 9"/>
                  <a:gd name="T13" fmla="*/ 1 h 45"/>
                  <a:gd name="T14" fmla="*/ 2 w 9"/>
                  <a:gd name="T15" fmla="*/ 3 h 45"/>
                  <a:gd name="T16" fmla="*/ 0 w 9"/>
                  <a:gd name="T17" fmla="*/ 4 h 45"/>
                  <a:gd name="T18" fmla="*/ 0 w 9"/>
                  <a:gd name="T19" fmla="*/ 39 h 45"/>
                  <a:gd name="T20" fmla="*/ 0 w 9"/>
                  <a:gd name="T21" fmla="*/ 40 h 45"/>
                  <a:gd name="T22" fmla="*/ 2 w 9"/>
                  <a:gd name="T23" fmla="*/ 42 h 45"/>
                  <a:gd name="T24" fmla="*/ 3 w 9"/>
                  <a:gd name="T25" fmla="*/ 43 h 45"/>
                  <a:gd name="T26" fmla="*/ 5 w 9"/>
                  <a:gd name="T27" fmla="*/ 45 h 45"/>
                  <a:gd name="T28" fmla="*/ 6 w 9"/>
                  <a:gd name="T29" fmla="*/ 45 h 45"/>
                  <a:gd name="T30" fmla="*/ 8 w 9"/>
                  <a:gd name="T31" fmla="*/ 43 h 45"/>
                  <a:gd name="T32" fmla="*/ 9 w 9"/>
                  <a:gd name="T33" fmla="*/ 42 h 45"/>
                  <a:gd name="T34" fmla="*/ 9 w 9"/>
                  <a:gd name="T35" fmla="*/ 40 h 45"/>
                  <a:gd name="T36" fmla="*/ 9 w 9"/>
                  <a:gd name="T37" fmla="*/ 6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6"/>
                    </a:moveTo>
                    <a:lnTo>
                      <a:pt x="9" y="4"/>
                    </a:lnTo>
                    <a:lnTo>
                      <a:pt x="8" y="3"/>
                    </a:lnTo>
                    <a:lnTo>
                      <a:pt x="6" y="1"/>
                    </a:lnTo>
                    <a:lnTo>
                      <a:pt x="5" y="0"/>
                    </a:lnTo>
                    <a:lnTo>
                      <a:pt x="5" y="0"/>
                    </a:lnTo>
                    <a:lnTo>
                      <a:pt x="3" y="1"/>
                    </a:lnTo>
                    <a:lnTo>
                      <a:pt x="2" y="3"/>
                    </a:lnTo>
                    <a:lnTo>
                      <a:pt x="0" y="4"/>
                    </a:lnTo>
                    <a:lnTo>
                      <a:pt x="0" y="39"/>
                    </a:lnTo>
                    <a:lnTo>
                      <a:pt x="0" y="40"/>
                    </a:lnTo>
                    <a:lnTo>
                      <a:pt x="2" y="42"/>
                    </a:lnTo>
                    <a:lnTo>
                      <a:pt x="3" y="43"/>
                    </a:lnTo>
                    <a:lnTo>
                      <a:pt x="5" y="45"/>
                    </a:lnTo>
                    <a:lnTo>
                      <a:pt x="6" y="45"/>
                    </a:lnTo>
                    <a:lnTo>
                      <a:pt x="8" y="43"/>
                    </a:lnTo>
                    <a:lnTo>
                      <a:pt x="9" y="42"/>
                    </a:lnTo>
                    <a:lnTo>
                      <a:pt x="9" y="40"/>
                    </a:ln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17" name="Freeform 89"/>
              <p:cNvSpPr>
                <a:spLocks/>
              </p:cNvSpPr>
              <p:nvPr/>
            </p:nvSpPr>
            <p:spPr bwMode="auto">
              <a:xfrm>
                <a:off x="1228" y="2961"/>
                <a:ext cx="9" cy="46"/>
              </a:xfrm>
              <a:custGeom>
                <a:avLst/>
                <a:gdLst>
                  <a:gd name="T0" fmla="*/ 9 w 9"/>
                  <a:gd name="T1" fmla="*/ 5 h 46"/>
                  <a:gd name="T2" fmla="*/ 9 w 9"/>
                  <a:gd name="T3" fmla="*/ 3 h 46"/>
                  <a:gd name="T4" fmla="*/ 9 w 9"/>
                  <a:gd name="T5" fmla="*/ 2 h 46"/>
                  <a:gd name="T6" fmla="*/ 8 w 9"/>
                  <a:gd name="T7" fmla="*/ 0 h 46"/>
                  <a:gd name="T8" fmla="*/ 6 w 9"/>
                  <a:gd name="T9" fmla="*/ 0 h 46"/>
                  <a:gd name="T10" fmla="*/ 5 w 9"/>
                  <a:gd name="T11" fmla="*/ 0 h 46"/>
                  <a:gd name="T12" fmla="*/ 3 w 9"/>
                  <a:gd name="T13" fmla="*/ 0 h 46"/>
                  <a:gd name="T14" fmla="*/ 2 w 9"/>
                  <a:gd name="T15" fmla="*/ 2 h 46"/>
                  <a:gd name="T16" fmla="*/ 0 w 9"/>
                  <a:gd name="T17" fmla="*/ 3 h 46"/>
                  <a:gd name="T18" fmla="*/ 0 w 9"/>
                  <a:gd name="T19" fmla="*/ 40 h 46"/>
                  <a:gd name="T20" fmla="*/ 0 w 9"/>
                  <a:gd name="T21" fmla="*/ 41 h 46"/>
                  <a:gd name="T22" fmla="*/ 2 w 9"/>
                  <a:gd name="T23" fmla="*/ 43 h 46"/>
                  <a:gd name="T24" fmla="*/ 3 w 9"/>
                  <a:gd name="T25" fmla="*/ 44 h 46"/>
                  <a:gd name="T26" fmla="*/ 5 w 9"/>
                  <a:gd name="T27" fmla="*/ 46 h 46"/>
                  <a:gd name="T28" fmla="*/ 6 w 9"/>
                  <a:gd name="T29" fmla="*/ 46 h 46"/>
                  <a:gd name="T30" fmla="*/ 8 w 9"/>
                  <a:gd name="T31" fmla="*/ 44 h 46"/>
                  <a:gd name="T32" fmla="*/ 9 w 9"/>
                  <a:gd name="T33" fmla="*/ 43 h 46"/>
                  <a:gd name="T34" fmla="*/ 9 w 9"/>
                  <a:gd name="T35" fmla="*/ 41 h 46"/>
                  <a:gd name="T36" fmla="*/ 9 w 9"/>
                  <a:gd name="T37" fmla="*/ 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5"/>
                    </a:moveTo>
                    <a:lnTo>
                      <a:pt x="9" y="3"/>
                    </a:lnTo>
                    <a:lnTo>
                      <a:pt x="9" y="2"/>
                    </a:lnTo>
                    <a:lnTo>
                      <a:pt x="8" y="0"/>
                    </a:lnTo>
                    <a:lnTo>
                      <a:pt x="6" y="0"/>
                    </a:lnTo>
                    <a:lnTo>
                      <a:pt x="5" y="0"/>
                    </a:lnTo>
                    <a:lnTo>
                      <a:pt x="3" y="0"/>
                    </a:lnTo>
                    <a:lnTo>
                      <a:pt x="2" y="2"/>
                    </a:lnTo>
                    <a:lnTo>
                      <a:pt x="0" y="3"/>
                    </a:lnTo>
                    <a:lnTo>
                      <a:pt x="0" y="40"/>
                    </a:lnTo>
                    <a:lnTo>
                      <a:pt x="0" y="41"/>
                    </a:lnTo>
                    <a:lnTo>
                      <a:pt x="2" y="43"/>
                    </a:lnTo>
                    <a:lnTo>
                      <a:pt x="3" y="44"/>
                    </a:lnTo>
                    <a:lnTo>
                      <a:pt x="5" y="46"/>
                    </a:lnTo>
                    <a:lnTo>
                      <a:pt x="6" y="46"/>
                    </a:lnTo>
                    <a:lnTo>
                      <a:pt x="8" y="44"/>
                    </a:lnTo>
                    <a:lnTo>
                      <a:pt x="9" y="43"/>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18" name="Freeform 90"/>
              <p:cNvSpPr>
                <a:spLocks/>
              </p:cNvSpPr>
              <p:nvPr/>
            </p:nvSpPr>
            <p:spPr bwMode="auto">
              <a:xfrm>
                <a:off x="1228" y="3025"/>
                <a:ext cx="9" cy="45"/>
              </a:xfrm>
              <a:custGeom>
                <a:avLst/>
                <a:gdLst>
                  <a:gd name="T0" fmla="*/ 9 w 9"/>
                  <a:gd name="T1" fmla="*/ 4 h 45"/>
                  <a:gd name="T2" fmla="*/ 9 w 9"/>
                  <a:gd name="T3" fmla="*/ 3 h 45"/>
                  <a:gd name="T4" fmla="*/ 9 w 9"/>
                  <a:gd name="T5" fmla="*/ 1 h 45"/>
                  <a:gd name="T6" fmla="*/ 8 w 9"/>
                  <a:gd name="T7" fmla="*/ 0 h 45"/>
                  <a:gd name="T8" fmla="*/ 6 w 9"/>
                  <a:gd name="T9" fmla="*/ 0 h 45"/>
                  <a:gd name="T10" fmla="*/ 5 w 9"/>
                  <a:gd name="T11" fmla="*/ 0 h 45"/>
                  <a:gd name="T12" fmla="*/ 3 w 9"/>
                  <a:gd name="T13" fmla="*/ 0 h 45"/>
                  <a:gd name="T14" fmla="*/ 2 w 9"/>
                  <a:gd name="T15" fmla="*/ 1 h 45"/>
                  <a:gd name="T16" fmla="*/ 0 w 9"/>
                  <a:gd name="T17" fmla="*/ 3 h 45"/>
                  <a:gd name="T18" fmla="*/ 0 w 9"/>
                  <a:gd name="T19" fmla="*/ 39 h 45"/>
                  <a:gd name="T20" fmla="*/ 0 w 9"/>
                  <a:gd name="T21" fmla="*/ 41 h 45"/>
                  <a:gd name="T22" fmla="*/ 2 w 9"/>
                  <a:gd name="T23" fmla="*/ 42 h 45"/>
                  <a:gd name="T24" fmla="*/ 3 w 9"/>
                  <a:gd name="T25" fmla="*/ 44 h 45"/>
                  <a:gd name="T26" fmla="*/ 5 w 9"/>
                  <a:gd name="T27" fmla="*/ 45 h 45"/>
                  <a:gd name="T28" fmla="*/ 6 w 9"/>
                  <a:gd name="T29" fmla="*/ 45 h 45"/>
                  <a:gd name="T30" fmla="*/ 8 w 9"/>
                  <a:gd name="T31" fmla="*/ 44 h 45"/>
                  <a:gd name="T32" fmla="*/ 9 w 9"/>
                  <a:gd name="T33" fmla="*/ 42 h 45"/>
                  <a:gd name="T34" fmla="*/ 9 w 9"/>
                  <a:gd name="T35" fmla="*/ 41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8" y="0"/>
                    </a:lnTo>
                    <a:lnTo>
                      <a:pt x="6" y="0"/>
                    </a:lnTo>
                    <a:lnTo>
                      <a:pt x="5" y="0"/>
                    </a:lnTo>
                    <a:lnTo>
                      <a:pt x="3" y="0"/>
                    </a:lnTo>
                    <a:lnTo>
                      <a:pt x="2" y="1"/>
                    </a:lnTo>
                    <a:lnTo>
                      <a:pt x="0" y="3"/>
                    </a:lnTo>
                    <a:lnTo>
                      <a:pt x="0" y="39"/>
                    </a:lnTo>
                    <a:lnTo>
                      <a:pt x="0" y="41"/>
                    </a:lnTo>
                    <a:lnTo>
                      <a:pt x="2" y="42"/>
                    </a:lnTo>
                    <a:lnTo>
                      <a:pt x="3" y="44"/>
                    </a:lnTo>
                    <a:lnTo>
                      <a:pt x="5" y="45"/>
                    </a:lnTo>
                    <a:lnTo>
                      <a:pt x="6" y="45"/>
                    </a:lnTo>
                    <a:lnTo>
                      <a:pt x="8" y="44"/>
                    </a:lnTo>
                    <a:lnTo>
                      <a:pt x="9" y="42"/>
                    </a:lnTo>
                    <a:lnTo>
                      <a:pt x="9" y="41"/>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19" name="Freeform 91"/>
              <p:cNvSpPr>
                <a:spLocks/>
              </p:cNvSpPr>
              <p:nvPr/>
            </p:nvSpPr>
            <p:spPr bwMode="auto">
              <a:xfrm>
                <a:off x="1228" y="3088"/>
                <a:ext cx="9" cy="46"/>
              </a:xfrm>
              <a:custGeom>
                <a:avLst/>
                <a:gdLst>
                  <a:gd name="T0" fmla="*/ 9 w 9"/>
                  <a:gd name="T1" fmla="*/ 5 h 46"/>
                  <a:gd name="T2" fmla="*/ 9 w 9"/>
                  <a:gd name="T3" fmla="*/ 3 h 46"/>
                  <a:gd name="T4" fmla="*/ 9 w 9"/>
                  <a:gd name="T5" fmla="*/ 2 h 46"/>
                  <a:gd name="T6" fmla="*/ 8 w 9"/>
                  <a:gd name="T7" fmla="*/ 0 h 46"/>
                  <a:gd name="T8" fmla="*/ 6 w 9"/>
                  <a:gd name="T9" fmla="*/ 0 h 46"/>
                  <a:gd name="T10" fmla="*/ 5 w 9"/>
                  <a:gd name="T11" fmla="*/ 0 h 46"/>
                  <a:gd name="T12" fmla="*/ 3 w 9"/>
                  <a:gd name="T13" fmla="*/ 0 h 46"/>
                  <a:gd name="T14" fmla="*/ 2 w 9"/>
                  <a:gd name="T15" fmla="*/ 2 h 46"/>
                  <a:gd name="T16" fmla="*/ 0 w 9"/>
                  <a:gd name="T17" fmla="*/ 3 h 46"/>
                  <a:gd name="T18" fmla="*/ 0 w 9"/>
                  <a:gd name="T19" fmla="*/ 40 h 46"/>
                  <a:gd name="T20" fmla="*/ 0 w 9"/>
                  <a:gd name="T21" fmla="*/ 41 h 46"/>
                  <a:gd name="T22" fmla="*/ 2 w 9"/>
                  <a:gd name="T23" fmla="*/ 43 h 46"/>
                  <a:gd name="T24" fmla="*/ 3 w 9"/>
                  <a:gd name="T25" fmla="*/ 44 h 46"/>
                  <a:gd name="T26" fmla="*/ 5 w 9"/>
                  <a:gd name="T27" fmla="*/ 46 h 46"/>
                  <a:gd name="T28" fmla="*/ 6 w 9"/>
                  <a:gd name="T29" fmla="*/ 46 h 46"/>
                  <a:gd name="T30" fmla="*/ 8 w 9"/>
                  <a:gd name="T31" fmla="*/ 44 h 46"/>
                  <a:gd name="T32" fmla="*/ 9 w 9"/>
                  <a:gd name="T33" fmla="*/ 43 h 46"/>
                  <a:gd name="T34" fmla="*/ 9 w 9"/>
                  <a:gd name="T35" fmla="*/ 41 h 46"/>
                  <a:gd name="T36" fmla="*/ 9 w 9"/>
                  <a:gd name="T37" fmla="*/ 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5"/>
                    </a:moveTo>
                    <a:lnTo>
                      <a:pt x="9" y="3"/>
                    </a:lnTo>
                    <a:lnTo>
                      <a:pt x="9" y="2"/>
                    </a:lnTo>
                    <a:lnTo>
                      <a:pt x="8" y="0"/>
                    </a:lnTo>
                    <a:lnTo>
                      <a:pt x="6" y="0"/>
                    </a:lnTo>
                    <a:lnTo>
                      <a:pt x="5" y="0"/>
                    </a:lnTo>
                    <a:lnTo>
                      <a:pt x="3" y="0"/>
                    </a:lnTo>
                    <a:lnTo>
                      <a:pt x="2" y="2"/>
                    </a:lnTo>
                    <a:lnTo>
                      <a:pt x="0" y="3"/>
                    </a:lnTo>
                    <a:lnTo>
                      <a:pt x="0" y="40"/>
                    </a:lnTo>
                    <a:lnTo>
                      <a:pt x="0" y="41"/>
                    </a:lnTo>
                    <a:lnTo>
                      <a:pt x="2" y="43"/>
                    </a:lnTo>
                    <a:lnTo>
                      <a:pt x="3" y="44"/>
                    </a:lnTo>
                    <a:lnTo>
                      <a:pt x="5" y="46"/>
                    </a:lnTo>
                    <a:lnTo>
                      <a:pt x="6" y="46"/>
                    </a:lnTo>
                    <a:lnTo>
                      <a:pt x="8" y="44"/>
                    </a:lnTo>
                    <a:lnTo>
                      <a:pt x="9" y="43"/>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20" name="Freeform 92"/>
              <p:cNvSpPr>
                <a:spLocks/>
              </p:cNvSpPr>
              <p:nvPr/>
            </p:nvSpPr>
            <p:spPr bwMode="auto">
              <a:xfrm>
                <a:off x="1228" y="3152"/>
                <a:ext cx="9" cy="45"/>
              </a:xfrm>
              <a:custGeom>
                <a:avLst/>
                <a:gdLst>
                  <a:gd name="T0" fmla="*/ 9 w 9"/>
                  <a:gd name="T1" fmla="*/ 5 h 45"/>
                  <a:gd name="T2" fmla="*/ 9 w 9"/>
                  <a:gd name="T3" fmla="*/ 3 h 45"/>
                  <a:gd name="T4" fmla="*/ 9 w 9"/>
                  <a:gd name="T5" fmla="*/ 2 h 45"/>
                  <a:gd name="T6" fmla="*/ 8 w 9"/>
                  <a:gd name="T7" fmla="*/ 0 h 45"/>
                  <a:gd name="T8" fmla="*/ 6 w 9"/>
                  <a:gd name="T9" fmla="*/ 0 h 45"/>
                  <a:gd name="T10" fmla="*/ 5 w 9"/>
                  <a:gd name="T11" fmla="*/ 0 h 45"/>
                  <a:gd name="T12" fmla="*/ 3 w 9"/>
                  <a:gd name="T13" fmla="*/ 0 h 45"/>
                  <a:gd name="T14" fmla="*/ 2 w 9"/>
                  <a:gd name="T15" fmla="*/ 2 h 45"/>
                  <a:gd name="T16" fmla="*/ 0 w 9"/>
                  <a:gd name="T17" fmla="*/ 3 h 45"/>
                  <a:gd name="T18" fmla="*/ 0 w 9"/>
                  <a:gd name="T19" fmla="*/ 39 h 45"/>
                  <a:gd name="T20" fmla="*/ 0 w 9"/>
                  <a:gd name="T21" fmla="*/ 41 h 45"/>
                  <a:gd name="T22" fmla="*/ 2 w 9"/>
                  <a:gd name="T23" fmla="*/ 42 h 45"/>
                  <a:gd name="T24" fmla="*/ 3 w 9"/>
                  <a:gd name="T25" fmla="*/ 44 h 45"/>
                  <a:gd name="T26" fmla="*/ 5 w 9"/>
                  <a:gd name="T27" fmla="*/ 45 h 45"/>
                  <a:gd name="T28" fmla="*/ 6 w 9"/>
                  <a:gd name="T29" fmla="*/ 45 h 45"/>
                  <a:gd name="T30" fmla="*/ 8 w 9"/>
                  <a:gd name="T31" fmla="*/ 44 h 45"/>
                  <a:gd name="T32" fmla="*/ 9 w 9"/>
                  <a:gd name="T33" fmla="*/ 42 h 45"/>
                  <a:gd name="T34" fmla="*/ 9 w 9"/>
                  <a:gd name="T35" fmla="*/ 41 h 45"/>
                  <a:gd name="T36" fmla="*/ 9 w 9"/>
                  <a:gd name="T37" fmla="*/ 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5"/>
                    </a:moveTo>
                    <a:lnTo>
                      <a:pt x="9" y="3"/>
                    </a:lnTo>
                    <a:lnTo>
                      <a:pt x="9" y="2"/>
                    </a:lnTo>
                    <a:lnTo>
                      <a:pt x="8" y="0"/>
                    </a:lnTo>
                    <a:lnTo>
                      <a:pt x="6" y="0"/>
                    </a:lnTo>
                    <a:lnTo>
                      <a:pt x="5" y="0"/>
                    </a:lnTo>
                    <a:lnTo>
                      <a:pt x="3" y="0"/>
                    </a:lnTo>
                    <a:lnTo>
                      <a:pt x="2" y="2"/>
                    </a:lnTo>
                    <a:lnTo>
                      <a:pt x="0" y="3"/>
                    </a:lnTo>
                    <a:lnTo>
                      <a:pt x="0" y="39"/>
                    </a:lnTo>
                    <a:lnTo>
                      <a:pt x="0" y="41"/>
                    </a:lnTo>
                    <a:lnTo>
                      <a:pt x="2" y="42"/>
                    </a:lnTo>
                    <a:lnTo>
                      <a:pt x="3" y="44"/>
                    </a:lnTo>
                    <a:lnTo>
                      <a:pt x="5" y="45"/>
                    </a:lnTo>
                    <a:lnTo>
                      <a:pt x="6" y="45"/>
                    </a:lnTo>
                    <a:lnTo>
                      <a:pt x="8" y="44"/>
                    </a:lnTo>
                    <a:lnTo>
                      <a:pt x="9" y="42"/>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21" name="Freeform 93"/>
              <p:cNvSpPr>
                <a:spLocks/>
              </p:cNvSpPr>
              <p:nvPr/>
            </p:nvSpPr>
            <p:spPr bwMode="auto">
              <a:xfrm>
                <a:off x="1228" y="3216"/>
                <a:ext cx="9" cy="45"/>
              </a:xfrm>
              <a:custGeom>
                <a:avLst/>
                <a:gdLst>
                  <a:gd name="T0" fmla="*/ 9 w 9"/>
                  <a:gd name="T1" fmla="*/ 4 h 45"/>
                  <a:gd name="T2" fmla="*/ 9 w 9"/>
                  <a:gd name="T3" fmla="*/ 3 h 45"/>
                  <a:gd name="T4" fmla="*/ 9 w 9"/>
                  <a:gd name="T5" fmla="*/ 1 h 45"/>
                  <a:gd name="T6" fmla="*/ 8 w 9"/>
                  <a:gd name="T7" fmla="*/ 0 h 45"/>
                  <a:gd name="T8" fmla="*/ 6 w 9"/>
                  <a:gd name="T9" fmla="*/ 0 h 45"/>
                  <a:gd name="T10" fmla="*/ 5 w 9"/>
                  <a:gd name="T11" fmla="*/ 0 h 45"/>
                  <a:gd name="T12" fmla="*/ 3 w 9"/>
                  <a:gd name="T13" fmla="*/ 0 h 45"/>
                  <a:gd name="T14" fmla="*/ 2 w 9"/>
                  <a:gd name="T15" fmla="*/ 1 h 45"/>
                  <a:gd name="T16" fmla="*/ 0 w 9"/>
                  <a:gd name="T17" fmla="*/ 3 h 45"/>
                  <a:gd name="T18" fmla="*/ 0 w 9"/>
                  <a:gd name="T19" fmla="*/ 39 h 45"/>
                  <a:gd name="T20" fmla="*/ 0 w 9"/>
                  <a:gd name="T21" fmla="*/ 41 h 45"/>
                  <a:gd name="T22" fmla="*/ 2 w 9"/>
                  <a:gd name="T23" fmla="*/ 42 h 45"/>
                  <a:gd name="T24" fmla="*/ 3 w 9"/>
                  <a:gd name="T25" fmla="*/ 44 h 45"/>
                  <a:gd name="T26" fmla="*/ 5 w 9"/>
                  <a:gd name="T27" fmla="*/ 45 h 45"/>
                  <a:gd name="T28" fmla="*/ 6 w 9"/>
                  <a:gd name="T29" fmla="*/ 45 h 45"/>
                  <a:gd name="T30" fmla="*/ 8 w 9"/>
                  <a:gd name="T31" fmla="*/ 44 h 45"/>
                  <a:gd name="T32" fmla="*/ 9 w 9"/>
                  <a:gd name="T33" fmla="*/ 42 h 45"/>
                  <a:gd name="T34" fmla="*/ 9 w 9"/>
                  <a:gd name="T35" fmla="*/ 41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8" y="0"/>
                    </a:lnTo>
                    <a:lnTo>
                      <a:pt x="6" y="0"/>
                    </a:lnTo>
                    <a:lnTo>
                      <a:pt x="5" y="0"/>
                    </a:lnTo>
                    <a:lnTo>
                      <a:pt x="3" y="0"/>
                    </a:lnTo>
                    <a:lnTo>
                      <a:pt x="2" y="1"/>
                    </a:lnTo>
                    <a:lnTo>
                      <a:pt x="0" y="3"/>
                    </a:lnTo>
                    <a:lnTo>
                      <a:pt x="0" y="39"/>
                    </a:lnTo>
                    <a:lnTo>
                      <a:pt x="0" y="41"/>
                    </a:lnTo>
                    <a:lnTo>
                      <a:pt x="2" y="42"/>
                    </a:lnTo>
                    <a:lnTo>
                      <a:pt x="3" y="44"/>
                    </a:lnTo>
                    <a:lnTo>
                      <a:pt x="5" y="45"/>
                    </a:lnTo>
                    <a:lnTo>
                      <a:pt x="6" y="45"/>
                    </a:lnTo>
                    <a:lnTo>
                      <a:pt x="8" y="44"/>
                    </a:lnTo>
                    <a:lnTo>
                      <a:pt x="9" y="42"/>
                    </a:lnTo>
                    <a:lnTo>
                      <a:pt x="9" y="41"/>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22" name="Freeform 94"/>
              <p:cNvSpPr>
                <a:spLocks/>
              </p:cNvSpPr>
              <p:nvPr/>
            </p:nvSpPr>
            <p:spPr bwMode="auto">
              <a:xfrm>
                <a:off x="1228" y="3279"/>
                <a:ext cx="9" cy="46"/>
              </a:xfrm>
              <a:custGeom>
                <a:avLst/>
                <a:gdLst>
                  <a:gd name="T0" fmla="*/ 9 w 9"/>
                  <a:gd name="T1" fmla="*/ 5 h 46"/>
                  <a:gd name="T2" fmla="*/ 9 w 9"/>
                  <a:gd name="T3" fmla="*/ 3 h 46"/>
                  <a:gd name="T4" fmla="*/ 9 w 9"/>
                  <a:gd name="T5" fmla="*/ 2 h 46"/>
                  <a:gd name="T6" fmla="*/ 8 w 9"/>
                  <a:gd name="T7" fmla="*/ 0 h 46"/>
                  <a:gd name="T8" fmla="*/ 6 w 9"/>
                  <a:gd name="T9" fmla="*/ 0 h 46"/>
                  <a:gd name="T10" fmla="*/ 5 w 9"/>
                  <a:gd name="T11" fmla="*/ 0 h 46"/>
                  <a:gd name="T12" fmla="*/ 3 w 9"/>
                  <a:gd name="T13" fmla="*/ 0 h 46"/>
                  <a:gd name="T14" fmla="*/ 2 w 9"/>
                  <a:gd name="T15" fmla="*/ 2 h 46"/>
                  <a:gd name="T16" fmla="*/ 0 w 9"/>
                  <a:gd name="T17" fmla="*/ 3 h 46"/>
                  <a:gd name="T18" fmla="*/ 0 w 9"/>
                  <a:gd name="T19" fmla="*/ 40 h 46"/>
                  <a:gd name="T20" fmla="*/ 0 w 9"/>
                  <a:gd name="T21" fmla="*/ 41 h 46"/>
                  <a:gd name="T22" fmla="*/ 2 w 9"/>
                  <a:gd name="T23" fmla="*/ 43 h 46"/>
                  <a:gd name="T24" fmla="*/ 3 w 9"/>
                  <a:gd name="T25" fmla="*/ 44 h 46"/>
                  <a:gd name="T26" fmla="*/ 5 w 9"/>
                  <a:gd name="T27" fmla="*/ 46 h 46"/>
                  <a:gd name="T28" fmla="*/ 6 w 9"/>
                  <a:gd name="T29" fmla="*/ 46 h 46"/>
                  <a:gd name="T30" fmla="*/ 8 w 9"/>
                  <a:gd name="T31" fmla="*/ 44 h 46"/>
                  <a:gd name="T32" fmla="*/ 9 w 9"/>
                  <a:gd name="T33" fmla="*/ 43 h 46"/>
                  <a:gd name="T34" fmla="*/ 9 w 9"/>
                  <a:gd name="T35" fmla="*/ 41 h 46"/>
                  <a:gd name="T36" fmla="*/ 9 w 9"/>
                  <a:gd name="T37" fmla="*/ 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5"/>
                    </a:moveTo>
                    <a:lnTo>
                      <a:pt x="9" y="3"/>
                    </a:lnTo>
                    <a:lnTo>
                      <a:pt x="9" y="2"/>
                    </a:lnTo>
                    <a:lnTo>
                      <a:pt x="8" y="0"/>
                    </a:lnTo>
                    <a:lnTo>
                      <a:pt x="6" y="0"/>
                    </a:lnTo>
                    <a:lnTo>
                      <a:pt x="5" y="0"/>
                    </a:lnTo>
                    <a:lnTo>
                      <a:pt x="3" y="0"/>
                    </a:lnTo>
                    <a:lnTo>
                      <a:pt x="2" y="2"/>
                    </a:lnTo>
                    <a:lnTo>
                      <a:pt x="0" y="3"/>
                    </a:lnTo>
                    <a:lnTo>
                      <a:pt x="0" y="40"/>
                    </a:lnTo>
                    <a:lnTo>
                      <a:pt x="0" y="41"/>
                    </a:lnTo>
                    <a:lnTo>
                      <a:pt x="2" y="43"/>
                    </a:lnTo>
                    <a:lnTo>
                      <a:pt x="3" y="44"/>
                    </a:lnTo>
                    <a:lnTo>
                      <a:pt x="5" y="46"/>
                    </a:lnTo>
                    <a:lnTo>
                      <a:pt x="6" y="46"/>
                    </a:lnTo>
                    <a:lnTo>
                      <a:pt x="8" y="44"/>
                    </a:lnTo>
                    <a:lnTo>
                      <a:pt x="9" y="43"/>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23" name="Freeform 95"/>
              <p:cNvSpPr>
                <a:spLocks/>
              </p:cNvSpPr>
              <p:nvPr/>
            </p:nvSpPr>
            <p:spPr bwMode="auto">
              <a:xfrm>
                <a:off x="1228" y="3343"/>
                <a:ext cx="9" cy="45"/>
              </a:xfrm>
              <a:custGeom>
                <a:avLst/>
                <a:gdLst>
                  <a:gd name="T0" fmla="*/ 9 w 9"/>
                  <a:gd name="T1" fmla="*/ 4 h 45"/>
                  <a:gd name="T2" fmla="*/ 9 w 9"/>
                  <a:gd name="T3" fmla="*/ 3 h 45"/>
                  <a:gd name="T4" fmla="*/ 9 w 9"/>
                  <a:gd name="T5" fmla="*/ 1 h 45"/>
                  <a:gd name="T6" fmla="*/ 8 w 9"/>
                  <a:gd name="T7" fmla="*/ 0 h 45"/>
                  <a:gd name="T8" fmla="*/ 6 w 9"/>
                  <a:gd name="T9" fmla="*/ 0 h 45"/>
                  <a:gd name="T10" fmla="*/ 5 w 9"/>
                  <a:gd name="T11" fmla="*/ 0 h 45"/>
                  <a:gd name="T12" fmla="*/ 3 w 9"/>
                  <a:gd name="T13" fmla="*/ 0 h 45"/>
                  <a:gd name="T14" fmla="*/ 2 w 9"/>
                  <a:gd name="T15" fmla="*/ 1 h 45"/>
                  <a:gd name="T16" fmla="*/ 0 w 9"/>
                  <a:gd name="T17" fmla="*/ 3 h 45"/>
                  <a:gd name="T18" fmla="*/ 0 w 9"/>
                  <a:gd name="T19" fmla="*/ 39 h 45"/>
                  <a:gd name="T20" fmla="*/ 0 w 9"/>
                  <a:gd name="T21" fmla="*/ 41 h 45"/>
                  <a:gd name="T22" fmla="*/ 2 w 9"/>
                  <a:gd name="T23" fmla="*/ 42 h 45"/>
                  <a:gd name="T24" fmla="*/ 3 w 9"/>
                  <a:gd name="T25" fmla="*/ 44 h 45"/>
                  <a:gd name="T26" fmla="*/ 5 w 9"/>
                  <a:gd name="T27" fmla="*/ 45 h 45"/>
                  <a:gd name="T28" fmla="*/ 6 w 9"/>
                  <a:gd name="T29" fmla="*/ 45 h 45"/>
                  <a:gd name="T30" fmla="*/ 8 w 9"/>
                  <a:gd name="T31" fmla="*/ 44 h 45"/>
                  <a:gd name="T32" fmla="*/ 9 w 9"/>
                  <a:gd name="T33" fmla="*/ 42 h 45"/>
                  <a:gd name="T34" fmla="*/ 9 w 9"/>
                  <a:gd name="T35" fmla="*/ 41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8" y="0"/>
                    </a:lnTo>
                    <a:lnTo>
                      <a:pt x="6" y="0"/>
                    </a:lnTo>
                    <a:lnTo>
                      <a:pt x="5" y="0"/>
                    </a:lnTo>
                    <a:lnTo>
                      <a:pt x="3" y="0"/>
                    </a:lnTo>
                    <a:lnTo>
                      <a:pt x="2" y="1"/>
                    </a:lnTo>
                    <a:lnTo>
                      <a:pt x="0" y="3"/>
                    </a:lnTo>
                    <a:lnTo>
                      <a:pt x="0" y="39"/>
                    </a:lnTo>
                    <a:lnTo>
                      <a:pt x="0" y="41"/>
                    </a:lnTo>
                    <a:lnTo>
                      <a:pt x="2" y="42"/>
                    </a:lnTo>
                    <a:lnTo>
                      <a:pt x="3" y="44"/>
                    </a:lnTo>
                    <a:lnTo>
                      <a:pt x="5" y="45"/>
                    </a:lnTo>
                    <a:lnTo>
                      <a:pt x="6" y="45"/>
                    </a:lnTo>
                    <a:lnTo>
                      <a:pt x="8" y="44"/>
                    </a:lnTo>
                    <a:lnTo>
                      <a:pt x="9" y="42"/>
                    </a:lnTo>
                    <a:lnTo>
                      <a:pt x="9" y="41"/>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24" name="Freeform 96"/>
              <p:cNvSpPr>
                <a:spLocks/>
              </p:cNvSpPr>
              <p:nvPr/>
            </p:nvSpPr>
            <p:spPr bwMode="auto">
              <a:xfrm>
                <a:off x="1228" y="3407"/>
                <a:ext cx="9" cy="45"/>
              </a:xfrm>
              <a:custGeom>
                <a:avLst/>
                <a:gdLst>
                  <a:gd name="T0" fmla="*/ 9 w 9"/>
                  <a:gd name="T1" fmla="*/ 4 h 45"/>
                  <a:gd name="T2" fmla="*/ 9 w 9"/>
                  <a:gd name="T3" fmla="*/ 3 h 45"/>
                  <a:gd name="T4" fmla="*/ 9 w 9"/>
                  <a:gd name="T5" fmla="*/ 1 h 45"/>
                  <a:gd name="T6" fmla="*/ 8 w 9"/>
                  <a:gd name="T7" fmla="*/ 0 h 45"/>
                  <a:gd name="T8" fmla="*/ 6 w 9"/>
                  <a:gd name="T9" fmla="*/ 0 h 45"/>
                  <a:gd name="T10" fmla="*/ 5 w 9"/>
                  <a:gd name="T11" fmla="*/ 0 h 45"/>
                  <a:gd name="T12" fmla="*/ 3 w 9"/>
                  <a:gd name="T13" fmla="*/ 0 h 45"/>
                  <a:gd name="T14" fmla="*/ 2 w 9"/>
                  <a:gd name="T15" fmla="*/ 1 h 45"/>
                  <a:gd name="T16" fmla="*/ 0 w 9"/>
                  <a:gd name="T17" fmla="*/ 3 h 45"/>
                  <a:gd name="T18" fmla="*/ 0 w 9"/>
                  <a:gd name="T19" fmla="*/ 39 h 45"/>
                  <a:gd name="T20" fmla="*/ 0 w 9"/>
                  <a:gd name="T21" fmla="*/ 40 h 45"/>
                  <a:gd name="T22" fmla="*/ 2 w 9"/>
                  <a:gd name="T23" fmla="*/ 42 h 45"/>
                  <a:gd name="T24" fmla="*/ 3 w 9"/>
                  <a:gd name="T25" fmla="*/ 43 h 45"/>
                  <a:gd name="T26" fmla="*/ 5 w 9"/>
                  <a:gd name="T27" fmla="*/ 45 h 45"/>
                  <a:gd name="T28" fmla="*/ 6 w 9"/>
                  <a:gd name="T29" fmla="*/ 45 h 45"/>
                  <a:gd name="T30" fmla="*/ 8 w 9"/>
                  <a:gd name="T31" fmla="*/ 43 h 45"/>
                  <a:gd name="T32" fmla="*/ 9 w 9"/>
                  <a:gd name="T33" fmla="*/ 42 h 45"/>
                  <a:gd name="T34" fmla="*/ 9 w 9"/>
                  <a:gd name="T35" fmla="*/ 40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8" y="0"/>
                    </a:lnTo>
                    <a:lnTo>
                      <a:pt x="6" y="0"/>
                    </a:lnTo>
                    <a:lnTo>
                      <a:pt x="5" y="0"/>
                    </a:lnTo>
                    <a:lnTo>
                      <a:pt x="3" y="0"/>
                    </a:lnTo>
                    <a:lnTo>
                      <a:pt x="2" y="1"/>
                    </a:lnTo>
                    <a:lnTo>
                      <a:pt x="0" y="3"/>
                    </a:lnTo>
                    <a:lnTo>
                      <a:pt x="0" y="39"/>
                    </a:lnTo>
                    <a:lnTo>
                      <a:pt x="0" y="40"/>
                    </a:lnTo>
                    <a:lnTo>
                      <a:pt x="2" y="42"/>
                    </a:lnTo>
                    <a:lnTo>
                      <a:pt x="3" y="43"/>
                    </a:lnTo>
                    <a:lnTo>
                      <a:pt x="5" y="45"/>
                    </a:lnTo>
                    <a:lnTo>
                      <a:pt x="6" y="45"/>
                    </a:lnTo>
                    <a:lnTo>
                      <a:pt x="8" y="43"/>
                    </a:lnTo>
                    <a:lnTo>
                      <a:pt x="9" y="42"/>
                    </a:lnTo>
                    <a:lnTo>
                      <a:pt x="9" y="40"/>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25" name="Freeform 97"/>
              <p:cNvSpPr>
                <a:spLocks/>
              </p:cNvSpPr>
              <p:nvPr/>
            </p:nvSpPr>
            <p:spPr bwMode="auto">
              <a:xfrm>
                <a:off x="1228" y="3470"/>
                <a:ext cx="9" cy="27"/>
              </a:xfrm>
              <a:custGeom>
                <a:avLst/>
                <a:gdLst>
                  <a:gd name="T0" fmla="*/ 9 w 9"/>
                  <a:gd name="T1" fmla="*/ 5 h 27"/>
                  <a:gd name="T2" fmla="*/ 9 w 9"/>
                  <a:gd name="T3" fmla="*/ 3 h 27"/>
                  <a:gd name="T4" fmla="*/ 9 w 9"/>
                  <a:gd name="T5" fmla="*/ 2 h 27"/>
                  <a:gd name="T6" fmla="*/ 8 w 9"/>
                  <a:gd name="T7" fmla="*/ 0 h 27"/>
                  <a:gd name="T8" fmla="*/ 6 w 9"/>
                  <a:gd name="T9" fmla="*/ 0 h 27"/>
                  <a:gd name="T10" fmla="*/ 5 w 9"/>
                  <a:gd name="T11" fmla="*/ 0 h 27"/>
                  <a:gd name="T12" fmla="*/ 3 w 9"/>
                  <a:gd name="T13" fmla="*/ 0 h 27"/>
                  <a:gd name="T14" fmla="*/ 2 w 9"/>
                  <a:gd name="T15" fmla="*/ 2 h 27"/>
                  <a:gd name="T16" fmla="*/ 0 w 9"/>
                  <a:gd name="T17" fmla="*/ 3 h 27"/>
                  <a:gd name="T18" fmla="*/ 0 w 9"/>
                  <a:gd name="T19" fmla="*/ 23 h 27"/>
                  <a:gd name="T20" fmla="*/ 0 w 9"/>
                  <a:gd name="T21" fmla="*/ 23 h 27"/>
                  <a:gd name="T22" fmla="*/ 2 w 9"/>
                  <a:gd name="T23" fmla="*/ 24 h 27"/>
                  <a:gd name="T24" fmla="*/ 3 w 9"/>
                  <a:gd name="T25" fmla="*/ 26 h 27"/>
                  <a:gd name="T26" fmla="*/ 5 w 9"/>
                  <a:gd name="T27" fmla="*/ 27 h 27"/>
                  <a:gd name="T28" fmla="*/ 5 w 9"/>
                  <a:gd name="T29" fmla="*/ 27 h 27"/>
                  <a:gd name="T30" fmla="*/ 6 w 9"/>
                  <a:gd name="T31" fmla="*/ 26 h 27"/>
                  <a:gd name="T32" fmla="*/ 8 w 9"/>
                  <a:gd name="T33" fmla="*/ 24 h 27"/>
                  <a:gd name="T34" fmla="*/ 9 w 9"/>
                  <a:gd name="T35" fmla="*/ 24 h 27"/>
                  <a:gd name="T36" fmla="*/ 9 w 9"/>
                  <a:gd name="T37" fmla="*/ 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27">
                    <a:moveTo>
                      <a:pt x="9" y="5"/>
                    </a:moveTo>
                    <a:lnTo>
                      <a:pt x="9" y="3"/>
                    </a:lnTo>
                    <a:lnTo>
                      <a:pt x="9" y="2"/>
                    </a:lnTo>
                    <a:lnTo>
                      <a:pt x="8" y="0"/>
                    </a:lnTo>
                    <a:lnTo>
                      <a:pt x="6" y="0"/>
                    </a:lnTo>
                    <a:lnTo>
                      <a:pt x="5" y="0"/>
                    </a:lnTo>
                    <a:lnTo>
                      <a:pt x="3" y="0"/>
                    </a:lnTo>
                    <a:lnTo>
                      <a:pt x="2" y="2"/>
                    </a:lnTo>
                    <a:lnTo>
                      <a:pt x="0" y="3"/>
                    </a:lnTo>
                    <a:lnTo>
                      <a:pt x="0" y="23"/>
                    </a:lnTo>
                    <a:lnTo>
                      <a:pt x="0" y="23"/>
                    </a:lnTo>
                    <a:lnTo>
                      <a:pt x="2" y="24"/>
                    </a:lnTo>
                    <a:lnTo>
                      <a:pt x="3" y="26"/>
                    </a:lnTo>
                    <a:lnTo>
                      <a:pt x="5" y="27"/>
                    </a:lnTo>
                    <a:lnTo>
                      <a:pt x="5" y="27"/>
                    </a:lnTo>
                    <a:lnTo>
                      <a:pt x="6" y="26"/>
                    </a:lnTo>
                    <a:lnTo>
                      <a:pt x="8" y="24"/>
                    </a:lnTo>
                    <a:lnTo>
                      <a:pt x="9" y="24"/>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49179" name="Group 106"/>
            <p:cNvGrpSpPr>
              <a:grpSpLocks/>
            </p:cNvGrpSpPr>
            <p:nvPr/>
          </p:nvGrpSpPr>
          <p:grpSpPr bwMode="auto">
            <a:xfrm>
              <a:off x="1009" y="2125"/>
              <a:ext cx="9" cy="403"/>
              <a:chOff x="892" y="3096"/>
              <a:chExt cx="9" cy="403"/>
            </a:xfrm>
          </p:grpSpPr>
          <p:sp>
            <p:nvSpPr>
              <p:cNvPr id="534627" name="Freeform 99"/>
              <p:cNvSpPr>
                <a:spLocks/>
              </p:cNvSpPr>
              <p:nvPr/>
            </p:nvSpPr>
            <p:spPr bwMode="auto">
              <a:xfrm>
                <a:off x="892" y="3096"/>
                <a:ext cx="9" cy="45"/>
              </a:xfrm>
              <a:custGeom>
                <a:avLst/>
                <a:gdLst>
                  <a:gd name="T0" fmla="*/ 9 w 9"/>
                  <a:gd name="T1" fmla="*/ 6 h 45"/>
                  <a:gd name="T2" fmla="*/ 9 w 9"/>
                  <a:gd name="T3" fmla="*/ 5 h 45"/>
                  <a:gd name="T4" fmla="*/ 7 w 9"/>
                  <a:gd name="T5" fmla="*/ 3 h 45"/>
                  <a:gd name="T6" fmla="*/ 6 w 9"/>
                  <a:gd name="T7" fmla="*/ 2 h 45"/>
                  <a:gd name="T8" fmla="*/ 4 w 9"/>
                  <a:gd name="T9" fmla="*/ 0 h 45"/>
                  <a:gd name="T10" fmla="*/ 4 w 9"/>
                  <a:gd name="T11" fmla="*/ 0 h 45"/>
                  <a:gd name="T12" fmla="*/ 3 w 9"/>
                  <a:gd name="T13" fmla="*/ 2 h 45"/>
                  <a:gd name="T14" fmla="*/ 1 w 9"/>
                  <a:gd name="T15" fmla="*/ 3 h 45"/>
                  <a:gd name="T16" fmla="*/ 0 w 9"/>
                  <a:gd name="T17" fmla="*/ 5 h 45"/>
                  <a:gd name="T18" fmla="*/ 0 w 9"/>
                  <a:gd name="T19" fmla="*/ 39 h 45"/>
                  <a:gd name="T20" fmla="*/ 0 w 9"/>
                  <a:gd name="T21" fmla="*/ 41 h 45"/>
                  <a:gd name="T22" fmla="*/ 1 w 9"/>
                  <a:gd name="T23" fmla="*/ 42 h 45"/>
                  <a:gd name="T24" fmla="*/ 3 w 9"/>
                  <a:gd name="T25" fmla="*/ 44 h 45"/>
                  <a:gd name="T26" fmla="*/ 4 w 9"/>
                  <a:gd name="T27" fmla="*/ 45 h 45"/>
                  <a:gd name="T28" fmla="*/ 6 w 9"/>
                  <a:gd name="T29" fmla="*/ 45 h 45"/>
                  <a:gd name="T30" fmla="*/ 7 w 9"/>
                  <a:gd name="T31" fmla="*/ 44 h 45"/>
                  <a:gd name="T32" fmla="*/ 9 w 9"/>
                  <a:gd name="T33" fmla="*/ 42 h 45"/>
                  <a:gd name="T34" fmla="*/ 9 w 9"/>
                  <a:gd name="T35" fmla="*/ 41 h 45"/>
                  <a:gd name="T36" fmla="*/ 9 w 9"/>
                  <a:gd name="T37" fmla="*/ 6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6"/>
                    </a:moveTo>
                    <a:lnTo>
                      <a:pt x="9" y="5"/>
                    </a:lnTo>
                    <a:lnTo>
                      <a:pt x="7" y="3"/>
                    </a:lnTo>
                    <a:lnTo>
                      <a:pt x="6" y="2"/>
                    </a:lnTo>
                    <a:lnTo>
                      <a:pt x="4" y="0"/>
                    </a:lnTo>
                    <a:lnTo>
                      <a:pt x="4" y="0"/>
                    </a:lnTo>
                    <a:lnTo>
                      <a:pt x="3" y="2"/>
                    </a:lnTo>
                    <a:lnTo>
                      <a:pt x="1" y="3"/>
                    </a:lnTo>
                    <a:lnTo>
                      <a:pt x="0" y="5"/>
                    </a:lnTo>
                    <a:lnTo>
                      <a:pt x="0" y="39"/>
                    </a:lnTo>
                    <a:lnTo>
                      <a:pt x="0" y="41"/>
                    </a:lnTo>
                    <a:lnTo>
                      <a:pt x="1" y="42"/>
                    </a:lnTo>
                    <a:lnTo>
                      <a:pt x="3" y="44"/>
                    </a:lnTo>
                    <a:lnTo>
                      <a:pt x="4" y="45"/>
                    </a:lnTo>
                    <a:lnTo>
                      <a:pt x="6" y="45"/>
                    </a:lnTo>
                    <a:lnTo>
                      <a:pt x="7" y="44"/>
                    </a:lnTo>
                    <a:lnTo>
                      <a:pt x="9" y="42"/>
                    </a:lnTo>
                    <a:lnTo>
                      <a:pt x="9" y="41"/>
                    </a:ln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28" name="Freeform 100"/>
              <p:cNvSpPr>
                <a:spLocks/>
              </p:cNvSpPr>
              <p:nvPr/>
            </p:nvSpPr>
            <p:spPr bwMode="auto">
              <a:xfrm>
                <a:off x="892" y="3159"/>
                <a:ext cx="9" cy="45"/>
              </a:xfrm>
              <a:custGeom>
                <a:avLst/>
                <a:gdLst>
                  <a:gd name="T0" fmla="*/ 9 w 9"/>
                  <a:gd name="T1" fmla="*/ 4 h 45"/>
                  <a:gd name="T2" fmla="*/ 9 w 9"/>
                  <a:gd name="T3" fmla="*/ 3 h 45"/>
                  <a:gd name="T4" fmla="*/ 9 w 9"/>
                  <a:gd name="T5" fmla="*/ 1 h 45"/>
                  <a:gd name="T6" fmla="*/ 7 w 9"/>
                  <a:gd name="T7" fmla="*/ 0 h 45"/>
                  <a:gd name="T8" fmla="*/ 6 w 9"/>
                  <a:gd name="T9" fmla="*/ 0 h 45"/>
                  <a:gd name="T10" fmla="*/ 4 w 9"/>
                  <a:gd name="T11" fmla="*/ 0 h 45"/>
                  <a:gd name="T12" fmla="*/ 3 w 9"/>
                  <a:gd name="T13" fmla="*/ 0 h 45"/>
                  <a:gd name="T14" fmla="*/ 1 w 9"/>
                  <a:gd name="T15" fmla="*/ 1 h 45"/>
                  <a:gd name="T16" fmla="*/ 0 w 9"/>
                  <a:gd name="T17" fmla="*/ 3 h 45"/>
                  <a:gd name="T18" fmla="*/ 0 w 9"/>
                  <a:gd name="T19" fmla="*/ 39 h 45"/>
                  <a:gd name="T20" fmla="*/ 0 w 9"/>
                  <a:gd name="T21" fmla="*/ 41 h 45"/>
                  <a:gd name="T22" fmla="*/ 1 w 9"/>
                  <a:gd name="T23" fmla="*/ 42 h 45"/>
                  <a:gd name="T24" fmla="*/ 3 w 9"/>
                  <a:gd name="T25" fmla="*/ 44 h 45"/>
                  <a:gd name="T26" fmla="*/ 4 w 9"/>
                  <a:gd name="T27" fmla="*/ 45 h 45"/>
                  <a:gd name="T28" fmla="*/ 6 w 9"/>
                  <a:gd name="T29" fmla="*/ 45 h 45"/>
                  <a:gd name="T30" fmla="*/ 7 w 9"/>
                  <a:gd name="T31" fmla="*/ 44 h 45"/>
                  <a:gd name="T32" fmla="*/ 9 w 9"/>
                  <a:gd name="T33" fmla="*/ 42 h 45"/>
                  <a:gd name="T34" fmla="*/ 9 w 9"/>
                  <a:gd name="T35" fmla="*/ 41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7" y="0"/>
                    </a:lnTo>
                    <a:lnTo>
                      <a:pt x="6" y="0"/>
                    </a:lnTo>
                    <a:lnTo>
                      <a:pt x="4" y="0"/>
                    </a:lnTo>
                    <a:lnTo>
                      <a:pt x="3" y="0"/>
                    </a:lnTo>
                    <a:lnTo>
                      <a:pt x="1" y="1"/>
                    </a:lnTo>
                    <a:lnTo>
                      <a:pt x="0" y="3"/>
                    </a:lnTo>
                    <a:lnTo>
                      <a:pt x="0" y="39"/>
                    </a:lnTo>
                    <a:lnTo>
                      <a:pt x="0" y="41"/>
                    </a:lnTo>
                    <a:lnTo>
                      <a:pt x="1" y="42"/>
                    </a:lnTo>
                    <a:lnTo>
                      <a:pt x="3" y="44"/>
                    </a:lnTo>
                    <a:lnTo>
                      <a:pt x="4" y="45"/>
                    </a:lnTo>
                    <a:lnTo>
                      <a:pt x="6" y="45"/>
                    </a:lnTo>
                    <a:lnTo>
                      <a:pt x="7" y="44"/>
                    </a:lnTo>
                    <a:lnTo>
                      <a:pt x="9" y="42"/>
                    </a:lnTo>
                    <a:lnTo>
                      <a:pt x="9" y="41"/>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29" name="Freeform 101"/>
              <p:cNvSpPr>
                <a:spLocks/>
              </p:cNvSpPr>
              <p:nvPr/>
            </p:nvSpPr>
            <p:spPr bwMode="auto">
              <a:xfrm>
                <a:off x="892" y="3223"/>
                <a:ext cx="9" cy="45"/>
              </a:xfrm>
              <a:custGeom>
                <a:avLst/>
                <a:gdLst>
                  <a:gd name="T0" fmla="*/ 9 w 9"/>
                  <a:gd name="T1" fmla="*/ 5 h 46"/>
                  <a:gd name="T2" fmla="*/ 9 w 9"/>
                  <a:gd name="T3" fmla="*/ 3 h 46"/>
                  <a:gd name="T4" fmla="*/ 9 w 9"/>
                  <a:gd name="T5" fmla="*/ 2 h 46"/>
                  <a:gd name="T6" fmla="*/ 7 w 9"/>
                  <a:gd name="T7" fmla="*/ 0 h 46"/>
                  <a:gd name="T8" fmla="*/ 6 w 9"/>
                  <a:gd name="T9" fmla="*/ 0 h 46"/>
                  <a:gd name="T10" fmla="*/ 4 w 9"/>
                  <a:gd name="T11" fmla="*/ 0 h 46"/>
                  <a:gd name="T12" fmla="*/ 3 w 9"/>
                  <a:gd name="T13" fmla="*/ 0 h 46"/>
                  <a:gd name="T14" fmla="*/ 1 w 9"/>
                  <a:gd name="T15" fmla="*/ 2 h 46"/>
                  <a:gd name="T16" fmla="*/ 0 w 9"/>
                  <a:gd name="T17" fmla="*/ 3 h 46"/>
                  <a:gd name="T18" fmla="*/ 0 w 9"/>
                  <a:gd name="T19" fmla="*/ 40 h 46"/>
                  <a:gd name="T20" fmla="*/ 0 w 9"/>
                  <a:gd name="T21" fmla="*/ 41 h 46"/>
                  <a:gd name="T22" fmla="*/ 1 w 9"/>
                  <a:gd name="T23" fmla="*/ 43 h 46"/>
                  <a:gd name="T24" fmla="*/ 3 w 9"/>
                  <a:gd name="T25" fmla="*/ 44 h 46"/>
                  <a:gd name="T26" fmla="*/ 4 w 9"/>
                  <a:gd name="T27" fmla="*/ 46 h 46"/>
                  <a:gd name="T28" fmla="*/ 6 w 9"/>
                  <a:gd name="T29" fmla="*/ 46 h 46"/>
                  <a:gd name="T30" fmla="*/ 7 w 9"/>
                  <a:gd name="T31" fmla="*/ 44 h 46"/>
                  <a:gd name="T32" fmla="*/ 9 w 9"/>
                  <a:gd name="T33" fmla="*/ 43 h 46"/>
                  <a:gd name="T34" fmla="*/ 9 w 9"/>
                  <a:gd name="T35" fmla="*/ 41 h 46"/>
                  <a:gd name="T36" fmla="*/ 9 w 9"/>
                  <a:gd name="T37" fmla="*/ 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5"/>
                    </a:moveTo>
                    <a:lnTo>
                      <a:pt x="9" y="3"/>
                    </a:lnTo>
                    <a:lnTo>
                      <a:pt x="9" y="2"/>
                    </a:lnTo>
                    <a:lnTo>
                      <a:pt x="7" y="0"/>
                    </a:lnTo>
                    <a:lnTo>
                      <a:pt x="6" y="0"/>
                    </a:lnTo>
                    <a:lnTo>
                      <a:pt x="4" y="0"/>
                    </a:lnTo>
                    <a:lnTo>
                      <a:pt x="3" y="0"/>
                    </a:lnTo>
                    <a:lnTo>
                      <a:pt x="1" y="2"/>
                    </a:lnTo>
                    <a:lnTo>
                      <a:pt x="0" y="3"/>
                    </a:lnTo>
                    <a:lnTo>
                      <a:pt x="0" y="40"/>
                    </a:lnTo>
                    <a:lnTo>
                      <a:pt x="0" y="41"/>
                    </a:lnTo>
                    <a:lnTo>
                      <a:pt x="1" y="43"/>
                    </a:lnTo>
                    <a:lnTo>
                      <a:pt x="3" y="44"/>
                    </a:lnTo>
                    <a:lnTo>
                      <a:pt x="4" y="46"/>
                    </a:lnTo>
                    <a:lnTo>
                      <a:pt x="6" y="46"/>
                    </a:lnTo>
                    <a:lnTo>
                      <a:pt x="7" y="44"/>
                    </a:lnTo>
                    <a:lnTo>
                      <a:pt x="9" y="43"/>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30" name="Freeform 102"/>
              <p:cNvSpPr>
                <a:spLocks/>
              </p:cNvSpPr>
              <p:nvPr/>
            </p:nvSpPr>
            <p:spPr bwMode="auto">
              <a:xfrm>
                <a:off x="892" y="3287"/>
                <a:ext cx="9" cy="45"/>
              </a:xfrm>
              <a:custGeom>
                <a:avLst/>
                <a:gdLst>
                  <a:gd name="T0" fmla="*/ 9 w 9"/>
                  <a:gd name="T1" fmla="*/ 4 h 45"/>
                  <a:gd name="T2" fmla="*/ 9 w 9"/>
                  <a:gd name="T3" fmla="*/ 3 h 45"/>
                  <a:gd name="T4" fmla="*/ 9 w 9"/>
                  <a:gd name="T5" fmla="*/ 1 h 45"/>
                  <a:gd name="T6" fmla="*/ 7 w 9"/>
                  <a:gd name="T7" fmla="*/ 0 h 45"/>
                  <a:gd name="T8" fmla="*/ 6 w 9"/>
                  <a:gd name="T9" fmla="*/ 0 h 45"/>
                  <a:gd name="T10" fmla="*/ 4 w 9"/>
                  <a:gd name="T11" fmla="*/ 0 h 45"/>
                  <a:gd name="T12" fmla="*/ 3 w 9"/>
                  <a:gd name="T13" fmla="*/ 0 h 45"/>
                  <a:gd name="T14" fmla="*/ 1 w 9"/>
                  <a:gd name="T15" fmla="*/ 1 h 45"/>
                  <a:gd name="T16" fmla="*/ 0 w 9"/>
                  <a:gd name="T17" fmla="*/ 3 h 45"/>
                  <a:gd name="T18" fmla="*/ 0 w 9"/>
                  <a:gd name="T19" fmla="*/ 39 h 45"/>
                  <a:gd name="T20" fmla="*/ 0 w 9"/>
                  <a:gd name="T21" fmla="*/ 41 h 45"/>
                  <a:gd name="T22" fmla="*/ 1 w 9"/>
                  <a:gd name="T23" fmla="*/ 42 h 45"/>
                  <a:gd name="T24" fmla="*/ 3 w 9"/>
                  <a:gd name="T25" fmla="*/ 44 h 45"/>
                  <a:gd name="T26" fmla="*/ 4 w 9"/>
                  <a:gd name="T27" fmla="*/ 45 h 45"/>
                  <a:gd name="T28" fmla="*/ 6 w 9"/>
                  <a:gd name="T29" fmla="*/ 45 h 45"/>
                  <a:gd name="T30" fmla="*/ 7 w 9"/>
                  <a:gd name="T31" fmla="*/ 44 h 45"/>
                  <a:gd name="T32" fmla="*/ 9 w 9"/>
                  <a:gd name="T33" fmla="*/ 42 h 45"/>
                  <a:gd name="T34" fmla="*/ 9 w 9"/>
                  <a:gd name="T35" fmla="*/ 41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7" y="0"/>
                    </a:lnTo>
                    <a:lnTo>
                      <a:pt x="6" y="0"/>
                    </a:lnTo>
                    <a:lnTo>
                      <a:pt x="4" y="0"/>
                    </a:lnTo>
                    <a:lnTo>
                      <a:pt x="3" y="0"/>
                    </a:lnTo>
                    <a:lnTo>
                      <a:pt x="1" y="1"/>
                    </a:lnTo>
                    <a:lnTo>
                      <a:pt x="0" y="3"/>
                    </a:lnTo>
                    <a:lnTo>
                      <a:pt x="0" y="39"/>
                    </a:lnTo>
                    <a:lnTo>
                      <a:pt x="0" y="41"/>
                    </a:lnTo>
                    <a:lnTo>
                      <a:pt x="1" y="42"/>
                    </a:lnTo>
                    <a:lnTo>
                      <a:pt x="3" y="44"/>
                    </a:lnTo>
                    <a:lnTo>
                      <a:pt x="4" y="45"/>
                    </a:lnTo>
                    <a:lnTo>
                      <a:pt x="6" y="45"/>
                    </a:lnTo>
                    <a:lnTo>
                      <a:pt x="7" y="44"/>
                    </a:lnTo>
                    <a:lnTo>
                      <a:pt x="9" y="42"/>
                    </a:lnTo>
                    <a:lnTo>
                      <a:pt x="9" y="41"/>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31" name="Freeform 103"/>
              <p:cNvSpPr>
                <a:spLocks/>
              </p:cNvSpPr>
              <p:nvPr/>
            </p:nvSpPr>
            <p:spPr bwMode="auto">
              <a:xfrm>
                <a:off x="892" y="3350"/>
                <a:ext cx="9" cy="46"/>
              </a:xfrm>
              <a:custGeom>
                <a:avLst/>
                <a:gdLst>
                  <a:gd name="T0" fmla="*/ 9 w 9"/>
                  <a:gd name="T1" fmla="*/ 5 h 46"/>
                  <a:gd name="T2" fmla="*/ 9 w 9"/>
                  <a:gd name="T3" fmla="*/ 4 h 46"/>
                  <a:gd name="T4" fmla="*/ 9 w 9"/>
                  <a:gd name="T5" fmla="*/ 2 h 46"/>
                  <a:gd name="T6" fmla="*/ 7 w 9"/>
                  <a:gd name="T7" fmla="*/ 0 h 46"/>
                  <a:gd name="T8" fmla="*/ 6 w 9"/>
                  <a:gd name="T9" fmla="*/ 0 h 46"/>
                  <a:gd name="T10" fmla="*/ 4 w 9"/>
                  <a:gd name="T11" fmla="*/ 0 h 46"/>
                  <a:gd name="T12" fmla="*/ 3 w 9"/>
                  <a:gd name="T13" fmla="*/ 0 h 46"/>
                  <a:gd name="T14" fmla="*/ 1 w 9"/>
                  <a:gd name="T15" fmla="*/ 2 h 46"/>
                  <a:gd name="T16" fmla="*/ 0 w 9"/>
                  <a:gd name="T17" fmla="*/ 4 h 46"/>
                  <a:gd name="T18" fmla="*/ 0 w 9"/>
                  <a:gd name="T19" fmla="*/ 40 h 46"/>
                  <a:gd name="T20" fmla="*/ 0 w 9"/>
                  <a:gd name="T21" fmla="*/ 41 h 46"/>
                  <a:gd name="T22" fmla="*/ 1 w 9"/>
                  <a:gd name="T23" fmla="*/ 43 h 46"/>
                  <a:gd name="T24" fmla="*/ 3 w 9"/>
                  <a:gd name="T25" fmla="*/ 44 h 46"/>
                  <a:gd name="T26" fmla="*/ 4 w 9"/>
                  <a:gd name="T27" fmla="*/ 46 h 46"/>
                  <a:gd name="T28" fmla="*/ 6 w 9"/>
                  <a:gd name="T29" fmla="*/ 46 h 46"/>
                  <a:gd name="T30" fmla="*/ 7 w 9"/>
                  <a:gd name="T31" fmla="*/ 44 h 46"/>
                  <a:gd name="T32" fmla="*/ 9 w 9"/>
                  <a:gd name="T33" fmla="*/ 43 h 46"/>
                  <a:gd name="T34" fmla="*/ 9 w 9"/>
                  <a:gd name="T35" fmla="*/ 41 h 46"/>
                  <a:gd name="T36" fmla="*/ 9 w 9"/>
                  <a:gd name="T37" fmla="*/ 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5"/>
                    </a:moveTo>
                    <a:lnTo>
                      <a:pt x="9" y="4"/>
                    </a:lnTo>
                    <a:lnTo>
                      <a:pt x="9" y="2"/>
                    </a:lnTo>
                    <a:lnTo>
                      <a:pt x="7" y="0"/>
                    </a:lnTo>
                    <a:lnTo>
                      <a:pt x="6" y="0"/>
                    </a:lnTo>
                    <a:lnTo>
                      <a:pt x="4" y="0"/>
                    </a:lnTo>
                    <a:lnTo>
                      <a:pt x="3" y="0"/>
                    </a:lnTo>
                    <a:lnTo>
                      <a:pt x="1" y="2"/>
                    </a:lnTo>
                    <a:lnTo>
                      <a:pt x="0" y="4"/>
                    </a:lnTo>
                    <a:lnTo>
                      <a:pt x="0" y="40"/>
                    </a:lnTo>
                    <a:lnTo>
                      <a:pt x="0" y="41"/>
                    </a:lnTo>
                    <a:lnTo>
                      <a:pt x="1" y="43"/>
                    </a:lnTo>
                    <a:lnTo>
                      <a:pt x="3" y="44"/>
                    </a:lnTo>
                    <a:lnTo>
                      <a:pt x="4" y="46"/>
                    </a:lnTo>
                    <a:lnTo>
                      <a:pt x="6" y="46"/>
                    </a:lnTo>
                    <a:lnTo>
                      <a:pt x="7" y="44"/>
                    </a:lnTo>
                    <a:lnTo>
                      <a:pt x="9" y="43"/>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32" name="Freeform 104"/>
              <p:cNvSpPr>
                <a:spLocks/>
              </p:cNvSpPr>
              <p:nvPr/>
            </p:nvSpPr>
            <p:spPr bwMode="auto">
              <a:xfrm>
                <a:off x="892" y="3414"/>
                <a:ext cx="9" cy="45"/>
              </a:xfrm>
              <a:custGeom>
                <a:avLst/>
                <a:gdLst>
                  <a:gd name="T0" fmla="*/ 9 w 9"/>
                  <a:gd name="T1" fmla="*/ 5 h 46"/>
                  <a:gd name="T2" fmla="*/ 9 w 9"/>
                  <a:gd name="T3" fmla="*/ 3 h 46"/>
                  <a:gd name="T4" fmla="*/ 9 w 9"/>
                  <a:gd name="T5" fmla="*/ 2 h 46"/>
                  <a:gd name="T6" fmla="*/ 7 w 9"/>
                  <a:gd name="T7" fmla="*/ 0 h 46"/>
                  <a:gd name="T8" fmla="*/ 6 w 9"/>
                  <a:gd name="T9" fmla="*/ 0 h 46"/>
                  <a:gd name="T10" fmla="*/ 4 w 9"/>
                  <a:gd name="T11" fmla="*/ 0 h 46"/>
                  <a:gd name="T12" fmla="*/ 3 w 9"/>
                  <a:gd name="T13" fmla="*/ 0 h 46"/>
                  <a:gd name="T14" fmla="*/ 1 w 9"/>
                  <a:gd name="T15" fmla="*/ 2 h 46"/>
                  <a:gd name="T16" fmla="*/ 0 w 9"/>
                  <a:gd name="T17" fmla="*/ 3 h 46"/>
                  <a:gd name="T18" fmla="*/ 0 w 9"/>
                  <a:gd name="T19" fmla="*/ 39 h 46"/>
                  <a:gd name="T20" fmla="*/ 0 w 9"/>
                  <a:gd name="T21" fmla="*/ 41 h 46"/>
                  <a:gd name="T22" fmla="*/ 1 w 9"/>
                  <a:gd name="T23" fmla="*/ 43 h 46"/>
                  <a:gd name="T24" fmla="*/ 3 w 9"/>
                  <a:gd name="T25" fmla="*/ 44 h 46"/>
                  <a:gd name="T26" fmla="*/ 4 w 9"/>
                  <a:gd name="T27" fmla="*/ 46 h 46"/>
                  <a:gd name="T28" fmla="*/ 6 w 9"/>
                  <a:gd name="T29" fmla="*/ 46 h 46"/>
                  <a:gd name="T30" fmla="*/ 7 w 9"/>
                  <a:gd name="T31" fmla="*/ 44 h 46"/>
                  <a:gd name="T32" fmla="*/ 9 w 9"/>
                  <a:gd name="T33" fmla="*/ 43 h 46"/>
                  <a:gd name="T34" fmla="*/ 9 w 9"/>
                  <a:gd name="T35" fmla="*/ 41 h 46"/>
                  <a:gd name="T36" fmla="*/ 9 w 9"/>
                  <a:gd name="T37" fmla="*/ 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5"/>
                    </a:moveTo>
                    <a:lnTo>
                      <a:pt x="9" y="3"/>
                    </a:lnTo>
                    <a:lnTo>
                      <a:pt x="9" y="2"/>
                    </a:lnTo>
                    <a:lnTo>
                      <a:pt x="7" y="0"/>
                    </a:lnTo>
                    <a:lnTo>
                      <a:pt x="6" y="0"/>
                    </a:lnTo>
                    <a:lnTo>
                      <a:pt x="4" y="0"/>
                    </a:lnTo>
                    <a:lnTo>
                      <a:pt x="3" y="0"/>
                    </a:lnTo>
                    <a:lnTo>
                      <a:pt x="1" y="2"/>
                    </a:lnTo>
                    <a:lnTo>
                      <a:pt x="0" y="3"/>
                    </a:lnTo>
                    <a:lnTo>
                      <a:pt x="0" y="39"/>
                    </a:lnTo>
                    <a:lnTo>
                      <a:pt x="0" y="41"/>
                    </a:lnTo>
                    <a:lnTo>
                      <a:pt x="1" y="43"/>
                    </a:lnTo>
                    <a:lnTo>
                      <a:pt x="3" y="44"/>
                    </a:lnTo>
                    <a:lnTo>
                      <a:pt x="4" y="46"/>
                    </a:lnTo>
                    <a:lnTo>
                      <a:pt x="6" y="46"/>
                    </a:lnTo>
                    <a:lnTo>
                      <a:pt x="7" y="44"/>
                    </a:lnTo>
                    <a:lnTo>
                      <a:pt x="9" y="43"/>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33" name="Freeform 105"/>
              <p:cNvSpPr>
                <a:spLocks/>
              </p:cNvSpPr>
              <p:nvPr/>
            </p:nvSpPr>
            <p:spPr bwMode="auto">
              <a:xfrm>
                <a:off x="892" y="3478"/>
                <a:ext cx="9" cy="21"/>
              </a:xfrm>
              <a:custGeom>
                <a:avLst/>
                <a:gdLst>
                  <a:gd name="T0" fmla="*/ 9 w 9"/>
                  <a:gd name="T1" fmla="*/ 4 h 21"/>
                  <a:gd name="T2" fmla="*/ 9 w 9"/>
                  <a:gd name="T3" fmla="*/ 3 h 21"/>
                  <a:gd name="T4" fmla="*/ 9 w 9"/>
                  <a:gd name="T5" fmla="*/ 1 h 21"/>
                  <a:gd name="T6" fmla="*/ 7 w 9"/>
                  <a:gd name="T7" fmla="*/ 0 h 21"/>
                  <a:gd name="T8" fmla="*/ 6 w 9"/>
                  <a:gd name="T9" fmla="*/ 0 h 21"/>
                  <a:gd name="T10" fmla="*/ 4 w 9"/>
                  <a:gd name="T11" fmla="*/ 0 h 21"/>
                  <a:gd name="T12" fmla="*/ 3 w 9"/>
                  <a:gd name="T13" fmla="*/ 0 h 21"/>
                  <a:gd name="T14" fmla="*/ 1 w 9"/>
                  <a:gd name="T15" fmla="*/ 1 h 21"/>
                  <a:gd name="T16" fmla="*/ 0 w 9"/>
                  <a:gd name="T17" fmla="*/ 3 h 21"/>
                  <a:gd name="T18" fmla="*/ 0 w 9"/>
                  <a:gd name="T19" fmla="*/ 16 h 21"/>
                  <a:gd name="T20" fmla="*/ 0 w 9"/>
                  <a:gd name="T21" fmla="*/ 16 h 21"/>
                  <a:gd name="T22" fmla="*/ 1 w 9"/>
                  <a:gd name="T23" fmla="*/ 18 h 21"/>
                  <a:gd name="T24" fmla="*/ 3 w 9"/>
                  <a:gd name="T25" fmla="*/ 19 h 21"/>
                  <a:gd name="T26" fmla="*/ 4 w 9"/>
                  <a:gd name="T27" fmla="*/ 21 h 21"/>
                  <a:gd name="T28" fmla="*/ 4 w 9"/>
                  <a:gd name="T29" fmla="*/ 21 h 21"/>
                  <a:gd name="T30" fmla="*/ 6 w 9"/>
                  <a:gd name="T31" fmla="*/ 19 h 21"/>
                  <a:gd name="T32" fmla="*/ 7 w 9"/>
                  <a:gd name="T33" fmla="*/ 18 h 21"/>
                  <a:gd name="T34" fmla="*/ 9 w 9"/>
                  <a:gd name="T35" fmla="*/ 18 h 21"/>
                  <a:gd name="T36" fmla="*/ 9 w 9"/>
                  <a:gd name="T37" fmla="*/ 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21">
                    <a:moveTo>
                      <a:pt x="9" y="4"/>
                    </a:moveTo>
                    <a:lnTo>
                      <a:pt x="9" y="3"/>
                    </a:lnTo>
                    <a:lnTo>
                      <a:pt x="9" y="1"/>
                    </a:lnTo>
                    <a:lnTo>
                      <a:pt x="7" y="0"/>
                    </a:lnTo>
                    <a:lnTo>
                      <a:pt x="6" y="0"/>
                    </a:lnTo>
                    <a:lnTo>
                      <a:pt x="4" y="0"/>
                    </a:lnTo>
                    <a:lnTo>
                      <a:pt x="3" y="0"/>
                    </a:lnTo>
                    <a:lnTo>
                      <a:pt x="1" y="1"/>
                    </a:lnTo>
                    <a:lnTo>
                      <a:pt x="0" y="3"/>
                    </a:lnTo>
                    <a:lnTo>
                      <a:pt x="0" y="16"/>
                    </a:lnTo>
                    <a:lnTo>
                      <a:pt x="0" y="16"/>
                    </a:lnTo>
                    <a:lnTo>
                      <a:pt x="1" y="18"/>
                    </a:lnTo>
                    <a:lnTo>
                      <a:pt x="3" y="19"/>
                    </a:lnTo>
                    <a:lnTo>
                      <a:pt x="4" y="21"/>
                    </a:lnTo>
                    <a:lnTo>
                      <a:pt x="4" y="21"/>
                    </a:lnTo>
                    <a:lnTo>
                      <a:pt x="6" y="19"/>
                    </a:lnTo>
                    <a:lnTo>
                      <a:pt x="7" y="18"/>
                    </a:lnTo>
                    <a:lnTo>
                      <a:pt x="9" y="18"/>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sp>
          <p:nvSpPr>
            <p:cNvPr id="534635" name="Rectangle 107"/>
            <p:cNvSpPr>
              <a:spLocks noChangeArrowheads="1"/>
            </p:cNvSpPr>
            <p:nvPr/>
          </p:nvSpPr>
          <p:spPr bwMode="auto">
            <a:xfrm>
              <a:off x="2582" y="1537"/>
              <a:ext cx="450"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a:p>
          </p:txBody>
        </p:sp>
        <p:sp>
          <p:nvSpPr>
            <p:cNvPr id="534636" name="Rectangle 108"/>
            <p:cNvSpPr>
              <a:spLocks noChangeArrowheads="1"/>
            </p:cNvSpPr>
            <p:nvPr/>
          </p:nvSpPr>
          <p:spPr bwMode="auto">
            <a:xfrm>
              <a:off x="2672" y="1607"/>
              <a:ext cx="58"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700" b="1" i="1">
                  <a:solidFill>
                    <a:srgbClr val="000000"/>
                  </a:solidFill>
                  <a:effectLst/>
                </a:rPr>
                <a:t>P</a:t>
              </a:r>
              <a:endParaRPr lang="en-US" altLang="zh-CN" b="1">
                <a:effectLst>
                  <a:outerShdw blurRad="38100" dist="38100" dir="2700000" algn="tl">
                    <a:srgbClr val="C0C0C0"/>
                  </a:outerShdw>
                </a:effectLst>
              </a:endParaRPr>
            </a:p>
          </p:txBody>
        </p:sp>
        <p:sp>
          <p:nvSpPr>
            <p:cNvPr id="534637" name="Rectangle 109"/>
            <p:cNvSpPr>
              <a:spLocks noChangeArrowheads="1"/>
            </p:cNvSpPr>
            <p:nvPr/>
          </p:nvSpPr>
          <p:spPr bwMode="auto">
            <a:xfrm>
              <a:off x="2753" y="1666"/>
              <a:ext cx="30"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100" b="1">
                  <a:solidFill>
                    <a:srgbClr val="000000"/>
                  </a:solidFill>
                  <a:effectLst/>
                </a:rPr>
                <a:t>0</a:t>
              </a:r>
              <a:endParaRPr lang="en-US" altLang="zh-CN" b="1">
                <a:effectLst>
                  <a:outerShdw blurRad="38100" dist="38100" dir="2700000" algn="tl">
                    <a:srgbClr val="C0C0C0"/>
                  </a:outerShdw>
                </a:effectLst>
              </a:endParaRPr>
            </a:p>
          </p:txBody>
        </p:sp>
        <p:sp>
          <p:nvSpPr>
            <p:cNvPr id="534638" name="Rectangle 110"/>
            <p:cNvSpPr>
              <a:spLocks noChangeArrowheads="1"/>
            </p:cNvSpPr>
            <p:nvPr/>
          </p:nvSpPr>
          <p:spPr bwMode="auto">
            <a:xfrm>
              <a:off x="2796" y="1666"/>
              <a:ext cx="15"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100" b="1">
                  <a:solidFill>
                    <a:srgbClr val="000000"/>
                  </a:solidFill>
                  <a:effectLst/>
                </a:rPr>
                <a:t> </a:t>
              </a:r>
              <a:endParaRPr lang="zh-CN" altLang="en-US" b="1">
                <a:effectLst>
                  <a:outerShdw blurRad="38100" dist="38100" dir="2700000" algn="tl">
                    <a:srgbClr val="C0C0C0"/>
                  </a:outerShdw>
                </a:effectLst>
              </a:endParaRPr>
            </a:p>
          </p:txBody>
        </p:sp>
        <p:grpSp>
          <p:nvGrpSpPr>
            <p:cNvPr id="49184" name="Group 121"/>
            <p:cNvGrpSpPr>
              <a:grpSpLocks/>
            </p:cNvGrpSpPr>
            <p:nvPr/>
          </p:nvGrpSpPr>
          <p:grpSpPr bwMode="auto">
            <a:xfrm>
              <a:off x="1905" y="1928"/>
              <a:ext cx="9" cy="600"/>
              <a:chOff x="1788" y="2899"/>
              <a:chExt cx="9" cy="600"/>
            </a:xfrm>
          </p:grpSpPr>
          <p:sp>
            <p:nvSpPr>
              <p:cNvPr id="534639" name="Freeform 111"/>
              <p:cNvSpPr>
                <a:spLocks/>
              </p:cNvSpPr>
              <p:nvPr/>
            </p:nvSpPr>
            <p:spPr bwMode="auto">
              <a:xfrm>
                <a:off x="1788" y="2899"/>
                <a:ext cx="8" cy="46"/>
              </a:xfrm>
              <a:custGeom>
                <a:avLst/>
                <a:gdLst>
                  <a:gd name="T0" fmla="*/ 9 w 9"/>
                  <a:gd name="T1" fmla="*/ 6 h 46"/>
                  <a:gd name="T2" fmla="*/ 9 w 9"/>
                  <a:gd name="T3" fmla="*/ 5 h 46"/>
                  <a:gd name="T4" fmla="*/ 8 w 9"/>
                  <a:gd name="T5" fmla="*/ 3 h 46"/>
                  <a:gd name="T6" fmla="*/ 6 w 9"/>
                  <a:gd name="T7" fmla="*/ 2 h 46"/>
                  <a:gd name="T8" fmla="*/ 5 w 9"/>
                  <a:gd name="T9" fmla="*/ 0 h 46"/>
                  <a:gd name="T10" fmla="*/ 5 w 9"/>
                  <a:gd name="T11" fmla="*/ 0 h 46"/>
                  <a:gd name="T12" fmla="*/ 3 w 9"/>
                  <a:gd name="T13" fmla="*/ 2 h 46"/>
                  <a:gd name="T14" fmla="*/ 2 w 9"/>
                  <a:gd name="T15" fmla="*/ 3 h 46"/>
                  <a:gd name="T16" fmla="*/ 0 w 9"/>
                  <a:gd name="T17" fmla="*/ 5 h 46"/>
                  <a:gd name="T18" fmla="*/ 0 w 9"/>
                  <a:gd name="T19" fmla="*/ 39 h 46"/>
                  <a:gd name="T20" fmla="*/ 0 w 9"/>
                  <a:gd name="T21" fmla="*/ 41 h 46"/>
                  <a:gd name="T22" fmla="*/ 2 w 9"/>
                  <a:gd name="T23" fmla="*/ 42 h 46"/>
                  <a:gd name="T24" fmla="*/ 3 w 9"/>
                  <a:gd name="T25" fmla="*/ 44 h 46"/>
                  <a:gd name="T26" fmla="*/ 5 w 9"/>
                  <a:gd name="T27" fmla="*/ 46 h 46"/>
                  <a:gd name="T28" fmla="*/ 6 w 9"/>
                  <a:gd name="T29" fmla="*/ 46 h 46"/>
                  <a:gd name="T30" fmla="*/ 8 w 9"/>
                  <a:gd name="T31" fmla="*/ 44 h 46"/>
                  <a:gd name="T32" fmla="*/ 9 w 9"/>
                  <a:gd name="T33" fmla="*/ 42 h 46"/>
                  <a:gd name="T34" fmla="*/ 9 w 9"/>
                  <a:gd name="T35" fmla="*/ 41 h 46"/>
                  <a:gd name="T36" fmla="*/ 9 w 9"/>
                  <a:gd name="T37" fmla="*/ 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6"/>
                    </a:moveTo>
                    <a:lnTo>
                      <a:pt x="9" y="5"/>
                    </a:lnTo>
                    <a:lnTo>
                      <a:pt x="8" y="3"/>
                    </a:lnTo>
                    <a:lnTo>
                      <a:pt x="6" y="2"/>
                    </a:lnTo>
                    <a:lnTo>
                      <a:pt x="5" y="0"/>
                    </a:lnTo>
                    <a:lnTo>
                      <a:pt x="5" y="0"/>
                    </a:lnTo>
                    <a:lnTo>
                      <a:pt x="3" y="2"/>
                    </a:lnTo>
                    <a:lnTo>
                      <a:pt x="2" y="3"/>
                    </a:lnTo>
                    <a:lnTo>
                      <a:pt x="0" y="5"/>
                    </a:lnTo>
                    <a:lnTo>
                      <a:pt x="0" y="39"/>
                    </a:lnTo>
                    <a:lnTo>
                      <a:pt x="0" y="41"/>
                    </a:lnTo>
                    <a:lnTo>
                      <a:pt x="2" y="42"/>
                    </a:lnTo>
                    <a:lnTo>
                      <a:pt x="3" y="44"/>
                    </a:lnTo>
                    <a:lnTo>
                      <a:pt x="5" y="46"/>
                    </a:lnTo>
                    <a:lnTo>
                      <a:pt x="6" y="46"/>
                    </a:lnTo>
                    <a:lnTo>
                      <a:pt x="8" y="44"/>
                    </a:lnTo>
                    <a:lnTo>
                      <a:pt x="9" y="42"/>
                    </a:lnTo>
                    <a:lnTo>
                      <a:pt x="9" y="41"/>
                    </a:ln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40" name="Freeform 112"/>
              <p:cNvSpPr>
                <a:spLocks/>
              </p:cNvSpPr>
              <p:nvPr/>
            </p:nvSpPr>
            <p:spPr bwMode="auto">
              <a:xfrm>
                <a:off x="1788" y="2963"/>
                <a:ext cx="8" cy="45"/>
              </a:xfrm>
              <a:custGeom>
                <a:avLst/>
                <a:gdLst>
                  <a:gd name="T0" fmla="*/ 9 w 9"/>
                  <a:gd name="T1" fmla="*/ 4 h 45"/>
                  <a:gd name="T2" fmla="*/ 9 w 9"/>
                  <a:gd name="T3" fmla="*/ 3 h 45"/>
                  <a:gd name="T4" fmla="*/ 9 w 9"/>
                  <a:gd name="T5" fmla="*/ 1 h 45"/>
                  <a:gd name="T6" fmla="*/ 8 w 9"/>
                  <a:gd name="T7" fmla="*/ 0 h 45"/>
                  <a:gd name="T8" fmla="*/ 6 w 9"/>
                  <a:gd name="T9" fmla="*/ 0 h 45"/>
                  <a:gd name="T10" fmla="*/ 5 w 9"/>
                  <a:gd name="T11" fmla="*/ 0 h 45"/>
                  <a:gd name="T12" fmla="*/ 3 w 9"/>
                  <a:gd name="T13" fmla="*/ 0 h 45"/>
                  <a:gd name="T14" fmla="*/ 2 w 9"/>
                  <a:gd name="T15" fmla="*/ 1 h 45"/>
                  <a:gd name="T16" fmla="*/ 0 w 9"/>
                  <a:gd name="T17" fmla="*/ 3 h 45"/>
                  <a:gd name="T18" fmla="*/ 0 w 9"/>
                  <a:gd name="T19" fmla="*/ 39 h 45"/>
                  <a:gd name="T20" fmla="*/ 0 w 9"/>
                  <a:gd name="T21" fmla="*/ 41 h 45"/>
                  <a:gd name="T22" fmla="*/ 2 w 9"/>
                  <a:gd name="T23" fmla="*/ 42 h 45"/>
                  <a:gd name="T24" fmla="*/ 3 w 9"/>
                  <a:gd name="T25" fmla="*/ 44 h 45"/>
                  <a:gd name="T26" fmla="*/ 5 w 9"/>
                  <a:gd name="T27" fmla="*/ 45 h 45"/>
                  <a:gd name="T28" fmla="*/ 6 w 9"/>
                  <a:gd name="T29" fmla="*/ 45 h 45"/>
                  <a:gd name="T30" fmla="*/ 8 w 9"/>
                  <a:gd name="T31" fmla="*/ 44 h 45"/>
                  <a:gd name="T32" fmla="*/ 9 w 9"/>
                  <a:gd name="T33" fmla="*/ 42 h 45"/>
                  <a:gd name="T34" fmla="*/ 9 w 9"/>
                  <a:gd name="T35" fmla="*/ 41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8" y="0"/>
                    </a:lnTo>
                    <a:lnTo>
                      <a:pt x="6" y="0"/>
                    </a:lnTo>
                    <a:lnTo>
                      <a:pt x="5" y="0"/>
                    </a:lnTo>
                    <a:lnTo>
                      <a:pt x="3" y="0"/>
                    </a:lnTo>
                    <a:lnTo>
                      <a:pt x="2" y="1"/>
                    </a:lnTo>
                    <a:lnTo>
                      <a:pt x="0" y="3"/>
                    </a:lnTo>
                    <a:lnTo>
                      <a:pt x="0" y="39"/>
                    </a:lnTo>
                    <a:lnTo>
                      <a:pt x="0" y="41"/>
                    </a:lnTo>
                    <a:lnTo>
                      <a:pt x="2" y="42"/>
                    </a:lnTo>
                    <a:lnTo>
                      <a:pt x="3" y="44"/>
                    </a:lnTo>
                    <a:lnTo>
                      <a:pt x="5" y="45"/>
                    </a:lnTo>
                    <a:lnTo>
                      <a:pt x="6" y="45"/>
                    </a:lnTo>
                    <a:lnTo>
                      <a:pt x="8" y="44"/>
                    </a:lnTo>
                    <a:lnTo>
                      <a:pt x="9" y="42"/>
                    </a:lnTo>
                    <a:lnTo>
                      <a:pt x="9" y="41"/>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41" name="Freeform 113"/>
              <p:cNvSpPr>
                <a:spLocks/>
              </p:cNvSpPr>
              <p:nvPr/>
            </p:nvSpPr>
            <p:spPr bwMode="auto">
              <a:xfrm>
                <a:off x="1788" y="3026"/>
                <a:ext cx="8" cy="46"/>
              </a:xfrm>
              <a:custGeom>
                <a:avLst/>
                <a:gdLst>
                  <a:gd name="T0" fmla="*/ 9 w 9"/>
                  <a:gd name="T1" fmla="*/ 5 h 46"/>
                  <a:gd name="T2" fmla="*/ 9 w 9"/>
                  <a:gd name="T3" fmla="*/ 3 h 46"/>
                  <a:gd name="T4" fmla="*/ 9 w 9"/>
                  <a:gd name="T5" fmla="*/ 2 h 46"/>
                  <a:gd name="T6" fmla="*/ 8 w 9"/>
                  <a:gd name="T7" fmla="*/ 0 h 46"/>
                  <a:gd name="T8" fmla="*/ 6 w 9"/>
                  <a:gd name="T9" fmla="*/ 0 h 46"/>
                  <a:gd name="T10" fmla="*/ 5 w 9"/>
                  <a:gd name="T11" fmla="*/ 0 h 46"/>
                  <a:gd name="T12" fmla="*/ 3 w 9"/>
                  <a:gd name="T13" fmla="*/ 0 h 46"/>
                  <a:gd name="T14" fmla="*/ 2 w 9"/>
                  <a:gd name="T15" fmla="*/ 2 h 46"/>
                  <a:gd name="T16" fmla="*/ 0 w 9"/>
                  <a:gd name="T17" fmla="*/ 3 h 46"/>
                  <a:gd name="T18" fmla="*/ 0 w 9"/>
                  <a:gd name="T19" fmla="*/ 40 h 46"/>
                  <a:gd name="T20" fmla="*/ 0 w 9"/>
                  <a:gd name="T21" fmla="*/ 41 h 46"/>
                  <a:gd name="T22" fmla="*/ 2 w 9"/>
                  <a:gd name="T23" fmla="*/ 43 h 46"/>
                  <a:gd name="T24" fmla="*/ 3 w 9"/>
                  <a:gd name="T25" fmla="*/ 44 h 46"/>
                  <a:gd name="T26" fmla="*/ 5 w 9"/>
                  <a:gd name="T27" fmla="*/ 46 h 46"/>
                  <a:gd name="T28" fmla="*/ 6 w 9"/>
                  <a:gd name="T29" fmla="*/ 46 h 46"/>
                  <a:gd name="T30" fmla="*/ 8 w 9"/>
                  <a:gd name="T31" fmla="*/ 44 h 46"/>
                  <a:gd name="T32" fmla="*/ 9 w 9"/>
                  <a:gd name="T33" fmla="*/ 43 h 46"/>
                  <a:gd name="T34" fmla="*/ 9 w 9"/>
                  <a:gd name="T35" fmla="*/ 41 h 46"/>
                  <a:gd name="T36" fmla="*/ 9 w 9"/>
                  <a:gd name="T37" fmla="*/ 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5"/>
                    </a:moveTo>
                    <a:lnTo>
                      <a:pt x="9" y="3"/>
                    </a:lnTo>
                    <a:lnTo>
                      <a:pt x="9" y="2"/>
                    </a:lnTo>
                    <a:lnTo>
                      <a:pt x="8" y="0"/>
                    </a:lnTo>
                    <a:lnTo>
                      <a:pt x="6" y="0"/>
                    </a:lnTo>
                    <a:lnTo>
                      <a:pt x="5" y="0"/>
                    </a:lnTo>
                    <a:lnTo>
                      <a:pt x="3" y="0"/>
                    </a:lnTo>
                    <a:lnTo>
                      <a:pt x="2" y="2"/>
                    </a:lnTo>
                    <a:lnTo>
                      <a:pt x="0" y="3"/>
                    </a:lnTo>
                    <a:lnTo>
                      <a:pt x="0" y="40"/>
                    </a:lnTo>
                    <a:lnTo>
                      <a:pt x="0" y="41"/>
                    </a:lnTo>
                    <a:lnTo>
                      <a:pt x="2" y="43"/>
                    </a:lnTo>
                    <a:lnTo>
                      <a:pt x="3" y="44"/>
                    </a:lnTo>
                    <a:lnTo>
                      <a:pt x="5" y="46"/>
                    </a:lnTo>
                    <a:lnTo>
                      <a:pt x="6" y="46"/>
                    </a:lnTo>
                    <a:lnTo>
                      <a:pt x="8" y="44"/>
                    </a:lnTo>
                    <a:lnTo>
                      <a:pt x="9" y="43"/>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42" name="Freeform 114"/>
              <p:cNvSpPr>
                <a:spLocks/>
              </p:cNvSpPr>
              <p:nvPr/>
            </p:nvSpPr>
            <p:spPr bwMode="auto">
              <a:xfrm>
                <a:off x="1788" y="3090"/>
                <a:ext cx="8" cy="45"/>
              </a:xfrm>
              <a:custGeom>
                <a:avLst/>
                <a:gdLst>
                  <a:gd name="T0" fmla="*/ 9 w 9"/>
                  <a:gd name="T1" fmla="*/ 4 h 45"/>
                  <a:gd name="T2" fmla="*/ 9 w 9"/>
                  <a:gd name="T3" fmla="*/ 3 h 45"/>
                  <a:gd name="T4" fmla="*/ 9 w 9"/>
                  <a:gd name="T5" fmla="*/ 1 h 45"/>
                  <a:gd name="T6" fmla="*/ 8 w 9"/>
                  <a:gd name="T7" fmla="*/ 0 h 45"/>
                  <a:gd name="T8" fmla="*/ 6 w 9"/>
                  <a:gd name="T9" fmla="*/ 0 h 45"/>
                  <a:gd name="T10" fmla="*/ 5 w 9"/>
                  <a:gd name="T11" fmla="*/ 0 h 45"/>
                  <a:gd name="T12" fmla="*/ 3 w 9"/>
                  <a:gd name="T13" fmla="*/ 0 h 45"/>
                  <a:gd name="T14" fmla="*/ 2 w 9"/>
                  <a:gd name="T15" fmla="*/ 1 h 45"/>
                  <a:gd name="T16" fmla="*/ 0 w 9"/>
                  <a:gd name="T17" fmla="*/ 3 h 45"/>
                  <a:gd name="T18" fmla="*/ 0 w 9"/>
                  <a:gd name="T19" fmla="*/ 39 h 45"/>
                  <a:gd name="T20" fmla="*/ 0 w 9"/>
                  <a:gd name="T21" fmla="*/ 41 h 45"/>
                  <a:gd name="T22" fmla="*/ 2 w 9"/>
                  <a:gd name="T23" fmla="*/ 42 h 45"/>
                  <a:gd name="T24" fmla="*/ 3 w 9"/>
                  <a:gd name="T25" fmla="*/ 44 h 45"/>
                  <a:gd name="T26" fmla="*/ 5 w 9"/>
                  <a:gd name="T27" fmla="*/ 45 h 45"/>
                  <a:gd name="T28" fmla="*/ 6 w 9"/>
                  <a:gd name="T29" fmla="*/ 45 h 45"/>
                  <a:gd name="T30" fmla="*/ 8 w 9"/>
                  <a:gd name="T31" fmla="*/ 44 h 45"/>
                  <a:gd name="T32" fmla="*/ 9 w 9"/>
                  <a:gd name="T33" fmla="*/ 42 h 45"/>
                  <a:gd name="T34" fmla="*/ 9 w 9"/>
                  <a:gd name="T35" fmla="*/ 41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8" y="0"/>
                    </a:lnTo>
                    <a:lnTo>
                      <a:pt x="6" y="0"/>
                    </a:lnTo>
                    <a:lnTo>
                      <a:pt x="5" y="0"/>
                    </a:lnTo>
                    <a:lnTo>
                      <a:pt x="3" y="0"/>
                    </a:lnTo>
                    <a:lnTo>
                      <a:pt x="2" y="1"/>
                    </a:lnTo>
                    <a:lnTo>
                      <a:pt x="0" y="3"/>
                    </a:lnTo>
                    <a:lnTo>
                      <a:pt x="0" y="39"/>
                    </a:lnTo>
                    <a:lnTo>
                      <a:pt x="0" y="41"/>
                    </a:lnTo>
                    <a:lnTo>
                      <a:pt x="2" y="42"/>
                    </a:lnTo>
                    <a:lnTo>
                      <a:pt x="3" y="44"/>
                    </a:lnTo>
                    <a:lnTo>
                      <a:pt x="5" y="45"/>
                    </a:lnTo>
                    <a:lnTo>
                      <a:pt x="6" y="45"/>
                    </a:lnTo>
                    <a:lnTo>
                      <a:pt x="8" y="44"/>
                    </a:lnTo>
                    <a:lnTo>
                      <a:pt x="9" y="42"/>
                    </a:lnTo>
                    <a:lnTo>
                      <a:pt x="9" y="41"/>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43" name="Freeform 115"/>
              <p:cNvSpPr>
                <a:spLocks/>
              </p:cNvSpPr>
              <p:nvPr/>
            </p:nvSpPr>
            <p:spPr bwMode="auto">
              <a:xfrm>
                <a:off x="1788" y="3154"/>
                <a:ext cx="8" cy="45"/>
              </a:xfrm>
              <a:custGeom>
                <a:avLst/>
                <a:gdLst>
                  <a:gd name="T0" fmla="*/ 9 w 9"/>
                  <a:gd name="T1" fmla="*/ 4 h 45"/>
                  <a:gd name="T2" fmla="*/ 9 w 9"/>
                  <a:gd name="T3" fmla="*/ 3 h 45"/>
                  <a:gd name="T4" fmla="*/ 9 w 9"/>
                  <a:gd name="T5" fmla="*/ 1 h 45"/>
                  <a:gd name="T6" fmla="*/ 8 w 9"/>
                  <a:gd name="T7" fmla="*/ 0 h 45"/>
                  <a:gd name="T8" fmla="*/ 6 w 9"/>
                  <a:gd name="T9" fmla="*/ 0 h 45"/>
                  <a:gd name="T10" fmla="*/ 5 w 9"/>
                  <a:gd name="T11" fmla="*/ 0 h 45"/>
                  <a:gd name="T12" fmla="*/ 3 w 9"/>
                  <a:gd name="T13" fmla="*/ 0 h 45"/>
                  <a:gd name="T14" fmla="*/ 2 w 9"/>
                  <a:gd name="T15" fmla="*/ 1 h 45"/>
                  <a:gd name="T16" fmla="*/ 0 w 9"/>
                  <a:gd name="T17" fmla="*/ 3 h 45"/>
                  <a:gd name="T18" fmla="*/ 0 w 9"/>
                  <a:gd name="T19" fmla="*/ 39 h 45"/>
                  <a:gd name="T20" fmla="*/ 0 w 9"/>
                  <a:gd name="T21" fmla="*/ 40 h 45"/>
                  <a:gd name="T22" fmla="*/ 2 w 9"/>
                  <a:gd name="T23" fmla="*/ 42 h 45"/>
                  <a:gd name="T24" fmla="*/ 3 w 9"/>
                  <a:gd name="T25" fmla="*/ 43 h 45"/>
                  <a:gd name="T26" fmla="*/ 5 w 9"/>
                  <a:gd name="T27" fmla="*/ 45 h 45"/>
                  <a:gd name="T28" fmla="*/ 6 w 9"/>
                  <a:gd name="T29" fmla="*/ 45 h 45"/>
                  <a:gd name="T30" fmla="*/ 8 w 9"/>
                  <a:gd name="T31" fmla="*/ 43 h 45"/>
                  <a:gd name="T32" fmla="*/ 9 w 9"/>
                  <a:gd name="T33" fmla="*/ 42 h 45"/>
                  <a:gd name="T34" fmla="*/ 9 w 9"/>
                  <a:gd name="T35" fmla="*/ 40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8" y="0"/>
                    </a:lnTo>
                    <a:lnTo>
                      <a:pt x="6" y="0"/>
                    </a:lnTo>
                    <a:lnTo>
                      <a:pt x="5" y="0"/>
                    </a:lnTo>
                    <a:lnTo>
                      <a:pt x="3" y="0"/>
                    </a:lnTo>
                    <a:lnTo>
                      <a:pt x="2" y="1"/>
                    </a:lnTo>
                    <a:lnTo>
                      <a:pt x="0" y="3"/>
                    </a:lnTo>
                    <a:lnTo>
                      <a:pt x="0" y="39"/>
                    </a:lnTo>
                    <a:lnTo>
                      <a:pt x="0" y="40"/>
                    </a:lnTo>
                    <a:lnTo>
                      <a:pt x="2" y="42"/>
                    </a:lnTo>
                    <a:lnTo>
                      <a:pt x="3" y="43"/>
                    </a:lnTo>
                    <a:lnTo>
                      <a:pt x="5" y="45"/>
                    </a:lnTo>
                    <a:lnTo>
                      <a:pt x="6" y="45"/>
                    </a:lnTo>
                    <a:lnTo>
                      <a:pt x="8" y="43"/>
                    </a:lnTo>
                    <a:lnTo>
                      <a:pt x="9" y="42"/>
                    </a:lnTo>
                    <a:lnTo>
                      <a:pt x="9" y="40"/>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44" name="Freeform 116"/>
              <p:cNvSpPr>
                <a:spLocks/>
              </p:cNvSpPr>
              <p:nvPr/>
            </p:nvSpPr>
            <p:spPr bwMode="auto">
              <a:xfrm>
                <a:off x="1788" y="3217"/>
                <a:ext cx="8" cy="46"/>
              </a:xfrm>
              <a:custGeom>
                <a:avLst/>
                <a:gdLst>
                  <a:gd name="T0" fmla="*/ 9 w 9"/>
                  <a:gd name="T1" fmla="*/ 5 h 46"/>
                  <a:gd name="T2" fmla="*/ 9 w 9"/>
                  <a:gd name="T3" fmla="*/ 3 h 46"/>
                  <a:gd name="T4" fmla="*/ 9 w 9"/>
                  <a:gd name="T5" fmla="*/ 2 h 46"/>
                  <a:gd name="T6" fmla="*/ 8 w 9"/>
                  <a:gd name="T7" fmla="*/ 0 h 46"/>
                  <a:gd name="T8" fmla="*/ 6 w 9"/>
                  <a:gd name="T9" fmla="*/ 0 h 46"/>
                  <a:gd name="T10" fmla="*/ 5 w 9"/>
                  <a:gd name="T11" fmla="*/ 0 h 46"/>
                  <a:gd name="T12" fmla="*/ 3 w 9"/>
                  <a:gd name="T13" fmla="*/ 0 h 46"/>
                  <a:gd name="T14" fmla="*/ 2 w 9"/>
                  <a:gd name="T15" fmla="*/ 2 h 46"/>
                  <a:gd name="T16" fmla="*/ 0 w 9"/>
                  <a:gd name="T17" fmla="*/ 3 h 46"/>
                  <a:gd name="T18" fmla="*/ 0 w 9"/>
                  <a:gd name="T19" fmla="*/ 40 h 46"/>
                  <a:gd name="T20" fmla="*/ 0 w 9"/>
                  <a:gd name="T21" fmla="*/ 41 h 46"/>
                  <a:gd name="T22" fmla="*/ 2 w 9"/>
                  <a:gd name="T23" fmla="*/ 43 h 46"/>
                  <a:gd name="T24" fmla="*/ 3 w 9"/>
                  <a:gd name="T25" fmla="*/ 44 h 46"/>
                  <a:gd name="T26" fmla="*/ 5 w 9"/>
                  <a:gd name="T27" fmla="*/ 46 h 46"/>
                  <a:gd name="T28" fmla="*/ 6 w 9"/>
                  <a:gd name="T29" fmla="*/ 46 h 46"/>
                  <a:gd name="T30" fmla="*/ 8 w 9"/>
                  <a:gd name="T31" fmla="*/ 44 h 46"/>
                  <a:gd name="T32" fmla="*/ 9 w 9"/>
                  <a:gd name="T33" fmla="*/ 43 h 46"/>
                  <a:gd name="T34" fmla="*/ 9 w 9"/>
                  <a:gd name="T35" fmla="*/ 41 h 46"/>
                  <a:gd name="T36" fmla="*/ 9 w 9"/>
                  <a:gd name="T37" fmla="*/ 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5"/>
                    </a:moveTo>
                    <a:lnTo>
                      <a:pt x="9" y="3"/>
                    </a:lnTo>
                    <a:lnTo>
                      <a:pt x="9" y="2"/>
                    </a:lnTo>
                    <a:lnTo>
                      <a:pt x="8" y="0"/>
                    </a:lnTo>
                    <a:lnTo>
                      <a:pt x="6" y="0"/>
                    </a:lnTo>
                    <a:lnTo>
                      <a:pt x="5" y="0"/>
                    </a:lnTo>
                    <a:lnTo>
                      <a:pt x="3" y="0"/>
                    </a:lnTo>
                    <a:lnTo>
                      <a:pt x="2" y="2"/>
                    </a:lnTo>
                    <a:lnTo>
                      <a:pt x="0" y="3"/>
                    </a:lnTo>
                    <a:lnTo>
                      <a:pt x="0" y="40"/>
                    </a:lnTo>
                    <a:lnTo>
                      <a:pt x="0" y="41"/>
                    </a:lnTo>
                    <a:lnTo>
                      <a:pt x="2" y="43"/>
                    </a:lnTo>
                    <a:lnTo>
                      <a:pt x="3" y="44"/>
                    </a:lnTo>
                    <a:lnTo>
                      <a:pt x="5" y="46"/>
                    </a:lnTo>
                    <a:lnTo>
                      <a:pt x="6" y="46"/>
                    </a:lnTo>
                    <a:lnTo>
                      <a:pt x="8" y="44"/>
                    </a:lnTo>
                    <a:lnTo>
                      <a:pt x="9" y="43"/>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45" name="Freeform 117"/>
              <p:cNvSpPr>
                <a:spLocks/>
              </p:cNvSpPr>
              <p:nvPr/>
            </p:nvSpPr>
            <p:spPr bwMode="auto">
              <a:xfrm>
                <a:off x="1788" y="3281"/>
                <a:ext cx="8" cy="45"/>
              </a:xfrm>
              <a:custGeom>
                <a:avLst/>
                <a:gdLst>
                  <a:gd name="T0" fmla="*/ 9 w 9"/>
                  <a:gd name="T1" fmla="*/ 4 h 45"/>
                  <a:gd name="T2" fmla="*/ 9 w 9"/>
                  <a:gd name="T3" fmla="*/ 3 h 45"/>
                  <a:gd name="T4" fmla="*/ 9 w 9"/>
                  <a:gd name="T5" fmla="*/ 1 h 45"/>
                  <a:gd name="T6" fmla="*/ 8 w 9"/>
                  <a:gd name="T7" fmla="*/ 0 h 45"/>
                  <a:gd name="T8" fmla="*/ 6 w 9"/>
                  <a:gd name="T9" fmla="*/ 0 h 45"/>
                  <a:gd name="T10" fmla="*/ 5 w 9"/>
                  <a:gd name="T11" fmla="*/ 0 h 45"/>
                  <a:gd name="T12" fmla="*/ 3 w 9"/>
                  <a:gd name="T13" fmla="*/ 0 h 45"/>
                  <a:gd name="T14" fmla="*/ 2 w 9"/>
                  <a:gd name="T15" fmla="*/ 1 h 45"/>
                  <a:gd name="T16" fmla="*/ 0 w 9"/>
                  <a:gd name="T17" fmla="*/ 3 h 45"/>
                  <a:gd name="T18" fmla="*/ 0 w 9"/>
                  <a:gd name="T19" fmla="*/ 39 h 45"/>
                  <a:gd name="T20" fmla="*/ 0 w 9"/>
                  <a:gd name="T21" fmla="*/ 41 h 45"/>
                  <a:gd name="T22" fmla="*/ 2 w 9"/>
                  <a:gd name="T23" fmla="*/ 42 h 45"/>
                  <a:gd name="T24" fmla="*/ 3 w 9"/>
                  <a:gd name="T25" fmla="*/ 44 h 45"/>
                  <a:gd name="T26" fmla="*/ 5 w 9"/>
                  <a:gd name="T27" fmla="*/ 45 h 45"/>
                  <a:gd name="T28" fmla="*/ 6 w 9"/>
                  <a:gd name="T29" fmla="*/ 45 h 45"/>
                  <a:gd name="T30" fmla="*/ 8 w 9"/>
                  <a:gd name="T31" fmla="*/ 44 h 45"/>
                  <a:gd name="T32" fmla="*/ 9 w 9"/>
                  <a:gd name="T33" fmla="*/ 42 h 45"/>
                  <a:gd name="T34" fmla="*/ 9 w 9"/>
                  <a:gd name="T35" fmla="*/ 41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8" y="0"/>
                    </a:lnTo>
                    <a:lnTo>
                      <a:pt x="6" y="0"/>
                    </a:lnTo>
                    <a:lnTo>
                      <a:pt x="5" y="0"/>
                    </a:lnTo>
                    <a:lnTo>
                      <a:pt x="3" y="0"/>
                    </a:lnTo>
                    <a:lnTo>
                      <a:pt x="2" y="1"/>
                    </a:lnTo>
                    <a:lnTo>
                      <a:pt x="0" y="3"/>
                    </a:lnTo>
                    <a:lnTo>
                      <a:pt x="0" y="39"/>
                    </a:lnTo>
                    <a:lnTo>
                      <a:pt x="0" y="41"/>
                    </a:lnTo>
                    <a:lnTo>
                      <a:pt x="2" y="42"/>
                    </a:lnTo>
                    <a:lnTo>
                      <a:pt x="3" y="44"/>
                    </a:lnTo>
                    <a:lnTo>
                      <a:pt x="5" y="45"/>
                    </a:lnTo>
                    <a:lnTo>
                      <a:pt x="6" y="45"/>
                    </a:lnTo>
                    <a:lnTo>
                      <a:pt x="8" y="44"/>
                    </a:lnTo>
                    <a:lnTo>
                      <a:pt x="9" y="42"/>
                    </a:lnTo>
                    <a:lnTo>
                      <a:pt x="9" y="41"/>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46" name="Freeform 118"/>
              <p:cNvSpPr>
                <a:spLocks/>
              </p:cNvSpPr>
              <p:nvPr/>
            </p:nvSpPr>
            <p:spPr bwMode="auto">
              <a:xfrm>
                <a:off x="1788" y="3344"/>
                <a:ext cx="8" cy="46"/>
              </a:xfrm>
              <a:custGeom>
                <a:avLst/>
                <a:gdLst>
                  <a:gd name="T0" fmla="*/ 9 w 9"/>
                  <a:gd name="T1" fmla="*/ 5 h 46"/>
                  <a:gd name="T2" fmla="*/ 9 w 9"/>
                  <a:gd name="T3" fmla="*/ 3 h 46"/>
                  <a:gd name="T4" fmla="*/ 9 w 9"/>
                  <a:gd name="T5" fmla="*/ 2 h 46"/>
                  <a:gd name="T6" fmla="*/ 8 w 9"/>
                  <a:gd name="T7" fmla="*/ 0 h 46"/>
                  <a:gd name="T8" fmla="*/ 6 w 9"/>
                  <a:gd name="T9" fmla="*/ 0 h 46"/>
                  <a:gd name="T10" fmla="*/ 5 w 9"/>
                  <a:gd name="T11" fmla="*/ 0 h 46"/>
                  <a:gd name="T12" fmla="*/ 3 w 9"/>
                  <a:gd name="T13" fmla="*/ 0 h 46"/>
                  <a:gd name="T14" fmla="*/ 2 w 9"/>
                  <a:gd name="T15" fmla="*/ 2 h 46"/>
                  <a:gd name="T16" fmla="*/ 0 w 9"/>
                  <a:gd name="T17" fmla="*/ 3 h 46"/>
                  <a:gd name="T18" fmla="*/ 0 w 9"/>
                  <a:gd name="T19" fmla="*/ 40 h 46"/>
                  <a:gd name="T20" fmla="*/ 0 w 9"/>
                  <a:gd name="T21" fmla="*/ 41 h 46"/>
                  <a:gd name="T22" fmla="*/ 2 w 9"/>
                  <a:gd name="T23" fmla="*/ 43 h 46"/>
                  <a:gd name="T24" fmla="*/ 3 w 9"/>
                  <a:gd name="T25" fmla="*/ 44 h 46"/>
                  <a:gd name="T26" fmla="*/ 5 w 9"/>
                  <a:gd name="T27" fmla="*/ 46 h 46"/>
                  <a:gd name="T28" fmla="*/ 6 w 9"/>
                  <a:gd name="T29" fmla="*/ 46 h 46"/>
                  <a:gd name="T30" fmla="*/ 8 w 9"/>
                  <a:gd name="T31" fmla="*/ 44 h 46"/>
                  <a:gd name="T32" fmla="*/ 9 w 9"/>
                  <a:gd name="T33" fmla="*/ 43 h 46"/>
                  <a:gd name="T34" fmla="*/ 9 w 9"/>
                  <a:gd name="T35" fmla="*/ 41 h 46"/>
                  <a:gd name="T36" fmla="*/ 9 w 9"/>
                  <a:gd name="T37" fmla="*/ 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5"/>
                    </a:moveTo>
                    <a:lnTo>
                      <a:pt x="9" y="3"/>
                    </a:lnTo>
                    <a:lnTo>
                      <a:pt x="9" y="2"/>
                    </a:lnTo>
                    <a:lnTo>
                      <a:pt x="8" y="0"/>
                    </a:lnTo>
                    <a:lnTo>
                      <a:pt x="6" y="0"/>
                    </a:lnTo>
                    <a:lnTo>
                      <a:pt x="5" y="0"/>
                    </a:lnTo>
                    <a:lnTo>
                      <a:pt x="3" y="0"/>
                    </a:lnTo>
                    <a:lnTo>
                      <a:pt x="2" y="2"/>
                    </a:lnTo>
                    <a:lnTo>
                      <a:pt x="0" y="3"/>
                    </a:lnTo>
                    <a:lnTo>
                      <a:pt x="0" y="40"/>
                    </a:lnTo>
                    <a:lnTo>
                      <a:pt x="0" y="41"/>
                    </a:lnTo>
                    <a:lnTo>
                      <a:pt x="2" y="43"/>
                    </a:lnTo>
                    <a:lnTo>
                      <a:pt x="3" y="44"/>
                    </a:lnTo>
                    <a:lnTo>
                      <a:pt x="5" y="46"/>
                    </a:lnTo>
                    <a:lnTo>
                      <a:pt x="6" y="46"/>
                    </a:lnTo>
                    <a:lnTo>
                      <a:pt x="8" y="44"/>
                    </a:lnTo>
                    <a:lnTo>
                      <a:pt x="9" y="43"/>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47" name="Freeform 119"/>
              <p:cNvSpPr>
                <a:spLocks/>
              </p:cNvSpPr>
              <p:nvPr/>
            </p:nvSpPr>
            <p:spPr bwMode="auto">
              <a:xfrm>
                <a:off x="1788" y="3408"/>
                <a:ext cx="8" cy="45"/>
              </a:xfrm>
              <a:custGeom>
                <a:avLst/>
                <a:gdLst>
                  <a:gd name="T0" fmla="*/ 9 w 9"/>
                  <a:gd name="T1" fmla="*/ 5 h 45"/>
                  <a:gd name="T2" fmla="*/ 9 w 9"/>
                  <a:gd name="T3" fmla="*/ 3 h 45"/>
                  <a:gd name="T4" fmla="*/ 9 w 9"/>
                  <a:gd name="T5" fmla="*/ 2 h 45"/>
                  <a:gd name="T6" fmla="*/ 8 w 9"/>
                  <a:gd name="T7" fmla="*/ 0 h 45"/>
                  <a:gd name="T8" fmla="*/ 6 w 9"/>
                  <a:gd name="T9" fmla="*/ 0 h 45"/>
                  <a:gd name="T10" fmla="*/ 5 w 9"/>
                  <a:gd name="T11" fmla="*/ 0 h 45"/>
                  <a:gd name="T12" fmla="*/ 3 w 9"/>
                  <a:gd name="T13" fmla="*/ 0 h 45"/>
                  <a:gd name="T14" fmla="*/ 2 w 9"/>
                  <a:gd name="T15" fmla="*/ 2 h 45"/>
                  <a:gd name="T16" fmla="*/ 0 w 9"/>
                  <a:gd name="T17" fmla="*/ 3 h 45"/>
                  <a:gd name="T18" fmla="*/ 0 w 9"/>
                  <a:gd name="T19" fmla="*/ 39 h 45"/>
                  <a:gd name="T20" fmla="*/ 0 w 9"/>
                  <a:gd name="T21" fmla="*/ 41 h 45"/>
                  <a:gd name="T22" fmla="*/ 2 w 9"/>
                  <a:gd name="T23" fmla="*/ 42 h 45"/>
                  <a:gd name="T24" fmla="*/ 3 w 9"/>
                  <a:gd name="T25" fmla="*/ 44 h 45"/>
                  <a:gd name="T26" fmla="*/ 5 w 9"/>
                  <a:gd name="T27" fmla="*/ 45 h 45"/>
                  <a:gd name="T28" fmla="*/ 6 w 9"/>
                  <a:gd name="T29" fmla="*/ 45 h 45"/>
                  <a:gd name="T30" fmla="*/ 8 w 9"/>
                  <a:gd name="T31" fmla="*/ 44 h 45"/>
                  <a:gd name="T32" fmla="*/ 9 w 9"/>
                  <a:gd name="T33" fmla="*/ 42 h 45"/>
                  <a:gd name="T34" fmla="*/ 9 w 9"/>
                  <a:gd name="T35" fmla="*/ 41 h 45"/>
                  <a:gd name="T36" fmla="*/ 9 w 9"/>
                  <a:gd name="T37" fmla="*/ 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5"/>
                    </a:moveTo>
                    <a:lnTo>
                      <a:pt x="9" y="3"/>
                    </a:lnTo>
                    <a:lnTo>
                      <a:pt x="9" y="2"/>
                    </a:lnTo>
                    <a:lnTo>
                      <a:pt x="8" y="0"/>
                    </a:lnTo>
                    <a:lnTo>
                      <a:pt x="6" y="0"/>
                    </a:lnTo>
                    <a:lnTo>
                      <a:pt x="5" y="0"/>
                    </a:lnTo>
                    <a:lnTo>
                      <a:pt x="3" y="0"/>
                    </a:lnTo>
                    <a:lnTo>
                      <a:pt x="2" y="2"/>
                    </a:lnTo>
                    <a:lnTo>
                      <a:pt x="0" y="3"/>
                    </a:lnTo>
                    <a:lnTo>
                      <a:pt x="0" y="39"/>
                    </a:lnTo>
                    <a:lnTo>
                      <a:pt x="0" y="41"/>
                    </a:lnTo>
                    <a:lnTo>
                      <a:pt x="2" y="42"/>
                    </a:lnTo>
                    <a:lnTo>
                      <a:pt x="3" y="44"/>
                    </a:lnTo>
                    <a:lnTo>
                      <a:pt x="5" y="45"/>
                    </a:lnTo>
                    <a:lnTo>
                      <a:pt x="6" y="45"/>
                    </a:lnTo>
                    <a:lnTo>
                      <a:pt x="8" y="44"/>
                    </a:lnTo>
                    <a:lnTo>
                      <a:pt x="9" y="42"/>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48" name="Freeform 120"/>
              <p:cNvSpPr>
                <a:spLocks/>
              </p:cNvSpPr>
              <p:nvPr/>
            </p:nvSpPr>
            <p:spPr bwMode="auto">
              <a:xfrm>
                <a:off x="1788" y="3472"/>
                <a:ext cx="8" cy="27"/>
              </a:xfrm>
              <a:custGeom>
                <a:avLst/>
                <a:gdLst>
                  <a:gd name="T0" fmla="*/ 9 w 9"/>
                  <a:gd name="T1" fmla="*/ 4 h 27"/>
                  <a:gd name="T2" fmla="*/ 9 w 9"/>
                  <a:gd name="T3" fmla="*/ 3 h 27"/>
                  <a:gd name="T4" fmla="*/ 9 w 9"/>
                  <a:gd name="T5" fmla="*/ 1 h 27"/>
                  <a:gd name="T6" fmla="*/ 8 w 9"/>
                  <a:gd name="T7" fmla="*/ 0 h 27"/>
                  <a:gd name="T8" fmla="*/ 6 w 9"/>
                  <a:gd name="T9" fmla="*/ 0 h 27"/>
                  <a:gd name="T10" fmla="*/ 5 w 9"/>
                  <a:gd name="T11" fmla="*/ 0 h 27"/>
                  <a:gd name="T12" fmla="*/ 3 w 9"/>
                  <a:gd name="T13" fmla="*/ 0 h 27"/>
                  <a:gd name="T14" fmla="*/ 2 w 9"/>
                  <a:gd name="T15" fmla="*/ 1 h 27"/>
                  <a:gd name="T16" fmla="*/ 0 w 9"/>
                  <a:gd name="T17" fmla="*/ 3 h 27"/>
                  <a:gd name="T18" fmla="*/ 0 w 9"/>
                  <a:gd name="T19" fmla="*/ 22 h 27"/>
                  <a:gd name="T20" fmla="*/ 0 w 9"/>
                  <a:gd name="T21" fmla="*/ 22 h 27"/>
                  <a:gd name="T22" fmla="*/ 2 w 9"/>
                  <a:gd name="T23" fmla="*/ 24 h 27"/>
                  <a:gd name="T24" fmla="*/ 3 w 9"/>
                  <a:gd name="T25" fmla="*/ 25 h 27"/>
                  <a:gd name="T26" fmla="*/ 5 w 9"/>
                  <a:gd name="T27" fmla="*/ 27 h 27"/>
                  <a:gd name="T28" fmla="*/ 5 w 9"/>
                  <a:gd name="T29" fmla="*/ 27 h 27"/>
                  <a:gd name="T30" fmla="*/ 6 w 9"/>
                  <a:gd name="T31" fmla="*/ 25 h 27"/>
                  <a:gd name="T32" fmla="*/ 8 w 9"/>
                  <a:gd name="T33" fmla="*/ 24 h 27"/>
                  <a:gd name="T34" fmla="*/ 9 w 9"/>
                  <a:gd name="T35" fmla="*/ 24 h 27"/>
                  <a:gd name="T36" fmla="*/ 9 w 9"/>
                  <a:gd name="T37" fmla="*/ 4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27">
                    <a:moveTo>
                      <a:pt x="9" y="4"/>
                    </a:moveTo>
                    <a:lnTo>
                      <a:pt x="9" y="3"/>
                    </a:lnTo>
                    <a:lnTo>
                      <a:pt x="9" y="1"/>
                    </a:lnTo>
                    <a:lnTo>
                      <a:pt x="8" y="0"/>
                    </a:lnTo>
                    <a:lnTo>
                      <a:pt x="6" y="0"/>
                    </a:lnTo>
                    <a:lnTo>
                      <a:pt x="5" y="0"/>
                    </a:lnTo>
                    <a:lnTo>
                      <a:pt x="3" y="0"/>
                    </a:lnTo>
                    <a:lnTo>
                      <a:pt x="2" y="1"/>
                    </a:lnTo>
                    <a:lnTo>
                      <a:pt x="0" y="3"/>
                    </a:lnTo>
                    <a:lnTo>
                      <a:pt x="0" y="22"/>
                    </a:lnTo>
                    <a:lnTo>
                      <a:pt x="0" y="22"/>
                    </a:lnTo>
                    <a:lnTo>
                      <a:pt x="2" y="24"/>
                    </a:lnTo>
                    <a:lnTo>
                      <a:pt x="3" y="25"/>
                    </a:lnTo>
                    <a:lnTo>
                      <a:pt x="5" y="27"/>
                    </a:lnTo>
                    <a:lnTo>
                      <a:pt x="5" y="27"/>
                    </a:lnTo>
                    <a:lnTo>
                      <a:pt x="6" y="25"/>
                    </a:lnTo>
                    <a:lnTo>
                      <a:pt x="8" y="24"/>
                    </a:lnTo>
                    <a:lnTo>
                      <a:pt x="9" y="24"/>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sp>
          <p:nvSpPr>
            <p:cNvPr id="534650" name="Rectangle 122"/>
            <p:cNvSpPr>
              <a:spLocks noChangeArrowheads="1"/>
            </p:cNvSpPr>
            <p:nvPr/>
          </p:nvSpPr>
          <p:spPr bwMode="auto">
            <a:xfrm>
              <a:off x="1350" y="2128"/>
              <a:ext cx="449"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a:p>
          </p:txBody>
        </p:sp>
        <p:sp>
          <p:nvSpPr>
            <p:cNvPr id="534651" name="Rectangle 123"/>
            <p:cNvSpPr>
              <a:spLocks noChangeArrowheads="1"/>
            </p:cNvSpPr>
            <p:nvPr/>
          </p:nvSpPr>
          <p:spPr bwMode="auto">
            <a:xfrm>
              <a:off x="1439" y="2199"/>
              <a:ext cx="58"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700" b="1" i="1">
                  <a:solidFill>
                    <a:srgbClr val="000000"/>
                  </a:solidFill>
                  <a:effectLst/>
                </a:rPr>
                <a:t>P</a:t>
              </a:r>
              <a:endParaRPr lang="en-US" altLang="zh-CN" b="1">
                <a:effectLst>
                  <a:outerShdw blurRad="38100" dist="38100" dir="2700000" algn="tl">
                    <a:srgbClr val="C0C0C0"/>
                  </a:outerShdw>
                </a:effectLst>
              </a:endParaRPr>
            </a:p>
          </p:txBody>
        </p:sp>
        <p:sp>
          <p:nvSpPr>
            <p:cNvPr id="534652" name="Rectangle 124"/>
            <p:cNvSpPr>
              <a:spLocks noChangeArrowheads="1"/>
            </p:cNvSpPr>
            <p:nvPr/>
          </p:nvSpPr>
          <p:spPr bwMode="auto">
            <a:xfrm>
              <a:off x="1520" y="2258"/>
              <a:ext cx="31"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100" b="1">
                  <a:solidFill>
                    <a:srgbClr val="000000"/>
                  </a:solidFill>
                  <a:effectLst/>
                </a:rPr>
                <a:t>2</a:t>
              </a:r>
              <a:endParaRPr lang="en-US" altLang="zh-CN" b="1">
                <a:effectLst>
                  <a:outerShdw blurRad="38100" dist="38100" dir="2700000" algn="tl">
                    <a:srgbClr val="C0C0C0"/>
                  </a:outerShdw>
                </a:effectLst>
              </a:endParaRPr>
            </a:p>
          </p:txBody>
        </p:sp>
        <p:grpSp>
          <p:nvGrpSpPr>
            <p:cNvPr id="49188" name="Group 135"/>
            <p:cNvGrpSpPr>
              <a:grpSpLocks/>
            </p:cNvGrpSpPr>
            <p:nvPr/>
          </p:nvGrpSpPr>
          <p:grpSpPr bwMode="auto">
            <a:xfrm>
              <a:off x="1437" y="2476"/>
              <a:ext cx="267" cy="61"/>
              <a:chOff x="1320" y="3447"/>
              <a:chExt cx="267" cy="61"/>
            </a:xfrm>
          </p:grpSpPr>
          <p:sp>
            <p:nvSpPr>
              <p:cNvPr id="534653" name="Rectangle 125"/>
              <p:cNvSpPr>
                <a:spLocks noChangeArrowheads="1"/>
              </p:cNvSpPr>
              <p:nvPr/>
            </p:nvSpPr>
            <p:spPr bwMode="auto">
              <a:xfrm>
                <a:off x="1320" y="3456"/>
                <a:ext cx="11" cy="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800" b="1">
                    <a:solidFill>
                      <a:srgbClr val="000000"/>
                    </a:solidFill>
                    <a:effectLst/>
                  </a:rPr>
                  <a:t> </a:t>
                </a:r>
                <a:endParaRPr lang="zh-CN" altLang="en-US" b="1">
                  <a:effectLst>
                    <a:outerShdw blurRad="38100" dist="38100" dir="2700000" algn="tl">
                      <a:srgbClr val="C0C0C0"/>
                    </a:outerShdw>
                  </a:effectLst>
                </a:endParaRPr>
              </a:p>
            </p:txBody>
          </p:sp>
          <p:grpSp>
            <p:nvGrpSpPr>
              <p:cNvPr id="49235" name="Group 134"/>
              <p:cNvGrpSpPr>
                <a:grpSpLocks/>
              </p:cNvGrpSpPr>
              <p:nvPr/>
            </p:nvGrpSpPr>
            <p:grpSpPr bwMode="auto">
              <a:xfrm>
                <a:off x="1324" y="3447"/>
                <a:ext cx="263" cy="31"/>
                <a:chOff x="1324" y="3447"/>
                <a:chExt cx="263" cy="31"/>
              </a:xfrm>
            </p:grpSpPr>
            <p:sp>
              <p:nvSpPr>
                <p:cNvPr id="534654" name="Freeform 126"/>
                <p:cNvSpPr>
                  <a:spLocks/>
                </p:cNvSpPr>
                <p:nvPr/>
              </p:nvSpPr>
              <p:spPr bwMode="auto">
                <a:xfrm>
                  <a:off x="1566" y="3460"/>
                  <a:ext cx="21" cy="4"/>
                </a:xfrm>
                <a:custGeom>
                  <a:avLst/>
                  <a:gdLst>
                    <a:gd name="T0" fmla="*/ 39 w 42"/>
                    <a:gd name="T1" fmla="*/ 9 h 9"/>
                    <a:gd name="T2" fmla="*/ 39 w 42"/>
                    <a:gd name="T3" fmla="*/ 7 h 9"/>
                    <a:gd name="T4" fmla="*/ 40 w 42"/>
                    <a:gd name="T5" fmla="*/ 6 h 9"/>
                    <a:gd name="T6" fmla="*/ 42 w 42"/>
                    <a:gd name="T7" fmla="*/ 4 h 9"/>
                    <a:gd name="T8" fmla="*/ 42 w 42"/>
                    <a:gd name="T9" fmla="*/ 4 h 9"/>
                    <a:gd name="T10" fmla="*/ 40 w 42"/>
                    <a:gd name="T11" fmla="*/ 3 h 9"/>
                    <a:gd name="T12" fmla="*/ 39 w 42"/>
                    <a:gd name="T13" fmla="*/ 1 h 9"/>
                    <a:gd name="T14" fmla="*/ 38 w 42"/>
                    <a:gd name="T15" fmla="*/ 0 h 9"/>
                    <a:gd name="T16" fmla="*/ 38 w 42"/>
                    <a:gd name="T17" fmla="*/ 0 h 9"/>
                    <a:gd name="T18" fmla="*/ 4 w 42"/>
                    <a:gd name="T19" fmla="*/ 0 h 9"/>
                    <a:gd name="T20" fmla="*/ 3 w 42"/>
                    <a:gd name="T21" fmla="*/ 1 h 9"/>
                    <a:gd name="T22" fmla="*/ 1 w 42"/>
                    <a:gd name="T23" fmla="*/ 3 h 9"/>
                    <a:gd name="T24" fmla="*/ 0 w 42"/>
                    <a:gd name="T25" fmla="*/ 4 h 9"/>
                    <a:gd name="T26" fmla="*/ 0 w 42"/>
                    <a:gd name="T27" fmla="*/ 4 h 9"/>
                    <a:gd name="T28" fmla="*/ 1 w 42"/>
                    <a:gd name="T29" fmla="*/ 6 h 9"/>
                    <a:gd name="T30" fmla="*/ 3 w 42"/>
                    <a:gd name="T31" fmla="*/ 7 h 9"/>
                    <a:gd name="T32" fmla="*/ 4 w 42"/>
                    <a:gd name="T33" fmla="*/ 9 h 9"/>
                    <a:gd name="T34" fmla="*/ 6 w 42"/>
                    <a:gd name="T35" fmla="*/ 9 h 9"/>
                    <a:gd name="T36" fmla="*/ 39 w 42"/>
                    <a:gd name="T37"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9">
                      <a:moveTo>
                        <a:pt x="39" y="9"/>
                      </a:moveTo>
                      <a:lnTo>
                        <a:pt x="39" y="7"/>
                      </a:lnTo>
                      <a:lnTo>
                        <a:pt x="40" y="6"/>
                      </a:lnTo>
                      <a:lnTo>
                        <a:pt x="42" y="4"/>
                      </a:lnTo>
                      <a:lnTo>
                        <a:pt x="42" y="4"/>
                      </a:lnTo>
                      <a:lnTo>
                        <a:pt x="40" y="3"/>
                      </a:lnTo>
                      <a:lnTo>
                        <a:pt x="39" y="1"/>
                      </a:lnTo>
                      <a:lnTo>
                        <a:pt x="38" y="0"/>
                      </a:lnTo>
                      <a:lnTo>
                        <a:pt x="38" y="0"/>
                      </a:lnTo>
                      <a:lnTo>
                        <a:pt x="4" y="0"/>
                      </a:lnTo>
                      <a:lnTo>
                        <a:pt x="3" y="1"/>
                      </a:lnTo>
                      <a:lnTo>
                        <a:pt x="1" y="3"/>
                      </a:lnTo>
                      <a:lnTo>
                        <a:pt x="0" y="4"/>
                      </a:lnTo>
                      <a:lnTo>
                        <a:pt x="0" y="4"/>
                      </a:lnTo>
                      <a:lnTo>
                        <a:pt x="1" y="6"/>
                      </a:lnTo>
                      <a:lnTo>
                        <a:pt x="3" y="7"/>
                      </a:lnTo>
                      <a:lnTo>
                        <a:pt x="4" y="9"/>
                      </a:lnTo>
                      <a:lnTo>
                        <a:pt x="6" y="9"/>
                      </a:lnTo>
                      <a:lnTo>
                        <a:pt x="3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55" name="Freeform 127"/>
                <p:cNvSpPr>
                  <a:spLocks/>
                </p:cNvSpPr>
                <p:nvPr/>
              </p:nvSpPr>
              <p:spPr bwMode="auto">
                <a:xfrm>
                  <a:off x="1537" y="3460"/>
                  <a:ext cx="21" cy="4"/>
                </a:xfrm>
                <a:custGeom>
                  <a:avLst/>
                  <a:gdLst>
                    <a:gd name="T0" fmla="*/ 39 w 41"/>
                    <a:gd name="T1" fmla="*/ 9 h 9"/>
                    <a:gd name="T2" fmla="*/ 39 w 41"/>
                    <a:gd name="T3" fmla="*/ 7 h 9"/>
                    <a:gd name="T4" fmla="*/ 40 w 41"/>
                    <a:gd name="T5" fmla="*/ 6 h 9"/>
                    <a:gd name="T6" fmla="*/ 41 w 41"/>
                    <a:gd name="T7" fmla="*/ 4 h 9"/>
                    <a:gd name="T8" fmla="*/ 41 w 41"/>
                    <a:gd name="T9" fmla="*/ 4 h 9"/>
                    <a:gd name="T10" fmla="*/ 40 w 41"/>
                    <a:gd name="T11" fmla="*/ 3 h 9"/>
                    <a:gd name="T12" fmla="*/ 39 w 41"/>
                    <a:gd name="T13" fmla="*/ 1 h 9"/>
                    <a:gd name="T14" fmla="*/ 37 w 41"/>
                    <a:gd name="T15" fmla="*/ 0 h 9"/>
                    <a:gd name="T16" fmla="*/ 37 w 41"/>
                    <a:gd name="T17" fmla="*/ 0 h 9"/>
                    <a:gd name="T18" fmla="*/ 4 w 41"/>
                    <a:gd name="T19" fmla="*/ 0 h 9"/>
                    <a:gd name="T20" fmla="*/ 2 w 41"/>
                    <a:gd name="T21" fmla="*/ 1 h 9"/>
                    <a:gd name="T22" fmla="*/ 1 w 41"/>
                    <a:gd name="T23" fmla="*/ 3 h 9"/>
                    <a:gd name="T24" fmla="*/ 0 w 41"/>
                    <a:gd name="T25" fmla="*/ 4 h 9"/>
                    <a:gd name="T26" fmla="*/ 0 w 41"/>
                    <a:gd name="T27" fmla="*/ 4 h 9"/>
                    <a:gd name="T28" fmla="*/ 1 w 41"/>
                    <a:gd name="T29" fmla="*/ 6 h 9"/>
                    <a:gd name="T30" fmla="*/ 2 w 41"/>
                    <a:gd name="T31" fmla="*/ 7 h 9"/>
                    <a:gd name="T32" fmla="*/ 4 w 41"/>
                    <a:gd name="T33" fmla="*/ 9 h 9"/>
                    <a:gd name="T34" fmla="*/ 5 w 41"/>
                    <a:gd name="T35" fmla="*/ 9 h 9"/>
                    <a:gd name="T36" fmla="*/ 39 w 41"/>
                    <a:gd name="T37"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1" h="9">
                      <a:moveTo>
                        <a:pt x="39" y="9"/>
                      </a:moveTo>
                      <a:lnTo>
                        <a:pt x="39" y="7"/>
                      </a:lnTo>
                      <a:lnTo>
                        <a:pt x="40" y="6"/>
                      </a:lnTo>
                      <a:lnTo>
                        <a:pt x="41" y="4"/>
                      </a:lnTo>
                      <a:lnTo>
                        <a:pt x="41" y="4"/>
                      </a:lnTo>
                      <a:lnTo>
                        <a:pt x="40" y="3"/>
                      </a:lnTo>
                      <a:lnTo>
                        <a:pt x="39" y="1"/>
                      </a:lnTo>
                      <a:lnTo>
                        <a:pt x="37" y="0"/>
                      </a:lnTo>
                      <a:lnTo>
                        <a:pt x="37" y="0"/>
                      </a:lnTo>
                      <a:lnTo>
                        <a:pt x="4" y="0"/>
                      </a:lnTo>
                      <a:lnTo>
                        <a:pt x="2" y="1"/>
                      </a:lnTo>
                      <a:lnTo>
                        <a:pt x="1" y="3"/>
                      </a:lnTo>
                      <a:lnTo>
                        <a:pt x="0" y="4"/>
                      </a:lnTo>
                      <a:lnTo>
                        <a:pt x="0" y="4"/>
                      </a:lnTo>
                      <a:lnTo>
                        <a:pt x="1" y="6"/>
                      </a:lnTo>
                      <a:lnTo>
                        <a:pt x="2" y="7"/>
                      </a:lnTo>
                      <a:lnTo>
                        <a:pt x="4" y="9"/>
                      </a:lnTo>
                      <a:lnTo>
                        <a:pt x="5" y="9"/>
                      </a:lnTo>
                      <a:lnTo>
                        <a:pt x="3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56" name="Freeform 128"/>
                <p:cNvSpPr>
                  <a:spLocks/>
                </p:cNvSpPr>
                <p:nvPr/>
              </p:nvSpPr>
              <p:spPr bwMode="auto">
                <a:xfrm>
                  <a:off x="1508" y="3460"/>
                  <a:ext cx="20" cy="4"/>
                </a:xfrm>
                <a:custGeom>
                  <a:avLst/>
                  <a:gdLst>
                    <a:gd name="T0" fmla="*/ 39 w 42"/>
                    <a:gd name="T1" fmla="*/ 9 h 9"/>
                    <a:gd name="T2" fmla="*/ 39 w 42"/>
                    <a:gd name="T3" fmla="*/ 7 h 9"/>
                    <a:gd name="T4" fmla="*/ 41 w 42"/>
                    <a:gd name="T5" fmla="*/ 6 h 9"/>
                    <a:gd name="T6" fmla="*/ 42 w 42"/>
                    <a:gd name="T7" fmla="*/ 4 h 9"/>
                    <a:gd name="T8" fmla="*/ 42 w 42"/>
                    <a:gd name="T9" fmla="*/ 4 h 9"/>
                    <a:gd name="T10" fmla="*/ 41 w 42"/>
                    <a:gd name="T11" fmla="*/ 3 h 9"/>
                    <a:gd name="T12" fmla="*/ 39 w 42"/>
                    <a:gd name="T13" fmla="*/ 1 h 9"/>
                    <a:gd name="T14" fmla="*/ 38 w 42"/>
                    <a:gd name="T15" fmla="*/ 0 h 9"/>
                    <a:gd name="T16" fmla="*/ 38 w 42"/>
                    <a:gd name="T17" fmla="*/ 0 h 9"/>
                    <a:gd name="T18" fmla="*/ 4 w 42"/>
                    <a:gd name="T19" fmla="*/ 0 h 9"/>
                    <a:gd name="T20" fmla="*/ 3 w 42"/>
                    <a:gd name="T21" fmla="*/ 1 h 9"/>
                    <a:gd name="T22" fmla="*/ 2 w 42"/>
                    <a:gd name="T23" fmla="*/ 3 h 9"/>
                    <a:gd name="T24" fmla="*/ 0 w 42"/>
                    <a:gd name="T25" fmla="*/ 4 h 9"/>
                    <a:gd name="T26" fmla="*/ 0 w 42"/>
                    <a:gd name="T27" fmla="*/ 4 h 9"/>
                    <a:gd name="T28" fmla="*/ 2 w 42"/>
                    <a:gd name="T29" fmla="*/ 6 h 9"/>
                    <a:gd name="T30" fmla="*/ 3 w 42"/>
                    <a:gd name="T31" fmla="*/ 7 h 9"/>
                    <a:gd name="T32" fmla="*/ 4 w 42"/>
                    <a:gd name="T33" fmla="*/ 9 h 9"/>
                    <a:gd name="T34" fmla="*/ 6 w 42"/>
                    <a:gd name="T35" fmla="*/ 9 h 9"/>
                    <a:gd name="T36" fmla="*/ 39 w 42"/>
                    <a:gd name="T37"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9">
                      <a:moveTo>
                        <a:pt x="39" y="9"/>
                      </a:moveTo>
                      <a:lnTo>
                        <a:pt x="39" y="7"/>
                      </a:lnTo>
                      <a:lnTo>
                        <a:pt x="41" y="6"/>
                      </a:lnTo>
                      <a:lnTo>
                        <a:pt x="42" y="4"/>
                      </a:lnTo>
                      <a:lnTo>
                        <a:pt x="42" y="4"/>
                      </a:lnTo>
                      <a:lnTo>
                        <a:pt x="41" y="3"/>
                      </a:lnTo>
                      <a:lnTo>
                        <a:pt x="39" y="1"/>
                      </a:lnTo>
                      <a:lnTo>
                        <a:pt x="38" y="0"/>
                      </a:lnTo>
                      <a:lnTo>
                        <a:pt x="38" y="0"/>
                      </a:lnTo>
                      <a:lnTo>
                        <a:pt x="4" y="0"/>
                      </a:lnTo>
                      <a:lnTo>
                        <a:pt x="3" y="1"/>
                      </a:lnTo>
                      <a:lnTo>
                        <a:pt x="2" y="3"/>
                      </a:lnTo>
                      <a:lnTo>
                        <a:pt x="0" y="4"/>
                      </a:lnTo>
                      <a:lnTo>
                        <a:pt x="0" y="4"/>
                      </a:lnTo>
                      <a:lnTo>
                        <a:pt x="2" y="6"/>
                      </a:lnTo>
                      <a:lnTo>
                        <a:pt x="3" y="7"/>
                      </a:lnTo>
                      <a:lnTo>
                        <a:pt x="4" y="9"/>
                      </a:lnTo>
                      <a:lnTo>
                        <a:pt x="6" y="9"/>
                      </a:lnTo>
                      <a:lnTo>
                        <a:pt x="3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57" name="Freeform 129"/>
                <p:cNvSpPr>
                  <a:spLocks/>
                </p:cNvSpPr>
                <p:nvPr/>
              </p:nvSpPr>
              <p:spPr bwMode="auto">
                <a:xfrm>
                  <a:off x="1478" y="3460"/>
                  <a:ext cx="21" cy="4"/>
                </a:xfrm>
                <a:custGeom>
                  <a:avLst/>
                  <a:gdLst>
                    <a:gd name="T0" fmla="*/ 39 w 42"/>
                    <a:gd name="T1" fmla="*/ 9 h 9"/>
                    <a:gd name="T2" fmla="*/ 39 w 42"/>
                    <a:gd name="T3" fmla="*/ 7 h 9"/>
                    <a:gd name="T4" fmla="*/ 40 w 42"/>
                    <a:gd name="T5" fmla="*/ 6 h 9"/>
                    <a:gd name="T6" fmla="*/ 42 w 42"/>
                    <a:gd name="T7" fmla="*/ 4 h 9"/>
                    <a:gd name="T8" fmla="*/ 42 w 42"/>
                    <a:gd name="T9" fmla="*/ 4 h 9"/>
                    <a:gd name="T10" fmla="*/ 40 w 42"/>
                    <a:gd name="T11" fmla="*/ 3 h 9"/>
                    <a:gd name="T12" fmla="*/ 39 w 42"/>
                    <a:gd name="T13" fmla="*/ 1 h 9"/>
                    <a:gd name="T14" fmla="*/ 37 w 42"/>
                    <a:gd name="T15" fmla="*/ 0 h 9"/>
                    <a:gd name="T16" fmla="*/ 37 w 42"/>
                    <a:gd name="T17" fmla="*/ 0 h 9"/>
                    <a:gd name="T18" fmla="*/ 4 w 42"/>
                    <a:gd name="T19" fmla="*/ 0 h 9"/>
                    <a:gd name="T20" fmla="*/ 3 w 42"/>
                    <a:gd name="T21" fmla="*/ 1 h 9"/>
                    <a:gd name="T22" fmla="*/ 1 w 42"/>
                    <a:gd name="T23" fmla="*/ 3 h 9"/>
                    <a:gd name="T24" fmla="*/ 0 w 42"/>
                    <a:gd name="T25" fmla="*/ 4 h 9"/>
                    <a:gd name="T26" fmla="*/ 0 w 42"/>
                    <a:gd name="T27" fmla="*/ 4 h 9"/>
                    <a:gd name="T28" fmla="*/ 1 w 42"/>
                    <a:gd name="T29" fmla="*/ 6 h 9"/>
                    <a:gd name="T30" fmla="*/ 3 w 42"/>
                    <a:gd name="T31" fmla="*/ 7 h 9"/>
                    <a:gd name="T32" fmla="*/ 4 w 42"/>
                    <a:gd name="T33" fmla="*/ 9 h 9"/>
                    <a:gd name="T34" fmla="*/ 5 w 42"/>
                    <a:gd name="T35" fmla="*/ 9 h 9"/>
                    <a:gd name="T36" fmla="*/ 39 w 42"/>
                    <a:gd name="T37"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9">
                      <a:moveTo>
                        <a:pt x="39" y="9"/>
                      </a:moveTo>
                      <a:lnTo>
                        <a:pt x="39" y="7"/>
                      </a:lnTo>
                      <a:lnTo>
                        <a:pt x="40" y="6"/>
                      </a:lnTo>
                      <a:lnTo>
                        <a:pt x="42" y="4"/>
                      </a:lnTo>
                      <a:lnTo>
                        <a:pt x="42" y="4"/>
                      </a:lnTo>
                      <a:lnTo>
                        <a:pt x="40" y="3"/>
                      </a:lnTo>
                      <a:lnTo>
                        <a:pt x="39" y="1"/>
                      </a:lnTo>
                      <a:lnTo>
                        <a:pt x="37" y="0"/>
                      </a:lnTo>
                      <a:lnTo>
                        <a:pt x="37" y="0"/>
                      </a:lnTo>
                      <a:lnTo>
                        <a:pt x="4" y="0"/>
                      </a:lnTo>
                      <a:lnTo>
                        <a:pt x="3" y="1"/>
                      </a:lnTo>
                      <a:lnTo>
                        <a:pt x="1" y="3"/>
                      </a:lnTo>
                      <a:lnTo>
                        <a:pt x="0" y="4"/>
                      </a:lnTo>
                      <a:lnTo>
                        <a:pt x="0" y="4"/>
                      </a:lnTo>
                      <a:lnTo>
                        <a:pt x="1" y="6"/>
                      </a:lnTo>
                      <a:lnTo>
                        <a:pt x="3" y="7"/>
                      </a:lnTo>
                      <a:lnTo>
                        <a:pt x="4" y="9"/>
                      </a:lnTo>
                      <a:lnTo>
                        <a:pt x="5" y="9"/>
                      </a:lnTo>
                      <a:lnTo>
                        <a:pt x="3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58" name="Freeform 130"/>
                <p:cNvSpPr>
                  <a:spLocks/>
                </p:cNvSpPr>
                <p:nvPr/>
              </p:nvSpPr>
              <p:spPr bwMode="auto">
                <a:xfrm>
                  <a:off x="1449" y="3460"/>
                  <a:ext cx="21" cy="4"/>
                </a:xfrm>
                <a:custGeom>
                  <a:avLst/>
                  <a:gdLst>
                    <a:gd name="T0" fmla="*/ 39 w 42"/>
                    <a:gd name="T1" fmla="*/ 9 h 9"/>
                    <a:gd name="T2" fmla="*/ 39 w 42"/>
                    <a:gd name="T3" fmla="*/ 7 h 9"/>
                    <a:gd name="T4" fmla="*/ 41 w 42"/>
                    <a:gd name="T5" fmla="*/ 6 h 9"/>
                    <a:gd name="T6" fmla="*/ 42 w 42"/>
                    <a:gd name="T7" fmla="*/ 4 h 9"/>
                    <a:gd name="T8" fmla="*/ 42 w 42"/>
                    <a:gd name="T9" fmla="*/ 4 h 9"/>
                    <a:gd name="T10" fmla="*/ 41 w 42"/>
                    <a:gd name="T11" fmla="*/ 3 h 9"/>
                    <a:gd name="T12" fmla="*/ 39 w 42"/>
                    <a:gd name="T13" fmla="*/ 1 h 9"/>
                    <a:gd name="T14" fmla="*/ 38 w 42"/>
                    <a:gd name="T15" fmla="*/ 0 h 9"/>
                    <a:gd name="T16" fmla="*/ 38 w 42"/>
                    <a:gd name="T17" fmla="*/ 0 h 9"/>
                    <a:gd name="T18" fmla="*/ 5 w 42"/>
                    <a:gd name="T19" fmla="*/ 0 h 9"/>
                    <a:gd name="T20" fmla="*/ 3 w 42"/>
                    <a:gd name="T21" fmla="*/ 1 h 9"/>
                    <a:gd name="T22" fmla="*/ 2 w 42"/>
                    <a:gd name="T23" fmla="*/ 3 h 9"/>
                    <a:gd name="T24" fmla="*/ 0 w 42"/>
                    <a:gd name="T25" fmla="*/ 4 h 9"/>
                    <a:gd name="T26" fmla="*/ 0 w 42"/>
                    <a:gd name="T27" fmla="*/ 4 h 9"/>
                    <a:gd name="T28" fmla="*/ 2 w 42"/>
                    <a:gd name="T29" fmla="*/ 6 h 9"/>
                    <a:gd name="T30" fmla="*/ 3 w 42"/>
                    <a:gd name="T31" fmla="*/ 7 h 9"/>
                    <a:gd name="T32" fmla="*/ 5 w 42"/>
                    <a:gd name="T33" fmla="*/ 9 h 9"/>
                    <a:gd name="T34" fmla="*/ 6 w 42"/>
                    <a:gd name="T35" fmla="*/ 9 h 9"/>
                    <a:gd name="T36" fmla="*/ 39 w 42"/>
                    <a:gd name="T37"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9">
                      <a:moveTo>
                        <a:pt x="39" y="9"/>
                      </a:moveTo>
                      <a:lnTo>
                        <a:pt x="39" y="7"/>
                      </a:lnTo>
                      <a:lnTo>
                        <a:pt x="41" y="6"/>
                      </a:lnTo>
                      <a:lnTo>
                        <a:pt x="42" y="4"/>
                      </a:lnTo>
                      <a:lnTo>
                        <a:pt x="42" y="4"/>
                      </a:lnTo>
                      <a:lnTo>
                        <a:pt x="41" y="3"/>
                      </a:lnTo>
                      <a:lnTo>
                        <a:pt x="39" y="1"/>
                      </a:lnTo>
                      <a:lnTo>
                        <a:pt x="38" y="0"/>
                      </a:lnTo>
                      <a:lnTo>
                        <a:pt x="38" y="0"/>
                      </a:lnTo>
                      <a:lnTo>
                        <a:pt x="5" y="0"/>
                      </a:lnTo>
                      <a:lnTo>
                        <a:pt x="3" y="1"/>
                      </a:lnTo>
                      <a:lnTo>
                        <a:pt x="2" y="3"/>
                      </a:lnTo>
                      <a:lnTo>
                        <a:pt x="0" y="4"/>
                      </a:lnTo>
                      <a:lnTo>
                        <a:pt x="0" y="4"/>
                      </a:lnTo>
                      <a:lnTo>
                        <a:pt x="2" y="6"/>
                      </a:lnTo>
                      <a:lnTo>
                        <a:pt x="3" y="7"/>
                      </a:lnTo>
                      <a:lnTo>
                        <a:pt x="5" y="9"/>
                      </a:lnTo>
                      <a:lnTo>
                        <a:pt x="6" y="9"/>
                      </a:lnTo>
                      <a:lnTo>
                        <a:pt x="3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59" name="Freeform 131"/>
                <p:cNvSpPr>
                  <a:spLocks/>
                </p:cNvSpPr>
                <p:nvPr/>
              </p:nvSpPr>
              <p:spPr bwMode="auto">
                <a:xfrm>
                  <a:off x="1420" y="3460"/>
                  <a:ext cx="21" cy="4"/>
                </a:xfrm>
                <a:custGeom>
                  <a:avLst/>
                  <a:gdLst>
                    <a:gd name="T0" fmla="*/ 39 w 42"/>
                    <a:gd name="T1" fmla="*/ 9 h 9"/>
                    <a:gd name="T2" fmla="*/ 39 w 42"/>
                    <a:gd name="T3" fmla="*/ 7 h 9"/>
                    <a:gd name="T4" fmla="*/ 40 w 42"/>
                    <a:gd name="T5" fmla="*/ 6 h 9"/>
                    <a:gd name="T6" fmla="*/ 42 w 42"/>
                    <a:gd name="T7" fmla="*/ 4 h 9"/>
                    <a:gd name="T8" fmla="*/ 42 w 42"/>
                    <a:gd name="T9" fmla="*/ 4 h 9"/>
                    <a:gd name="T10" fmla="*/ 40 w 42"/>
                    <a:gd name="T11" fmla="*/ 3 h 9"/>
                    <a:gd name="T12" fmla="*/ 39 w 42"/>
                    <a:gd name="T13" fmla="*/ 1 h 9"/>
                    <a:gd name="T14" fmla="*/ 38 w 42"/>
                    <a:gd name="T15" fmla="*/ 0 h 9"/>
                    <a:gd name="T16" fmla="*/ 38 w 42"/>
                    <a:gd name="T17" fmla="*/ 0 h 9"/>
                    <a:gd name="T18" fmla="*/ 4 w 42"/>
                    <a:gd name="T19" fmla="*/ 0 h 9"/>
                    <a:gd name="T20" fmla="*/ 3 w 42"/>
                    <a:gd name="T21" fmla="*/ 1 h 9"/>
                    <a:gd name="T22" fmla="*/ 1 w 42"/>
                    <a:gd name="T23" fmla="*/ 3 h 9"/>
                    <a:gd name="T24" fmla="*/ 0 w 42"/>
                    <a:gd name="T25" fmla="*/ 4 h 9"/>
                    <a:gd name="T26" fmla="*/ 0 w 42"/>
                    <a:gd name="T27" fmla="*/ 4 h 9"/>
                    <a:gd name="T28" fmla="*/ 1 w 42"/>
                    <a:gd name="T29" fmla="*/ 6 h 9"/>
                    <a:gd name="T30" fmla="*/ 3 w 42"/>
                    <a:gd name="T31" fmla="*/ 7 h 9"/>
                    <a:gd name="T32" fmla="*/ 4 w 42"/>
                    <a:gd name="T33" fmla="*/ 9 h 9"/>
                    <a:gd name="T34" fmla="*/ 6 w 42"/>
                    <a:gd name="T35" fmla="*/ 9 h 9"/>
                    <a:gd name="T36" fmla="*/ 39 w 42"/>
                    <a:gd name="T37"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9">
                      <a:moveTo>
                        <a:pt x="39" y="9"/>
                      </a:moveTo>
                      <a:lnTo>
                        <a:pt x="39" y="7"/>
                      </a:lnTo>
                      <a:lnTo>
                        <a:pt x="40" y="6"/>
                      </a:lnTo>
                      <a:lnTo>
                        <a:pt x="42" y="4"/>
                      </a:lnTo>
                      <a:lnTo>
                        <a:pt x="42" y="4"/>
                      </a:lnTo>
                      <a:lnTo>
                        <a:pt x="40" y="3"/>
                      </a:lnTo>
                      <a:lnTo>
                        <a:pt x="39" y="1"/>
                      </a:lnTo>
                      <a:lnTo>
                        <a:pt x="38" y="0"/>
                      </a:lnTo>
                      <a:lnTo>
                        <a:pt x="38" y="0"/>
                      </a:lnTo>
                      <a:lnTo>
                        <a:pt x="4" y="0"/>
                      </a:lnTo>
                      <a:lnTo>
                        <a:pt x="3" y="1"/>
                      </a:lnTo>
                      <a:lnTo>
                        <a:pt x="1" y="3"/>
                      </a:lnTo>
                      <a:lnTo>
                        <a:pt x="0" y="4"/>
                      </a:lnTo>
                      <a:lnTo>
                        <a:pt x="0" y="4"/>
                      </a:lnTo>
                      <a:lnTo>
                        <a:pt x="1" y="6"/>
                      </a:lnTo>
                      <a:lnTo>
                        <a:pt x="3" y="7"/>
                      </a:lnTo>
                      <a:lnTo>
                        <a:pt x="4" y="9"/>
                      </a:lnTo>
                      <a:lnTo>
                        <a:pt x="6" y="9"/>
                      </a:lnTo>
                      <a:lnTo>
                        <a:pt x="3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60" name="Freeform 132"/>
                <p:cNvSpPr>
                  <a:spLocks/>
                </p:cNvSpPr>
                <p:nvPr/>
              </p:nvSpPr>
              <p:spPr bwMode="auto">
                <a:xfrm>
                  <a:off x="1391" y="3460"/>
                  <a:ext cx="21" cy="4"/>
                </a:xfrm>
                <a:custGeom>
                  <a:avLst/>
                  <a:gdLst>
                    <a:gd name="T0" fmla="*/ 39 w 41"/>
                    <a:gd name="T1" fmla="*/ 9 h 9"/>
                    <a:gd name="T2" fmla="*/ 39 w 41"/>
                    <a:gd name="T3" fmla="*/ 7 h 9"/>
                    <a:gd name="T4" fmla="*/ 40 w 41"/>
                    <a:gd name="T5" fmla="*/ 6 h 9"/>
                    <a:gd name="T6" fmla="*/ 41 w 41"/>
                    <a:gd name="T7" fmla="*/ 4 h 9"/>
                    <a:gd name="T8" fmla="*/ 41 w 41"/>
                    <a:gd name="T9" fmla="*/ 4 h 9"/>
                    <a:gd name="T10" fmla="*/ 40 w 41"/>
                    <a:gd name="T11" fmla="*/ 3 h 9"/>
                    <a:gd name="T12" fmla="*/ 39 w 41"/>
                    <a:gd name="T13" fmla="*/ 1 h 9"/>
                    <a:gd name="T14" fmla="*/ 37 w 41"/>
                    <a:gd name="T15" fmla="*/ 0 h 9"/>
                    <a:gd name="T16" fmla="*/ 37 w 41"/>
                    <a:gd name="T17" fmla="*/ 0 h 9"/>
                    <a:gd name="T18" fmla="*/ 4 w 41"/>
                    <a:gd name="T19" fmla="*/ 0 h 9"/>
                    <a:gd name="T20" fmla="*/ 2 w 41"/>
                    <a:gd name="T21" fmla="*/ 1 h 9"/>
                    <a:gd name="T22" fmla="*/ 1 w 41"/>
                    <a:gd name="T23" fmla="*/ 3 h 9"/>
                    <a:gd name="T24" fmla="*/ 0 w 41"/>
                    <a:gd name="T25" fmla="*/ 4 h 9"/>
                    <a:gd name="T26" fmla="*/ 0 w 41"/>
                    <a:gd name="T27" fmla="*/ 4 h 9"/>
                    <a:gd name="T28" fmla="*/ 1 w 41"/>
                    <a:gd name="T29" fmla="*/ 6 h 9"/>
                    <a:gd name="T30" fmla="*/ 2 w 41"/>
                    <a:gd name="T31" fmla="*/ 7 h 9"/>
                    <a:gd name="T32" fmla="*/ 4 w 41"/>
                    <a:gd name="T33" fmla="*/ 9 h 9"/>
                    <a:gd name="T34" fmla="*/ 5 w 41"/>
                    <a:gd name="T35" fmla="*/ 9 h 9"/>
                    <a:gd name="T36" fmla="*/ 39 w 41"/>
                    <a:gd name="T37"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1" h="9">
                      <a:moveTo>
                        <a:pt x="39" y="9"/>
                      </a:moveTo>
                      <a:lnTo>
                        <a:pt x="39" y="7"/>
                      </a:lnTo>
                      <a:lnTo>
                        <a:pt x="40" y="6"/>
                      </a:lnTo>
                      <a:lnTo>
                        <a:pt x="41" y="4"/>
                      </a:lnTo>
                      <a:lnTo>
                        <a:pt x="41" y="4"/>
                      </a:lnTo>
                      <a:lnTo>
                        <a:pt x="40" y="3"/>
                      </a:lnTo>
                      <a:lnTo>
                        <a:pt x="39" y="1"/>
                      </a:lnTo>
                      <a:lnTo>
                        <a:pt x="37" y="0"/>
                      </a:lnTo>
                      <a:lnTo>
                        <a:pt x="37" y="0"/>
                      </a:lnTo>
                      <a:lnTo>
                        <a:pt x="4" y="0"/>
                      </a:lnTo>
                      <a:lnTo>
                        <a:pt x="2" y="1"/>
                      </a:lnTo>
                      <a:lnTo>
                        <a:pt x="1" y="3"/>
                      </a:lnTo>
                      <a:lnTo>
                        <a:pt x="0" y="4"/>
                      </a:lnTo>
                      <a:lnTo>
                        <a:pt x="0" y="4"/>
                      </a:lnTo>
                      <a:lnTo>
                        <a:pt x="1" y="6"/>
                      </a:lnTo>
                      <a:lnTo>
                        <a:pt x="2" y="7"/>
                      </a:lnTo>
                      <a:lnTo>
                        <a:pt x="4" y="9"/>
                      </a:lnTo>
                      <a:lnTo>
                        <a:pt x="5" y="9"/>
                      </a:lnTo>
                      <a:lnTo>
                        <a:pt x="3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34661" name="Freeform 133"/>
                <p:cNvSpPr>
                  <a:spLocks/>
                </p:cNvSpPr>
                <p:nvPr/>
              </p:nvSpPr>
              <p:spPr bwMode="auto">
                <a:xfrm>
                  <a:off x="1324" y="3447"/>
                  <a:ext cx="66" cy="31"/>
                </a:xfrm>
                <a:custGeom>
                  <a:avLst/>
                  <a:gdLst>
                    <a:gd name="T0" fmla="*/ 132 w 132"/>
                    <a:gd name="T1" fmla="*/ 0 h 63"/>
                    <a:gd name="T2" fmla="*/ 0 w 132"/>
                    <a:gd name="T3" fmla="*/ 32 h 63"/>
                    <a:gd name="T4" fmla="*/ 132 w 132"/>
                    <a:gd name="T5" fmla="*/ 63 h 63"/>
                    <a:gd name="T6" fmla="*/ 132 w 132"/>
                    <a:gd name="T7" fmla="*/ 0 h 63"/>
                  </a:gdLst>
                  <a:ahLst/>
                  <a:cxnLst>
                    <a:cxn ang="0">
                      <a:pos x="T0" y="T1"/>
                    </a:cxn>
                    <a:cxn ang="0">
                      <a:pos x="T2" y="T3"/>
                    </a:cxn>
                    <a:cxn ang="0">
                      <a:pos x="T4" y="T5"/>
                    </a:cxn>
                    <a:cxn ang="0">
                      <a:pos x="T6" y="T7"/>
                    </a:cxn>
                  </a:cxnLst>
                  <a:rect l="0" t="0" r="r" b="b"/>
                  <a:pathLst>
                    <a:path w="132" h="63">
                      <a:moveTo>
                        <a:pt x="132" y="0"/>
                      </a:moveTo>
                      <a:lnTo>
                        <a:pt x="0" y="32"/>
                      </a:lnTo>
                      <a:lnTo>
                        <a:pt x="132" y="63"/>
                      </a:lnTo>
                      <a:lnTo>
                        <a:pt x="13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sp>
          <p:nvSpPr>
            <p:cNvPr id="534664" name="Rectangle 136"/>
            <p:cNvSpPr>
              <a:spLocks noChangeArrowheads="1"/>
            </p:cNvSpPr>
            <p:nvPr/>
          </p:nvSpPr>
          <p:spPr bwMode="auto">
            <a:xfrm>
              <a:off x="1707" y="2426"/>
              <a:ext cx="15"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100" b="1">
                  <a:solidFill>
                    <a:srgbClr val="000000"/>
                  </a:solidFill>
                  <a:effectLst/>
                </a:rPr>
                <a:t> </a:t>
              </a:r>
              <a:endParaRPr lang="zh-CN" altLang="en-US" b="1">
                <a:effectLst>
                  <a:outerShdw blurRad="38100" dist="38100" dir="2700000" algn="tl">
                    <a:srgbClr val="C0C0C0"/>
                  </a:outerShdw>
                </a:effectLst>
              </a:endParaRPr>
            </a:p>
          </p:txBody>
        </p:sp>
        <p:sp>
          <p:nvSpPr>
            <p:cNvPr id="534665" name="Rectangle 137"/>
            <p:cNvSpPr>
              <a:spLocks noChangeArrowheads="1"/>
            </p:cNvSpPr>
            <p:nvPr/>
          </p:nvSpPr>
          <p:spPr bwMode="auto">
            <a:xfrm>
              <a:off x="789" y="1833"/>
              <a:ext cx="450"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a:p>
          </p:txBody>
        </p:sp>
        <p:sp>
          <p:nvSpPr>
            <p:cNvPr id="534666" name="Rectangle 138"/>
            <p:cNvSpPr>
              <a:spLocks noChangeArrowheads="1"/>
            </p:cNvSpPr>
            <p:nvPr/>
          </p:nvSpPr>
          <p:spPr bwMode="auto">
            <a:xfrm>
              <a:off x="879" y="1902"/>
              <a:ext cx="58" cy="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700" b="1" i="1">
                  <a:solidFill>
                    <a:srgbClr val="000000"/>
                  </a:solidFill>
                  <a:effectLst/>
                </a:rPr>
                <a:t>P</a:t>
              </a:r>
              <a:endParaRPr lang="en-US" altLang="zh-CN" b="1">
                <a:effectLst>
                  <a:outerShdw blurRad="38100" dist="38100" dir="2700000" algn="tl">
                    <a:srgbClr val="C0C0C0"/>
                  </a:outerShdw>
                </a:effectLst>
              </a:endParaRPr>
            </a:p>
          </p:txBody>
        </p:sp>
        <p:sp>
          <p:nvSpPr>
            <p:cNvPr id="534667" name="Rectangle 139"/>
            <p:cNvSpPr>
              <a:spLocks noChangeArrowheads="1"/>
            </p:cNvSpPr>
            <p:nvPr/>
          </p:nvSpPr>
          <p:spPr bwMode="auto">
            <a:xfrm>
              <a:off x="960" y="1880"/>
              <a:ext cx="31"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100" b="1" i="1">
                  <a:solidFill>
                    <a:srgbClr val="000000"/>
                  </a:solidFill>
                  <a:effectLst/>
                </a:rPr>
                <a:t>*</a:t>
              </a:r>
              <a:endParaRPr lang="zh-CN" altLang="en-US" b="1">
                <a:effectLst>
                  <a:outerShdw blurRad="38100" dist="38100" dir="2700000" algn="tl">
                    <a:srgbClr val="C0C0C0"/>
                  </a:outerShdw>
                </a:effectLst>
              </a:endParaRPr>
            </a:p>
          </p:txBody>
        </p:sp>
        <p:sp>
          <p:nvSpPr>
            <p:cNvPr id="534668" name="Rectangle 140"/>
            <p:cNvSpPr>
              <a:spLocks noChangeArrowheads="1"/>
            </p:cNvSpPr>
            <p:nvPr/>
          </p:nvSpPr>
          <p:spPr bwMode="auto">
            <a:xfrm>
              <a:off x="1003" y="1878"/>
              <a:ext cx="16"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100" b="1">
                  <a:solidFill>
                    <a:srgbClr val="000000"/>
                  </a:solidFill>
                  <a:effectLst/>
                </a:rPr>
                <a:t> </a:t>
              </a:r>
              <a:endParaRPr lang="zh-CN" altLang="en-US" b="1">
                <a:effectLst>
                  <a:outerShdw blurRad="38100" dist="38100" dir="2700000" algn="tl">
                    <a:srgbClr val="C0C0C0"/>
                  </a:outerShdw>
                </a:effectLst>
              </a:endParaRPr>
            </a:p>
          </p:txBody>
        </p:sp>
        <p:sp>
          <p:nvSpPr>
            <p:cNvPr id="534669" name="Rectangle 141"/>
            <p:cNvSpPr>
              <a:spLocks noChangeArrowheads="1"/>
            </p:cNvSpPr>
            <p:nvPr/>
          </p:nvSpPr>
          <p:spPr bwMode="auto">
            <a:xfrm>
              <a:off x="1574" y="1242"/>
              <a:ext cx="450"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a:p>
          </p:txBody>
        </p:sp>
        <p:sp>
          <p:nvSpPr>
            <p:cNvPr id="534670" name="Rectangle 142"/>
            <p:cNvSpPr>
              <a:spLocks noChangeArrowheads="1"/>
            </p:cNvSpPr>
            <p:nvPr/>
          </p:nvSpPr>
          <p:spPr bwMode="auto">
            <a:xfrm>
              <a:off x="1663" y="1312"/>
              <a:ext cx="68"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700" b="1" i="1">
                  <a:solidFill>
                    <a:srgbClr val="000000"/>
                  </a:solidFill>
                  <a:effectLst/>
                </a:rPr>
                <a:t>Q</a:t>
              </a:r>
              <a:endParaRPr lang="en-US" altLang="zh-CN" b="1">
                <a:effectLst>
                  <a:outerShdw blurRad="38100" dist="38100" dir="2700000" algn="tl">
                    <a:srgbClr val="C0C0C0"/>
                  </a:outerShdw>
                </a:effectLst>
              </a:endParaRPr>
            </a:p>
          </p:txBody>
        </p:sp>
        <p:sp>
          <p:nvSpPr>
            <p:cNvPr id="534671" name="Rectangle 143"/>
            <p:cNvSpPr>
              <a:spLocks noChangeArrowheads="1"/>
            </p:cNvSpPr>
            <p:nvPr/>
          </p:nvSpPr>
          <p:spPr bwMode="auto">
            <a:xfrm>
              <a:off x="1759" y="1371"/>
              <a:ext cx="31"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100" b="1">
                  <a:solidFill>
                    <a:srgbClr val="000000"/>
                  </a:solidFill>
                  <a:effectLst/>
                </a:rPr>
                <a:t>1</a:t>
              </a:r>
              <a:endParaRPr lang="en-US" altLang="zh-CN" b="1">
                <a:effectLst>
                  <a:outerShdw blurRad="38100" dist="38100" dir="2700000" algn="tl">
                    <a:srgbClr val="C0C0C0"/>
                  </a:outerShdw>
                </a:effectLst>
              </a:endParaRPr>
            </a:p>
          </p:txBody>
        </p:sp>
        <p:sp>
          <p:nvSpPr>
            <p:cNvPr id="534672" name="Rectangle 144"/>
            <p:cNvSpPr>
              <a:spLocks noChangeArrowheads="1"/>
            </p:cNvSpPr>
            <p:nvPr/>
          </p:nvSpPr>
          <p:spPr bwMode="auto">
            <a:xfrm>
              <a:off x="1802" y="1371"/>
              <a:ext cx="15"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100" b="1">
                  <a:solidFill>
                    <a:srgbClr val="000000"/>
                  </a:solidFill>
                  <a:effectLst/>
                </a:rPr>
                <a:t> </a:t>
              </a:r>
              <a:endParaRPr lang="zh-CN" altLang="en-US" b="1">
                <a:effectLst>
                  <a:outerShdw blurRad="38100" dist="38100" dir="2700000" algn="tl">
                    <a:srgbClr val="C0C0C0"/>
                  </a:outerShdw>
                </a:effectLst>
              </a:endParaRPr>
            </a:p>
          </p:txBody>
        </p:sp>
        <p:sp>
          <p:nvSpPr>
            <p:cNvPr id="534673" name="Rectangle 145"/>
            <p:cNvSpPr>
              <a:spLocks noChangeArrowheads="1"/>
            </p:cNvSpPr>
            <p:nvPr/>
          </p:nvSpPr>
          <p:spPr bwMode="auto">
            <a:xfrm>
              <a:off x="1125" y="1636"/>
              <a:ext cx="450"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a:p>
          </p:txBody>
        </p:sp>
        <p:sp>
          <p:nvSpPr>
            <p:cNvPr id="534674" name="Rectangle 146"/>
            <p:cNvSpPr>
              <a:spLocks noChangeArrowheads="1"/>
            </p:cNvSpPr>
            <p:nvPr/>
          </p:nvSpPr>
          <p:spPr bwMode="auto">
            <a:xfrm>
              <a:off x="1215" y="1705"/>
              <a:ext cx="68"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700" b="1" i="1">
                  <a:solidFill>
                    <a:srgbClr val="000000"/>
                  </a:solidFill>
                  <a:effectLst/>
                </a:rPr>
                <a:t>Q</a:t>
              </a:r>
              <a:endParaRPr lang="en-US" altLang="zh-CN" b="1">
                <a:effectLst>
                  <a:outerShdw blurRad="38100" dist="38100" dir="2700000" algn="tl">
                    <a:srgbClr val="C0C0C0"/>
                  </a:outerShdw>
                </a:effectLst>
              </a:endParaRPr>
            </a:p>
          </p:txBody>
        </p:sp>
        <p:sp>
          <p:nvSpPr>
            <p:cNvPr id="534675" name="Rectangle 147"/>
            <p:cNvSpPr>
              <a:spLocks noChangeArrowheads="1"/>
            </p:cNvSpPr>
            <p:nvPr/>
          </p:nvSpPr>
          <p:spPr bwMode="auto">
            <a:xfrm>
              <a:off x="1311" y="1764"/>
              <a:ext cx="31"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100" b="1">
                  <a:solidFill>
                    <a:srgbClr val="000000"/>
                  </a:solidFill>
                  <a:effectLst/>
                </a:rPr>
                <a:t>2</a:t>
              </a:r>
              <a:endParaRPr lang="en-US" altLang="zh-CN" b="1">
                <a:effectLst>
                  <a:outerShdw blurRad="38100" dist="38100" dir="2700000" algn="tl">
                    <a:srgbClr val="C0C0C0"/>
                  </a:outerShdw>
                </a:effectLst>
              </a:endParaRPr>
            </a:p>
          </p:txBody>
        </p:sp>
        <p:sp>
          <p:nvSpPr>
            <p:cNvPr id="534676" name="Rectangle 148"/>
            <p:cNvSpPr>
              <a:spLocks noChangeArrowheads="1"/>
            </p:cNvSpPr>
            <p:nvPr/>
          </p:nvSpPr>
          <p:spPr bwMode="auto">
            <a:xfrm>
              <a:off x="1354" y="1764"/>
              <a:ext cx="16"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100" b="1">
                  <a:solidFill>
                    <a:srgbClr val="000000"/>
                  </a:solidFill>
                  <a:effectLst/>
                </a:rPr>
                <a:t> </a:t>
              </a:r>
              <a:endParaRPr lang="zh-CN" altLang="en-US" b="1">
                <a:effectLst>
                  <a:outerShdw blurRad="38100" dist="38100" dir="2700000" algn="tl">
                    <a:srgbClr val="C0C0C0"/>
                  </a:outerShdw>
                </a:effectLst>
              </a:endParaRPr>
            </a:p>
          </p:txBody>
        </p:sp>
        <p:sp>
          <p:nvSpPr>
            <p:cNvPr id="534677" name="Rectangle 149"/>
            <p:cNvSpPr>
              <a:spLocks noChangeArrowheads="1"/>
            </p:cNvSpPr>
            <p:nvPr/>
          </p:nvSpPr>
          <p:spPr bwMode="auto">
            <a:xfrm>
              <a:off x="1798" y="2522"/>
              <a:ext cx="337"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a:p>
          </p:txBody>
        </p:sp>
        <p:sp>
          <p:nvSpPr>
            <p:cNvPr id="534678" name="Rectangle 150"/>
            <p:cNvSpPr>
              <a:spLocks noChangeArrowheads="1"/>
            </p:cNvSpPr>
            <p:nvPr/>
          </p:nvSpPr>
          <p:spPr bwMode="auto">
            <a:xfrm>
              <a:off x="1887" y="2592"/>
              <a:ext cx="47"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700" b="1" i="1">
                  <a:solidFill>
                    <a:srgbClr val="000000"/>
                  </a:solidFill>
                  <a:effectLst/>
                </a:rPr>
                <a:t>x</a:t>
              </a:r>
              <a:endParaRPr lang="en-US" altLang="zh-CN" b="1">
                <a:effectLst>
                  <a:outerShdw blurRad="38100" dist="38100" dir="2700000" algn="tl">
                    <a:srgbClr val="C0C0C0"/>
                  </a:outerShdw>
                </a:effectLst>
              </a:endParaRPr>
            </a:p>
          </p:txBody>
        </p:sp>
        <p:sp>
          <p:nvSpPr>
            <p:cNvPr id="534679" name="Rectangle 151"/>
            <p:cNvSpPr>
              <a:spLocks noChangeArrowheads="1"/>
            </p:cNvSpPr>
            <p:nvPr/>
          </p:nvSpPr>
          <p:spPr bwMode="auto">
            <a:xfrm>
              <a:off x="1946" y="2651"/>
              <a:ext cx="30"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100" b="1">
                  <a:solidFill>
                    <a:srgbClr val="000000"/>
                  </a:solidFill>
                  <a:effectLst/>
                </a:rPr>
                <a:t>1</a:t>
              </a:r>
              <a:endParaRPr lang="en-US" altLang="zh-CN" b="1">
                <a:effectLst>
                  <a:outerShdw blurRad="38100" dist="38100" dir="2700000" algn="tl">
                    <a:srgbClr val="C0C0C0"/>
                  </a:outerShdw>
                </a:effectLst>
              </a:endParaRPr>
            </a:p>
          </p:txBody>
        </p:sp>
        <p:sp>
          <p:nvSpPr>
            <p:cNvPr id="534680" name="Rectangle 152"/>
            <p:cNvSpPr>
              <a:spLocks noChangeArrowheads="1"/>
            </p:cNvSpPr>
            <p:nvPr/>
          </p:nvSpPr>
          <p:spPr bwMode="auto">
            <a:xfrm>
              <a:off x="1989" y="2651"/>
              <a:ext cx="15"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100" b="1">
                  <a:solidFill>
                    <a:srgbClr val="000000"/>
                  </a:solidFill>
                  <a:effectLst/>
                </a:rPr>
                <a:t> </a:t>
              </a:r>
              <a:endParaRPr lang="zh-CN" altLang="en-US" b="1">
                <a:effectLst>
                  <a:outerShdw blurRad="38100" dist="38100" dir="2700000" algn="tl">
                    <a:srgbClr val="C0C0C0"/>
                  </a:outerShdw>
                </a:effectLst>
              </a:endParaRPr>
            </a:p>
          </p:txBody>
        </p:sp>
        <p:sp>
          <p:nvSpPr>
            <p:cNvPr id="534681" name="Rectangle 153"/>
            <p:cNvSpPr>
              <a:spLocks noChangeArrowheads="1"/>
            </p:cNvSpPr>
            <p:nvPr/>
          </p:nvSpPr>
          <p:spPr bwMode="auto">
            <a:xfrm>
              <a:off x="2358" y="2522"/>
              <a:ext cx="338"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a:p>
          </p:txBody>
        </p:sp>
        <p:sp>
          <p:nvSpPr>
            <p:cNvPr id="534682" name="Rectangle 154"/>
            <p:cNvSpPr>
              <a:spLocks noChangeArrowheads="1"/>
            </p:cNvSpPr>
            <p:nvPr/>
          </p:nvSpPr>
          <p:spPr bwMode="auto">
            <a:xfrm>
              <a:off x="2530" y="2592"/>
              <a:ext cx="47"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700" b="1" i="1">
                  <a:solidFill>
                    <a:srgbClr val="000000"/>
                  </a:solidFill>
                  <a:effectLst/>
                </a:rPr>
                <a:t>x</a:t>
              </a:r>
              <a:endParaRPr lang="en-US" altLang="zh-CN" b="1">
                <a:effectLst>
                  <a:outerShdw blurRad="38100" dist="38100" dir="2700000" algn="tl">
                    <a:srgbClr val="C0C0C0"/>
                  </a:outerShdw>
                </a:effectLst>
              </a:endParaRPr>
            </a:p>
          </p:txBody>
        </p:sp>
        <p:sp>
          <p:nvSpPr>
            <p:cNvPr id="534683" name="Rectangle 155"/>
            <p:cNvSpPr>
              <a:spLocks noChangeArrowheads="1"/>
            </p:cNvSpPr>
            <p:nvPr/>
          </p:nvSpPr>
          <p:spPr bwMode="auto">
            <a:xfrm>
              <a:off x="2588" y="2651"/>
              <a:ext cx="31"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100" b="1">
                  <a:solidFill>
                    <a:srgbClr val="000000"/>
                  </a:solidFill>
                  <a:effectLst/>
                </a:rPr>
                <a:t>0</a:t>
              </a:r>
              <a:endParaRPr lang="en-US" altLang="zh-CN" b="1">
                <a:effectLst>
                  <a:outerShdw blurRad="38100" dist="38100" dir="2700000" algn="tl">
                    <a:srgbClr val="C0C0C0"/>
                  </a:outerShdw>
                </a:effectLst>
              </a:endParaRPr>
            </a:p>
          </p:txBody>
        </p:sp>
        <p:sp>
          <p:nvSpPr>
            <p:cNvPr id="534684" name="Rectangle 156"/>
            <p:cNvSpPr>
              <a:spLocks noChangeArrowheads="1"/>
            </p:cNvSpPr>
            <p:nvPr/>
          </p:nvSpPr>
          <p:spPr bwMode="auto">
            <a:xfrm>
              <a:off x="2631" y="2651"/>
              <a:ext cx="16"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100" b="1">
                  <a:solidFill>
                    <a:srgbClr val="000000"/>
                  </a:solidFill>
                  <a:effectLst/>
                </a:rPr>
                <a:t> </a:t>
              </a:r>
              <a:endParaRPr lang="zh-CN" altLang="en-US" b="1">
                <a:effectLst>
                  <a:outerShdw blurRad="38100" dist="38100" dir="2700000" algn="tl">
                    <a:srgbClr val="C0C0C0"/>
                  </a:outerShdw>
                </a:effectLst>
              </a:endParaRPr>
            </a:p>
          </p:txBody>
        </p:sp>
        <p:sp>
          <p:nvSpPr>
            <p:cNvPr id="534685" name="Rectangle 157"/>
            <p:cNvSpPr>
              <a:spLocks noChangeArrowheads="1"/>
            </p:cNvSpPr>
            <p:nvPr/>
          </p:nvSpPr>
          <p:spPr bwMode="auto">
            <a:xfrm>
              <a:off x="1237" y="2522"/>
              <a:ext cx="338"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a:p>
          </p:txBody>
        </p:sp>
        <p:sp>
          <p:nvSpPr>
            <p:cNvPr id="534686" name="Rectangle 158"/>
            <p:cNvSpPr>
              <a:spLocks noChangeArrowheads="1"/>
            </p:cNvSpPr>
            <p:nvPr/>
          </p:nvSpPr>
          <p:spPr bwMode="auto">
            <a:xfrm>
              <a:off x="1327" y="2592"/>
              <a:ext cx="47"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700" b="1" i="1">
                  <a:solidFill>
                    <a:srgbClr val="000000"/>
                  </a:solidFill>
                  <a:effectLst/>
                </a:rPr>
                <a:t>x</a:t>
              </a:r>
              <a:endParaRPr lang="en-US" altLang="zh-CN" b="1">
                <a:effectLst>
                  <a:outerShdw blurRad="38100" dist="38100" dir="2700000" algn="tl">
                    <a:srgbClr val="C0C0C0"/>
                  </a:outerShdw>
                </a:effectLst>
              </a:endParaRPr>
            </a:p>
          </p:txBody>
        </p:sp>
        <p:sp>
          <p:nvSpPr>
            <p:cNvPr id="534687" name="Rectangle 159"/>
            <p:cNvSpPr>
              <a:spLocks noChangeArrowheads="1"/>
            </p:cNvSpPr>
            <p:nvPr/>
          </p:nvSpPr>
          <p:spPr bwMode="auto">
            <a:xfrm>
              <a:off x="1385" y="2651"/>
              <a:ext cx="31"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100" b="1">
                  <a:solidFill>
                    <a:srgbClr val="000000"/>
                  </a:solidFill>
                  <a:effectLst/>
                </a:rPr>
                <a:t>2</a:t>
              </a:r>
              <a:endParaRPr lang="en-US" altLang="zh-CN" b="1">
                <a:effectLst>
                  <a:outerShdw blurRad="38100" dist="38100" dir="2700000" algn="tl">
                    <a:srgbClr val="C0C0C0"/>
                  </a:outerShdw>
                </a:effectLst>
              </a:endParaRPr>
            </a:p>
          </p:txBody>
        </p:sp>
        <p:sp>
          <p:nvSpPr>
            <p:cNvPr id="534688" name="Rectangle 160"/>
            <p:cNvSpPr>
              <a:spLocks noChangeArrowheads="1"/>
            </p:cNvSpPr>
            <p:nvPr/>
          </p:nvSpPr>
          <p:spPr bwMode="auto">
            <a:xfrm>
              <a:off x="1429" y="2651"/>
              <a:ext cx="15"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100" b="1">
                  <a:solidFill>
                    <a:srgbClr val="000000"/>
                  </a:solidFill>
                  <a:effectLst/>
                </a:rPr>
                <a:t> </a:t>
              </a:r>
              <a:endParaRPr lang="zh-CN" altLang="en-US" b="1">
                <a:effectLst>
                  <a:outerShdw blurRad="38100" dist="38100" dir="2700000" algn="tl">
                    <a:srgbClr val="C0C0C0"/>
                  </a:outerShdw>
                </a:effectLst>
              </a:endParaRPr>
            </a:p>
          </p:txBody>
        </p:sp>
        <p:sp>
          <p:nvSpPr>
            <p:cNvPr id="534689" name="Rectangle 161"/>
            <p:cNvSpPr>
              <a:spLocks noChangeArrowheads="1"/>
            </p:cNvSpPr>
            <p:nvPr/>
          </p:nvSpPr>
          <p:spPr bwMode="auto">
            <a:xfrm>
              <a:off x="789" y="2522"/>
              <a:ext cx="338"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a:p>
          </p:txBody>
        </p:sp>
        <p:sp>
          <p:nvSpPr>
            <p:cNvPr id="534690" name="Rectangle 162"/>
            <p:cNvSpPr>
              <a:spLocks noChangeArrowheads="1"/>
            </p:cNvSpPr>
            <p:nvPr/>
          </p:nvSpPr>
          <p:spPr bwMode="auto">
            <a:xfrm>
              <a:off x="879" y="2592"/>
              <a:ext cx="47"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700" b="1" i="1">
                  <a:solidFill>
                    <a:srgbClr val="000000"/>
                  </a:solidFill>
                  <a:effectLst/>
                </a:rPr>
                <a:t>x</a:t>
              </a:r>
              <a:endParaRPr lang="en-US" altLang="zh-CN" b="1">
                <a:effectLst>
                  <a:outerShdw blurRad="38100" dist="38100" dir="2700000" algn="tl">
                    <a:srgbClr val="C0C0C0"/>
                  </a:outerShdw>
                </a:effectLst>
              </a:endParaRPr>
            </a:p>
          </p:txBody>
        </p:sp>
        <p:sp>
          <p:nvSpPr>
            <p:cNvPr id="534691" name="Rectangle 163"/>
            <p:cNvSpPr>
              <a:spLocks noChangeArrowheads="1"/>
            </p:cNvSpPr>
            <p:nvPr/>
          </p:nvSpPr>
          <p:spPr bwMode="auto">
            <a:xfrm>
              <a:off x="937" y="2567"/>
              <a:ext cx="31"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100" b="1">
                  <a:solidFill>
                    <a:srgbClr val="000000"/>
                  </a:solidFill>
                  <a:effectLst/>
                </a:rPr>
                <a:t>*</a:t>
              </a:r>
              <a:endParaRPr lang="zh-CN" altLang="en-US" b="1">
                <a:effectLst>
                  <a:outerShdw blurRad="38100" dist="38100" dir="2700000" algn="tl">
                    <a:srgbClr val="C0C0C0"/>
                  </a:outerShdw>
                </a:effectLst>
              </a:endParaRPr>
            </a:p>
          </p:txBody>
        </p:sp>
        <p:sp>
          <p:nvSpPr>
            <p:cNvPr id="534692" name="Rectangle 164"/>
            <p:cNvSpPr>
              <a:spLocks noChangeArrowheads="1"/>
            </p:cNvSpPr>
            <p:nvPr/>
          </p:nvSpPr>
          <p:spPr bwMode="auto">
            <a:xfrm>
              <a:off x="977" y="2567"/>
              <a:ext cx="16"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100" b="1">
                  <a:solidFill>
                    <a:srgbClr val="000000"/>
                  </a:solidFill>
                  <a:effectLst/>
                </a:rPr>
                <a:t> </a:t>
              </a:r>
              <a:endParaRPr lang="zh-CN" altLang="en-US" b="1">
                <a:effectLst>
                  <a:outerShdw blurRad="38100" dist="38100" dir="2700000" algn="tl">
                    <a:srgbClr val="C0C0C0"/>
                  </a:outerShdw>
                </a:effectLst>
              </a:endParaRPr>
            </a:p>
          </p:txBody>
        </p:sp>
        <p:sp>
          <p:nvSpPr>
            <p:cNvPr id="534693" name="Rectangle 165"/>
            <p:cNvSpPr>
              <a:spLocks noChangeArrowheads="1"/>
            </p:cNvSpPr>
            <p:nvPr/>
          </p:nvSpPr>
          <p:spPr bwMode="auto">
            <a:xfrm>
              <a:off x="2806" y="2523"/>
              <a:ext cx="338"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a:p>
          </p:txBody>
        </p:sp>
        <p:sp>
          <p:nvSpPr>
            <p:cNvPr id="534694" name="Rectangle 166"/>
            <p:cNvSpPr>
              <a:spLocks noChangeArrowheads="1"/>
            </p:cNvSpPr>
            <p:nvPr/>
          </p:nvSpPr>
          <p:spPr bwMode="auto">
            <a:xfrm>
              <a:off x="2969" y="2593"/>
              <a:ext cx="48"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700" b="1" i="1">
                  <a:solidFill>
                    <a:srgbClr val="000000"/>
                  </a:solidFill>
                  <a:effectLst/>
                </a:rPr>
                <a:t>x</a:t>
              </a:r>
              <a:endParaRPr lang="en-US" altLang="zh-CN" b="1">
                <a:effectLst>
                  <a:outerShdw blurRad="38100" dist="38100" dir="2700000" algn="tl">
                    <a:srgbClr val="C0C0C0"/>
                  </a:outerShdw>
                </a:effectLst>
              </a:endParaRPr>
            </a:p>
          </p:txBody>
        </p:sp>
        <p:sp>
          <p:nvSpPr>
            <p:cNvPr id="534695" name="Rectangle 167"/>
            <p:cNvSpPr>
              <a:spLocks noChangeArrowheads="1"/>
            </p:cNvSpPr>
            <p:nvPr/>
          </p:nvSpPr>
          <p:spPr bwMode="auto">
            <a:xfrm>
              <a:off x="3027" y="2593"/>
              <a:ext cx="24"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700" b="1" i="1">
                  <a:solidFill>
                    <a:srgbClr val="000000"/>
                  </a:solidFill>
                  <a:effectLst/>
                </a:rPr>
                <a:t> </a:t>
              </a:r>
              <a:endParaRPr lang="zh-CN" altLang="en-US" b="1">
                <a:effectLst>
                  <a:outerShdw blurRad="38100" dist="38100" dir="2700000" algn="tl">
                    <a:srgbClr val="C0C0C0"/>
                  </a:outerShdw>
                </a:effectLst>
              </a:endParaRPr>
            </a:p>
          </p:txBody>
        </p:sp>
        <p:sp>
          <p:nvSpPr>
            <p:cNvPr id="534696" name="Rectangle 168"/>
            <p:cNvSpPr>
              <a:spLocks noChangeArrowheads="1"/>
            </p:cNvSpPr>
            <p:nvPr/>
          </p:nvSpPr>
          <p:spPr bwMode="auto">
            <a:xfrm>
              <a:off x="565" y="1242"/>
              <a:ext cx="338"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a:p>
          </p:txBody>
        </p:sp>
        <p:sp>
          <p:nvSpPr>
            <p:cNvPr id="534697" name="Rectangle 169"/>
            <p:cNvSpPr>
              <a:spLocks noChangeArrowheads="1"/>
            </p:cNvSpPr>
            <p:nvPr/>
          </p:nvSpPr>
          <p:spPr bwMode="auto">
            <a:xfrm>
              <a:off x="655" y="1312"/>
              <a:ext cx="4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700" b="1" i="1">
                  <a:solidFill>
                    <a:srgbClr val="000000"/>
                  </a:solidFill>
                  <a:effectLst/>
                </a:rPr>
                <a:t>y</a:t>
              </a:r>
              <a:endParaRPr lang="en-US" altLang="zh-CN" b="1">
                <a:effectLst>
                  <a:outerShdw blurRad="38100" dist="38100" dir="2700000" algn="tl">
                    <a:srgbClr val="C0C0C0"/>
                  </a:outerShdw>
                </a:effectLst>
              </a:endParaRPr>
            </a:p>
          </p:txBody>
        </p:sp>
        <p:sp>
          <p:nvSpPr>
            <p:cNvPr id="534698" name="Rectangle 170"/>
            <p:cNvSpPr>
              <a:spLocks noChangeArrowheads="1"/>
            </p:cNvSpPr>
            <p:nvPr/>
          </p:nvSpPr>
          <p:spPr bwMode="auto">
            <a:xfrm>
              <a:off x="713" y="1312"/>
              <a:ext cx="23"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700" b="1" i="1">
                  <a:solidFill>
                    <a:srgbClr val="000000"/>
                  </a:solidFill>
                  <a:effectLst/>
                </a:rPr>
                <a:t> </a:t>
              </a:r>
              <a:endParaRPr lang="zh-CN" altLang="en-US" b="1">
                <a:effectLst>
                  <a:outerShdw blurRad="38100" dist="38100" dir="2700000" algn="tl">
                    <a:srgbClr val="C0C0C0"/>
                  </a:outerShdw>
                </a:effectLst>
              </a:endParaRPr>
            </a:p>
          </p:txBody>
        </p:sp>
        <p:grpSp>
          <p:nvGrpSpPr>
            <p:cNvPr id="49224" name="Group 193"/>
            <p:cNvGrpSpPr>
              <a:grpSpLocks/>
            </p:cNvGrpSpPr>
            <p:nvPr/>
          </p:nvGrpSpPr>
          <p:grpSpPr bwMode="auto">
            <a:xfrm>
              <a:off x="1015" y="2098"/>
              <a:ext cx="335" cy="65"/>
              <a:chOff x="898" y="3069"/>
              <a:chExt cx="335" cy="65"/>
            </a:xfrm>
          </p:grpSpPr>
          <p:sp>
            <p:nvSpPr>
              <p:cNvPr id="534719" name="Line 191"/>
              <p:cNvSpPr>
                <a:spLocks noChangeShapeType="1"/>
              </p:cNvSpPr>
              <p:nvPr/>
            </p:nvSpPr>
            <p:spPr bwMode="auto">
              <a:xfrm flipH="1">
                <a:off x="1034" y="3101"/>
                <a:ext cx="199"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34720" name="Freeform 192"/>
              <p:cNvSpPr>
                <a:spLocks/>
              </p:cNvSpPr>
              <p:nvPr/>
            </p:nvSpPr>
            <p:spPr bwMode="auto">
              <a:xfrm>
                <a:off x="898" y="3069"/>
                <a:ext cx="140" cy="65"/>
              </a:xfrm>
              <a:custGeom>
                <a:avLst/>
                <a:gdLst>
                  <a:gd name="T0" fmla="*/ 140 w 140"/>
                  <a:gd name="T1" fmla="*/ 0 h 65"/>
                  <a:gd name="T2" fmla="*/ 0 w 140"/>
                  <a:gd name="T3" fmla="*/ 32 h 65"/>
                  <a:gd name="T4" fmla="*/ 140 w 140"/>
                  <a:gd name="T5" fmla="*/ 65 h 65"/>
                  <a:gd name="T6" fmla="*/ 140 w 140"/>
                  <a:gd name="T7" fmla="*/ 0 h 65"/>
                </a:gdLst>
                <a:ahLst/>
                <a:cxnLst>
                  <a:cxn ang="0">
                    <a:pos x="T0" y="T1"/>
                  </a:cxn>
                  <a:cxn ang="0">
                    <a:pos x="T2" y="T3"/>
                  </a:cxn>
                  <a:cxn ang="0">
                    <a:pos x="T4" y="T5"/>
                  </a:cxn>
                  <a:cxn ang="0">
                    <a:pos x="T6" y="T7"/>
                  </a:cxn>
                </a:cxnLst>
                <a:rect l="0" t="0" r="r" b="b"/>
                <a:pathLst>
                  <a:path w="140" h="65">
                    <a:moveTo>
                      <a:pt x="140" y="0"/>
                    </a:moveTo>
                    <a:lnTo>
                      <a:pt x="0" y="32"/>
                    </a:lnTo>
                    <a:lnTo>
                      <a:pt x="140" y="65"/>
                    </a:lnTo>
                    <a:lnTo>
                      <a:pt x="1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49225" name="Group 196"/>
            <p:cNvGrpSpPr>
              <a:grpSpLocks/>
            </p:cNvGrpSpPr>
            <p:nvPr/>
          </p:nvGrpSpPr>
          <p:grpSpPr bwMode="auto">
            <a:xfrm>
              <a:off x="1318" y="1931"/>
              <a:ext cx="64" cy="295"/>
              <a:chOff x="1201" y="2902"/>
              <a:chExt cx="64" cy="295"/>
            </a:xfrm>
          </p:grpSpPr>
          <p:sp>
            <p:nvSpPr>
              <p:cNvPr id="534722" name="Line 194"/>
              <p:cNvSpPr>
                <a:spLocks noChangeShapeType="1"/>
              </p:cNvSpPr>
              <p:nvPr/>
            </p:nvSpPr>
            <p:spPr bwMode="auto">
              <a:xfrm>
                <a:off x="1233" y="2902"/>
                <a:ext cx="1" cy="15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34723" name="Freeform 195"/>
              <p:cNvSpPr>
                <a:spLocks/>
              </p:cNvSpPr>
              <p:nvPr/>
            </p:nvSpPr>
            <p:spPr bwMode="auto">
              <a:xfrm>
                <a:off x="1201" y="3055"/>
                <a:ext cx="64" cy="142"/>
              </a:xfrm>
              <a:custGeom>
                <a:avLst/>
                <a:gdLst>
                  <a:gd name="T0" fmla="*/ 0 w 64"/>
                  <a:gd name="T1" fmla="*/ 0 h 142"/>
                  <a:gd name="T2" fmla="*/ 32 w 64"/>
                  <a:gd name="T3" fmla="*/ 142 h 142"/>
                  <a:gd name="T4" fmla="*/ 64 w 64"/>
                  <a:gd name="T5" fmla="*/ 0 h 142"/>
                  <a:gd name="T6" fmla="*/ 0 w 64"/>
                  <a:gd name="T7" fmla="*/ 0 h 142"/>
                </a:gdLst>
                <a:ahLst/>
                <a:cxnLst>
                  <a:cxn ang="0">
                    <a:pos x="T0" y="T1"/>
                  </a:cxn>
                  <a:cxn ang="0">
                    <a:pos x="T2" y="T3"/>
                  </a:cxn>
                  <a:cxn ang="0">
                    <a:pos x="T4" y="T5"/>
                  </a:cxn>
                  <a:cxn ang="0">
                    <a:pos x="T6" y="T7"/>
                  </a:cxn>
                </a:cxnLst>
                <a:rect l="0" t="0" r="r" b="b"/>
                <a:pathLst>
                  <a:path w="64" h="142">
                    <a:moveTo>
                      <a:pt x="0" y="0"/>
                    </a:moveTo>
                    <a:lnTo>
                      <a:pt x="32" y="142"/>
                    </a:lnTo>
                    <a:lnTo>
                      <a:pt x="6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sp>
          <p:nvSpPr>
            <p:cNvPr id="534844" name="Rectangle 316"/>
            <p:cNvSpPr>
              <a:spLocks noChangeArrowheads="1"/>
            </p:cNvSpPr>
            <p:nvPr/>
          </p:nvSpPr>
          <p:spPr bwMode="auto">
            <a:xfrm>
              <a:off x="1910" y="1833"/>
              <a:ext cx="450"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a:p>
          </p:txBody>
        </p:sp>
        <p:sp>
          <p:nvSpPr>
            <p:cNvPr id="534845" name="Rectangle 317"/>
            <p:cNvSpPr>
              <a:spLocks noChangeArrowheads="1"/>
            </p:cNvSpPr>
            <p:nvPr/>
          </p:nvSpPr>
          <p:spPr bwMode="auto">
            <a:xfrm>
              <a:off x="2000" y="1902"/>
              <a:ext cx="58" cy="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700" b="1" i="1">
                  <a:solidFill>
                    <a:srgbClr val="000000"/>
                  </a:solidFill>
                  <a:effectLst/>
                </a:rPr>
                <a:t>P</a:t>
              </a:r>
              <a:endParaRPr lang="en-US" altLang="zh-CN" b="1">
                <a:effectLst>
                  <a:outerShdw blurRad="38100" dist="38100" dir="2700000" algn="tl">
                    <a:srgbClr val="C0C0C0"/>
                  </a:outerShdw>
                </a:effectLst>
              </a:endParaRPr>
            </a:p>
          </p:txBody>
        </p:sp>
        <p:sp>
          <p:nvSpPr>
            <p:cNvPr id="534846" name="Rectangle 318"/>
            <p:cNvSpPr>
              <a:spLocks noChangeArrowheads="1"/>
            </p:cNvSpPr>
            <p:nvPr/>
          </p:nvSpPr>
          <p:spPr bwMode="auto">
            <a:xfrm>
              <a:off x="2080" y="1961"/>
              <a:ext cx="30"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100" b="1">
                  <a:solidFill>
                    <a:srgbClr val="000000"/>
                  </a:solidFill>
                  <a:effectLst/>
                </a:rPr>
                <a:t>1</a:t>
              </a:r>
              <a:endParaRPr lang="en-US" altLang="zh-CN" b="1">
                <a:effectLst>
                  <a:outerShdw blurRad="38100" dist="38100" dir="2700000" algn="tl">
                    <a:srgbClr val="C0C0C0"/>
                  </a:outerShdw>
                </a:effectLst>
              </a:endParaRPr>
            </a:p>
          </p:txBody>
        </p:sp>
        <p:sp>
          <p:nvSpPr>
            <p:cNvPr id="534847" name="Rectangle 319"/>
            <p:cNvSpPr>
              <a:spLocks noChangeArrowheads="1"/>
            </p:cNvSpPr>
            <p:nvPr/>
          </p:nvSpPr>
          <p:spPr bwMode="auto">
            <a:xfrm>
              <a:off x="2124" y="1961"/>
              <a:ext cx="15"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100" b="1">
                  <a:solidFill>
                    <a:srgbClr val="000000"/>
                  </a:solidFill>
                  <a:effectLst/>
                </a:rPr>
                <a:t> </a:t>
              </a:r>
              <a:endParaRPr lang="zh-CN" altLang="en-US" b="1">
                <a:effectLst>
                  <a:outerShdw blurRad="38100" dist="38100" dir="2700000" algn="tl">
                    <a:srgbClr val="C0C0C0"/>
                  </a:outerShdw>
                </a:effectLst>
              </a:endParaRPr>
            </a:p>
          </p:txBody>
        </p:sp>
      </p:grpSp>
    </p:spTree>
  </p:cSld>
  <p:clrMapOvr>
    <a:masterClrMapping/>
  </p:clrMapOvr>
  <p:transition>
    <p:cover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灯片编号占位符 3"/>
          <p:cNvSpPr>
            <a:spLocks noGrp="1"/>
          </p:cNvSpPr>
          <p:nvPr>
            <p:ph type="sldNum" sz="quarter" idx="12"/>
          </p:nvPr>
        </p:nvSpPr>
        <p:spPr/>
        <p:txBody>
          <a:bodyPr/>
          <a:lstStyle/>
          <a:p>
            <a:pPr>
              <a:defRPr/>
            </a:pPr>
            <a:fld id="{6B514170-F696-4A76-A396-D1C5CF3EA87D}" type="slidenum">
              <a:rPr lang="zh-CN" altLang="en-US"/>
              <a:pPr>
                <a:defRPr/>
              </a:pPr>
              <a:t>48</a:t>
            </a:fld>
            <a:endParaRPr lang="en-US" altLang="zh-CN"/>
          </a:p>
        </p:txBody>
      </p:sp>
      <p:sp>
        <p:nvSpPr>
          <p:cNvPr id="555010" name="Text Box 2"/>
          <p:cNvSpPr txBox="1">
            <a:spLocks noChangeArrowheads="1"/>
          </p:cNvSpPr>
          <p:nvPr/>
        </p:nvSpPr>
        <p:spPr bwMode="auto">
          <a:xfrm>
            <a:off x="1403350" y="266700"/>
            <a:ext cx="34480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3200" b="1">
                <a:solidFill>
                  <a:schemeClr val="tx1"/>
                </a:solidFill>
                <a:effectLst>
                  <a:outerShdw blurRad="38100" dist="38100" dir="2700000" algn="tl">
                    <a:srgbClr val="C0C0C0"/>
                  </a:outerShdw>
                </a:effectLst>
              </a:rPr>
              <a:t>迭代过程的收敛性</a:t>
            </a:r>
          </a:p>
        </p:txBody>
      </p:sp>
      <p:grpSp>
        <p:nvGrpSpPr>
          <p:cNvPr id="50180" name="Group 318"/>
          <p:cNvGrpSpPr>
            <a:grpSpLocks/>
          </p:cNvGrpSpPr>
          <p:nvPr/>
        </p:nvGrpSpPr>
        <p:grpSpPr bwMode="auto">
          <a:xfrm>
            <a:off x="1403350" y="1196975"/>
            <a:ext cx="6481763" cy="5164138"/>
            <a:chOff x="884" y="754"/>
            <a:chExt cx="4083" cy="3253"/>
          </a:xfrm>
        </p:grpSpPr>
        <p:sp>
          <p:nvSpPr>
            <p:cNvPr id="555014" name="Rectangle 6"/>
            <p:cNvSpPr>
              <a:spLocks noChangeArrowheads="1"/>
            </p:cNvSpPr>
            <p:nvPr/>
          </p:nvSpPr>
          <p:spPr bwMode="auto">
            <a:xfrm>
              <a:off x="884" y="754"/>
              <a:ext cx="93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800" b="1" i="1">
                  <a:solidFill>
                    <a:srgbClr val="000000"/>
                  </a:solidFill>
                  <a:effectLst/>
                </a:rPr>
                <a:t>y               </a:t>
              </a:r>
              <a:endParaRPr lang="en-US" altLang="zh-CN" sz="2800" b="1">
                <a:effectLst>
                  <a:outerShdw blurRad="38100" dist="38100" dir="2700000" algn="tl">
                    <a:srgbClr val="C0C0C0"/>
                  </a:outerShdw>
                </a:effectLst>
              </a:endParaRPr>
            </a:p>
          </p:txBody>
        </p:sp>
        <p:sp>
          <p:nvSpPr>
            <p:cNvPr id="555015" name="Rectangle 7"/>
            <p:cNvSpPr>
              <a:spLocks noChangeArrowheads="1"/>
            </p:cNvSpPr>
            <p:nvPr/>
          </p:nvSpPr>
          <p:spPr bwMode="auto">
            <a:xfrm>
              <a:off x="3414" y="981"/>
              <a:ext cx="5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2800" b="1" i="1">
                  <a:solidFill>
                    <a:srgbClr val="000000"/>
                  </a:solidFill>
                  <a:effectLst/>
                </a:rPr>
                <a:t> </a:t>
              </a:r>
              <a:endParaRPr lang="zh-CN" altLang="en-US" sz="2800" b="1">
                <a:effectLst>
                  <a:outerShdw blurRad="38100" dist="38100" dir="2700000" algn="tl">
                    <a:srgbClr val="C0C0C0"/>
                  </a:outerShdw>
                </a:effectLst>
              </a:endParaRPr>
            </a:p>
          </p:txBody>
        </p:sp>
        <p:sp>
          <p:nvSpPr>
            <p:cNvPr id="555025" name="Rectangle 17"/>
            <p:cNvSpPr>
              <a:spLocks noChangeArrowheads="1"/>
            </p:cNvSpPr>
            <p:nvPr/>
          </p:nvSpPr>
          <p:spPr bwMode="auto">
            <a:xfrm>
              <a:off x="4195" y="1207"/>
              <a:ext cx="33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800" b="1" i="1">
                  <a:solidFill>
                    <a:srgbClr val="000000"/>
                  </a:solidFill>
                  <a:effectLst/>
                </a:rPr>
                <a:t>y=x</a:t>
              </a:r>
              <a:endParaRPr lang="en-US" altLang="zh-CN" sz="2800" b="1">
                <a:effectLst>
                  <a:outerShdw blurRad="38100" dist="38100" dir="2700000" algn="tl">
                    <a:srgbClr val="C0C0C0"/>
                  </a:outerShdw>
                </a:effectLst>
              </a:endParaRPr>
            </a:p>
          </p:txBody>
        </p:sp>
        <p:sp>
          <p:nvSpPr>
            <p:cNvPr id="555026" name="Rectangle 18"/>
            <p:cNvSpPr>
              <a:spLocks noChangeArrowheads="1"/>
            </p:cNvSpPr>
            <p:nvPr/>
          </p:nvSpPr>
          <p:spPr bwMode="auto">
            <a:xfrm>
              <a:off x="4484" y="1400"/>
              <a:ext cx="5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2800" b="1">
                  <a:solidFill>
                    <a:srgbClr val="000000"/>
                  </a:solidFill>
                  <a:effectLst/>
                </a:rPr>
                <a:t> </a:t>
              </a:r>
              <a:endParaRPr lang="zh-CN" altLang="en-US" sz="2800" b="1">
                <a:effectLst>
                  <a:outerShdw blurRad="38100" dist="38100" dir="2700000" algn="tl">
                    <a:srgbClr val="C0C0C0"/>
                  </a:outerShdw>
                </a:effectLst>
              </a:endParaRPr>
            </a:p>
          </p:txBody>
        </p:sp>
        <p:grpSp>
          <p:nvGrpSpPr>
            <p:cNvPr id="50185" name="Group 38"/>
            <p:cNvGrpSpPr>
              <a:grpSpLocks/>
            </p:cNvGrpSpPr>
            <p:nvPr/>
          </p:nvGrpSpPr>
          <p:grpSpPr bwMode="auto">
            <a:xfrm>
              <a:off x="1869" y="3676"/>
              <a:ext cx="1819" cy="307"/>
              <a:chOff x="3842" y="3873"/>
              <a:chExt cx="903" cy="209"/>
            </a:xfrm>
          </p:grpSpPr>
          <p:sp>
            <p:nvSpPr>
              <p:cNvPr id="555047" name="Rectangle 39"/>
              <p:cNvSpPr>
                <a:spLocks noChangeArrowheads="1"/>
              </p:cNvSpPr>
              <p:nvPr/>
            </p:nvSpPr>
            <p:spPr bwMode="auto">
              <a:xfrm>
                <a:off x="4690" y="3899"/>
                <a:ext cx="55"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800" b="1">
                    <a:solidFill>
                      <a:srgbClr val="000000"/>
                    </a:solidFill>
                    <a:effectLst/>
                  </a:rPr>
                  <a:t>0</a:t>
                </a:r>
                <a:endParaRPr lang="en-US" altLang="zh-CN" sz="2800" b="1">
                  <a:effectLst>
                    <a:outerShdw blurRad="38100" dist="38100" dir="2700000" algn="tl">
                      <a:srgbClr val="C0C0C0"/>
                    </a:outerShdw>
                  </a:effectLst>
                </a:endParaRPr>
              </a:p>
            </p:txBody>
          </p:sp>
          <p:sp>
            <p:nvSpPr>
              <p:cNvPr id="555048" name="Rectangle 40"/>
              <p:cNvSpPr>
                <a:spLocks noChangeArrowheads="1"/>
              </p:cNvSpPr>
              <p:nvPr/>
            </p:nvSpPr>
            <p:spPr bwMode="auto">
              <a:xfrm>
                <a:off x="4485" y="3899"/>
                <a:ext cx="37"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800" b="1">
                    <a:solidFill>
                      <a:srgbClr val="000000"/>
                    </a:solidFill>
                    <a:effectLst/>
                  </a:rPr>
                  <a:t>)</a:t>
                </a:r>
                <a:endParaRPr lang="en-US" altLang="zh-CN" sz="2800" b="1">
                  <a:effectLst>
                    <a:outerShdw blurRad="38100" dist="38100" dir="2700000" algn="tl">
                      <a:srgbClr val="C0C0C0"/>
                    </a:outerShdw>
                  </a:effectLst>
                </a:endParaRPr>
              </a:p>
            </p:txBody>
          </p:sp>
          <p:sp>
            <p:nvSpPr>
              <p:cNvPr id="555049" name="Rectangle 41"/>
              <p:cNvSpPr>
                <a:spLocks noChangeArrowheads="1"/>
              </p:cNvSpPr>
              <p:nvPr/>
            </p:nvSpPr>
            <p:spPr bwMode="auto">
              <a:xfrm>
                <a:off x="4288" y="3899"/>
                <a:ext cx="38"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800" b="1">
                    <a:solidFill>
                      <a:srgbClr val="000000"/>
                    </a:solidFill>
                    <a:effectLst/>
                  </a:rPr>
                  <a:t>(</a:t>
                </a:r>
                <a:endParaRPr lang="en-US" altLang="zh-CN" sz="2800" b="1">
                  <a:effectLst>
                    <a:outerShdw blurRad="38100" dist="38100" dir="2700000" algn="tl">
                      <a:srgbClr val="C0C0C0"/>
                    </a:outerShdw>
                  </a:effectLst>
                </a:endParaRPr>
              </a:p>
            </p:txBody>
          </p:sp>
          <p:sp>
            <p:nvSpPr>
              <p:cNvPr id="555050" name="Rectangle 42"/>
              <p:cNvSpPr>
                <a:spLocks noChangeArrowheads="1"/>
              </p:cNvSpPr>
              <p:nvPr/>
            </p:nvSpPr>
            <p:spPr bwMode="auto">
              <a:xfrm>
                <a:off x="3938" y="3899"/>
                <a:ext cx="55"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800" b="1">
                    <a:solidFill>
                      <a:srgbClr val="000000"/>
                    </a:solidFill>
                    <a:effectLst/>
                  </a:rPr>
                  <a:t>1</a:t>
                </a:r>
                <a:endParaRPr lang="en-US" altLang="zh-CN" sz="2800" b="1">
                  <a:effectLst>
                    <a:outerShdw blurRad="38100" dist="38100" dir="2700000" algn="tl">
                      <a:srgbClr val="C0C0C0"/>
                    </a:outerShdw>
                  </a:effectLst>
                </a:endParaRPr>
              </a:p>
            </p:txBody>
          </p:sp>
          <p:sp>
            <p:nvSpPr>
              <p:cNvPr id="555051" name="Rectangle 43"/>
              <p:cNvSpPr>
                <a:spLocks noChangeArrowheads="1"/>
              </p:cNvSpPr>
              <p:nvPr/>
            </p:nvSpPr>
            <p:spPr bwMode="auto">
              <a:xfrm>
                <a:off x="4424" y="3887"/>
                <a:ext cx="5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2800" b="1">
                    <a:solidFill>
                      <a:srgbClr val="000000"/>
                    </a:solidFill>
                    <a:effectLst/>
                  </a:rPr>
                  <a:t>*</a:t>
                </a:r>
                <a:endParaRPr lang="zh-CN" altLang="en-US" sz="2800" b="1">
                  <a:effectLst>
                    <a:outerShdw blurRad="38100" dist="38100" dir="2700000" algn="tl">
                      <a:srgbClr val="C0C0C0"/>
                    </a:outerShdw>
                  </a:effectLst>
                </a:endParaRPr>
              </a:p>
            </p:txBody>
          </p:sp>
          <p:sp>
            <p:nvSpPr>
              <p:cNvPr id="555052" name="Rectangle 44"/>
              <p:cNvSpPr>
                <a:spLocks noChangeArrowheads="1"/>
              </p:cNvSpPr>
              <p:nvPr/>
            </p:nvSpPr>
            <p:spPr bwMode="auto">
              <a:xfrm>
                <a:off x="4571" y="3882"/>
                <a:ext cx="61"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800" b="1">
                    <a:solidFill>
                      <a:srgbClr val="000000"/>
                    </a:solidFill>
                    <a:effectLst/>
                    <a:latin typeface="Symbol" pitchFamily="18" charset="2"/>
                  </a:rPr>
                  <a:t>&lt;</a:t>
                </a:r>
                <a:endParaRPr lang="en-US" altLang="zh-CN" sz="2800" b="1">
                  <a:effectLst>
                    <a:outerShdw blurRad="38100" dist="38100" dir="2700000" algn="tl">
                      <a:srgbClr val="C0C0C0"/>
                    </a:outerShdw>
                  </a:effectLst>
                </a:endParaRPr>
              </a:p>
            </p:txBody>
          </p:sp>
          <p:sp>
            <p:nvSpPr>
              <p:cNvPr id="555053" name="Rectangle 45"/>
              <p:cNvSpPr>
                <a:spLocks noChangeArrowheads="1"/>
              </p:cNvSpPr>
              <p:nvPr/>
            </p:nvSpPr>
            <p:spPr bwMode="auto">
              <a:xfrm>
                <a:off x="4253" y="3873"/>
                <a:ext cx="27"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800" b="1">
                    <a:solidFill>
                      <a:srgbClr val="000000"/>
                    </a:solidFill>
                    <a:effectLst/>
                    <a:latin typeface="Symbol" pitchFamily="18" charset="2"/>
                  </a:rPr>
                  <a:t>¢</a:t>
                </a:r>
                <a:endParaRPr lang="en-US" altLang="zh-CN" sz="2800" b="1">
                  <a:effectLst>
                    <a:outerShdw blurRad="38100" dist="38100" dir="2700000" algn="tl">
                      <a:srgbClr val="C0C0C0"/>
                    </a:outerShdw>
                  </a:effectLst>
                </a:endParaRPr>
              </a:p>
            </p:txBody>
          </p:sp>
          <p:sp>
            <p:nvSpPr>
              <p:cNvPr id="555054" name="Rectangle 46"/>
              <p:cNvSpPr>
                <a:spLocks noChangeArrowheads="1"/>
              </p:cNvSpPr>
              <p:nvPr/>
            </p:nvSpPr>
            <p:spPr bwMode="auto">
              <a:xfrm>
                <a:off x="4036" y="3882"/>
                <a:ext cx="61"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800" b="1">
                    <a:solidFill>
                      <a:srgbClr val="000000"/>
                    </a:solidFill>
                    <a:effectLst/>
                    <a:latin typeface="Symbol" pitchFamily="18" charset="2"/>
                  </a:rPr>
                  <a:t>&lt;</a:t>
                </a:r>
                <a:endParaRPr lang="en-US" altLang="zh-CN" sz="2800" b="1">
                  <a:effectLst>
                    <a:outerShdw blurRad="38100" dist="38100" dir="2700000" algn="tl">
                      <a:srgbClr val="C0C0C0"/>
                    </a:outerShdw>
                  </a:effectLst>
                </a:endParaRPr>
              </a:p>
            </p:txBody>
          </p:sp>
          <p:sp>
            <p:nvSpPr>
              <p:cNvPr id="555055" name="Rectangle 47"/>
              <p:cNvSpPr>
                <a:spLocks noChangeArrowheads="1"/>
              </p:cNvSpPr>
              <p:nvPr/>
            </p:nvSpPr>
            <p:spPr bwMode="auto">
              <a:xfrm>
                <a:off x="3842" y="3882"/>
                <a:ext cx="61"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800" b="1">
                    <a:solidFill>
                      <a:srgbClr val="000000"/>
                    </a:solidFill>
                    <a:effectLst/>
                    <a:latin typeface="Symbol" pitchFamily="18" charset="2"/>
                  </a:rPr>
                  <a:t>-</a:t>
                </a:r>
                <a:endParaRPr lang="en-US" altLang="zh-CN" sz="2800" b="1">
                  <a:effectLst>
                    <a:outerShdw blurRad="38100" dist="38100" dir="2700000" algn="tl">
                      <a:srgbClr val="C0C0C0"/>
                    </a:outerShdw>
                  </a:effectLst>
                </a:endParaRPr>
              </a:p>
            </p:txBody>
          </p:sp>
          <p:sp>
            <p:nvSpPr>
              <p:cNvPr id="555056" name="Rectangle 48"/>
              <p:cNvSpPr>
                <a:spLocks noChangeArrowheads="1"/>
              </p:cNvSpPr>
              <p:nvPr/>
            </p:nvSpPr>
            <p:spPr bwMode="auto">
              <a:xfrm>
                <a:off x="4349" y="3899"/>
                <a:ext cx="55"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800" b="1" i="1">
                    <a:solidFill>
                      <a:srgbClr val="000000"/>
                    </a:solidFill>
                    <a:effectLst/>
                  </a:rPr>
                  <a:t>x</a:t>
                </a:r>
                <a:endParaRPr lang="en-US" altLang="zh-CN" sz="2800" b="1">
                  <a:effectLst>
                    <a:outerShdw blurRad="38100" dist="38100" dir="2700000" algn="tl">
                      <a:srgbClr val="C0C0C0"/>
                    </a:outerShdw>
                  </a:effectLst>
                </a:endParaRPr>
              </a:p>
            </p:txBody>
          </p:sp>
          <p:sp>
            <p:nvSpPr>
              <p:cNvPr id="555057" name="Rectangle 49"/>
              <p:cNvSpPr>
                <a:spLocks noChangeArrowheads="1"/>
              </p:cNvSpPr>
              <p:nvPr/>
            </p:nvSpPr>
            <p:spPr bwMode="auto">
              <a:xfrm>
                <a:off x="4146" y="3882"/>
                <a:ext cx="67"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800" b="1" i="1">
                    <a:solidFill>
                      <a:srgbClr val="000000"/>
                    </a:solidFill>
                    <a:effectLst/>
                    <a:latin typeface="Symbol" pitchFamily="18" charset="2"/>
                  </a:rPr>
                  <a:t>j</a:t>
                </a:r>
                <a:endParaRPr lang="en-US" altLang="zh-CN" sz="2800" b="1">
                  <a:effectLst>
                    <a:outerShdw blurRad="38100" dist="38100" dir="2700000" algn="tl">
                      <a:srgbClr val="C0C0C0"/>
                    </a:outerShdw>
                  </a:effectLst>
                </a:endParaRPr>
              </a:p>
            </p:txBody>
          </p:sp>
        </p:grpSp>
        <p:sp>
          <p:nvSpPr>
            <p:cNvPr id="555058" name="Rectangle 50"/>
            <p:cNvSpPr>
              <a:spLocks noChangeArrowheads="1"/>
            </p:cNvSpPr>
            <p:nvPr/>
          </p:nvSpPr>
          <p:spPr bwMode="auto">
            <a:xfrm>
              <a:off x="3783" y="3738"/>
              <a:ext cx="5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2800" b="1">
                  <a:solidFill>
                    <a:srgbClr val="000000"/>
                  </a:solidFill>
                  <a:effectLst/>
                </a:rPr>
                <a:t> </a:t>
              </a:r>
              <a:endParaRPr lang="zh-CN" altLang="en-US" sz="2800" b="1">
                <a:effectLst>
                  <a:outerShdw blurRad="38100" dist="38100" dir="2700000" algn="tl">
                    <a:srgbClr val="C0C0C0"/>
                  </a:outerShdw>
                </a:effectLst>
              </a:endParaRPr>
            </a:p>
          </p:txBody>
        </p:sp>
        <p:grpSp>
          <p:nvGrpSpPr>
            <p:cNvPr id="50187" name="Group 168"/>
            <p:cNvGrpSpPr>
              <a:grpSpLocks/>
            </p:cNvGrpSpPr>
            <p:nvPr/>
          </p:nvGrpSpPr>
          <p:grpSpPr bwMode="auto">
            <a:xfrm>
              <a:off x="1128" y="3069"/>
              <a:ext cx="3839" cy="96"/>
              <a:chOff x="3474" y="3461"/>
              <a:chExt cx="1906" cy="65"/>
            </a:xfrm>
          </p:grpSpPr>
          <p:sp>
            <p:nvSpPr>
              <p:cNvPr id="555177" name="Line 169"/>
              <p:cNvSpPr>
                <a:spLocks noChangeShapeType="1"/>
              </p:cNvSpPr>
              <p:nvPr/>
            </p:nvSpPr>
            <p:spPr bwMode="auto">
              <a:xfrm>
                <a:off x="3474" y="3493"/>
                <a:ext cx="1768"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55178" name="Freeform 170"/>
              <p:cNvSpPr>
                <a:spLocks/>
              </p:cNvSpPr>
              <p:nvPr/>
            </p:nvSpPr>
            <p:spPr bwMode="auto">
              <a:xfrm>
                <a:off x="5239" y="3461"/>
                <a:ext cx="141" cy="65"/>
              </a:xfrm>
              <a:custGeom>
                <a:avLst/>
                <a:gdLst>
                  <a:gd name="T0" fmla="*/ 0 w 141"/>
                  <a:gd name="T1" fmla="*/ 65 h 65"/>
                  <a:gd name="T2" fmla="*/ 141 w 141"/>
                  <a:gd name="T3" fmla="*/ 33 h 65"/>
                  <a:gd name="T4" fmla="*/ 0 w 141"/>
                  <a:gd name="T5" fmla="*/ 0 h 65"/>
                  <a:gd name="T6" fmla="*/ 0 w 141"/>
                  <a:gd name="T7" fmla="*/ 65 h 65"/>
                </a:gdLst>
                <a:ahLst/>
                <a:cxnLst>
                  <a:cxn ang="0">
                    <a:pos x="T0" y="T1"/>
                  </a:cxn>
                  <a:cxn ang="0">
                    <a:pos x="T2" y="T3"/>
                  </a:cxn>
                  <a:cxn ang="0">
                    <a:pos x="T4" y="T5"/>
                  </a:cxn>
                  <a:cxn ang="0">
                    <a:pos x="T6" y="T7"/>
                  </a:cxn>
                </a:cxnLst>
                <a:rect l="0" t="0" r="r" b="b"/>
                <a:pathLst>
                  <a:path w="141" h="65">
                    <a:moveTo>
                      <a:pt x="0" y="65"/>
                    </a:moveTo>
                    <a:lnTo>
                      <a:pt x="141" y="33"/>
                    </a:lnTo>
                    <a:lnTo>
                      <a:pt x="0" y="0"/>
                    </a:lnTo>
                    <a:lnTo>
                      <a:pt x="0" y="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50188" name="Group 171"/>
            <p:cNvGrpSpPr>
              <a:grpSpLocks/>
            </p:cNvGrpSpPr>
            <p:nvPr/>
          </p:nvGrpSpPr>
          <p:grpSpPr bwMode="auto">
            <a:xfrm>
              <a:off x="1063" y="1090"/>
              <a:ext cx="131" cy="2026"/>
              <a:chOff x="3442" y="2116"/>
              <a:chExt cx="65" cy="1377"/>
            </a:xfrm>
          </p:grpSpPr>
          <p:sp>
            <p:nvSpPr>
              <p:cNvPr id="555180" name="Line 172"/>
              <p:cNvSpPr>
                <a:spLocks noChangeShapeType="1"/>
              </p:cNvSpPr>
              <p:nvPr/>
            </p:nvSpPr>
            <p:spPr bwMode="auto">
              <a:xfrm flipV="1">
                <a:off x="3474" y="2254"/>
                <a:ext cx="1" cy="1239"/>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55181" name="Freeform 173"/>
              <p:cNvSpPr>
                <a:spLocks/>
              </p:cNvSpPr>
              <p:nvPr/>
            </p:nvSpPr>
            <p:spPr bwMode="auto">
              <a:xfrm>
                <a:off x="3442" y="2116"/>
                <a:ext cx="65" cy="142"/>
              </a:xfrm>
              <a:custGeom>
                <a:avLst/>
                <a:gdLst>
                  <a:gd name="T0" fmla="*/ 65 w 65"/>
                  <a:gd name="T1" fmla="*/ 142 h 142"/>
                  <a:gd name="T2" fmla="*/ 32 w 65"/>
                  <a:gd name="T3" fmla="*/ 0 h 142"/>
                  <a:gd name="T4" fmla="*/ 0 w 65"/>
                  <a:gd name="T5" fmla="*/ 142 h 142"/>
                  <a:gd name="T6" fmla="*/ 65 w 65"/>
                  <a:gd name="T7" fmla="*/ 142 h 142"/>
                </a:gdLst>
                <a:ahLst/>
                <a:cxnLst>
                  <a:cxn ang="0">
                    <a:pos x="T0" y="T1"/>
                  </a:cxn>
                  <a:cxn ang="0">
                    <a:pos x="T2" y="T3"/>
                  </a:cxn>
                  <a:cxn ang="0">
                    <a:pos x="T4" y="T5"/>
                  </a:cxn>
                  <a:cxn ang="0">
                    <a:pos x="T6" y="T7"/>
                  </a:cxn>
                </a:cxnLst>
                <a:rect l="0" t="0" r="r" b="b"/>
                <a:pathLst>
                  <a:path w="65" h="142">
                    <a:moveTo>
                      <a:pt x="65" y="142"/>
                    </a:moveTo>
                    <a:lnTo>
                      <a:pt x="32" y="0"/>
                    </a:lnTo>
                    <a:lnTo>
                      <a:pt x="0" y="142"/>
                    </a:lnTo>
                    <a:lnTo>
                      <a:pt x="65" y="1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sp>
          <p:nvSpPr>
            <p:cNvPr id="555182" name="Freeform 174"/>
            <p:cNvSpPr>
              <a:spLocks/>
            </p:cNvSpPr>
            <p:nvPr/>
          </p:nvSpPr>
          <p:spPr bwMode="auto">
            <a:xfrm>
              <a:off x="1118" y="934"/>
              <a:ext cx="3404" cy="2188"/>
            </a:xfrm>
            <a:custGeom>
              <a:avLst/>
              <a:gdLst>
                <a:gd name="T0" fmla="*/ 0 w 1690"/>
                <a:gd name="T1" fmla="*/ 1477 h 1487"/>
                <a:gd name="T2" fmla="*/ 9 w 1690"/>
                <a:gd name="T3" fmla="*/ 1487 h 1487"/>
                <a:gd name="T4" fmla="*/ 1690 w 1690"/>
                <a:gd name="T5" fmla="*/ 12 h 1487"/>
                <a:gd name="T6" fmla="*/ 1681 w 1690"/>
                <a:gd name="T7" fmla="*/ 0 h 1487"/>
                <a:gd name="T8" fmla="*/ 0 w 1690"/>
                <a:gd name="T9" fmla="*/ 1477 h 1487"/>
              </a:gdLst>
              <a:ahLst/>
              <a:cxnLst>
                <a:cxn ang="0">
                  <a:pos x="T0" y="T1"/>
                </a:cxn>
                <a:cxn ang="0">
                  <a:pos x="T2" y="T3"/>
                </a:cxn>
                <a:cxn ang="0">
                  <a:pos x="T4" y="T5"/>
                </a:cxn>
                <a:cxn ang="0">
                  <a:pos x="T6" y="T7"/>
                </a:cxn>
                <a:cxn ang="0">
                  <a:pos x="T8" y="T9"/>
                </a:cxn>
              </a:cxnLst>
              <a:rect l="0" t="0" r="r" b="b"/>
              <a:pathLst>
                <a:path w="1690" h="1487">
                  <a:moveTo>
                    <a:pt x="0" y="1477"/>
                  </a:moveTo>
                  <a:lnTo>
                    <a:pt x="9" y="1487"/>
                  </a:lnTo>
                  <a:lnTo>
                    <a:pt x="1690" y="12"/>
                  </a:lnTo>
                  <a:lnTo>
                    <a:pt x="1681" y="0"/>
                  </a:lnTo>
                  <a:lnTo>
                    <a:pt x="0" y="14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nvGrpSpPr>
            <p:cNvPr id="50190" name="Group 175"/>
            <p:cNvGrpSpPr>
              <a:grpSpLocks/>
            </p:cNvGrpSpPr>
            <p:nvPr/>
          </p:nvGrpSpPr>
          <p:grpSpPr bwMode="auto">
            <a:xfrm>
              <a:off x="4053" y="2675"/>
              <a:ext cx="18" cy="441"/>
              <a:chOff x="4926" y="3193"/>
              <a:chExt cx="9" cy="300"/>
            </a:xfrm>
          </p:grpSpPr>
          <p:sp>
            <p:nvSpPr>
              <p:cNvPr id="555184" name="Freeform 176"/>
              <p:cNvSpPr>
                <a:spLocks/>
              </p:cNvSpPr>
              <p:nvPr/>
            </p:nvSpPr>
            <p:spPr bwMode="auto">
              <a:xfrm>
                <a:off x="4926" y="3193"/>
                <a:ext cx="9" cy="45"/>
              </a:xfrm>
              <a:custGeom>
                <a:avLst/>
                <a:gdLst>
                  <a:gd name="T0" fmla="*/ 9 w 9"/>
                  <a:gd name="T1" fmla="*/ 6 h 45"/>
                  <a:gd name="T2" fmla="*/ 9 w 9"/>
                  <a:gd name="T3" fmla="*/ 4 h 45"/>
                  <a:gd name="T4" fmla="*/ 8 w 9"/>
                  <a:gd name="T5" fmla="*/ 3 h 45"/>
                  <a:gd name="T6" fmla="*/ 6 w 9"/>
                  <a:gd name="T7" fmla="*/ 1 h 45"/>
                  <a:gd name="T8" fmla="*/ 5 w 9"/>
                  <a:gd name="T9" fmla="*/ 0 h 45"/>
                  <a:gd name="T10" fmla="*/ 5 w 9"/>
                  <a:gd name="T11" fmla="*/ 0 h 45"/>
                  <a:gd name="T12" fmla="*/ 3 w 9"/>
                  <a:gd name="T13" fmla="*/ 1 h 45"/>
                  <a:gd name="T14" fmla="*/ 2 w 9"/>
                  <a:gd name="T15" fmla="*/ 3 h 45"/>
                  <a:gd name="T16" fmla="*/ 0 w 9"/>
                  <a:gd name="T17" fmla="*/ 4 h 45"/>
                  <a:gd name="T18" fmla="*/ 0 w 9"/>
                  <a:gd name="T19" fmla="*/ 39 h 45"/>
                  <a:gd name="T20" fmla="*/ 0 w 9"/>
                  <a:gd name="T21" fmla="*/ 41 h 45"/>
                  <a:gd name="T22" fmla="*/ 2 w 9"/>
                  <a:gd name="T23" fmla="*/ 42 h 45"/>
                  <a:gd name="T24" fmla="*/ 3 w 9"/>
                  <a:gd name="T25" fmla="*/ 44 h 45"/>
                  <a:gd name="T26" fmla="*/ 5 w 9"/>
                  <a:gd name="T27" fmla="*/ 45 h 45"/>
                  <a:gd name="T28" fmla="*/ 6 w 9"/>
                  <a:gd name="T29" fmla="*/ 45 h 45"/>
                  <a:gd name="T30" fmla="*/ 8 w 9"/>
                  <a:gd name="T31" fmla="*/ 44 h 45"/>
                  <a:gd name="T32" fmla="*/ 9 w 9"/>
                  <a:gd name="T33" fmla="*/ 42 h 45"/>
                  <a:gd name="T34" fmla="*/ 9 w 9"/>
                  <a:gd name="T35" fmla="*/ 41 h 45"/>
                  <a:gd name="T36" fmla="*/ 9 w 9"/>
                  <a:gd name="T37" fmla="*/ 6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6"/>
                    </a:moveTo>
                    <a:lnTo>
                      <a:pt x="9" y="4"/>
                    </a:lnTo>
                    <a:lnTo>
                      <a:pt x="8" y="3"/>
                    </a:lnTo>
                    <a:lnTo>
                      <a:pt x="6" y="1"/>
                    </a:lnTo>
                    <a:lnTo>
                      <a:pt x="5" y="0"/>
                    </a:lnTo>
                    <a:lnTo>
                      <a:pt x="5" y="0"/>
                    </a:lnTo>
                    <a:lnTo>
                      <a:pt x="3" y="1"/>
                    </a:lnTo>
                    <a:lnTo>
                      <a:pt x="2" y="3"/>
                    </a:lnTo>
                    <a:lnTo>
                      <a:pt x="0" y="4"/>
                    </a:lnTo>
                    <a:lnTo>
                      <a:pt x="0" y="39"/>
                    </a:lnTo>
                    <a:lnTo>
                      <a:pt x="0" y="41"/>
                    </a:lnTo>
                    <a:lnTo>
                      <a:pt x="2" y="42"/>
                    </a:lnTo>
                    <a:lnTo>
                      <a:pt x="3" y="44"/>
                    </a:lnTo>
                    <a:lnTo>
                      <a:pt x="5" y="45"/>
                    </a:lnTo>
                    <a:lnTo>
                      <a:pt x="6" y="45"/>
                    </a:lnTo>
                    <a:lnTo>
                      <a:pt x="8" y="44"/>
                    </a:lnTo>
                    <a:lnTo>
                      <a:pt x="9" y="42"/>
                    </a:lnTo>
                    <a:lnTo>
                      <a:pt x="9" y="41"/>
                    </a:ln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185" name="Freeform 177"/>
              <p:cNvSpPr>
                <a:spLocks/>
              </p:cNvSpPr>
              <p:nvPr/>
            </p:nvSpPr>
            <p:spPr bwMode="auto">
              <a:xfrm>
                <a:off x="4926" y="3257"/>
                <a:ext cx="9" cy="45"/>
              </a:xfrm>
              <a:custGeom>
                <a:avLst/>
                <a:gdLst>
                  <a:gd name="T0" fmla="*/ 9 w 9"/>
                  <a:gd name="T1" fmla="*/ 4 h 45"/>
                  <a:gd name="T2" fmla="*/ 9 w 9"/>
                  <a:gd name="T3" fmla="*/ 3 h 45"/>
                  <a:gd name="T4" fmla="*/ 9 w 9"/>
                  <a:gd name="T5" fmla="*/ 1 h 45"/>
                  <a:gd name="T6" fmla="*/ 8 w 9"/>
                  <a:gd name="T7" fmla="*/ 0 h 45"/>
                  <a:gd name="T8" fmla="*/ 6 w 9"/>
                  <a:gd name="T9" fmla="*/ 0 h 45"/>
                  <a:gd name="T10" fmla="*/ 5 w 9"/>
                  <a:gd name="T11" fmla="*/ 0 h 45"/>
                  <a:gd name="T12" fmla="*/ 3 w 9"/>
                  <a:gd name="T13" fmla="*/ 0 h 45"/>
                  <a:gd name="T14" fmla="*/ 2 w 9"/>
                  <a:gd name="T15" fmla="*/ 1 h 45"/>
                  <a:gd name="T16" fmla="*/ 0 w 9"/>
                  <a:gd name="T17" fmla="*/ 3 h 45"/>
                  <a:gd name="T18" fmla="*/ 0 w 9"/>
                  <a:gd name="T19" fmla="*/ 39 h 45"/>
                  <a:gd name="T20" fmla="*/ 0 w 9"/>
                  <a:gd name="T21" fmla="*/ 40 h 45"/>
                  <a:gd name="T22" fmla="*/ 2 w 9"/>
                  <a:gd name="T23" fmla="*/ 42 h 45"/>
                  <a:gd name="T24" fmla="*/ 3 w 9"/>
                  <a:gd name="T25" fmla="*/ 43 h 45"/>
                  <a:gd name="T26" fmla="*/ 5 w 9"/>
                  <a:gd name="T27" fmla="*/ 45 h 45"/>
                  <a:gd name="T28" fmla="*/ 6 w 9"/>
                  <a:gd name="T29" fmla="*/ 45 h 45"/>
                  <a:gd name="T30" fmla="*/ 8 w 9"/>
                  <a:gd name="T31" fmla="*/ 43 h 45"/>
                  <a:gd name="T32" fmla="*/ 9 w 9"/>
                  <a:gd name="T33" fmla="*/ 42 h 45"/>
                  <a:gd name="T34" fmla="*/ 9 w 9"/>
                  <a:gd name="T35" fmla="*/ 40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8" y="0"/>
                    </a:lnTo>
                    <a:lnTo>
                      <a:pt x="6" y="0"/>
                    </a:lnTo>
                    <a:lnTo>
                      <a:pt x="5" y="0"/>
                    </a:lnTo>
                    <a:lnTo>
                      <a:pt x="3" y="0"/>
                    </a:lnTo>
                    <a:lnTo>
                      <a:pt x="2" y="1"/>
                    </a:lnTo>
                    <a:lnTo>
                      <a:pt x="0" y="3"/>
                    </a:lnTo>
                    <a:lnTo>
                      <a:pt x="0" y="39"/>
                    </a:lnTo>
                    <a:lnTo>
                      <a:pt x="0" y="40"/>
                    </a:lnTo>
                    <a:lnTo>
                      <a:pt x="2" y="42"/>
                    </a:lnTo>
                    <a:lnTo>
                      <a:pt x="3" y="43"/>
                    </a:lnTo>
                    <a:lnTo>
                      <a:pt x="5" y="45"/>
                    </a:lnTo>
                    <a:lnTo>
                      <a:pt x="6" y="45"/>
                    </a:lnTo>
                    <a:lnTo>
                      <a:pt x="8" y="43"/>
                    </a:lnTo>
                    <a:lnTo>
                      <a:pt x="9" y="42"/>
                    </a:lnTo>
                    <a:lnTo>
                      <a:pt x="9" y="40"/>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186" name="Freeform 178"/>
              <p:cNvSpPr>
                <a:spLocks/>
              </p:cNvSpPr>
              <p:nvPr/>
            </p:nvSpPr>
            <p:spPr bwMode="auto">
              <a:xfrm>
                <a:off x="4926" y="3320"/>
                <a:ext cx="9" cy="46"/>
              </a:xfrm>
              <a:custGeom>
                <a:avLst/>
                <a:gdLst>
                  <a:gd name="T0" fmla="*/ 9 w 9"/>
                  <a:gd name="T1" fmla="*/ 5 h 46"/>
                  <a:gd name="T2" fmla="*/ 9 w 9"/>
                  <a:gd name="T3" fmla="*/ 3 h 46"/>
                  <a:gd name="T4" fmla="*/ 9 w 9"/>
                  <a:gd name="T5" fmla="*/ 2 h 46"/>
                  <a:gd name="T6" fmla="*/ 8 w 9"/>
                  <a:gd name="T7" fmla="*/ 0 h 46"/>
                  <a:gd name="T8" fmla="*/ 6 w 9"/>
                  <a:gd name="T9" fmla="*/ 0 h 46"/>
                  <a:gd name="T10" fmla="*/ 5 w 9"/>
                  <a:gd name="T11" fmla="*/ 0 h 46"/>
                  <a:gd name="T12" fmla="*/ 3 w 9"/>
                  <a:gd name="T13" fmla="*/ 0 h 46"/>
                  <a:gd name="T14" fmla="*/ 2 w 9"/>
                  <a:gd name="T15" fmla="*/ 2 h 46"/>
                  <a:gd name="T16" fmla="*/ 0 w 9"/>
                  <a:gd name="T17" fmla="*/ 3 h 46"/>
                  <a:gd name="T18" fmla="*/ 0 w 9"/>
                  <a:gd name="T19" fmla="*/ 40 h 46"/>
                  <a:gd name="T20" fmla="*/ 0 w 9"/>
                  <a:gd name="T21" fmla="*/ 41 h 46"/>
                  <a:gd name="T22" fmla="*/ 2 w 9"/>
                  <a:gd name="T23" fmla="*/ 43 h 46"/>
                  <a:gd name="T24" fmla="*/ 3 w 9"/>
                  <a:gd name="T25" fmla="*/ 44 h 46"/>
                  <a:gd name="T26" fmla="*/ 5 w 9"/>
                  <a:gd name="T27" fmla="*/ 46 h 46"/>
                  <a:gd name="T28" fmla="*/ 6 w 9"/>
                  <a:gd name="T29" fmla="*/ 46 h 46"/>
                  <a:gd name="T30" fmla="*/ 8 w 9"/>
                  <a:gd name="T31" fmla="*/ 44 h 46"/>
                  <a:gd name="T32" fmla="*/ 9 w 9"/>
                  <a:gd name="T33" fmla="*/ 43 h 46"/>
                  <a:gd name="T34" fmla="*/ 9 w 9"/>
                  <a:gd name="T35" fmla="*/ 41 h 46"/>
                  <a:gd name="T36" fmla="*/ 9 w 9"/>
                  <a:gd name="T37" fmla="*/ 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5"/>
                    </a:moveTo>
                    <a:lnTo>
                      <a:pt x="9" y="3"/>
                    </a:lnTo>
                    <a:lnTo>
                      <a:pt x="9" y="2"/>
                    </a:lnTo>
                    <a:lnTo>
                      <a:pt x="8" y="0"/>
                    </a:lnTo>
                    <a:lnTo>
                      <a:pt x="6" y="0"/>
                    </a:lnTo>
                    <a:lnTo>
                      <a:pt x="5" y="0"/>
                    </a:lnTo>
                    <a:lnTo>
                      <a:pt x="3" y="0"/>
                    </a:lnTo>
                    <a:lnTo>
                      <a:pt x="2" y="2"/>
                    </a:lnTo>
                    <a:lnTo>
                      <a:pt x="0" y="3"/>
                    </a:lnTo>
                    <a:lnTo>
                      <a:pt x="0" y="40"/>
                    </a:lnTo>
                    <a:lnTo>
                      <a:pt x="0" y="41"/>
                    </a:lnTo>
                    <a:lnTo>
                      <a:pt x="2" y="43"/>
                    </a:lnTo>
                    <a:lnTo>
                      <a:pt x="3" y="44"/>
                    </a:lnTo>
                    <a:lnTo>
                      <a:pt x="5" y="46"/>
                    </a:lnTo>
                    <a:lnTo>
                      <a:pt x="6" y="46"/>
                    </a:lnTo>
                    <a:lnTo>
                      <a:pt x="8" y="44"/>
                    </a:lnTo>
                    <a:lnTo>
                      <a:pt x="9" y="43"/>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187" name="Freeform 179"/>
              <p:cNvSpPr>
                <a:spLocks/>
              </p:cNvSpPr>
              <p:nvPr/>
            </p:nvSpPr>
            <p:spPr bwMode="auto">
              <a:xfrm>
                <a:off x="4926" y="3384"/>
                <a:ext cx="9" cy="45"/>
              </a:xfrm>
              <a:custGeom>
                <a:avLst/>
                <a:gdLst>
                  <a:gd name="T0" fmla="*/ 9 w 9"/>
                  <a:gd name="T1" fmla="*/ 4 h 45"/>
                  <a:gd name="T2" fmla="*/ 9 w 9"/>
                  <a:gd name="T3" fmla="*/ 3 h 45"/>
                  <a:gd name="T4" fmla="*/ 9 w 9"/>
                  <a:gd name="T5" fmla="*/ 1 h 45"/>
                  <a:gd name="T6" fmla="*/ 8 w 9"/>
                  <a:gd name="T7" fmla="*/ 0 h 45"/>
                  <a:gd name="T8" fmla="*/ 6 w 9"/>
                  <a:gd name="T9" fmla="*/ 0 h 45"/>
                  <a:gd name="T10" fmla="*/ 5 w 9"/>
                  <a:gd name="T11" fmla="*/ 0 h 45"/>
                  <a:gd name="T12" fmla="*/ 3 w 9"/>
                  <a:gd name="T13" fmla="*/ 0 h 45"/>
                  <a:gd name="T14" fmla="*/ 2 w 9"/>
                  <a:gd name="T15" fmla="*/ 1 h 45"/>
                  <a:gd name="T16" fmla="*/ 0 w 9"/>
                  <a:gd name="T17" fmla="*/ 3 h 45"/>
                  <a:gd name="T18" fmla="*/ 0 w 9"/>
                  <a:gd name="T19" fmla="*/ 39 h 45"/>
                  <a:gd name="T20" fmla="*/ 0 w 9"/>
                  <a:gd name="T21" fmla="*/ 41 h 45"/>
                  <a:gd name="T22" fmla="*/ 2 w 9"/>
                  <a:gd name="T23" fmla="*/ 42 h 45"/>
                  <a:gd name="T24" fmla="*/ 3 w 9"/>
                  <a:gd name="T25" fmla="*/ 44 h 45"/>
                  <a:gd name="T26" fmla="*/ 5 w 9"/>
                  <a:gd name="T27" fmla="*/ 45 h 45"/>
                  <a:gd name="T28" fmla="*/ 6 w 9"/>
                  <a:gd name="T29" fmla="*/ 45 h 45"/>
                  <a:gd name="T30" fmla="*/ 8 w 9"/>
                  <a:gd name="T31" fmla="*/ 44 h 45"/>
                  <a:gd name="T32" fmla="*/ 9 w 9"/>
                  <a:gd name="T33" fmla="*/ 42 h 45"/>
                  <a:gd name="T34" fmla="*/ 9 w 9"/>
                  <a:gd name="T35" fmla="*/ 41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8" y="0"/>
                    </a:lnTo>
                    <a:lnTo>
                      <a:pt x="6" y="0"/>
                    </a:lnTo>
                    <a:lnTo>
                      <a:pt x="5" y="0"/>
                    </a:lnTo>
                    <a:lnTo>
                      <a:pt x="3" y="0"/>
                    </a:lnTo>
                    <a:lnTo>
                      <a:pt x="2" y="1"/>
                    </a:lnTo>
                    <a:lnTo>
                      <a:pt x="0" y="3"/>
                    </a:lnTo>
                    <a:lnTo>
                      <a:pt x="0" y="39"/>
                    </a:lnTo>
                    <a:lnTo>
                      <a:pt x="0" y="41"/>
                    </a:lnTo>
                    <a:lnTo>
                      <a:pt x="2" y="42"/>
                    </a:lnTo>
                    <a:lnTo>
                      <a:pt x="3" y="44"/>
                    </a:lnTo>
                    <a:lnTo>
                      <a:pt x="5" y="45"/>
                    </a:lnTo>
                    <a:lnTo>
                      <a:pt x="6" y="45"/>
                    </a:lnTo>
                    <a:lnTo>
                      <a:pt x="8" y="44"/>
                    </a:lnTo>
                    <a:lnTo>
                      <a:pt x="9" y="42"/>
                    </a:lnTo>
                    <a:lnTo>
                      <a:pt x="9" y="41"/>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188" name="Freeform 180"/>
              <p:cNvSpPr>
                <a:spLocks/>
              </p:cNvSpPr>
              <p:nvPr/>
            </p:nvSpPr>
            <p:spPr bwMode="auto">
              <a:xfrm>
                <a:off x="4926" y="3447"/>
                <a:ext cx="9" cy="46"/>
              </a:xfrm>
              <a:custGeom>
                <a:avLst/>
                <a:gdLst>
                  <a:gd name="T0" fmla="*/ 9 w 9"/>
                  <a:gd name="T1" fmla="*/ 5 h 46"/>
                  <a:gd name="T2" fmla="*/ 9 w 9"/>
                  <a:gd name="T3" fmla="*/ 3 h 46"/>
                  <a:gd name="T4" fmla="*/ 9 w 9"/>
                  <a:gd name="T5" fmla="*/ 2 h 46"/>
                  <a:gd name="T6" fmla="*/ 8 w 9"/>
                  <a:gd name="T7" fmla="*/ 0 h 46"/>
                  <a:gd name="T8" fmla="*/ 6 w 9"/>
                  <a:gd name="T9" fmla="*/ 0 h 46"/>
                  <a:gd name="T10" fmla="*/ 5 w 9"/>
                  <a:gd name="T11" fmla="*/ 0 h 46"/>
                  <a:gd name="T12" fmla="*/ 3 w 9"/>
                  <a:gd name="T13" fmla="*/ 0 h 46"/>
                  <a:gd name="T14" fmla="*/ 2 w 9"/>
                  <a:gd name="T15" fmla="*/ 2 h 46"/>
                  <a:gd name="T16" fmla="*/ 0 w 9"/>
                  <a:gd name="T17" fmla="*/ 3 h 46"/>
                  <a:gd name="T18" fmla="*/ 0 w 9"/>
                  <a:gd name="T19" fmla="*/ 40 h 46"/>
                  <a:gd name="T20" fmla="*/ 0 w 9"/>
                  <a:gd name="T21" fmla="*/ 41 h 46"/>
                  <a:gd name="T22" fmla="*/ 2 w 9"/>
                  <a:gd name="T23" fmla="*/ 43 h 46"/>
                  <a:gd name="T24" fmla="*/ 3 w 9"/>
                  <a:gd name="T25" fmla="*/ 44 h 46"/>
                  <a:gd name="T26" fmla="*/ 5 w 9"/>
                  <a:gd name="T27" fmla="*/ 46 h 46"/>
                  <a:gd name="T28" fmla="*/ 6 w 9"/>
                  <a:gd name="T29" fmla="*/ 46 h 46"/>
                  <a:gd name="T30" fmla="*/ 8 w 9"/>
                  <a:gd name="T31" fmla="*/ 44 h 46"/>
                  <a:gd name="T32" fmla="*/ 9 w 9"/>
                  <a:gd name="T33" fmla="*/ 43 h 46"/>
                  <a:gd name="T34" fmla="*/ 9 w 9"/>
                  <a:gd name="T35" fmla="*/ 41 h 46"/>
                  <a:gd name="T36" fmla="*/ 9 w 9"/>
                  <a:gd name="T37" fmla="*/ 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5"/>
                    </a:moveTo>
                    <a:lnTo>
                      <a:pt x="9" y="3"/>
                    </a:lnTo>
                    <a:lnTo>
                      <a:pt x="9" y="2"/>
                    </a:lnTo>
                    <a:lnTo>
                      <a:pt x="8" y="0"/>
                    </a:lnTo>
                    <a:lnTo>
                      <a:pt x="6" y="0"/>
                    </a:lnTo>
                    <a:lnTo>
                      <a:pt x="5" y="0"/>
                    </a:lnTo>
                    <a:lnTo>
                      <a:pt x="3" y="0"/>
                    </a:lnTo>
                    <a:lnTo>
                      <a:pt x="2" y="2"/>
                    </a:lnTo>
                    <a:lnTo>
                      <a:pt x="0" y="3"/>
                    </a:lnTo>
                    <a:lnTo>
                      <a:pt x="0" y="40"/>
                    </a:lnTo>
                    <a:lnTo>
                      <a:pt x="0" y="41"/>
                    </a:lnTo>
                    <a:lnTo>
                      <a:pt x="2" y="43"/>
                    </a:lnTo>
                    <a:lnTo>
                      <a:pt x="3" y="44"/>
                    </a:lnTo>
                    <a:lnTo>
                      <a:pt x="5" y="46"/>
                    </a:lnTo>
                    <a:lnTo>
                      <a:pt x="6" y="46"/>
                    </a:lnTo>
                    <a:lnTo>
                      <a:pt x="8" y="44"/>
                    </a:lnTo>
                    <a:lnTo>
                      <a:pt x="9" y="43"/>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sp>
          <p:nvSpPr>
            <p:cNvPr id="555189" name="Rectangle 181"/>
            <p:cNvSpPr>
              <a:spLocks noChangeArrowheads="1"/>
            </p:cNvSpPr>
            <p:nvPr/>
          </p:nvSpPr>
          <p:spPr bwMode="auto">
            <a:xfrm>
              <a:off x="3837" y="3116"/>
              <a:ext cx="679"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a:p>
          </p:txBody>
        </p:sp>
        <p:sp>
          <p:nvSpPr>
            <p:cNvPr id="555190" name="Rectangle 182"/>
            <p:cNvSpPr>
              <a:spLocks noChangeArrowheads="1"/>
            </p:cNvSpPr>
            <p:nvPr/>
          </p:nvSpPr>
          <p:spPr bwMode="auto">
            <a:xfrm>
              <a:off x="4016" y="3194"/>
              <a:ext cx="12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b="1" i="1">
                  <a:solidFill>
                    <a:srgbClr val="000000"/>
                  </a:solidFill>
                  <a:effectLst/>
                </a:rPr>
                <a:t>x</a:t>
              </a:r>
              <a:endParaRPr lang="en-US" altLang="zh-CN" sz="3200" b="1">
                <a:effectLst>
                  <a:outerShdw blurRad="38100" dist="38100" dir="2700000" algn="tl">
                    <a:srgbClr val="C0C0C0"/>
                  </a:outerShdw>
                </a:effectLst>
              </a:endParaRPr>
            </a:p>
          </p:txBody>
        </p:sp>
        <p:sp>
          <p:nvSpPr>
            <p:cNvPr id="555191" name="Rectangle 183"/>
            <p:cNvSpPr>
              <a:spLocks noChangeArrowheads="1"/>
            </p:cNvSpPr>
            <p:nvPr/>
          </p:nvSpPr>
          <p:spPr bwMode="auto">
            <a:xfrm>
              <a:off x="4135" y="3306"/>
              <a:ext cx="11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800" b="1">
                  <a:solidFill>
                    <a:srgbClr val="000000"/>
                  </a:solidFill>
                  <a:effectLst/>
                </a:rPr>
                <a:t>0</a:t>
              </a:r>
              <a:endParaRPr lang="en-US" altLang="zh-CN" sz="2800" b="1">
                <a:effectLst>
                  <a:outerShdw blurRad="38100" dist="38100" dir="2700000" algn="tl">
                    <a:srgbClr val="C0C0C0"/>
                  </a:outerShdw>
                </a:effectLst>
              </a:endParaRPr>
            </a:p>
          </p:txBody>
        </p:sp>
        <p:sp>
          <p:nvSpPr>
            <p:cNvPr id="555192" name="Rectangle 184"/>
            <p:cNvSpPr>
              <a:spLocks noChangeArrowheads="1"/>
            </p:cNvSpPr>
            <p:nvPr/>
          </p:nvSpPr>
          <p:spPr bwMode="auto">
            <a:xfrm>
              <a:off x="4222" y="3306"/>
              <a:ext cx="5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2800" b="1">
                  <a:solidFill>
                    <a:srgbClr val="000000"/>
                  </a:solidFill>
                  <a:effectLst/>
                </a:rPr>
                <a:t> </a:t>
              </a:r>
              <a:endParaRPr lang="zh-CN" altLang="en-US" sz="2800" b="1">
                <a:effectLst>
                  <a:outerShdw blurRad="38100" dist="38100" dir="2700000" algn="tl">
                    <a:srgbClr val="C0C0C0"/>
                  </a:outerShdw>
                </a:effectLst>
              </a:endParaRPr>
            </a:p>
          </p:txBody>
        </p:sp>
        <p:sp>
          <p:nvSpPr>
            <p:cNvPr id="555193" name="Rectangle 185"/>
            <p:cNvSpPr>
              <a:spLocks noChangeArrowheads="1"/>
            </p:cNvSpPr>
            <p:nvPr/>
          </p:nvSpPr>
          <p:spPr bwMode="auto">
            <a:xfrm>
              <a:off x="4288" y="3116"/>
              <a:ext cx="679"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a:p>
          </p:txBody>
        </p:sp>
        <p:sp>
          <p:nvSpPr>
            <p:cNvPr id="555194" name="Rectangle 186"/>
            <p:cNvSpPr>
              <a:spLocks noChangeArrowheads="1"/>
            </p:cNvSpPr>
            <p:nvPr/>
          </p:nvSpPr>
          <p:spPr bwMode="auto">
            <a:xfrm>
              <a:off x="4612" y="3194"/>
              <a:ext cx="12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b="1" i="1">
                  <a:solidFill>
                    <a:srgbClr val="000000"/>
                  </a:solidFill>
                  <a:effectLst/>
                </a:rPr>
                <a:t>x</a:t>
              </a:r>
              <a:endParaRPr lang="en-US" altLang="zh-CN" sz="3200" b="1">
                <a:effectLst>
                  <a:outerShdw blurRad="38100" dist="38100" dir="2700000" algn="tl">
                    <a:srgbClr val="C0C0C0"/>
                  </a:outerShdw>
                </a:effectLst>
              </a:endParaRPr>
            </a:p>
          </p:txBody>
        </p:sp>
        <p:grpSp>
          <p:nvGrpSpPr>
            <p:cNvPr id="50197" name="Group 194"/>
            <p:cNvGrpSpPr>
              <a:grpSpLocks/>
            </p:cNvGrpSpPr>
            <p:nvPr/>
          </p:nvGrpSpPr>
          <p:grpSpPr bwMode="auto">
            <a:xfrm>
              <a:off x="1809" y="2635"/>
              <a:ext cx="2254" cy="96"/>
              <a:chOff x="3812" y="3166"/>
              <a:chExt cx="1119" cy="65"/>
            </a:xfrm>
          </p:grpSpPr>
          <p:sp>
            <p:nvSpPr>
              <p:cNvPr id="555203" name="Line 195"/>
              <p:cNvSpPr>
                <a:spLocks noChangeShapeType="1"/>
              </p:cNvSpPr>
              <p:nvPr/>
            </p:nvSpPr>
            <p:spPr bwMode="auto">
              <a:xfrm flipH="1">
                <a:off x="3904" y="3197"/>
                <a:ext cx="1027"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55204" name="Freeform 196"/>
              <p:cNvSpPr>
                <a:spLocks/>
              </p:cNvSpPr>
              <p:nvPr/>
            </p:nvSpPr>
            <p:spPr bwMode="auto">
              <a:xfrm>
                <a:off x="3812" y="3166"/>
                <a:ext cx="97" cy="65"/>
              </a:xfrm>
              <a:custGeom>
                <a:avLst/>
                <a:gdLst>
                  <a:gd name="T0" fmla="*/ 97 w 97"/>
                  <a:gd name="T1" fmla="*/ 0 h 65"/>
                  <a:gd name="T2" fmla="*/ 0 w 97"/>
                  <a:gd name="T3" fmla="*/ 31 h 65"/>
                  <a:gd name="T4" fmla="*/ 97 w 97"/>
                  <a:gd name="T5" fmla="*/ 65 h 65"/>
                  <a:gd name="T6" fmla="*/ 97 w 97"/>
                  <a:gd name="T7" fmla="*/ 0 h 65"/>
                </a:gdLst>
                <a:ahLst/>
                <a:cxnLst>
                  <a:cxn ang="0">
                    <a:pos x="T0" y="T1"/>
                  </a:cxn>
                  <a:cxn ang="0">
                    <a:pos x="T2" y="T3"/>
                  </a:cxn>
                  <a:cxn ang="0">
                    <a:pos x="T4" y="T5"/>
                  </a:cxn>
                  <a:cxn ang="0">
                    <a:pos x="T6" y="T7"/>
                  </a:cxn>
                </a:cxnLst>
                <a:rect l="0" t="0" r="r" b="b"/>
                <a:pathLst>
                  <a:path w="97" h="65">
                    <a:moveTo>
                      <a:pt x="97" y="0"/>
                    </a:moveTo>
                    <a:lnTo>
                      <a:pt x="0" y="31"/>
                    </a:lnTo>
                    <a:lnTo>
                      <a:pt x="97" y="65"/>
                    </a:lnTo>
                    <a:lnTo>
                      <a:pt x="9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50198" name="Group 197"/>
            <p:cNvGrpSpPr>
              <a:grpSpLocks/>
            </p:cNvGrpSpPr>
            <p:nvPr/>
          </p:nvGrpSpPr>
          <p:grpSpPr bwMode="auto">
            <a:xfrm>
              <a:off x="1742" y="1232"/>
              <a:ext cx="129" cy="1449"/>
              <a:chOff x="3779" y="2213"/>
              <a:chExt cx="64" cy="984"/>
            </a:xfrm>
          </p:grpSpPr>
          <p:sp>
            <p:nvSpPr>
              <p:cNvPr id="555206" name="Line 198"/>
              <p:cNvSpPr>
                <a:spLocks noChangeShapeType="1"/>
              </p:cNvSpPr>
              <p:nvPr/>
            </p:nvSpPr>
            <p:spPr bwMode="auto">
              <a:xfrm flipV="1">
                <a:off x="3810" y="2308"/>
                <a:ext cx="1" cy="889"/>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55207" name="Freeform 199"/>
              <p:cNvSpPr>
                <a:spLocks/>
              </p:cNvSpPr>
              <p:nvPr/>
            </p:nvSpPr>
            <p:spPr bwMode="auto">
              <a:xfrm>
                <a:off x="3779" y="2213"/>
                <a:ext cx="64" cy="100"/>
              </a:xfrm>
              <a:custGeom>
                <a:avLst/>
                <a:gdLst>
                  <a:gd name="T0" fmla="*/ 64 w 64"/>
                  <a:gd name="T1" fmla="*/ 100 h 100"/>
                  <a:gd name="T2" fmla="*/ 33 w 64"/>
                  <a:gd name="T3" fmla="*/ 0 h 100"/>
                  <a:gd name="T4" fmla="*/ 0 w 64"/>
                  <a:gd name="T5" fmla="*/ 100 h 100"/>
                  <a:gd name="T6" fmla="*/ 64 w 64"/>
                  <a:gd name="T7" fmla="*/ 100 h 100"/>
                </a:gdLst>
                <a:ahLst/>
                <a:cxnLst>
                  <a:cxn ang="0">
                    <a:pos x="T0" y="T1"/>
                  </a:cxn>
                  <a:cxn ang="0">
                    <a:pos x="T2" y="T3"/>
                  </a:cxn>
                  <a:cxn ang="0">
                    <a:pos x="T4" y="T5"/>
                  </a:cxn>
                  <a:cxn ang="0">
                    <a:pos x="T6" y="T7"/>
                  </a:cxn>
                </a:cxnLst>
                <a:rect l="0" t="0" r="r" b="b"/>
                <a:pathLst>
                  <a:path w="64" h="100">
                    <a:moveTo>
                      <a:pt x="64" y="100"/>
                    </a:moveTo>
                    <a:lnTo>
                      <a:pt x="33" y="0"/>
                    </a:lnTo>
                    <a:lnTo>
                      <a:pt x="0" y="100"/>
                    </a:lnTo>
                    <a:lnTo>
                      <a:pt x="64"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50199" name="Group 200"/>
            <p:cNvGrpSpPr>
              <a:grpSpLocks/>
            </p:cNvGrpSpPr>
            <p:nvPr/>
          </p:nvGrpSpPr>
          <p:grpSpPr bwMode="auto">
            <a:xfrm>
              <a:off x="1796" y="2675"/>
              <a:ext cx="19" cy="441"/>
              <a:chOff x="3806" y="3193"/>
              <a:chExt cx="9" cy="300"/>
            </a:xfrm>
          </p:grpSpPr>
          <p:sp>
            <p:nvSpPr>
              <p:cNvPr id="555209" name="Freeform 201"/>
              <p:cNvSpPr>
                <a:spLocks/>
              </p:cNvSpPr>
              <p:nvPr/>
            </p:nvSpPr>
            <p:spPr bwMode="auto">
              <a:xfrm>
                <a:off x="3806" y="3193"/>
                <a:ext cx="9" cy="45"/>
              </a:xfrm>
              <a:custGeom>
                <a:avLst/>
                <a:gdLst>
                  <a:gd name="T0" fmla="*/ 9 w 9"/>
                  <a:gd name="T1" fmla="*/ 6 h 45"/>
                  <a:gd name="T2" fmla="*/ 9 w 9"/>
                  <a:gd name="T3" fmla="*/ 4 h 45"/>
                  <a:gd name="T4" fmla="*/ 7 w 9"/>
                  <a:gd name="T5" fmla="*/ 3 h 45"/>
                  <a:gd name="T6" fmla="*/ 6 w 9"/>
                  <a:gd name="T7" fmla="*/ 1 h 45"/>
                  <a:gd name="T8" fmla="*/ 4 w 9"/>
                  <a:gd name="T9" fmla="*/ 0 h 45"/>
                  <a:gd name="T10" fmla="*/ 4 w 9"/>
                  <a:gd name="T11" fmla="*/ 0 h 45"/>
                  <a:gd name="T12" fmla="*/ 3 w 9"/>
                  <a:gd name="T13" fmla="*/ 1 h 45"/>
                  <a:gd name="T14" fmla="*/ 1 w 9"/>
                  <a:gd name="T15" fmla="*/ 3 h 45"/>
                  <a:gd name="T16" fmla="*/ 0 w 9"/>
                  <a:gd name="T17" fmla="*/ 4 h 45"/>
                  <a:gd name="T18" fmla="*/ 0 w 9"/>
                  <a:gd name="T19" fmla="*/ 39 h 45"/>
                  <a:gd name="T20" fmla="*/ 0 w 9"/>
                  <a:gd name="T21" fmla="*/ 41 h 45"/>
                  <a:gd name="T22" fmla="*/ 1 w 9"/>
                  <a:gd name="T23" fmla="*/ 42 h 45"/>
                  <a:gd name="T24" fmla="*/ 3 w 9"/>
                  <a:gd name="T25" fmla="*/ 44 h 45"/>
                  <a:gd name="T26" fmla="*/ 4 w 9"/>
                  <a:gd name="T27" fmla="*/ 45 h 45"/>
                  <a:gd name="T28" fmla="*/ 6 w 9"/>
                  <a:gd name="T29" fmla="*/ 45 h 45"/>
                  <a:gd name="T30" fmla="*/ 7 w 9"/>
                  <a:gd name="T31" fmla="*/ 44 h 45"/>
                  <a:gd name="T32" fmla="*/ 9 w 9"/>
                  <a:gd name="T33" fmla="*/ 42 h 45"/>
                  <a:gd name="T34" fmla="*/ 9 w 9"/>
                  <a:gd name="T35" fmla="*/ 41 h 45"/>
                  <a:gd name="T36" fmla="*/ 9 w 9"/>
                  <a:gd name="T37" fmla="*/ 6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6"/>
                    </a:moveTo>
                    <a:lnTo>
                      <a:pt x="9" y="4"/>
                    </a:lnTo>
                    <a:lnTo>
                      <a:pt x="7" y="3"/>
                    </a:lnTo>
                    <a:lnTo>
                      <a:pt x="6" y="1"/>
                    </a:lnTo>
                    <a:lnTo>
                      <a:pt x="4" y="0"/>
                    </a:lnTo>
                    <a:lnTo>
                      <a:pt x="4" y="0"/>
                    </a:lnTo>
                    <a:lnTo>
                      <a:pt x="3" y="1"/>
                    </a:lnTo>
                    <a:lnTo>
                      <a:pt x="1" y="3"/>
                    </a:lnTo>
                    <a:lnTo>
                      <a:pt x="0" y="4"/>
                    </a:lnTo>
                    <a:lnTo>
                      <a:pt x="0" y="39"/>
                    </a:lnTo>
                    <a:lnTo>
                      <a:pt x="0" y="41"/>
                    </a:lnTo>
                    <a:lnTo>
                      <a:pt x="1" y="42"/>
                    </a:lnTo>
                    <a:lnTo>
                      <a:pt x="3" y="44"/>
                    </a:lnTo>
                    <a:lnTo>
                      <a:pt x="4" y="45"/>
                    </a:lnTo>
                    <a:lnTo>
                      <a:pt x="6" y="45"/>
                    </a:lnTo>
                    <a:lnTo>
                      <a:pt x="7" y="44"/>
                    </a:lnTo>
                    <a:lnTo>
                      <a:pt x="9" y="42"/>
                    </a:lnTo>
                    <a:lnTo>
                      <a:pt x="9" y="41"/>
                    </a:ln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10" name="Freeform 202"/>
              <p:cNvSpPr>
                <a:spLocks/>
              </p:cNvSpPr>
              <p:nvPr/>
            </p:nvSpPr>
            <p:spPr bwMode="auto">
              <a:xfrm>
                <a:off x="3806" y="3257"/>
                <a:ext cx="9" cy="45"/>
              </a:xfrm>
              <a:custGeom>
                <a:avLst/>
                <a:gdLst>
                  <a:gd name="T0" fmla="*/ 9 w 9"/>
                  <a:gd name="T1" fmla="*/ 4 h 45"/>
                  <a:gd name="T2" fmla="*/ 9 w 9"/>
                  <a:gd name="T3" fmla="*/ 3 h 45"/>
                  <a:gd name="T4" fmla="*/ 9 w 9"/>
                  <a:gd name="T5" fmla="*/ 1 h 45"/>
                  <a:gd name="T6" fmla="*/ 7 w 9"/>
                  <a:gd name="T7" fmla="*/ 0 h 45"/>
                  <a:gd name="T8" fmla="*/ 6 w 9"/>
                  <a:gd name="T9" fmla="*/ 0 h 45"/>
                  <a:gd name="T10" fmla="*/ 4 w 9"/>
                  <a:gd name="T11" fmla="*/ 0 h 45"/>
                  <a:gd name="T12" fmla="*/ 3 w 9"/>
                  <a:gd name="T13" fmla="*/ 0 h 45"/>
                  <a:gd name="T14" fmla="*/ 1 w 9"/>
                  <a:gd name="T15" fmla="*/ 1 h 45"/>
                  <a:gd name="T16" fmla="*/ 0 w 9"/>
                  <a:gd name="T17" fmla="*/ 3 h 45"/>
                  <a:gd name="T18" fmla="*/ 0 w 9"/>
                  <a:gd name="T19" fmla="*/ 39 h 45"/>
                  <a:gd name="T20" fmla="*/ 0 w 9"/>
                  <a:gd name="T21" fmla="*/ 40 h 45"/>
                  <a:gd name="T22" fmla="*/ 1 w 9"/>
                  <a:gd name="T23" fmla="*/ 42 h 45"/>
                  <a:gd name="T24" fmla="*/ 3 w 9"/>
                  <a:gd name="T25" fmla="*/ 43 h 45"/>
                  <a:gd name="T26" fmla="*/ 4 w 9"/>
                  <a:gd name="T27" fmla="*/ 45 h 45"/>
                  <a:gd name="T28" fmla="*/ 6 w 9"/>
                  <a:gd name="T29" fmla="*/ 45 h 45"/>
                  <a:gd name="T30" fmla="*/ 7 w 9"/>
                  <a:gd name="T31" fmla="*/ 43 h 45"/>
                  <a:gd name="T32" fmla="*/ 9 w 9"/>
                  <a:gd name="T33" fmla="*/ 42 h 45"/>
                  <a:gd name="T34" fmla="*/ 9 w 9"/>
                  <a:gd name="T35" fmla="*/ 40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7" y="0"/>
                    </a:lnTo>
                    <a:lnTo>
                      <a:pt x="6" y="0"/>
                    </a:lnTo>
                    <a:lnTo>
                      <a:pt x="4" y="0"/>
                    </a:lnTo>
                    <a:lnTo>
                      <a:pt x="3" y="0"/>
                    </a:lnTo>
                    <a:lnTo>
                      <a:pt x="1" y="1"/>
                    </a:lnTo>
                    <a:lnTo>
                      <a:pt x="0" y="3"/>
                    </a:lnTo>
                    <a:lnTo>
                      <a:pt x="0" y="39"/>
                    </a:lnTo>
                    <a:lnTo>
                      <a:pt x="0" y="40"/>
                    </a:lnTo>
                    <a:lnTo>
                      <a:pt x="1" y="42"/>
                    </a:lnTo>
                    <a:lnTo>
                      <a:pt x="3" y="43"/>
                    </a:lnTo>
                    <a:lnTo>
                      <a:pt x="4" y="45"/>
                    </a:lnTo>
                    <a:lnTo>
                      <a:pt x="6" y="45"/>
                    </a:lnTo>
                    <a:lnTo>
                      <a:pt x="7" y="43"/>
                    </a:lnTo>
                    <a:lnTo>
                      <a:pt x="9" y="42"/>
                    </a:lnTo>
                    <a:lnTo>
                      <a:pt x="9" y="40"/>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11" name="Freeform 203"/>
              <p:cNvSpPr>
                <a:spLocks/>
              </p:cNvSpPr>
              <p:nvPr/>
            </p:nvSpPr>
            <p:spPr bwMode="auto">
              <a:xfrm>
                <a:off x="3806" y="3320"/>
                <a:ext cx="9" cy="46"/>
              </a:xfrm>
              <a:custGeom>
                <a:avLst/>
                <a:gdLst>
                  <a:gd name="T0" fmla="*/ 9 w 9"/>
                  <a:gd name="T1" fmla="*/ 5 h 46"/>
                  <a:gd name="T2" fmla="*/ 9 w 9"/>
                  <a:gd name="T3" fmla="*/ 3 h 46"/>
                  <a:gd name="T4" fmla="*/ 9 w 9"/>
                  <a:gd name="T5" fmla="*/ 2 h 46"/>
                  <a:gd name="T6" fmla="*/ 7 w 9"/>
                  <a:gd name="T7" fmla="*/ 0 h 46"/>
                  <a:gd name="T8" fmla="*/ 6 w 9"/>
                  <a:gd name="T9" fmla="*/ 0 h 46"/>
                  <a:gd name="T10" fmla="*/ 4 w 9"/>
                  <a:gd name="T11" fmla="*/ 0 h 46"/>
                  <a:gd name="T12" fmla="*/ 3 w 9"/>
                  <a:gd name="T13" fmla="*/ 0 h 46"/>
                  <a:gd name="T14" fmla="*/ 1 w 9"/>
                  <a:gd name="T15" fmla="*/ 2 h 46"/>
                  <a:gd name="T16" fmla="*/ 0 w 9"/>
                  <a:gd name="T17" fmla="*/ 3 h 46"/>
                  <a:gd name="T18" fmla="*/ 0 w 9"/>
                  <a:gd name="T19" fmla="*/ 40 h 46"/>
                  <a:gd name="T20" fmla="*/ 0 w 9"/>
                  <a:gd name="T21" fmla="*/ 41 h 46"/>
                  <a:gd name="T22" fmla="*/ 1 w 9"/>
                  <a:gd name="T23" fmla="*/ 43 h 46"/>
                  <a:gd name="T24" fmla="*/ 3 w 9"/>
                  <a:gd name="T25" fmla="*/ 44 h 46"/>
                  <a:gd name="T26" fmla="*/ 4 w 9"/>
                  <a:gd name="T27" fmla="*/ 46 h 46"/>
                  <a:gd name="T28" fmla="*/ 6 w 9"/>
                  <a:gd name="T29" fmla="*/ 46 h 46"/>
                  <a:gd name="T30" fmla="*/ 7 w 9"/>
                  <a:gd name="T31" fmla="*/ 44 h 46"/>
                  <a:gd name="T32" fmla="*/ 9 w 9"/>
                  <a:gd name="T33" fmla="*/ 43 h 46"/>
                  <a:gd name="T34" fmla="*/ 9 w 9"/>
                  <a:gd name="T35" fmla="*/ 41 h 46"/>
                  <a:gd name="T36" fmla="*/ 9 w 9"/>
                  <a:gd name="T37" fmla="*/ 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5"/>
                    </a:moveTo>
                    <a:lnTo>
                      <a:pt x="9" y="3"/>
                    </a:lnTo>
                    <a:lnTo>
                      <a:pt x="9" y="2"/>
                    </a:lnTo>
                    <a:lnTo>
                      <a:pt x="7" y="0"/>
                    </a:lnTo>
                    <a:lnTo>
                      <a:pt x="6" y="0"/>
                    </a:lnTo>
                    <a:lnTo>
                      <a:pt x="4" y="0"/>
                    </a:lnTo>
                    <a:lnTo>
                      <a:pt x="3" y="0"/>
                    </a:lnTo>
                    <a:lnTo>
                      <a:pt x="1" y="2"/>
                    </a:lnTo>
                    <a:lnTo>
                      <a:pt x="0" y="3"/>
                    </a:lnTo>
                    <a:lnTo>
                      <a:pt x="0" y="40"/>
                    </a:lnTo>
                    <a:lnTo>
                      <a:pt x="0" y="41"/>
                    </a:lnTo>
                    <a:lnTo>
                      <a:pt x="1" y="43"/>
                    </a:lnTo>
                    <a:lnTo>
                      <a:pt x="3" y="44"/>
                    </a:lnTo>
                    <a:lnTo>
                      <a:pt x="4" y="46"/>
                    </a:lnTo>
                    <a:lnTo>
                      <a:pt x="6" y="46"/>
                    </a:lnTo>
                    <a:lnTo>
                      <a:pt x="7" y="44"/>
                    </a:lnTo>
                    <a:lnTo>
                      <a:pt x="9" y="43"/>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12" name="Freeform 204"/>
              <p:cNvSpPr>
                <a:spLocks/>
              </p:cNvSpPr>
              <p:nvPr/>
            </p:nvSpPr>
            <p:spPr bwMode="auto">
              <a:xfrm>
                <a:off x="3806" y="3384"/>
                <a:ext cx="9" cy="45"/>
              </a:xfrm>
              <a:custGeom>
                <a:avLst/>
                <a:gdLst>
                  <a:gd name="T0" fmla="*/ 9 w 9"/>
                  <a:gd name="T1" fmla="*/ 4 h 45"/>
                  <a:gd name="T2" fmla="*/ 9 w 9"/>
                  <a:gd name="T3" fmla="*/ 3 h 45"/>
                  <a:gd name="T4" fmla="*/ 9 w 9"/>
                  <a:gd name="T5" fmla="*/ 1 h 45"/>
                  <a:gd name="T6" fmla="*/ 7 w 9"/>
                  <a:gd name="T7" fmla="*/ 0 h 45"/>
                  <a:gd name="T8" fmla="*/ 6 w 9"/>
                  <a:gd name="T9" fmla="*/ 0 h 45"/>
                  <a:gd name="T10" fmla="*/ 4 w 9"/>
                  <a:gd name="T11" fmla="*/ 0 h 45"/>
                  <a:gd name="T12" fmla="*/ 3 w 9"/>
                  <a:gd name="T13" fmla="*/ 0 h 45"/>
                  <a:gd name="T14" fmla="*/ 1 w 9"/>
                  <a:gd name="T15" fmla="*/ 1 h 45"/>
                  <a:gd name="T16" fmla="*/ 0 w 9"/>
                  <a:gd name="T17" fmla="*/ 3 h 45"/>
                  <a:gd name="T18" fmla="*/ 0 w 9"/>
                  <a:gd name="T19" fmla="*/ 39 h 45"/>
                  <a:gd name="T20" fmla="*/ 0 w 9"/>
                  <a:gd name="T21" fmla="*/ 41 h 45"/>
                  <a:gd name="T22" fmla="*/ 1 w 9"/>
                  <a:gd name="T23" fmla="*/ 42 h 45"/>
                  <a:gd name="T24" fmla="*/ 3 w 9"/>
                  <a:gd name="T25" fmla="*/ 44 h 45"/>
                  <a:gd name="T26" fmla="*/ 4 w 9"/>
                  <a:gd name="T27" fmla="*/ 45 h 45"/>
                  <a:gd name="T28" fmla="*/ 6 w 9"/>
                  <a:gd name="T29" fmla="*/ 45 h 45"/>
                  <a:gd name="T30" fmla="*/ 7 w 9"/>
                  <a:gd name="T31" fmla="*/ 44 h 45"/>
                  <a:gd name="T32" fmla="*/ 9 w 9"/>
                  <a:gd name="T33" fmla="*/ 42 h 45"/>
                  <a:gd name="T34" fmla="*/ 9 w 9"/>
                  <a:gd name="T35" fmla="*/ 41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7" y="0"/>
                    </a:lnTo>
                    <a:lnTo>
                      <a:pt x="6" y="0"/>
                    </a:lnTo>
                    <a:lnTo>
                      <a:pt x="4" y="0"/>
                    </a:lnTo>
                    <a:lnTo>
                      <a:pt x="3" y="0"/>
                    </a:lnTo>
                    <a:lnTo>
                      <a:pt x="1" y="1"/>
                    </a:lnTo>
                    <a:lnTo>
                      <a:pt x="0" y="3"/>
                    </a:lnTo>
                    <a:lnTo>
                      <a:pt x="0" y="39"/>
                    </a:lnTo>
                    <a:lnTo>
                      <a:pt x="0" y="41"/>
                    </a:lnTo>
                    <a:lnTo>
                      <a:pt x="1" y="42"/>
                    </a:lnTo>
                    <a:lnTo>
                      <a:pt x="3" y="44"/>
                    </a:lnTo>
                    <a:lnTo>
                      <a:pt x="4" y="45"/>
                    </a:lnTo>
                    <a:lnTo>
                      <a:pt x="6" y="45"/>
                    </a:lnTo>
                    <a:lnTo>
                      <a:pt x="7" y="44"/>
                    </a:lnTo>
                    <a:lnTo>
                      <a:pt x="9" y="42"/>
                    </a:lnTo>
                    <a:lnTo>
                      <a:pt x="9" y="41"/>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13" name="Freeform 205"/>
              <p:cNvSpPr>
                <a:spLocks/>
              </p:cNvSpPr>
              <p:nvPr/>
            </p:nvSpPr>
            <p:spPr bwMode="auto">
              <a:xfrm>
                <a:off x="3806" y="3447"/>
                <a:ext cx="9" cy="46"/>
              </a:xfrm>
              <a:custGeom>
                <a:avLst/>
                <a:gdLst>
                  <a:gd name="T0" fmla="*/ 9 w 9"/>
                  <a:gd name="T1" fmla="*/ 5 h 46"/>
                  <a:gd name="T2" fmla="*/ 9 w 9"/>
                  <a:gd name="T3" fmla="*/ 3 h 46"/>
                  <a:gd name="T4" fmla="*/ 9 w 9"/>
                  <a:gd name="T5" fmla="*/ 2 h 46"/>
                  <a:gd name="T6" fmla="*/ 7 w 9"/>
                  <a:gd name="T7" fmla="*/ 0 h 46"/>
                  <a:gd name="T8" fmla="*/ 6 w 9"/>
                  <a:gd name="T9" fmla="*/ 0 h 46"/>
                  <a:gd name="T10" fmla="*/ 4 w 9"/>
                  <a:gd name="T11" fmla="*/ 0 h 46"/>
                  <a:gd name="T12" fmla="*/ 3 w 9"/>
                  <a:gd name="T13" fmla="*/ 0 h 46"/>
                  <a:gd name="T14" fmla="*/ 1 w 9"/>
                  <a:gd name="T15" fmla="*/ 2 h 46"/>
                  <a:gd name="T16" fmla="*/ 0 w 9"/>
                  <a:gd name="T17" fmla="*/ 3 h 46"/>
                  <a:gd name="T18" fmla="*/ 0 w 9"/>
                  <a:gd name="T19" fmla="*/ 40 h 46"/>
                  <a:gd name="T20" fmla="*/ 0 w 9"/>
                  <a:gd name="T21" fmla="*/ 41 h 46"/>
                  <a:gd name="T22" fmla="*/ 1 w 9"/>
                  <a:gd name="T23" fmla="*/ 43 h 46"/>
                  <a:gd name="T24" fmla="*/ 3 w 9"/>
                  <a:gd name="T25" fmla="*/ 44 h 46"/>
                  <a:gd name="T26" fmla="*/ 4 w 9"/>
                  <a:gd name="T27" fmla="*/ 46 h 46"/>
                  <a:gd name="T28" fmla="*/ 6 w 9"/>
                  <a:gd name="T29" fmla="*/ 46 h 46"/>
                  <a:gd name="T30" fmla="*/ 7 w 9"/>
                  <a:gd name="T31" fmla="*/ 44 h 46"/>
                  <a:gd name="T32" fmla="*/ 9 w 9"/>
                  <a:gd name="T33" fmla="*/ 43 h 46"/>
                  <a:gd name="T34" fmla="*/ 9 w 9"/>
                  <a:gd name="T35" fmla="*/ 41 h 46"/>
                  <a:gd name="T36" fmla="*/ 9 w 9"/>
                  <a:gd name="T37" fmla="*/ 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5"/>
                    </a:moveTo>
                    <a:lnTo>
                      <a:pt x="9" y="3"/>
                    </a:lnTo>
                    <a:lnTo>
                      <a:pt x="9" y="2"/>
                    </a:lnTo>
                    <a:lnTo>
                      <a:pt x="7" y="0"/>
                    </a:lnTo>
                    <a:lnTo>
                      <a:pt x="6" y="0"/>
                    </a:lnTo>
                    <a:lnTo>
                      <a:pt x="4" y="0"/>
                    </a:lnTo>
                    <a:lnTo>
                      <a:pt x="3" y="0"/>
                    </a:lnTo>
                    <a:lnTo>
                      <a:pt x="1" y="2"/>
                    </a:lnTo>
                    <a:lnTo>
                      <a:pt x="0" y="3"/>
                    </a:lnTo>
                    <a:lnTo>
                      <a:pt x="0" y="40"/>
                    </a:lnTo>
                    <a:lnTo>
                      <a:pt x="0" y="41"/>
                    </a:lnTo>
                    <a:lnTo>
                      <a:pt x="1" y="43"/>
                    </a:lnTo>
                    <a:lnTo>
                      <a:pt x="3" y="44"/>
                    </a:lnTo>
                    <a:lnTo>
                      <a:pt x="4" y="46"/>
                    </a:lnTo>
                    <a:lnTo>
                      <a:pt x="6" y="46"/>
                    </a:lnTo>
                    <a:lnTo>
                      <a:pt x="7" y="44"/>
                    </a:lnTo>
                    <a:lnTo>
                      <a:pt x="9" y="43"/>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50200" name="Group 206"/>
            <p:cNvGrpSpPr>
              <a:grpSpLocks/>
            </p:cNvGrpSpPr>
            <p:nvPr/>
          </p:nvGrpSpPr>
          <p:grpSpPr bwMode="auto">
            <a:xfrm>
              <a:off x="1805" y="1331"/>
              <a:ext cx="2032" cy="96"/>
              <a:chOff x="3810" y="2280"/>
              <a:chExt cx="1009" cy="65"/>
            </a:xfrm>
          </p:grpSpPr>
          <p:sp>
            <p:nvSpPr>
              <p:cNvPr id="555215" name="Line 207"/>
              <p:cNvSpPr>
                <a:spLocks noChangeShapeType="1"/>
              </p:cNvSpPr>
              <p:nvPr/>
            </p:nvSpPr>
            <p:spPr bwMode="auto">
              <a:xfrm>
                <a:off x="3810" y="2311"/>
                <a:ext cx="915"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55216" name="Freeform 208"/>
              <p:cNvSpPr>
                <a:spLocks/>
              </p:cNvSpPr>
              <p:nvPr/>
            </p:nvSpPr>
            <p:spPr bwMode="auto">
              <a:xfrm>
                <a:off x="4722" y="2280"/>
                <a:ext cx="97" cy="65"/>
              </a:xfrm>
              <a:custGeom>
                <a:avLst/>
                <a:gdLst>
                  <a:gd name="T0" fmla="*/ 0 w 97"/>
                  <a:gd name="T1" fmla="*/ 65 h 65"/>
                  <a:gd name="T2" fmla="*/ 97 w 97"/>
                  <a:gd name="T3" fmla="*/ 33 h 65"/>
                  <a:gd name="T4" fmla="*/ 0 w 97"/>
                  <a:gd name="T5" fmla="*/ 0 h 65"/>
                  <a:gd name="T6" fmla="*/ 0 w 97"/>
                  <a:gd name="T7" fmla="*/ 65 h 65"/>
                </a:gdLst>
                <a:ahLst/>
                <a:cxnLst>
                  <a:cxn ang="0">
                    <a:pos x="T0" y="T1"/>
                  </a:cxn>
                  <a:cxn ang="0">
                    <a:pos x="T2" y="T3"/>
                  </a:cxn>
                  <a:cxn ang="0">
                    <a:pos x="T4" y="T5"/>
                  </a:cxn>
                  <a:cxn ang="0">
                    <a:pos x="T6" y="T7"/>
                  </a:cxn>
                </a:cxnLst>
                <a:rect l="0" t="0" r="r" b="b"/>
                <a:pathLst>
                  <a:path w="97" h="65">
                    <a:moveTo>
                      <a:pt x="0" y="65"/>
                    </a:moveTo>
                    <a:lnTo>
                      <a:pt x="97" y="33"/>
                    </a:lnTo>
                    <a:lnTo>
                      <a:pt x="0" y="0"/>
                    </a:lnTo>
                    <a:lnTo>
                      <a:pt x="0" y="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50201" name="Group 209"/>
            <p:cNvGrpSpPr>
              <a:grpSpLocks/>
            </p:cNvGrpSpPr>
            <p:nvPr/>
          </p:nvGrpSpPr>
          <p:grpSpPr bwMode="auto">
            <a:xfrm>
              <a:off x="3773" y="1377"/>
              <a:ext cx="130" cy="1162"/>
              <a:chOff x="4787" y="2311"/>
              <a:chExt cx="65" cy="790"/>
            </a:xfrm>
          </p:grpSpPr>
          <p:sp>
            <p:nvSpPr>
              <p:cNvPr id="555218" name="Line 210"/>
              <p:cNvSpPr>
                <a:spLocks noChangeShapeType="1"/>
              </p:cNvSpPr>
              <p:nvPr/>
            </p:nvSpPr>
            <p:spPr bwMode="auto">
              <a:xfrm>
                <a:off x="4819" y="2311"/>
                <a:ext cx="1" cy="69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55219" name="Freeform 211"/>
              <p:cNvSpPr>
                <a:spLocks/>
              </p:cNvSpPr>
              <p:nvPr/>
            </p:nvSpPr>
            <p:spPr bwMode="auto">
              <a:xfrm>
                <a:off x="4787" y="3001"/>
                <a:ext cx="65" cy="100"/>
              </a:xfrm>
              <a:custGeom>
                <a:avLst/>
                <a:gdLst>
                  <a:gd name="T0" fmla="*/ 0 w 65"/>
                  <a:gd name="T1" fmla="*/ 0 h 100"/>
                  <a:gd name="T2" fmla="*/ 32 w 65"/>
                  <a:gd name="T3" fmla="*/ 100 h 100"/>
                  <a:gd name="T4" fmla="*/ 65 w 65"/>
                  <a:gd name="T5" fmla="*/ 0 h 100"/>
                  <a:gd name="T6" fmla="*/ 0 w 65"/>
                  <a:gd name="T7" fmla="*/ 0 h 100"/>
                </a:gdLst>
                <a:ahLst/>
                <a:cxnLst>
                  <a:cxn ang="0">
                    <a:pos x="T0" y="T1"/>
                  </a:cxn>
                  <a:cxn ang="0">
                    <a:pos x="T2" y="T3"/>
                  </a:cxn>
                  <a:cxn ang="0">
                    <a:pos x="T4" y="T5"/>
                  </a:cxn>
                  <a:cxn ang="0">
                    <a:pos x="T6" y="T7"/>
                  </a:cxn>
                </a:cxnLst>
                <a:rect l="0" t="0" r="r" b="b"/>
                <a:pathLst>
                  <a:path w="65" h="100">
                    <a:moveTo>
                      <a:pt x="0" y="0"/>
                    </a:moveTo>
                    <a:lnTo>
                      <a:pt x="32" y="100"/>
                    </a:lnTo>
                    <a:lnTo>
                      <a:pt x="65"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50202" name="Group 212"/>
            <p:cNvGrpSpPr>
              <a:grpSpLocks/>
            </p:cNvGrpSpPr>
            <p:nvPr/>
          </p:nvGrpSpPr>
          <p:grpSpPr bwMode="auto">
            <a:xfrm>
              <a:off x="3827" y="2529"/>
              <a:ext cx="18" cy="593"/>
              <a:chOff x="4814" y="3094"/>
              <a:chExt cx="9" cy="403"/>
            </a:xfrm>
          </p:grpSpPr>
          <p:sp>
            <p:nvSpPr>
              <p:cNvPr id="555221" name="Freeform 213"/>
              <p:cNvSpPr>
                <a:spLocks/>
              </p:cNvSpPr>
              <p:nvPr/>
            </p:nvSpPr>
            <p:spPr bwMode="auto">
              <a:xfrm>
                <a:off x="4814" y="3094"/>
                <a:ext cx="9" cy="46"/>
              </a:xfrm>
              <a:custGeom>
                <a:avLst/>
                <a:gdLst>
                  <a:gd name="T0" fmla="*/ 9 w 9"/>
                  <a:gd name="T1" fmla="*/ 7 h 46"/>
                  <a:gd name="T2" fmla="*/ 9 w 9"/>
                  <a:gd name="T3" fmla="*/ 5 h 46"/>
                  <a:gd name="T4" fmla="*/ 8 w 9"/>
                  <a:gd name="T5" fmla="*/ 4 h 46"/>
                  <a:gd name="T6" fmla="*/ 6 w 9"/>
                  <a:gd name="T7" fmla="*/ 2 h 46"/>
                  <a:gd name="T8" fmla="*/ 5 w 9"/>
                  <a:gd name="T9" fmla="*/ 0 h 46"/>
                  <a:gd name="T10" fmla="*/ 5 w 9"/>
                  <a:gd name="T11" fmla="*/ 0 h 46"/>
                  <a:gd name="T12" fmla="*/ 3 w 9"/>
                  <a:gd name="T13" fmla="*/ 2 h 46"/>
                  <a:gd name="T14" fmla="*/ 2 w 9"/>
                  <a:gd name="T15" fmla="*/ 4 h 46"/>
                  <a:gd name="T16" fmla="*/ 0 w 9"/>
                  <a:gd name="T17" fmla="*/ 5 h 46"/>
                  <a:gd name="T18" fmla="*/ 0 w 9"/>
                  <a:gd name="T19" fmla="*/ 40 h 46"/>
                  <a:gd name="T20" fmla="*/ 0 w 9"/>
                  <a:gd name="T21" fmla="*/ 41 h 46"/>
                  <a:gd name="T22" fmla="*/ 2 w 9"/>
                  <a:gd name="T23" fmla="*/ 43 h 46"/>
                  <a:gd name="T24" fmla="*/ 3 w 9"/>
                  <a:gd name="T25" fmla="*/ 44 h 46"/>
                  <a:gd name="T26" fmla="*/ 5 w 9"/>
                  <a:gd name="T27" fmla="*/ 46 h 46"/>
                  <a:gd name="T28" fmla="*/ 6 w 9"/>
                  <a:gd name="T29" fmla="*/ 46 h 46"/>
                  <a:gd name="T30" fmla="*/ 8 w 9"/>
                  <a:gd name="T31" fmla="*/ 44 h 46"/>
                  <a:gd name="T32" fmla="*/ 9 w 9"/>
                  <a:gd name="T33" fmla="*/ 43 h 46"/>
                  <a:gd name="T34" fmla="*/ 9 w 9"/>
                  <a:gd name="T35" fmla="*/ 41 h 46"/>
                  <a:gd name="T36" fmla="*/ 9 w 9"/>
                  <a:gd name="T37" fmla="*/ 7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7"/>
                    </a:moveTo>
                    <a:lnTo>
                      <a:pt x="9" y="5"/>
                    </a:lnTo>
                    <a:lnTo>
                      <a:pt x="8" y="4"/>
                    </a:lnTo>
                    <a:lnTo>
                      <a:pt x="6" y="2"/>
                    </a:lnTo>
                    <a:lnTo>
                      <a:pt x="5" y="0"/>
                    </a:lnTo>
                    <a:lnTo>
                      <a:pt x="5" y="0"/>
                    </a:lnTo>
                    <a:lnTo>
                      <a:pt x="3" y="2"/>
                    </a:lnTo>
                    <a:lnTo>
                      <a:pt x="2" y="4"/>
                    </a:lnTo>
                    <a:lnTo>
                      <a:pt x="0" y="5"/>
                    </a:lnTo>
                    <a:lnTo>
                      <a:pt x="0" y="40"/>
                    </a:lnTo>
                    <a:lnTo>
                      <a:pt x="0" y="41"/>
                    </a:lnTo>
                    <a:lnTo>
                      <a:pt x="2" y="43"/>
                    </a:lnTo>
                    <a:lnTo>
                      <a:pt x="3" y="44"/>
                    </a:lnTo>
                    <a:lnTo>
                      <a:pt x="5" y="46"/>
                    </a:lnTo>
                    <a:lnTo>
                      <a:pt x="6" y="46"/>
                    </a:lnTo>
                    <a:lnTo>
                      <a:pt x="8" y="44"/>
                    </a:lnTo>
                    <a:lnTo>
                      <a:pt x="9" y="43"/>
                    </a:lnTo>
                    <a:lnTo>
                      <a:pt x="9" y="41"/>
                    </a:lnTo>
                    <a:lnTo>
                      <a:pt x="9"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22" name="Freeform 214"/>
              <p:cNvSpPr>
                <a:spLocks/>
              </p:cNvSpPr>
              <p:nvPr/>
            </p:nvSpPr>
            <p:spPr bwMode="auto">
              <a:xfrm>
                <a:off x="4814" y="3158"/>
                <a:ext cx="9" cy="46"/>
              </a:xfrm>
              <a:custGeom>
                <a:avLst/>
                <a:gdLst>
                  <a:gd name="T0" fmla="*/ 9 w 9"/>
                  <a:gd name="T1" fmla="*/ 5 h 46"/>
                  <a:gd name="T2" fmla="*/ 9 w 9"/>
                  <a:gd name="T3" fmla="*/ 3 h 46"/>
                  <a:gd name="T4" fmla="*/ 9 w 9"/>
                  <a:gd name="T5" fmla="*/ 2 h 46"/>
                  <a:gd name="T6" fmla="*/ 8 w 9"/>
                  <a:gd name="T7" fmla="*/ 0 h 46"/>
                  <a:gd name="T8" fmla="*/ 6 w 9"/>
                  <a:gd name="T9" fmla="*/ 0 h 46"/>
                  <a:gd name="T10" fmla="*/ 5 w 9"/>
                  <a:gd name="T11" fmla="*/ 0 h 46"/>
                  <a:gd name="T12" fmla="*/ 3 w 9"/>
                  <a:gd name="T13" fmla="*/ 0 h 46"/>
                  <a:gd name="T14" fmla="*/ 2 w 9"/>
                  <a:gd name="T15" fmla="*/ 2 h 46"/>
                  <a:gd name="T16" fmla="*/ 0 w 9"/>
                  <a:gd name="T17" fmla="*/ 3 h 46"/>
                  <a:gd name="T18" fmla="*/ 0 w 9"/>
                  <a:gd name="T19" fmla="*/ 39 h 46"/>
                  <a:gd name="T20" fmla="*/ 0 w 9"/>
                  <a:gd name="T21" fmla="*/ 41 h 46"/>
                  <a:gd name="T22" fmla="*/ 2 w 9"/>
                  <a:gd name="T23" fmla="*/ 43 h 46"/>
                  <a:gd name="T24" fmla="*/ 3 w 9"/>
                  <a:gd name="T25" fmla="*/ 44 h 46"/>
                  <a:gd name="T26" fmla="*/ 5 w 9"/>
                  <a:gd name="T27" fmla="*/ 46 h 46"/>
                  <a:gd name="T28" fmla="*/ 6 w 9"/>
                  <a:gd name="T29" fmla="*/ 46 h 46"/>
                  <a:gd name="T30" fmla="*/ 8 w 9"/>
                  <a:gd name="T31" fmla="*/ 44 h 46"/>
                  <a:gd name="T32" fmla="*/ 9 w 9"/>
                  <a:gd name="T33" fmla="*/ 43 h 46"/>
                  <a:gd name="T34" fmla="*/ 9 w 9"/>
                  <a:gd name="T35" fmla="*/ 41 h 46"/>
                  <a:gd name="T36" fmla="*/ 9 w 9"/>
                  <a:gd name="T37" fmla="*/ 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5"/>
                    </a:moveTo>
                    <a:lnTo>
                      <a:pt x="9" y="3"/>
                    </a:lnTo>
                    <a:lnTo>
                      <a:pt x="9" y="2"/>
                    </a:lnTo>
                    <a:lnTo>
                      <a:pt x="8" y="0"/>
                    </a:lnTo>
                    <a:lnTo>
                      <a:pt x="6" y="0"/>
                    </a:lnTo>
                    <a:lnTo>
                      <a:pt x="5" y="0"/>
                    </a:lnTo>
                    <a:lnTo>
                      <a:pt x="3" y="0"/>
                    </a:lnTo>
                    <a:lnTo>
                      <a:pt x="2" y="2"/>
                    </a:lnTo>
                    <a:lnTo>
                      <a:pt x="0" y="3"/>
                    </a:lnTo>
                    <a:lnTo>
                      <a:pt x="0" y="39"/>
                    </a:lnTo>
                    <a:lnTo>
                      <a:pt x="0" y="41"/>
                    </a:lnTo>
                    <a:lnTo>
                      <a:pt x="2" y="43"/>
                    </a:lnTo>
                    <a:lnTo>
                      <a:pt x="3" y="44"/>
                    </a:lnTo>
                    <a:lnTo>
                      <a:pt x="5" y="46"/>
                    </a:lnTo>
                    <a:lnTo>
                      <a:pt x="6" y="46"/>
                    </a:lnTo>
                    <a:lnTo>
                      <a:pt x="8" y="44"/>
                    </a:lnTo>
                    <a:lnTo>
                      <a:pt x="9" y="43"/>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23" name="Freeform 215"/>
              <p:cNvSpPr>
                <a:spLocks/>
              </p:cNvSpPr>
              <p:nvPr/>
            </p:nvSpPr>
            <p:spPr bwMode="auto">
              <a:xfrm>
                <a:off x="4814" y="3222"/>
                <a:ext cx="9" cy="46"/>
              </a:xfrm>
              <a:custGeom>
                <a:avLst/>
                <a:gdLst>
                  <a:gd name="T0" fmla="*/ 9 w 9"/>
                  <a:gd name="T1" fmla="*/ 4 h 45"/>
                  <a:gd name="T2" fmla="*/ 9 w 9"/>
                  <a:gd name="T3" fmla="*/ 3 h 45"/>
                  <a:gd name="T4" fmla="*/ 9 w 9"/>
                  <a:gd name="T5" fmla="*/ 1 h 45"/>
                  <a:gd name="T6" fmla="*/ 8 w 9"/>
                  <a:gd name="T7" fmla="*/ 0 h 45"/>
                  <a:gd name="T8" fmla="*/ 6 w 9"/>
                  <a:gd name="T9" fmla="*/ 0 h 45"/>
                  <a:gd name="T10" fmla="*/ 5 w 9"/>
                  <a:gd name="T11" fmla="*/ 0 h 45"/>
                  <a:gd name="T12" fmla="*/ 3 w 9"/>
                  <a:gd name="T13" fmla="*/ 0 h 45"/>
                  <a:gd name="T14" fmla="*/ 2 w 9"/>
                  <a:gd name="T15" fmla="*/ 1 h 45"/>
                  <a:gd name="T16" fmla="*/ 0 w 9"/>
                  <a:gd name="T17" fmla="*/ 3 h 45"/>
                  <a:gd name="T18" fmla="*/ 0 w 9"/>
                  <a:gd name="T19" fmla="*/ 39 h 45"/>
                  <a:gd name="T20" fmla="*/ 0 w 9"/>
                  <a:gd name="T21" fmla="*/ 41 h 45"/>
                  <a:gd name="T22" fmla="*/ 2 w 9"/>
                  <a:gd name="T23" fmla="*/ 42 h 45"/>
                  <a:gd name="T24" fmla="*/ 3 w 9"/>
                  <a:gd name="T25" fmla="*/ 44 h 45"/>
                  <a:gd name="T26" fmla="*/ 5 w 9"/>
                  <a:gd name="T27" fmla="*/ 45 h 45"/>
                  <a:gd name="T28" fmla="*/ 6 w 9"/>
                  <a:gd name="T29" fmla="*/ 45 h 45"/>
                  <a:gd name="T30" fmla="*/ 8 w 9"/>
                  <a:gd name="T31" fmla="*/ 44 h 45"/>
                  <a:gd name="T32" fmla="*/ 9 w 9"/>
                  <a:gd name="T33" fmla="*/ 42 h 45"/>
                  <a:gd name="T34" fmla="*/ 9 w 9"/>
                  <a:gd name="T35" fmla="*/ 41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8" y="0"/>
                    </a:lnTo>
                    <a:lnTo>
                      <a:pt x="6" y="0"/>
                    </a:lnTo>
                    <a:lnTo>
                      <a:pt x="5" y="0"/>
                    </a:lnTo>
                    <a:lnTo>
                      <a:pt x="3" y="0"/>
                    </a:lnTo>
                    <a:lnTo>
                      <a:pt x="2" y="1"/>
                    </a:lnTo>
                    <a:lnTo>
                      <a:pt x="0" y="3"/>
                    </a:lnTo>
                    <a:lnTo>
                      <a:pt x="0" y="39"/>
                    </a:lnTo>
                    <a:lnTo>
                      <a:pt x="0" y="41"/>
                    </a:lnTo>
                    <a:lnTo>
                      <a:pt x="2" y="42"/>
                    </a:lnTo>
                    <a:lnTo>
                      <a:pt x="3" y="44"/>
                    </a:lnTo>
                    <a:lnTo>
                      <a:pt x="5" y="45"/>
                    </a:lnTo>
                    <a:lnTo>
                      <a:pt x="6" y="45"/>
                    </a:lnTo>
                    <a:lnTo>
                      <a:pt x="8" y="44"/>
                    </a:lnTo>
                    <a:lnTo>
                      <a:pt x="9" y="42"/>
                    </a:lnTo>
                    <a:lnTo>
                      <a:pt x="9" y="41"/>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24" name="Freeform 216"/>
              <p:cNvSpPr>
                <a:spLocks/>
              </p:cNvSpPr>
              <p:nvPr/>
            </p:nvSpPr>
            <p:spPr bwMode="auto">
              <a:xfrm>
                <a:off x="4814" y="3285"/>
                <a:ext cx="9" cy="46"/>
              </a:xfrm>
              <a:custGeom>
                <a:avLst/>
                <a:gdLst>
                  <a:gd name="T0" fmla="*/ 9 w 9"/>
                  <a:gd name="T1" fmla="*/ 5 h 46"/>
                  <a:gd name="T2" fmla="*/ 9 w 9"/>
                  <a:gd name="T3" fmla="*/ 3 h 46"/>
                  <a:gd name="T4" fmla="*/ 9 w 9"/>
                  <a:gd name="T5" fmla="*/ 2 h 46"/>
                  <a:gd name="T6" fmla="*/ 8 w 9"/>
                  <a:gd name="T7" fmla="*/ 0 h 46"/>
                  <a:gd name="T8" fmla="*/ 6 w 9"/>
                  <a:gd name="T9" fmla="*/ 0 h 46"/>
                  <a:gd name="T10" fmla="*/ 5 w 9"/>
                  <a:gd name="T11" fmla="*/ 0 h 46"/>
                  <a:gd name="T12" fmla="*/ 3 w 9"/>
                  <a:gd name="T13" fmla="*/ 0 h 46"/>
                  <a:gd name="T14" fmla="*/ 2 w 9"/>
                  <a:gd name="T15" fmla="*/ 2 h 46"/>
                  <a:gd name="T16" fmla="*/ 0 w 9"/>
                  <a:gd name="T17" fmla="*/ 3 h 46"/>
                  <a:gd name="T18" fmla="*/ 0 w 9"/>
                  <a:gd name="T19" fmla="*/ 40 h 46"/>
                  <a:gd name="T20" fmla="*/ 0 w 9"/>
                  <a:gd name="T21" fmla="*/ 41 h 46"/>
                  <a:gd name="T22" fmla="*/ 2 w 9"/>
                  <a:gd name="T23" fmla="*/ 43 h 46"/>
                  <a:gd name="T24" fmla="*/ 3 w 9"/>
                  <a:gd name="T25" fmla="*/ 44 h 46"/>
                  <a:gd name="T26" fmla="*/ 5 w 9"/>
                  <a:gd name="T27" fmla="*/ 46 h 46"/>
                  <a:gd name="T28" fmla="*/ 6 w 9"/>
                  <a:gd name="T29" fmla="*/ 46 h 46"/>
                  <a:gd name="T30" fmla="*/ 8 w 9"/>
                  <a:gd name="T31" fmla="*/ 44 h 46"/>
                  <a:gd name="T32" fmla="*/ 9 w 9"/>
                  <a:gd name="T33" fmla="*/ 43 h 46"/>
                  <a:gd name="T34" fmla="*/ 9 w 9"/>
                  <a:gd name="T35" fmla="*/ 41 h 46"/>
                  <a:gd name="T36" fmla="*/ 9 w 9"/>
                  <a:gd name="T37" fmla="*/ 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5"/>
                    </a:moveTo>
                    <a:lnTo>
                      <a:pt x="9" y="3"/>
                    </a:lnTo>
                    <a:lnTo>
                      <a:pt x="9" y="2"/>
                    </a:lnTo>
                    <a:lnTo>
                      <a:pt x="8" y="0"/>
                    </a:lnTo>
                    <a:lnTo>
                      <a:pt x="6" y="0"/>
                    </a:lnTo>
                    <a:lnTo>
                      <a:pt x="5" y="0"/>
                    </a:lnTo>
                    <a:lnTo>
                      <a:pt x="3" y="0"/>
                    </a:lnTo>
                    <a:lnTo>
                      <a:pt x="2" y="2"/>
                    </a:lnTo>
                    <a:lnTo>
                      <a:pt x="0" y="3"/>
                    </a:lnTo>
                    <a:lnTo>
                      <a:pt x="0" y="40"/>
                    </a:lnTo>
                    <a:lnTo>
                      <a:pt x="0" y="41"/>
                    </a:lnTo>
                    <a:lnTo>
                      <a:pt x="2" y="43"/>
                    </a:lnTo>
                    <a:lnTo>
                      <a:pt x="3" y="44"/>
                    </a:lnTo>
                    <a:lnTo>
                      <a:pt x="5" y="46"/>
                    </a:lnTo>
                    <a:lnTo>
                      <a:pt x="6" y="46"/>
                    </a:lnTo>
                    <a:lnTo>
                      <a:pt x="8" y="44"/>
                    </a:lnTo>
                    <a:lnTo>
                      <a:pt x="9" y="43"/>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25" name="Freeform 217"/>
              <p:cNvSpPr>
                <a:spLocks/>
              </p:cNvSpPr>
              <p:nvPr/>
            </p:nvSpPr>
            <p:spPr bwMode="auto">
              <a:xfrm>
                <a:off x="4814" y="3349"/>
                <a:ext cx="9" cy="45"/>
              </a:xfrm>
              <a:custGeom>
                <a:avLst/>
                <a:gdLst>
                  <a:gd name="T0" fmla="*/ 9 w 9"/>
                  <a:gd name="T1" fmla="*/ 5 h 45"/>
                  <a:gd name="T2" fmla="*/ 9 w 9"/>
                  <a:gd name="T3" fmla="*/ 3 h 45"/>
                  <a:gd name="T4" fmla="*/ 9 w 9"/>
                  <a:gd name="T5" fmla="*/ 1 h 45"/>
                  <a:gd name="T6" fmla="*/ 8 w 9"/>
                  <a:gd name="T7" fmla="*/ 0 h 45"/>
                  <a:gd name="T8" fmla="*/ 6 w 9"/>
                  <a:gd name="T9" fmla="*/ 0 h 45"/>
                  <a:gd name="T10" fmla="*/ 5 w 9"/>
                  <a:gd name="T11" fmla="*/ 0 h 45"/>
                  <a:gd name="T12" fmla="*/ 3 w 9"/>
                  <a:gd name="T13" fmla="*/ 0 h 45"/>
                  <a:gd name="T14" fmla="*/ 2 w 9"/>
                  <a:gd name="T15" fmla="*/ 1 h 45"/>
                  <a:gd name="T16" fmla="*/ 0 w 9"/>
                  <a:gd name="T17" fmla="*/ 3 h 45"/>
                  <a:gd name="T18" fmla="*/ 0 w 9"/>
                  <a:gd name="T19" fmla="*/ 39 h 45"/>
                  <a:gd name="T20" fmla="*/ 0 w 9"/>
                  <a:gd name="T21" fmla="*/ 41 h 45"/>
                  <a:gd name="T22" fmla="*/ 2 w 9"/>
                  <a:gd name="T23" fmla="*/ 42 h 45"/>
                  <a:gd name="T24" fmla="*/ 3 w 9"/>
                  <a:gd name="T25" fmla="*/ 44 h 45"/>
                  <a:gd name="T26" fmla="*/ 5 w 9"/>
                  <a:gd name="T27" fmla="*/ 45 h 45"/>
                  <a:gd name="T28" fmla="*/ 6 w 9"/>
                  <a:gd name="T29" fmla="*/ 45 h 45"/>
                  <a:gd name="T30" fmla="*/ 8 w 9"/>
                  <a:gd name="T31" fmla="*/ 44 h 45"/>
                  <a:gd name="T32" fmla="*/ 9 w 9"/>
                  <a:gd name="T33" fmla="*/ 42 h 45"/>
                  <a:gd name="T34" fmla="*/ 9 w 9"/>
                  <a:gd name="T35" fmla="*/ 41 h 45"/>
                  <a:gd name="T36" fmla="*/ 9 w 9"/>
                  <a:gd name="T37" fmla="*/ 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5"/>
                    </a:moveTo>
                    <a:lnTo>
                      <a:pt x="9" y="3"/>
                    </a:lnTo>
                    <a:lnTo>
                      <a:pt x="9" y="1"/>
                    </a:lnTo>
                    <a:lnTo>
                      <a:pt x="8" y="0"/>
                    </a:lnTo>
                    <a:lnTo>
                      <a:pt x="6" y="0"/>
                    </a:lnTo>
                    <a:lnTo>
                      <a:pt x="5" y="0"/>
                    </a:lnTo>
                    <a:lnTo>
                      <a:pt x="3" y="0"/>
                    </a:lnTo>
                    <a:lnTo>
                      <a:pt x="2" y="1"/>
                    </a:lnTo>
                    <a:lnTo>
                      <a:pt x="0" y="3"/>
                    </a:lnTo>
                    <a:lnTo>
                      <a:pt x="0" y="39"/>
                    </a:lnTo>
                    <a:lnTo>
                      <a:pt x="0" y="41"/>
                    </a:lnTo>
                    <a:lnTo>
                      <a:pt x="2" y="42"/>
                    </a:lnTo>
                    <a:lnTo>
                      <a:pt x="3" y="44"/>
                    </a:lnTo>
                    <a:lnTo>
                      <a:pt x="5" y="45"/>
                    </a:lnTo>
                    <a:lnTo>
                      <a:pt x="6" y="45"/>
                    </a:lnTo>
                    <a:lnTo>
                      <a:pt x="8" y="44"/>
                    </a:lnTo>
                    <a:lnTo>
                      <a:pt x="9" y="42"/>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26" name="Freeform 218"/>
              <p:cNvSpPr>
                <a:spLocks/>
              </p:cNvSpPr>
              <p:nvPr/>
            </p:nvSpPr>
            <p:spPr bwMode="auto">
              <a:xfrm>
                <a:off x="4814" y="3413"/>
                <a:ext cx="9" cy="46"/>
              </a:xfrm>
              <a:custGeom>
                <a:avLst/>
                <a:gdLst>
                  <a:gd name="T0" fmla="*/ 9 w 9"/>
                  <a:gd name="T1" fmla="*/ 4 h 45"/>
                  <a:gd name="T2" fmla="*/ 9 w 9"/>
                  <a:gd name="T3" fmla="*/ 3 h 45"/>
                  <a:gd name="T4" fmla="*/ 9 w 9"/>
                  <a:gd name="T5" fmla="*/ 1 h 45"/>
                  <a:gd name="T6" fmla="*/ 8 w 9"/>
                  <a:gd name="T7" fmla="*/ 0 h 45"/>
                  <a:gd name="T8" fmla="*/ 6 w 9"/>
                  <a:gd name="T9" fmla="*/ 0 h 45"/>
                  <a:gd name="T10" fmla="*/ 5 w 9"/>
                  <a:gd name="T11" fmla="*/ 0 h 45"/>
                  <a:gd name="T12" fmla="*/ 3 w 9"/>
                  <a:gd name="T13" fmla="*/ 0 h 45"/>
                  <a:gd name="T14" fmla="*/ 2 w 9"/>
                  <a:gd name="T15" fmla="*/ 1 h 45"/>
                  <a:gd name="T16" fmla="*/ 0 w 9"/>
                  <a:gd name="T17" fmla="*/ 3 h 45"/>
                  <a:gd name="T18" fmla="*/ 0 w 9"/>
                  <a:gd name="T19" fmla="*/ 39 h 45"/>
                  <a:gd name="T20" fmla="*/ 0 w 9"/>
                  <a:gd name="T21" fmla="*/ 40 h 45"/>
                  <a:gd name="T22" fmla="*/ 2 w 9"/>
                  <a:gd name="T23" fmla="*/ 42 h 45"/>
                  <a:gd name="T24" fmla="*/ 3 w 9"/>
                  <a:gd name="T25" fmla="*/ 44 h 45"/>
                  <a:gd name="T26" fmla="*/ 5 w 9"/>
                  <a:gd name="T27" fmla="*/ 45 h 45"/>
                  <a:gd name="T28" fmla="*/ 6 w 9"/>
                  <a:gd name="T29" fmla="*/ 45 h 45"/>
                  <a:gd name="T30" fmla="*/ 8 w 9"/>
                  <a:gd name="T31" fmla="*/ 44 h 45"/>
                  <a:gd name="T32" fmla="*/ 9 w 9"/>
                  <a:gd name="T33" fmla="*/ 42 h 45"/>
                  <a:gd name="T34" fmla="*/ 9 w 9"/>
                  <a:gd name="T35" fmla="*/ 40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8" y="0"/>
                    </a:lnTo>
                    <a:lnTo>
                      <a:pt x="6" y="0"/>
                    </a:lnTo>
                    <a:lnTo>
                      <a:pt x="5" y="0"/>
                    </a:lnTo>
                    <a:lnTo>
                      <a:pt x="3" y="0"/>
                    </a:lnTo>
                    <a:lnTo>
                      <a:pt x="2" y="1"/>
                    </a:lnTo>
                    <a:lnTo>
                      <a:pt x="0" y="3"/>
                    </a:lnTo>
                    <a:lnTo>
                      <a:pt x="0" y="39"/>
                    </a:lnTo>
                    <a:lnTo>
                      <a:pt x="0" y="40"/>
                    </a:lnTo>
                    <a:lnTo>
                      <a:pt x="2" y="42"/>
                    </a:lnTo>
                    <a:lnTo>
                      <a:pt x="3" y="44"/>
                    </a:lnTo>
                    <a:lnTo>
                      <a:pt x="5" y="45"/>
                    </a:lnTo>
                    <a:lnTo>
                      <a:pt x="6" y="45"/>
                    </a:lnTo>
                    <a:lnTo>
                      <a:pt x="8" y="44"/>
                    </a:lnTo>
                    <a:lnTo>
                      <a:pt x="9" y="42"/>
                    </a:lnTo>
                    <a:lnTo>
                      <a:pt x="9" y="40"/>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27" name="Freeform 219"/>
              <p:cNvSpPr>
                <a:spLocks/>
              </p:cNvSpPr>
              <p:nvPr/>
            </p:nvSpPr>
            <p:spPr bwMode="auto">
              <a:xfrm>
                <a:off x="4814" y="3476"/>
                <a:ext cx="9" cy="21"/>
              </a:xfrm>
              <a:custGeom>
                <a:avLst/>
                <a:gdLst>
                  <a:gd name="T0" fmla="*/ 9 w 9"/>
                  <a:gd name="T1" fmla="*/ 5 h 21"/>
                  <a:gd name="T2" fmla="*/ 9 w 9"/>
                  <a:gd name="T3" fmla="*/ 3 h 21"/>
                  <a:gd name="T4" fmla="*/ 9 w 9"/>
                  <a:gd name="T5" fmla="*/ 2 h 21"/>
                  <a:gd name="T6" fmla="*/ 8 w 9"/>
                  <a:gd name="T7" fmla="*/ 0 h 21"/>
                  <a:gd name="T8" fmla="*/ 6 w 9"/>
                  <a:gd name="T9" fmla="*/ 0 h 21"/>
                  <a:gd name="T10" fmla="*/ 5 w 9"/>
                  <a:gd name="T11" fmla="*/ 0 h 21"/>
                  <a:gd name="T12" fmla="*/ 3 w 9"/>
                  <a:gd name="T13" fmla="*/ 0 h 21"/>
                  <a:gd name="T14" fmla="*/ 2 w 9"/>
                  <a:gd name="T15" fmla="*/ 2 h 21"/>
                  <a:gd name="T16" fmla="*/ 0 w 9"/>
                  <a:gd name="T17" fmla="*/ 3 h 21"/>
                  <a:gd name="T18" fmla="*/ 0 w 9"/>
                  <a:gd name="T19" fmla="*/ 17 h 21"/>
                  <a:gd name="T20" fmla="*/ 0 w 9"/>
                  <a:gd name="T21" fmla="*/ 17 h 21"/>
                  <a:gd name="T22" fmla="*/ 2 w 9"/>
                  <a:gd name="T23" fmla="*/ 18 h 21"/>
                  <a:gd name="T24" fmla="*/ 3 w 9"/>
                  <a:gd name="T25" fmla="*/ 20 h 21"/>
                  <a:gd name="T26" fmla="*/ 5 w 9"/>
                  <a:gd name="T27" fmla="*/ 21 h 21"/>
                  <a:gd name="T28" fmla="*/ 5 w 9"/>
                  <a:gd name="T29" fmla="*/ 21 h 21"/>
                  <a:gd name="T30" fmla="*/ 6 w 9"/>
                  <a:gd name="T31" fmla="*/ 20 h 21"/>
                  <a:gd name="T32" fmla="*/ 8 w 9"/>
                  <a:gd name="T33" fmla="*/ 18 h 21"/>
                  <a:gd name="T34" fmla="*/ 9 w 9"/>
                  <a:gd name="T35" fmla="*/ 18 h 21"/>
                  <a:gd name="T36" fmla="*/ 9 w 9"/>
                  <a:gd name="T37" fmla="*/ 5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21">
                    <a:moveTo>
                      <a:pt x="9" y="5"/>
                    </a:moveTo>
                    <a:lnTo>
                      <a:pt x="9" y="3"/>
                    </a:lnTo>
                    <a:lnTo>
                      <a:pt x="9" y="2"/>
                    </a:lnTo>
                    <a:lnTo>
                      <a:pt x="8" y="0"/>
                    </a:lnTo>
                    <a:lnTo>
                      <a:pt x="6" y="0"/>
                    </a:lnTo>
                    <a:lnTo>
                      <a:pt x="5" y="0"/>
                    </a:lnTo>
                    <a:lnTo>
                      <a:pt x="3" y="0"/>
                    </a:lnTo>
                    <a:lnTo>
                      <a:pt x="2" y="2"/>
                    </a:lnTo>
                    <a:lnTo>
                      <a:pt x="0" y="3"/>
                    </a:lnTo>
                    <a:lnTo>
                      <a:pt x="0" y="17"/>
                    </a:lnTo>
                    <a:lnTo>
                      <a:pt x="0" y="17"/>
                    </a:lnTo>
                    <a:lnTo>
                      <a:pt x="2" y="18"/>
                    </a:lnTo>
                    <a:lnTo>
                      <a:pt x="3" y="20"/>
                    </a:lnTo>
                    <a:lnTo>
                      <a:pt x="5" y="21"/>
                    </a:lnTo>
                    <a:lnTo>
                      <a:pt x="5" y="21"/>
                    </a:lnTo>
                    <a:lnTo>
                      <a:pt x="6" y="20"/>
                    </a:lnTo>
                    <a:lnTo>
                      <a:pt x="8" y="18"/>
                    </a:lnTo>
                    <a:lnTo>
                      <a:pt x="9" y="18"/>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50203" name="Group 220"/>
            <p:cNvGrpSpPr>
              <a:grpSpLocks/>
            </p:cNvGrpSpPr>
            <p:nvPr/>
          </p:nvGrpSpPr>
          <p:grpSpPr bwMode="auto">
            <a:xfrm>
              <a:off x="2030" y="2489"/>
              <a:ext cx="1807" cy="96"/>
              <a:chOff x="3922" y="3067"/>
              <a:chExt cx="897" cy="65"/>
            </a:xfrm>
          </p:grpSpPr>
          <p:sp>
            <p:nvSpPr>
              <p:cNvPr id="555229" name="Line 221"/>
              <p:cNvSpPr>
                <a:spLocks noChangeShapeType="1"/>
              </p:cNvSpPr>
              <p:nvPr/>
            </p:nvSpPr>
            <p:spPr bwMode="auto">
              <a:xfrm flipH="1">
                <a:off x="4016" y="3099"/>
                <a:ext cx="80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55230" name="Freeform 222"/>
              <p:cNvSpPr>
                <a:spLocks/>
              </p:cNvSpPr>
              <p:nvPr/>
            </p:nvSpPr>
            <p:spPr bwMode="auto">
              <a:xfrm>
                <a:off x="3922" y="3067"/>
                <a:ext cx="99" cy="65"/>
              </a:xfrm>
              <a:custGeom>
                <a:avLst/>
                <a:gdLst>
                  <a:gd name="T0" fmla="*/ 99 w 99"/>
                  <a:gd name="T1" fmla="*/ 0 h 65"/>
                  <a:gd name="T2" fmla="*/ 0 w 99"/>
                  <a:gd name="T3" fmla="*/ 34 h 65"/>
                  <a:gd name="T4" fmla="*/ 99 w 99"/>
                  <a:gd name="T5" fmla="*/ 65 h 65"/>
                  <a:gd name="T6" fmla="*/ 99 w 99"/>
                  <a:gd name="T7" fmla="*/ 0 h 65"/>
                </a:gdLst>
                <a:ahLst/>
                <a:cxnLst>
                  <a:cxn ang="0">
                    <a:pos x="T0" y="T1"/>
                  </a:cxn>
                  <a:cxn ang="0">
                    <a:pos x="T2" y="T3"/>
                  </a:cxn>
                  <a:cxn ang="0">
                    <a:pos x="T4" y="T5"/>
                  </a:cxn>
                  <a:cxn ang="0">
                    <a:pos x="T6" y="T7"/>
                  </a:cxn>
                </a:cxnLst>
                <a:rect l="0" t="0" r="r" b="b"/>
                <a:pathLst>
                  <a:path w="99" h="65">
                    <a:moveTo>
                      <a:pt x="99" y="0"/>
                    </a:moveTo>
                    <a:lnTo>
                      <a:pt x="0" y="34"/>
                    </a:lnTo>
                    <a:lnTo>
                      <a:pt x="99" y="65"/>
                    </a:lnTo>
                    <a:lnTo>
                      <a:pt x="9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50204" name="Group 223"/>
            <p:cNvGrpSpPr>
              <a:grpSpLocks/>
            </p:cNvGrpSpPr>
            <p:nvPr/>
          </p:nvGrpSpPr>
          <p:grpSpPr bwMode="auto">
            <a:xfrm>
              <a:off x="2030" y="1475"/>
              <a:ext cx="1583" cy="96"/>
              <a:chOff x="3922" y="2378"/>
              <a:chExt cx="786" cy="65"/>
            </a:xfrm>
          </p:grpSpPr>
          <p:sp>
            <p:nvSpPr>
              <p:cNvPr id="555232" name="Line 224"/>
              <p:cNvSpPr>
                <a:spLocks noChangeShapeType="1"/>
              </p:cNvSpPr>
              <p:nvPr/>
            </p:nvSpPr>
            <p:spPr bwMode="auto">
              <a:xfrm>
                <a:off x="3922" y="2410"/>
                <a:ext cx="690"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55233" name="Freeform 225"/>
              <p:cNvSpPr>
                <a:spLocks/>
              </p:cNvSpPr>
              <p:nvPr/>
            </p:nvSpPr>
            <p:spPr bwMode="auto">
              <a:xfrm>
                <a:off x="4609" y="2378"/>
                <a:ext cx="99" cy="65"/>
              </a:xfrm>
              <a:custGeom>
                <a:avLst/>
                <a:gdLst>
                  <a:gd name="T0" fmla="*/ 0 w 99"/>
                  <a:gd name="T1" fmla="*/ 65 h 65"/>
                  <a:gd name="T2" fmla="*/ 99 w 99"/>
                  <a:gd name="T3" fmla="*/ 32 h 65"/>
                  <a:gd name="T4" fmla="*/ 0 w 99"/>
                  <a:gd name="T5" fmla="*/ 0 h 65"/>
                  <a:gd name="T6" fmla="*/ 0 w 99"/>
                  <a:gd name="T7" fmla="*/ 65 h 65"/>
                </a:gdLst>
                <a:ahLst/>
                <a:cxnLst>
                  <a:cxn ang="0">
                    <a:pos x="T0" y="T1"/>
                  </a:cxn>
                  <a:cxn ang="0">
                    <a:pos x="T2" y="T3"/>
                  </a:cxn>
                  <a:cxn ang="0">
                    <a:pos x="T4" y="T5"/>
                  </a:cxn>
                  <a:cxn ang="0">
                    <a:pos x="T6" y="T7"/>
                  </a:cxn>
                </a:cxnLst>
                <a:rect l="0" t="0" r="r" b="b"/>
                <a:pathLst>
                  <a:path w="99" h="65">
                    <a:moveTo>
                      <a:pt x="0" y="65"/>
                    </a:moveTo>
                    <a:lnTo>
                      <a:pt x="99" y="32"/>
                    </a:lnTo>
                    <a:lnTo>
                      <a:pt x="0" y="0"/>
                    </a:lnTo>
                    <a:lnTo>
                      <a:pt x="0" y="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sp>
          <p:nvSpPr>
            <p:cNvPr id="555234" name="Freeform 226"/>
            <p:cNvSpPr>
              <a:spLocks/>
            </p:cNvSpPr>
            <p:nvPr/>
          </p:nvSpPr>
          <p:spPr bwMode="auto">
            <a:xfrm>
              <a:off x="1567" y="1082"/>
              <a:ext cx="2733" cy="1756"/>
            </a:xfrm>
            <a:custGeom>
              <a:avLst/>
              <a:gdLst>
                <a:gd name="T0" fmla="*/ 12 w 1357"/>
                <a:gd name="T1" fmla="*/ 0 h 1193"/>
                <a:gd name="T2" fmla="*/ 0 w 1357"/>
                <a:gd name="T3" fmla="*/ 10 h 1193"/>
                <a:gd name="T4" fmla="*/ 78 w 1357"/>
                <a:gd name="T5" fmla="*/ 114 h 1193"/>
                <a:gd name="T6" fmla="*/ 158 w 1357"/>
                <a:gd name="T7" fmla="*/ 217 h 1193"/>
                <a:gd name="T8" fmla="*/ 200 w 1357"/>
                <a:gd name="T9" fmla="*/ 266 h 1193"/>
                <a:gd name="T10" fmla="*/ 244 w 1357"/>
                <a:gd name="T11" fmla="*/ 314 h 1193"/>
                <a:gd name="T12" fmla="*/ 288 w 1357"/>
                <a:gd name="T13" fmla="*/ 359 h 1193"/>
                <a:gd name="T14" fmla="*/ 338 w 1357"/>
                <a:gd name="T15" fmla="*/ 405 h 1193"/>
                <a:gd name="T16" fmla="*/ 342 w 1357"/>
                <a:gd name="T17" fmla="*/ 399 h 1193"/>
                <a:gd name="T18" fmla="*/ 338 w 1357"/>
                <a:gd name="T19" fmla="*/ 405 h 1193"/>
                <a:gd name="T20" fmla="*/ 362 w 1357"/>
                <a:gd name="T21" fmla="*/ 425 h 1193"/>
                <a:gd name="T22" fmla="*/ 387 w 1357"/>
                <a:gd name="T23" fmla="*/ 444 h 1193"/>
                <a:gd name="T24" fmla="*/ 438 w 1357"/>
                <a:gd name="T25" fmla="*/ 481 h 1193"/>
                <a:gd name="T26" fmla="*/ 492 w 1357"/>
                <a:gd name="T27" fmla="*/ 514 h 1193"/>
                <a:gd name="T28" fmla="*/ 547 w 1357"/>
                <a:gd name="T29" fmla="*/ 546 h 1193"/>
                <a:gd name="T30" fmla="*/ 604 w 1357"/>
                <a:gd name="T31" fmla="*/ 579 h 1193"/>
                <a:gd name="T32" fmla="*/ 662 w 1357"/>
                <a:gd name="T33" fmla="*/ 614 h 1193"/>
                <a:gd name="T34" fmla="*/ 723 w 1357"/>
                <a:gd name="T35" fmla="*/ 655 h 1193"/>
                <a:gd name="T36" fmla="*/ 753 w 1357"/>
                <a:gd name="T37" fmla="*/ 676 h 1193"/>
                <a:gd name="T38" fmla="*/ 786 w 1357"/>
                <a:gd name="T39" fmla="*/ 700 h 1193"/>
                <a:gd name="T40" fmla="*/ 849 w 1357"/>
                <a:gd name="T41" fmla="*/ 752 h 1193"/>
                <a:gd name="T42" fmla="*/ 916 w 1357"/>
                <a:gd name="T43" fmla="*/ 806 h 1193"/>
                <a:gd name="T44" fmla="*/ 985 w 1357"/>
                <a:gd name="T45" fmla="*/ 865 h 1193"/>
                <a:gd name="T46" fmla="*/ 1055 w 1357"/>
                <a:gd name="T47" fmla="*/ 927 h 1193"/>
                <a:gd name="T48" fmla="*/ 1127 w 1357"/>
                <a:gd name="T49" fmla="*/ 991 h 1193"/>
                <a:gd name="T50" fmla="*/ 1198 w 1357"/>
                <a:gd name="T51" fmla="*/ 1058 h 1193"/>
                <a:gd name="T52" fmla="*/ 1346 w 1357"/>
                <a:gd name="T53" fmla="*/ 1193 h 1193"/>
                <a:gd name="T54" fmla="*/ 1357 w 1357"/>
                <a:gd name="T55" fmla="*/ 1182 h 1193"/>
                <a:gd name="T56" fmla="*/ 1209 w 1357"/>
                <a:gd name="T57" fmla="*/ 1047 h 1193"/>
                <a:gd name="T58" fmla="*/ 1137 w 1357"/>
                <a:gd name="T59" fmla="*/ 980 h 1193"/>
                <a:gd name="T60" fmla="*/ 1065 w 1357"/>
                <a:gd name="T61" fmla="*/ 917 h 1193"/>
                <a:gd name="T62" fmla="*/ 995 w 1357"/>
                <a:gd name="T63" fmla="*/ 855 h 1193"/>
                <a:gd name="T64" fmla="*/ 926 w 1357"/>
                <a:gd name="T65" fmla="*/ 796 h 1193"/>
                <a:gd name="T66" fmla="*/ 859 w 1357"/>
                <a:gd name="T67" fmla="*/ 741 h 1193"/>
                <a:gd name="T68" fmla="*/ 795 w 1357"/>
                <a:gd name="T69" fmla="*/ 688 h 1193"/>
                <a:gd name="T70" fmla="*/ 764 w 1357"/>
                <a:gd name="T71" fmla="*/ 665 h 1193"/>
                <a:gd name="T72" fmla="*/ 734 w 1357"/>
                <a:gd name="T73" fmla="*/ 644 h 1193"/>
                <a:gd name="T74" fmla="*/ 672 w 1357"/>
                <a:gd name="T75" fmla="*/ 603 h 1193"/>
                <a:gd name="T76" fmla="*/ 614 w 1357"/>
                <a:gd name="T77" fmla="*/ 568 h 1193"/>
                <a:gd name="T78" fmla="*/ 557 w 1357"/>
                <a:gd name="T79" fmla="*/ 535 h 1193"/>
                <a:gd name="T80" fmla="*/ 502 w 1357"/>
                <a:gd name="T81" fmla="*/ 503 h 1193"/>
                <a:gd name="T82" fmla="*/ 448 w 1357"/>
                <a:gd name="T83" fmla="*/ 470 h 1193"/>
                <a:gd name="T84" fmla="*/ 397 w 1357"/>
                <a:gd name="T85" fmla="*/ 434 h 1193"/>
                <a:gd name="T86" fmla="*/ 372 w 1357"/>
                <a:gd name="T87" fmla="*/ 414 h 1193"/>
                <a:gd name="T88" fmla="*/ 348 w 1357"/>
                <a:gd name="T89" fmla="*/ 394 h 1193"/>
                <a:gd name="T90" fmla="*/ 347 w 1357"/>
                <a:gd name="T91" fmla="*/ 394 h 1193"/>
                <a:gd name="T92" fmla="*/ 299 w 1357"/>
                <a:gd name="T93" fmla="*/ 349 h 1193"/>
                <a:gd name="T94" fmla="*/ 254 w 1357"/>
                <a:gd name="T95" fmla="*/ 303 h 1193"/>
                <a:gd name="T96" fmla="*/ 211 w 1357"/>
                <a:gd name="T97" fmla="*/ 255 h 1193"/>
                <a:gd name="T98" fmla="*/ 169 w 1357"/>
                <a:gd name="T99" fmla="*/ 206 h 1193"/>
                <a:gd name="T100" fmla="*/ 88 w 1357"/>
                <a:gd name="T101" fmla="*/ 103 h 1193"/>
                <a:gd name="T102" fmla="*/ 12 w 1357"/>
                <a:gd name="T103" fmla="*/ 0 h 1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57" h="1193">
                  <a:moveTo>
                    <a:pt x="12" y="0"/>
                  </a:moveTo>
                  <a:lnTo>
                    <a:pt x="0" y="10"/>
                  </a:lnTo>
                  <a:lnTo>
                    <a:pt x="78" y="114"/>
                  </a:lnTo>
                  <a:lnTo>
                    <a:pt x="158" y="217"/>
                  </a:lnTo>
                  <a:lnTo>
                    <a:pt x="200" y="266"/>
                  </a:lnTo>
                  <a:lnTo>
                    <a:pt x="244" y="314"/>
                  </a:lnTo>
                  <a:lnTo>
                    <a:pt x="288" y="359"/>
                  </a:lnTo>
                  <a:lnTo>
                    <a:pt x="338" y="405"/>
                  </a:lnTo>
                  <a:lnTo>
                    <a:pt x="342" y="399"/>
                  </a:lnTo>
                  <a:lnTo>
                    <a:pt x="338" y="405"/>
                  </a:lnTo>
                  <a:lnTo>
                    <a:pt x="362" y="425"/>
                  </a:lnTo>
                  <a:lnTo>
                    <a:pt x="387" y="444"/>
                  </a:lnTo>
                  <a:lnTo>
                    <a:pt x="438" y="481"/>
                  </a:lnTo>
                  <a:lnTo>
                    <a:pt x="492" y="514"/>
                  </a:lnTo>
                  <a:lnTo>
                    <a:pt x="547" y="546"/>
                  </a:lnTo>
                  <a:lnTo>
                    <a:pt x="604" y="579"/>
                  </a:lnTo>
                  <a:lnTo>
                    <a:pt x="662" y="614"/>
                  </a:lnTo>
                  <a:lnTo>
                    <a:pt x="723" y="655"/>
                  </a:lnTo>
                  <a:lnTo>
                    <a:pt x="753" y="676"/>
                  </a:lnTo>
                  <a:lnTo>
                    <a:pt x="786" y="700"/>
                  </a:lnTo>
                  <a:lnTo>
                    <a:pt x="849" y="752"/>
                  </a:lnTo>
                  <a:lnTo>
                    <a:pt x="916" y="806"/>
                  </a:lnTo>
                  <a:lnTo>
                    <a:pt x="985" y="865"/>
                  </a:lnTo>
                  <a:lnTo>
                    <a:pt x="1055" y="927"/>
                  </a:lnTo>
                  <a:lnTo>
                    <a:pt x="1127" y="991"/>
                  </a:lnTo>
                  <a:lnTo>
                    <a:pt x="1198" y="1058"/>
                  </a:lnTo>
                  <a:lnTo>
                    <a:pt x="1346" y="1193"/>
                  </a:lnTo>
                  <a:lnTo>
                    <a:pt x="1357" y="1182"/>
                  </a:lnTo>
                  <a:lnTo>
                    <a:pt x="1209" y="1047"/>
                  </a:lnTo>
                  <a:lnTo>
                    <a:pt x="1137" y="980"/>
                  </a:lnTo>
                  <a:lnTo>
                    <a:pt x="1065" y="917"/>
                  </a:lnTo>
                  <a:lnTo>
                    <a:pt x="995" y="855"/>
                  </a:lnTo>
                  <a:lnTo>
                    <a:pt x="926" y="796"/>
                  </a:lnTo>
                  <a:lnTo>
                    <a:pt x="859" y="741"/>
                  </a:lnTo>
                  <a:lnTo>
                    <a:pt x="795" y="688"/>
                  </a:lnTo>
                  <a:lnTo>
                    <a:pt x="764" y="665"/>
                  </a:lnTo>
                  <a:lnTo>
                    <a:pt x="734" y="644"/>
                  </a:lnTo>
                  <a:lnTo>
                    <a:pt x="672" y="603"/>
                  </a:lnTo>
                  <a:lnTo>
                    <a:pt x="614" y="568"/>
                  </a:lnTo>
                  <a:lnTo>
                    <a:pt x="557" y="535"/>
                  </a:lnTo>
                  <a:lnTo>
                    <a:pt x="502" y="503"/>
                  </a:lnTo>
                  <a:lnTo>
                    <a:pt x="448" y="470"/>
                  </a:lnTo>
                  <a:lnTo>
                    <a:pt x="397" y="434"/>
                  </a:lnTo>
                  <a:lnTo>
                    <a:pt x="372" y="414"/>
                  </a:lnTo>
                  <a:lnTo>
                    <a:pt x="348" y="394"/>
                  </a:lnTo>
                  <a:lnTo>
                    <a:pt x="347" y="394"/>
                  </a:lnTo>
                  <a:lnTo>
                    <a:pt x="299" y="349"/>
                  </a:lnTo>
                  <a:lnTo>
                    <a:pt x="254" y="303"/>
                  </a:lnTo>
                  <a:lnTo>
                    <a:pt x="211" y="255"/>
                  </a:lnTo>
                  <a:lnTo>
                    <a:pt x="169" y="206"/>
                  </a:lnTo>
                  <a:lnTo>
                    <a:pt x="88" y="103"/>
                  </a:lnTo>
                  <a:lnTo>
                    <a:pt x="1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nvGrpSpPr>
            <p:cNvPr id="50206" name="Group 227"/>
            <p:cNvGrpSpPr>
              <a:grpSpLocks/>
            </p:cNvGrpSpPr>
            <p:nvPr/>
          </p:nvGrpSpPr>
          <p:grpSpPr bwMode="auto">
            <a:xfrm>
              <a:off x="3547" y="1522"/>
              <a:ext cx="129" cy="870"/>
              <a:chOff x="4675" y="2410"/>
              <a:chExt cx="64" cy="591"/>
            </a:xfrm>
          </p:grpSpPr>
          <p:sp>
            <p:nvSpPr>
              <p:cNvPr id="555236" name="Line 228"/>
              <p:cNvSpPr>
                <a:spLocks noChangeShapeType="1"/>
              </p:cNvSpPr>
              <p:nvPr/>
            </p:nvSpPr>
            <p:spPr bwMode="auto">
              <a:xfrm>
                <a:off x="4707" y="2410"/>
                <a:ext cx="1" cy="49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55237" name="Freeform 229"/>
              <p:cNvSpPr>
                <a:spLocks/>
              </p:cNvSpPr>
              <p:nvPr/>
            </p:nvSpPr>
            <p:spPr bwMode="auto">
              <a:xfrm>
                <a:off x="4675" y="2902"/>
                <a:ext cx="64" cy="99"/>
              </a:xfrm>
              <a:custGeom>
                <a:avLst/>
                <a:gdLst>
                  <a:gd name="T0" fmla="*/ 0 w 64"/>
                  <a:gd name="T1" fmla="*/ 0 h 99"/>
                  <a:gd name="T2" fmla="*/ 33 w 64"/>
                  <a:gd name="T3" fmla="*/ 99 h 99"/>
                  <a:gd name="T4" fmla="*/ 64 w 64"/>
                  <a:gd name="T5" fmla="*/ 0 h 99"/>
                  <a:gd name="T6" fmla="*/ 0 w 64"/>
                  <a:gd name="T7" fmla="*/ 0 h 99"/>
                </a:gdLst>
                <a:ahLst/>
                <a:cxnLst>
                  <a:cxn ang="0">
                    <a:pos x="T0" y="T1"/>
                  </a:cxn>
                  <a:cxn ang="0">
                    <a:pos x="T2" y="T3"/>
                  </a:cxn>
                  <a:cxn ang="0">
                    <a:pos x="T4" y="T5"/>
                  </a:cxn>
                  <a:cxn ang="0">
                    <a:pos x="T6" y="T7"/>
                  </a:cxn>
                </a:cxnLst>
                <a:rect l="0" t="0" r="r" b="b"/>
                <a:pathLst>
                  <a:path w="64" h="99">
                    <a:moveTo>
                      <a:pt x="0" y="0"/>
                    </a:moveTo>
                    <a:lnTo>
                      <a:pt x="33" y="99"/>
                    </a:lnTo>
                    <a:lnTo>
                      <a:pt x="6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50207" name="Group 230"/>
            <p:cNvGrpSpPr>
              <a:grpSpLocks/>
            </p:cNvGrpSpPr>
            <p:nvPr/>
          </p:nvGrpSpPr>
          <p:grpSpPr bwMode="auto">
            <a:xfrm>
              <a:off x="3601" y="2385"/>
              <a:ext cx="18" cy="723"/>
              <a:chOff x="4702" y="2996"/>
              <a:chExt cx="9" cy="491"/>
            </a:xfrm>
          </p:grpSpPr>
          <p:sp>
            <p:nvSpPr>
              <p:cNvPr id="555239" name="Freeform 231"/>
              <p:cNvSpPr>
                <a:spLocks/>
              </p:cNvSpPr>
              <p:nvPr/>
            </p:nvSpPr>
            <p:spPr bwMode="auto">
              <a:xfrm>
                <a:off x="4702" y="2996"/>
                <a:ext cx="9" cy="45"/>
              </a:xfrm>
              <a:custGeom>
                <a:avLst/>
                <a:gdLst>
                  <a:gd name="T0" fmla="*/ 9 w 9"/>
                  <a:gd name="T1" fmla="*/ 6 h 45"/>
                  <a:gd name="T2" fmla="*/ 9 w 9"/>
                  <a:gd name="T3" fmla="*/ 5 h 45"/>
                  <a:gd name="T4" fmla="*/ 8 w 9"/>
                  <a:gd name="T5" fmla="*/ 3 h 45"/>
                  <a:gd name="T6" fmla="*/ 6 w 9"/>
                  <a:gd name="T7" fmla="*/ 2 h 45"/>
                  <a:gd name="T8" fmla="*/ 5 w 9"/>
                  <a:gd name="T9" fmla="*/ 0 h 45"/>
                  <a:gd name="T10" fmla="*/ 5 w 9"/>
                  <a:gd name="T11" fmla="*/ 0 h 45"/>
                  <a:gd name="T12" fmla="*/ 3 w 9"/>
                  <a:gd name="T13" fmla="*/ 2 h 45"/>
                  <a:gd name="T14" fmla="*/ 2 w 9"/>
                  <a:gd name="T15" fmla="*/ 3 h 45"/>
                  <a:gd name="T16" fmla="*/ 0 w 9"/>
                  <a:gd name="T17" fmla="*/ 5 h 45"/>
                  <a:gd name="T18" fmla="*/ 0 w 9"/>
                  <a:gd name="T19" fmla="*/ 39 h 45"/>
                  <a:gd name="T20" fmla="*/ 0 w 9"/>
                  <a:gd name="T21" fmla="*/ 41 h 45"/>
                  <a:gd name="T22" fmla="*/ 2 w 9"/>
                  <a:gd name="T23" fmla="*/ 42 h 45"/>
                  <a:gd name="T24" fmla="*/ 3 w 9"/>
                  <a:gd name="T25" fmla="*/ 44 h 45"/>
                  <a:gd name="T26" fmla="*/ 5 w 9"/>
                  <a:gd name="T27" fmla="*/ 45 h 45"/>
                  <a:gd name="T28" fmla="*/ 6 w 9"/>
                  <a:gd name="T29" fmla="*/ 45 h 45"/>
                  <a:gd name="T30" fmla="*/ 8 w 9"/>
                  <a:gd name="T31" fmla="*/ 44 h 45"/>
                  <a:gd name="T32" fmla="*/ 9 w 9"/>
                  <a:gd name="T33" fmla="*/ 42 h 45"/>
                  <a:gd name="T34" fmla="*/ 9 w 9"/>
                  <a:gd name="T35" fmla="*/ 41 h 45"/>
                  <a:gd name="T36" fmla="*/ 9 w 9"/>
                  <a:gd name="T37" fmla="*/ 6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6"/>
                    </a:moveTo>
                    <a:lnTo>
                      <a:pt x="9" y="5"/>
                    </a:lnTo>
                    <a:lnTo>
                      <a:pt x="8" y="3"/>
                    </a:lnTo>
                    <a:lnTo>
                      <a:pt x="6" y="2"/>
                    </a:lnTo>
                    <a:lnTo>
                      <a:pt x="5" y="0"/>
                    </a:lnTo>
                    <a:lnTo>
                      <a:pt x="5" y="0"/>
                    </a:lnTo>
                    <a:lnTo>
                      <a:pt x="3" y="2"/>
                    </a:lnTo>
                    <a:lnTo>
                      <a:pt x="2" y="3"/>
                    </a:lnTo>
                    <a:lnTo>
                      <a:pt x="0" y="5"/>
                    </a:lnTo>
                    <a:lnTo>
                      <a:pt x="0" y="39"/>
                    </a:lnTo>
                    <a:lnTo>
                      <a:pt x="0" y="41"/>
                    </a:lnTo>
                    <a:lnTo>
                      <a:pt x="2" y="42"/>
                    </a:lnTo>
                    <a:lnTo>
                      <a:pt x="3" y="44"/>
                    </a:lnTo>
                    <a:lnTo>
                      <a:pt x="5" y="45"/>
                    </a:lnTo>
                    <a:lnTo>
                      <a:pt x="6" y="45"/>
                    </a:lnTo>
                    <a:lnTo>
                      <a:pt x="8" y="44"/>
                    </a:lnTo>
                    <a:lnTo>
                      <a:pt x="9" y="42"/>
                    </a:lnTo>
                    <a:lnTo>
                      <a:pt x="9" y="41"/>
                    </a:ln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40" name="Freeform 232"/>
              <p:cNvSpPr>
                <a:spLocks/>
              </p:cNvSpPr>
              <p:nvPr/>
            </p:nvSpPr>
            <p:spPr bwMode="auto">
              <a:xfrm>
                <a:off x="4702" y="3060"/>
                <a:ext cx="9" cy="46"/>
              </a:xfrm>
              <a:custGeom>
                <a:avLst/>
                <a:gdLst>
                  <a:gd name="T0" fmla="*/ 9 w 9"/>
                  <a:gd name="T1" fmla="*/ 4 h 45"/>
                  <a:gd name="T2" fmla="*/ 9 w 9"/>
                  <a:gd name="T3" fmla="*/ 3 h 45"/>
                  <a:gd name="T4" fmla="*/ 9 w 9"/>
                  <a:gd name="T5" fmla="*/ 1 h 45"/>
                  <a:gd name="T6" fmla="*/ 8 w 9"/>
                  <a:gd name="T7" fmla="*/ 0 h 45"/>
                  <a:gd name="T8" fmla="*/ 6 w 9"/>
                  <a:gd name="T9" fmla="*/ 0 h 45"/>
                  <a:gd name="T10" fmla="*/ 5 w 9"/>
                  <a:gd name="T11" fmla="*/ 0 h 45"/>
                  <a:gd name="T12" fmla="*/ 3 w 9"/>
                  <a:gd name="T13" fmla="*/ 0 h 45"/>
                  <a:gd name="T14" fmla="*/ 2 w 9"/>
                  <a:gd name="T15" fmla="*/ 1 h 45"/>
                  <a:gd name="T16" fmla="*/ 0 w 9"/>
                  <a:gd name="T17" fmla="*/ 3 h 45"/>
                  <a:gd name="T18" fmla="*/ 0 w 9"/>
                  <a:gd name="T19" fmla="*/ 39 h 45"/>
                  <a:gd name="T20" fmla="*/ 0 w 9"/>
                  <a:gd name="T21" fmla="*/ 41 h 45"/>
                  <a:gd name="T22" fmla="*/ 2 w 9"/>
                  <a:gd name="T23" fmla="*/ 42 h 45"/>
                  <a:gd name="T24" fmla="*/ 3 w 9"/>
                  <a:gd name="T25" fmla="*/ 44 h 45"/>
                  <a:gd name="T26" fmla="*/ 5 w 9"/>
                  <a:gd name="T27" fmla="*/ 45 h 45"/>
                  <a:gd name="T28" fmla="*/ 6 w 9"/>
                  <a:gd name="T29" fmla="*/ 45 h 45"/>
                  <a:gd name="T30" fmla="*/ 8 w 9"/>
                  <a:gd name="T31" fmla="*/ 44 h 45"/>
                  <a:gd name="T32" fmla="*/ 9 w 9"/>
                  <a:gd name="T33" fmla="*/ 42 h 45"/>
                  <a:gd name="T34" fmla="*/ 9 w 9"/>
                  <a:gd name="T35" fmla="*/ 41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8" y="0"/>
                    </a:lnTo>
                    <a:lnTo>
                      <a:pt x="6" y="0"/>
                    </a:lnTo>
                    <a:lnTo>
                      <a:pt x="5" y="0"/>
                    </a:lnTo>
                    <a:lnTo>
                      <a:pt x="3" y="0"/>
                    </a:lnTo>
                    <a:lnTo>
                      <a:pt x="2" y="1"/>
                    </a:lnTo>
                    <a:lnTo>
                      <a:pt x="0" y="3"/>
                    </a:lnTo>
                    <a:lnTo>
                      <a:pt x="0" y="39"/>
                    </a:lnTo>
                    <a:lnTo>
                      <a:pt x="0" y="41"/>
                    </a:lnTo>
                    <a:lnTo>
                      <a:pt x="2" y="42"/>
                    </a:lnTo>
                    <a:lnTo>
                      <a:pt x="3" y="44"/>
                    </a:lnTo>
                    <a:lnTo>
                      <a:pt x="5" y="45"/>
                    </a:lnTo>
                    <a:lnTo>
                      <a:pt x="6" y="45"/>
                    </a:lnTo>
                    <a:lnTo>
                      <a:pt x="8" y="44"/>
                    </a:lnTo>
                    <a:lnTo>
                      <a:pt x="9" y="42"/>
                    </a:lnTo>
                    <a:lnTo>
                      <a:pt x="9" y="41"/>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41" name="Freeform 233"/>
              <p:cNvSpPr>
                <a:spLocks/>
              </p:cNvSpPr>
              <p:nvPr/>
            </p:nvSpPr>
            <p:spPr bwMode="auto">
              <a:xfrm>
                <a:off x="4702" y="3123"/>
                <a:ext cx="9" cy="46"/>
              </a:xfrm>
              <a:custGeom>
                <a:avLst/>
                <a:gdLst>
                  <a:gd name="T0" fmla="*/ 9 w 9"/>
                  <a:gd name="T1" fmla="*/ 5 h 46"/>
                  <a:gd name="T2" fmla="*/ 9 w 9"/>
                  <a:gd name="T3" fmla="*/ 3 h 46"/>
                  <a:gd name="T4" fmla="*/ 9 w 9"/>
                  <a:gd name="T5" fmla="*/ 2 h 46"/>
                  <a:gd name="T6" fmla="*/ 8 w 9"/>
                  <a:gd name="T7" fmla="*/ 0 h 46"/>
                  <a:gd name="T8" fmla="*/ 6 w 9"/>
                  <a:gd name="T9" fmla="*/ 0 h 46"/>
                  <a:gd name="T10" fmla="*/ 5 w 9"/>
                  <a:gd name="T11" fmla="*/ 0 h 46"/>
                  <a:gd name="T12" fmla="*/ 3 w 9"/>
                  <a:gd name="T13" fmla="*/ 0 h 46"/>
                  <a:gd name="T14" fmla="*/ 2 w 9"/>
                  <a:gd name="T15" fmla="*/ 2 h 46"/>
                  <a:gd name="T16" fmla="*/ 0 w 9"/>
                  <a:gd name="T17" fmla="*/ 3 h 46"/>
                  <a:gd name="T18" fmla="*/ 0 w 9"/>
                  <a:gd name="T19" fmla="*/ 40 h 46"/>
                  <a:gd name="T20" fmla="*/ 0 w 9"/>
                  <a:gd name="T21" fmla="*/ 41 h 46"/>
                  <a:gd name="T22" fmla="*/ 2 w 9"/>
                  <a:gd name="T23" fmla="*/ 43 h 46"/>
                  <a:gd name="T24" fmla="*/ 3 w 9"/>
                  <a:gd name="T25" fmla="*/ 44 h 46"/>
                  <a:gd name="T26" fmla="*/ 5 w 9"/>
                  <a:gd name="T27" fmla="*/ 46 h 46"/>
                  <a:gd name="T28" fmla="*/ 6 w 9"/>
                  <a:gd name="T29" fmla="*/ 46 h 46"/>
                  <a:gd name="T30" fmla="*/ 8 w 9"/>
                  <a:gd name="T31" fmla="*/ 44 h 46"/>
                  <a:gd name="T32" fmla="*/ 9 w 9"/>
                  <a:gd name="T33" fmla="*/ 43 h 46"/>
                  <a:gd name="T34" fmla="*/ 9 w 9"/>
                  <a:gd name="T35" fmla="*/ 41 h 46"/>
                  <a:gd name="T36" fmla="*/ 9 w 9"/>
                  <a:gd name="T37" fmla="*/ 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5"/>
                    </a:moveTo>
                    <a:lnTo>
                      <a:pt x="9" y="3"/>
                    </a:lnTo>
                    <a:lnTo>
                      <a:pt x="9" y="2"/>
                    </a:lnTo>
                    <a:lnTo>
                      <a:pt x="8" y="0"/>
                    </a:lnTo>
                    <a:lnTo>
                      <a:pt x="6" y="0"/>
                    </a:lnTo>
                    <a:lnTo>
                      <a:pt x="5" y="0"/>
                    </a:lnTo>
                    <a:lnTo>
                      <a:pt x="3" y="0"/>
                    </a:lnTo>
                    <a:lnTo>
                      <a:pt x="2" y="2"/>
                    </a:lnTo>
                    <a:lnTo>
                      <a:pt x="0" y="3"/>
                    </a:lnTo>
                    <a:lnTo>
                      <a:pt x="0" y="40"/>
                    </a:lnTo>
                    <a:lnTo>
                      <a:pt x="0" y="41"/>
                    </a:lnTo>
                    <a:lnTo>
                      <a:pt x="2" y="43"/>
                    </a:lnTo>
                    <a:lnTo>
                      <a:pt x="3" y="44"/>
                    </a:lnTo>
                    <a:lnTo>
                      <a:pt x="5" y="46"/>
                    </a:lnTo>
                    <a:lnTo>
                      <a:pt x="6" y="46"/>
                    </a:lnTo>
                    <a:lnTo>
                      <a:pt x="8" y="44"/>
                    </a:lnTo>
                    <a:lnTo>
                      <a:pt x="9" y="43"/>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42" name="Freeform 234"/>
              <p:cNvSpPr>
                <a:spLocks/>
              </p:cNvSpPr>
              <p:nvPr/>
            </p:nvSpPr>
            <p:spPr bwMode="auto">
              <a:xfrm>
                <a:off x="4702" y="3187"/>
                <a:ext cx="9" cy="46"/>
              </a:xfrm>
              <a:custGeom>
                <a:avLst/>
                <a:gdLst>
                  <a:gd name="T0" fmla="*/ 9 w 9"/>
                  <a:gd name="T1" fmla="*/ 4 h 45"/>
                  <a:gd name="T2" fmla="*/ 9 w 9"/>
                  <a:gd name="T3" fmla="*/ 3 h 45"/>
                  <a:gd name="T4" fmla="*/ 9 w 9"/>
                  <a:gd name="T5" fmla="*/ 1 h 45"/>
                  <a:gd name="T6" fmla="*/ 8 w 9"/>
                  <a:gd name="T7" fmla="*/ 0 h 45"/>
                  <a:gd name="T8" fmla="*/ 6 w 9"/>
                  <a:gd name="T9" fmla="*/ 0 h 45"/>
                  <a:gd name="T10" fmla="*/ 5 w 9"/>
                  <a:gd name="T11" fmla="*/ 0 h 45"/>
                  <a:gd name="T12" fmla="*/ 3 w 9"/>
                  <a:gd name="T13" fmla="*/ 0 h 45"/>
                  <a:gd name="T14" fmla="*/ 2 w 9"/>
                  <a:gd name="T15" fmla="*/ 1 h 45"/>
                  <a:gd name="T16" fmla="*/ 0 w 9"/>
                  <a:gd name="T17" fmla="*/ 3 h 45"/>
                  <a:gd name="T18" fmla="*/ 0 w 9"/>
                  <a:gd name="T19" fmla="*/ 39 h 45"/>
                  <a:gd name="T20" fmla="*/ 0 w 9"/>
                  <a:gd name="T21" fmla="*/ 41 h 45"/>
                  <a:gd name="T22" fmla="*/ 2 w 9"/>
                  <a:gd name="T23" fmla="*/ 42 h 45"/>
                  <a:gd name="T24" fmla="*/ 3 w 9"/>
                  <a:gd name="T25" fmla="*/ 44 h 45"/>
                  <a:gd name="T26" fmla="*/ 5 w 9"/>
                  <a:gd name="T27" fmla="*/ 45 h 45"/>
                  <a:gd name="T28" fmla="*/ 6 w 9"/>
                  <a:gd name="T29" fmla="*/ 45 h 45"/>
                  <a:gd name="T30" fmla="*/ 8 w 9"/>
                  <a:gd name="T31" fmla="*/ 44 h 45"/>
                  <a:gd name="T32" fmla="*/ 9 w 9"/>
                  <a:gd name="T33" fmla="*/ 42 h 45"/>
                  <a:gd name="T34" fmla="*/ 9 w 9"/>
                  <a:gd name="T35" fmla="*/ 41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8" y="0"/>
                    </a:lnTo>
                    <a:lnTo>
                      <a:pt x="6" y="0"/>
                    </a:lnTo>
                    <a:lnTo>
                      <a:pt x="5" y="0"/>
                    </a:lnTo>
                    <a:lnTo>
                      <a:pt x="3" y="0"/>
                    </a:lnTo>
                    <a:lnTo>
                      <a:pt x="2" y="1"/>
                    </a:lnTo>
                    <a:lnTo>
                      <a:pt x="0" y="3"/>
                    </a:lnTo>
                    <a:lnTo>
                      <a:pt x="0" y="39"/>
                    </a:lnTo>
                    <a:lnTo>
                      <a:pt x="0" y="41"/>
                    </a:lnTo>
                    <a:lnTo>
                      <a:pt x="2" y="42"/>
                    </a:lnTo>
                    <a:lnTo>
                      <a:pt x="3" y="44"/>
                    </a:lnTo>
                    <a:lnTo>
                      <a:pt x="5" y="45"/>
                    </a:lnTo>
                    <a:lnTo>
                      <a:pt x="6" y="45"/>
                    </a:lnTo>
                    <a:lnTo>
                      <a:pt x="8" y="44"/>
                    </a:lnTo>
                    <a:lnTo>
                      <a:pt x="9" y="42"/>
                    </a:lnTo>
                    <a:lnTo>
                      <a:pt x="9" y="41"/>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43" name="Freeform 235"/>
              <p:cNvSpPr>
                <a:spLocks/>
              </p:cNvSpPr>
              <p:nvPr/>
            </p:nvSpPr>
            <p:spPr bwMode="auto">
              <a:xfrm>
                <a:off x="4702" y="3251"/>
                <a:ext cx="9" cy="46"/>
              </a:xfrm>
              <a:custGeom>
                <a:avLst/>
                <a:gdLst>
                  <a:gd name="T0" fmla="*/ 9 w 9"/>
                  <a:gd name="T1" fmla="*/ 4 h 45"/>
                  <a:gd name="T2" fmla="*/ 9 w 9"/>
                  <a:gd name="T3" fmla="*/ 3 h 45"/>
                  <a:gd name="T4" fmla="*/ 9 w 9"/>
                  <a:gd name="T5" fmla="*/ 1 h 45"/>
                  <a:gd name="T6" fmla="*/ 8 w 9"/>
                  <a:gd name="T7" fmla="*/ 0 h 45"/>
                  <a:gd name="T8" fmla="*/ 6 w 9"/>
                  <a:gd name="T9" fmla="*/ 0 h 45"/>
                  <a:gd name="T10" fmla="*/ 5 w 9"/>
                  <a:gd name="T11" fmla="*/ 0 h 45"/>
                  <a:gd name="T12" fmla="*/ 3 w 9"/>
                  <a:gd name="T13" fmla="*/ 0 h 45"/>
                  <a:gd name="T14" fmla="*/ 2 w 9"/>
                  <a:gd name="T15" fmla="*/ 1 h 45"/>
                  <a:gd name="T16" fmla="*/ 0 w 9"/>
                  <a:gd name="T17" fmla="*/ 3 h 45"/>
                  <a:gd name="T18" fmla="*/ 0 w 9"/>
                  <a:gd name="T19" fmla="*/ 39 h 45"/>
                  <a:gd name="T20" fmla="*/ 0 w 9"/>
                  <a:gd name="T21" fmla="*/ 40 h 45"/>
                  <a:gd name="T22" fmla="*/ 2 w 9"/>
                  <a:gd name="T23" fmla="*/ 42 h 45"/>
                  <a:gd name="T24" fmla="*/ 3 w 9"/>
                  <a:gd name="T25" fmla="*/ 43 h 45"/>
                  <a:gd name="T26" fmla="*/ 5 w 9"/>
                  <a:gd name="T27" fmla="*/ 45 h 45"/>
                  <a:gd name="T28" fmla="*/ 6 w 9"/>
                  <a:gd name="T29" fmla="*/ 45 h 45"/>
                  <a:gd name="T30" fmla="*/ 8 w 9"/>
                  <a:gd name="T31" fmla="*/ 43 h 45"/>
                  <a:gd name="T32" fmla="*/ 9 w 9"/>
                  <a:gd name="T33" fmla="*/ 42 h 45"/>
                  <a:gd name="T34" fmla="*/ 9 w 9"/>
                  <a:gd name="T35" fmla="*/ 40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8" y="0"/>
                    </a:lnTo>
                    <a:lnTo>
                      <a:pt x="6" y="0"/>
                    </a:lnTo>
                    <a:lnTo>
                      <a:pt x="5" y="0"/>
                    </a:lnTo>
                    <a:lnTo>
                      <a:pt x="3" y="0"/>
                    </a:lnTo>
                    <a:lnTo>
                      <a:pt x="2" y="1"/>
                    </a:lnTo>
                    <a:lnTo>
                      <a:pt x="0" y="3"/>
                    </a:lnTo>
                    <a:lnTo>
                      <a:pt x="0" y="39"/>
                    </a:lnTo>
                    <a:lnTo>
                      <a:pt x="0" y="40"/>
                    </a:lnTo>
                    <a:lnTo>
                      <a:pt x="2" y="42"/>
                    </a:lnTo>
                    <a:lnTo>
                      <a:pt x="3" y="43"/>
                    </a:lnTo>
                    <a:lnTo>
                      <a:pt x="5" y="45"/>
                    </a:lnTo>
                    <a:lnTo>
                      <a:pt x="6" y="45"/>
                    </a:lnTo>
                    <a:lnTo>
                      <a:pt x="8" y="43"/>
                    </a:lnTo>
                    <a:lnTo>
                      <a:pt x="9" y="42"/>
                    </a:lnTo>
                    <a:lnTo>
                      <a:pt x="9" y="40"/>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44" name="Freeform 236"/>
              <p:cNvSpPr>
                <a:spLocks/>
              </p:cNvSpPr>
              <p:nvPr/>
            </p:nvSpPr>
            <p:spPr bwMode="auto">
              <a:xfrm>
                <a:off x="4702" y="3314"/>
                <a:ext cx="9" cy="46"/>
              </a:xfrm>
              <a:custGeom>
                <a:avLst/>
                <a:gdLst>
                  <a:gd name="T0" fmla="*/ 9 w 9"/>
                  <a:gd name="T1" fmla="*/ 5 h 46"/>
                  <a:gd name="T2" fmla="*/ 9 w 9"/>
                  <a:gd name="T3" fmla="*/ 3 h 46"/>
                  <a:gd name="T4" fmla="*/ 9 w 9"/>
                  <a:gd name="T5" fmla="*/ 2 h 46"/>
                  <a:gd name="T6" fmla="*/ 8 w 9"/>
                  <a:gd name="T7" fmla="*/ 0 h 46"/>
                  <a:gd name="T8" fmla="*/ 6 w 9"/>
                  <a:gd name="T9" fmla="*/ 0 h 46"/>
                  <a:gd name="T10" fmla="*/ 5 w 9"/>
                  <a:gd name="T11" fmla="*/ 0 h 46"/>
                  <a:gd name="T12" fmla="*/ 3 w 9"/>
                  <a:gd name="T13" fmla="*/ 0 h 46"/>
                  <a:gd name="T14" fmla="*/ 2 w 9"/>
                  <a:gd name="T15" fmla="*/ 2 h 46"/>
                  <a:gd name="T16" fmla="*/ 0 w 9"/>
                  <a:gd name="T17" fmla="*/ 3 h 46"/>
                  <a:gd name="T18" fmla="*/ 0 w 9"/>
                  <a:gd name="T19" fmla="*/ 40 h 46"/>
                  <a:gd name="T20" fmla="*/ 0 w 9"/>
                  <a:gd name="T21" fmla="*/ 41 h 46"/>
                  <a:gd name="T22" fmla="*/ 2 w 9"/>
                  <a:gd name="T23" fmla="*/ 43 h 46"/>
                  <a:gd name="T24" fmla="*/ 3 w 9"/>
                  <a:gd name="T25" fmla="*/ 44 h 46"/>
                  <a:gd name="T26" fmla="*/ 5 w 9"/>
                  <a:gd name="T27" fmla="*/ 46 h 46"/>
                  <a:gd name="T28" fmla="*/ 6 w 9"/>
                  <a:gd name="T29" fmla="*/ 46 h 46"/>
                  <a:gd name="T30" fmla="*/ 8 w 9"/>
                  <a:gd name="T31" fmla="*/ 44 h 46"/>
                  <a:gd name="T32" fmla="*/ 9 w 9"/>
                  <a:gd name="T33" fmla="*/ 43 h 46"/>
                  <a:gd name="T34" fmla="*/ 9 w 9"/>
                  <a:gd name="T35" fmla="*/ 41 h 46"/>
                  <a:gd name="T36" fmla="*/ 9 w 9"/>
                  <a:gd name="T37" fmla="*/ 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5"/>
                    </a:moveTo>
                    <a:lnTo>
                      <a:pt x="9" y="3"/>
                    </a:lnTo>
                    <a:lnTo>
                      <a:pt x="9" y="2"/>
                    </a:lnTo>
                    <a:lnTo>
                      <a:pt x="8" y="0"/>
                    </a:lnTo>
                    <a:lnTo>
                      <a:pt x="6" y="0"/>
                    </a:lnTo>
                    <a:lnTo>
                      <a:pt x="5" y="0"/>
                    </a:lnTo>
                    <a:lnTo>
                      <a:pt x="3" y="0"/>
                    </a:lnTo>
                    <a:lnTo>
                      <a:pt x="2" y="2"/>
                    </a:lnTo>
                    <a:lnTo>
                      <a:pt x="0" y="3"/>
                    </a:lnTo>
                    <a:lnTo>
                      <a:pt x="0" y="40"/>
                    </a:lnTo>
                    <a:lnTo>
                      <a:pt x="0" y="41"/>
                    </a:lnTo>
                    <a:lnTo>
                      <a:pt x="2" y="43"/>
                    </a:lnTo>
                    <a:lnTo>
                      <a:pt x="3" y="44"/>
                    </a:lnTo>
                    <a:lnTo>
                      <a:pt x="5" y="46"/>
                    </a:lnTo>
                    <a:lnTo>
                      <a:pt x="6" y="46"/>
                    </a:lnTo>
                    <a:lnTo>
                      <a:pt x="8" y="44"/>
                    </a:lnTo>
                    <a:lnTo>
                      <a:pt x="9" y="43"/>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45" name="Freeform 237"/>
              <p:cNvSpPr>
                <a:spLocks/>
              </p:cNvSpPr>
              <p:nvPr/>
            </p:nvSpPr>
            <p:spPr bwMode="auto">
              <a:xfrm>
                <a:off x="4702" y="3378"/>
                <a:ext cx="9" cy="46"/>
              </a:xfrm>
              <a:custGeom>
                <a:avLst/>
                <a:gdLst>
                  <a:gd name="T0" fmla="*/ 9 w 9"/>
                  <a:gd name="T1" fmla="*/ 4 h 45"/>
                  <a:gd name="T2" fmla="*/ 9 w 9"/>
                  <a:gd name="T3" fmla="*/ 3 h 45"/>
                  <a:gd name="T4" fmla="*/ 9 w 9"/>
                  <a:gd name="T5" fmla="*/ 1 h 45"/>
                  <a:gd name="T6" fmla="*/ 8 w 9"/>
                  <a:gd name="T7" fmla="*/ 0 h 45"/>
                  <a:gd name="T8" fmla="*/ 6 w 9"/>
                  <a:gd name="T9" fmla="*/ 0 h 45"/>
                  <a:gd name="T10" fmla="*/ 5 w 9"/>
                  <a:gd name="T11" fmla="*/ 0 h 45"/>
                  <a:gd name="T12" fmla="*/ 3 w 9"/>
                  <a:gd name="T13" fmla="*/ 0 h 45"/>
                  <a:gd name="T14" fmla="*/ 2 w 9"/>
                  <a:gd name="T15" fmla="*/ 1 h 45"/>
                  <a:gd name="T16" fmla="*/ 0 w 9"/>
                  <a:gd name="T17" fmla="*/ 3 h 45"/>
                  <a:gd name="T18" fmla="*/ 0 w 9"/>
                  <a:gd name="T19" fmla="*/ 39 h 45"/>
                  <a:gd name="T20" fmla="*/ 0 w 9"/>
                  <a:gd name="T21" fmla="*/ 41 h 45"/>
                  <a:gd name="T22" fmla="*/ 2 w 9"/>
                  <a:gd name="T23" fmla="*/ 42 h 45"/>
                  <a:gd name="T24" fmla="*/ 3 w 9"/>
                  <a:gd name="T25" fmla="*/ 44 h 45"/>
                  <a:gd name="T26" fmla="*/ 5 w 9"/>
                  <a:gd name="T27" fmla="*/ 45 h 45"/>
                  <a:gd name="T28" fmla="*/ 6 w 9"/>
                  <a:gd name="T29" fmla="*/ 45 h 45"/>
                  <a:gd name="T30" fmla="*/ 8 w 9"/>
                  <a:gd name="T31" fmla="*/ 44 h 45"/>
                  <a:gd name="T32" fmla="*/ 9 w 9"/>
                  <a:gd name="T33" fmla="*/ 42 h 45"/>
                  <a:gd name="T34" fmla="*/ 9 w 9"/>
                  <a:gd name="T35" fmla="*/ 41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8" y="0"/>
                    </a:lnTo>
                    <a:lnTo>
                      <a:pt x="6" y="0"/>
                    </a:lnTo>
                    <a:lnTo>
                      <a:pt x="5" y="0"/>
                    </a:lnTo>
                    <a:lnTo>
                      <a:pt x="3" y="0"/>
                    </a:lnTo>
                    <a:lnTo>
                      <a:pt x="2" y="1"/>
                    </a:lnTo>
                    <a:lnTo>
                      <a:pt x="0" y="3"/>
                    </a:lnTo>
                    <a:lnTo>
                      <a:pt x="0" y="39"/>
                    </a:lnTo>
                    <a:lnTo>
                      <a:pt x="0" y="41"/>
                    </a:lnTo>
                    <a:lnTo>
                      <a:pt x="2" y="42"/>
                    </a:lnTo>
                    <a:lnTo>
                      <a:pt x="3" y="44"/>
                    </a:lnTo>
                    <a:lnTo>
                      <a:pt x="5" y="45"/>
                    </a:lnTo>
                    <a:lnTo>
                      <a:pt x="6" y="45"/>
                    </a:lnTo>
                    <a:lnTo>
                      <a:pt x="8" y="44"/>
                    </a:lnTo>
                    <a:lnTo>
                      <a:pt x="9" y="42"/>
                    </a:lnTo>
                    <a:lnTo>
                      <a:pt x="9" y="41"/>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46" name="Freeform 238"/>
              <p:cNvSpPr>
                <a:spLocks/>
              </p:cNvSpPr>
              <p:nvPr/>
            </p:nvSpPr>
            <p:spPr bwMode="auto">
              <a:xfrm>
                <a:off x="4702" y="3441"/>
                <a:ext cx="9" cy="46"/>
              </a:xfrm>
              <a:custGeom>
                <a:avLst/>
                <a:gdLst>
                  <a:gd name="T0" fmla="*/ 9 w 9"/>
                  <a:gd name="T1" fmla="*/ 5 h 46"/>
                  <a:gd name="T2" fmla="*/ 9 w 9"/>
                  <a:gd name="T3" fmla="*/ 3 h 46"/>
                  <a:gd name="T4" fmla="*/ 9 w 9"/>
                  <a:gd name="T5" fmla="*/ 2 h 46"/>
                  <a:gd name="T6" fmla="*/ 8 w 9"/>
                  <a:gd name="T7" fmla="*/ 0 h 46"/>
                  <a:gd name="T8" fmla="*/ 6 w 9"/>
                  <a:gd name="T9" fmla="*/ 0 h 46"/>
                  <a:gd name="T10" fmla="*/ 5 w 9"/>
                  <a:gd name="T11" fmla="*/ 0 h 46"/>
                  <a:gd name="T12" fmla="*/ 3 w 9"/>
                  <a:gd name="T13" fmla="*/ 0 h 46"/>
                  <a:gd name="T14" fmla="*/ 2 w 9"/>
                  <a:gd name="T15" fmla="*/ 2 h 46"/>
                  <a:gd name="T16" fmla="*/ 0 w 9"/>
                  <a:gd name="T17" fmla="*/ 3 h 46"/>
                  <a:gd name="T18" fmla="*/ 0 w 9"/>
                  <a:gd name="T19" fmla="*/ 40 h 46"/>
                  <a:gd name="T20" fmla="*/ 0 w 9"/>
                  <a:gd name="T21" fmla="*/ 41 h 46"/>
                  <a:gd name="T22" fmla="*/ 2 w 9"/>
                  <a:gd name="T23" fmla="*/ 43 h 46"/>
                  <a:gd name="T24" fmla="*/ 3 w 9"/>
                  <a:gd name="T25" fmla="*/ 44 h 46"/>
                  <a:gd name="T26" fmla="*/ 5 w 9"/>
                  <a:gd name="T27" fmla="*/ 46 h 46"/>
                  <a:gd name="T28" fmla="*/ 6 w 9"/>
                  <a:gd name="T29" fmla="*/ 46 h 46"/>
                  <a:gd name="T30" fmla="*/ 8 w 9"/>
                  <a:gd name="T31" fmla="*/ 44 h 46"/>
                  <a:gd name="T32" fmla="*/ 9 w 9"/>
                  <a:gd name="T33" fmla="*/ 43 h 46"/>
                  <a:gd name="T34" fmla="*/ 9 w 9"/>
                  <a:gd name="T35" fmla="*/ 41 h 46"/>
                  <a:gd name="T36" fmla="*/ 9 w 9"/>
                  <a:gd name="T37" fmla="*/ 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5"/>
                    </a:moveTo>
                    <a:lnTo>
                      <a:pt x="9" y="3"/>
                    </a:lnTo>
                    <a:lnTo>
                      <a:pt x="9" y="2"/>
                    </a:lnTo>
                    <a:lnTo>
                      <a:pt x="8" y="0"/>
                    </a:lnTo>
                    <a:lnTo>
                      <a:pt x="6" y="0"/>
                    </a:lnTo>
                    <a:lnTo>
                      <a:pt x="5" y="0"/>
                    </a:lnTo>
                    <a:lnTo>
                      <a:pt x="3" y="0"/>
                    </a:lnTo>
                    <a:lnTo>
                      <a:pt x="2" y="2"/>
                    </a:lnTo>
                    <a:lnTo>
                      <a:pt x="0" y="3"/>
                    </a:lnTo>
                    <a:lnTo>
                      <a:pt x="0" y="40"/>
                    </a:lnTo>
                    <a:lnTo>
                      <a:pt x="0" y="41"/>
                    </a:lnTo>
                    <a:lnTo>
                      <a:pt x="2" y="43"/>
                    </a:lnTo>
                    <a:lnTo>
                      <a:pt x="3" y="44"/>
                    </a:lnTo>
                    <a:lnTo>
                      <a:pt x="5" y="46"/>
                    </a:lnTo>
                    <a:lnTo>
                      <a:pt x="6" y="46"/>
                    </a:lnTo>
                    <a:lnTo>
                      <a:pt x="8" y="44"/>
                    </a:lnTo>
                    <a:lnTo>
                      <a:pt x="9" y="43"/>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50208" name="Group 239"/>
            <p:cNvGrpSpPr>
              <a:grpSpLocks/>
            </p:cNvGrpSpPr>
            <p:nvPr/>
          </p:nvGrpSpPr>
          <p:grpSpPr bwMode="auto">
            <a:xfrm>
              <a:off x="2260" y="2345"/>
              <a:ext cx="1351" cy="96"/>
              <a:chOff x="4036" y="2969"/>
              <a:chExt cx="671" cy="65"/>
            </a:xfrm>
          </p:grpSpPr>
          <p:sp>
            <p:nvSpPr>
              <p:cNvPr id="555248" name="Line 240"/>
              <p:cNvSpPr>
                <a:spLocks noChangeShapeType="1"/>
              </p:cNvSpPr>
              <p:nvPr/>
            </p:nvSpPr>
            <p:spPr bwMode="auto">
              <a:xfrm flipH="1">
                <a:off x="4128" y="3001"/>
                <a:ext cx="579"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55249" name="Freeform 241"/>
              <p:cNvSpPr>
                <a:spLocks/>
              </p:cNvSpPr>
              <p:nvPr/>
            </p:nvSpPr>
            <p:spPr bwMode="auto">
              <a:xfrm>
                <a:off x="4036" y="2969"/>
                <a:ext cx="97" cy="65"/>
              </a:xfrm>
              <a:custGeom>
                <a:avLst/>
                <a:gdLst>
                  <a:gd name="T0" fmla="*/ 97 w 97"/>
                  <a:gd name="T1" fmla="*/ 0 h 65"/>
                  <a:gd name="T2" fmla="*/ 0 w 97"/>
                  <a:gd name="T3" fmla="*/ 32 h 65"/>
                  <a:gd name="T4" fmla="*/ 97 w 97"/>
                  <a:gd name="T5" fmla="*/ 65 h 65"/>
                  <a:gd name="T6" fmla="*/ 97 w 97"/>
                  <a:gd name="T7" fmla="*/ 0 h 65"/>
                </a:gdLst>
                <a:ahLst/>
                <a:cxnLst>
                  <a:cxn ang="0">
                    <a:pos x="T0" y="T1"/>
                  </a:cxn>
                  <a:cxn ang="0">
                    <a:pos x="T2" y="T3"/>
                  </a:cxn>
                  <a:cxn ang="0">
                    <a:pos x="T4" y="T5"/>
                  </a:cxn>
                  <a:cxn ang="0">
                    <a:pos x="T6" y="T7"/>
                  </a:cxn>
                </a:cxnLst>
                <a:rect l="0" t="0" r="r" b="b"/>
                <a:pathLst>
                  <a:path w="97" h="65">
                    <a:moveTo>
                      <a:pt x="97" y="0"/>
                    </a:moveTo>
                    <a:lnTo>
                      <a:pt x="0" y="32"/>
                    </a:lnTo>
                    <a:lnTo>
                      <a:pt x="97" y="65"/>
                    </a:lnTo>
                    <a:lnTo>
                      <a:pt x="9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50209" name="Group 242"/>
            <p:cNvGrpSpPr>
              <a:grpSpLocks/>
            </p:cNvGrpSpPr>
            <p:nvPr/>
          </p:nvGrpSpPr>
          <p:grpSpPr bwMode="auto">
            <a:xfrm>
              <a:off x="1968" y="1522"/>
              <a:ext cx="129" cy="1015"/>
              <a:chOff x="3891" y="2410"/>
              <a:chExt cx="64" cy="689"/>
            </a:xfrm>
          </p:grpSpPr>
          <p:sp>
            <p:nvSpPr>
              <p:cNvPr id="555251" name="Line 243"/>
              <p:cNvSpPr>
                <a:spLocks noChangeShapeType="1"/>
              </p:cNvSpPr>
              <p:nvPr/>
            </p:nvSpPr>
            <p:spPr bwMode="auto">
              <a:xfrm flipV="1">
                <a:off x="3922" y="2505"/>
                <a:ext cx="1" cy="594"/>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55252" name="Freeform 244"/>
              <p:cNvSpPr>
                <a:spLocks/>
              </p:cNvSpPr>
              <p:nvPr/>
            </p:nvSpPr>
            <p:spPr bwMode="auto">
              <a:xfrm>
                <a:off x="3891" y="2410"/>
                <a:ext cx="64" cy="100"/>
              </a:xfrm>
              <a:custGeom>
                <a:avLst/>
                <a:gdLst>
                  <a:gd name="T0" fmla="*/ 64 w 64"/>
                  <a:gd name="T1" fmla="*/ 100 h 100"/>
                  <a:gd name="T2" fmla="*/ 31 w 64"/>
                  <a:gd name="T3" fmla="*/ 0 h 100"/>
                  <a:gd name="T4" fmla="*/ 0 w 64"/>
                  <a:gd name="T5" fmla="*/ 100 h 100"/>
                  <a:gd name="T6" fmla="*/ 64 w 64"/>
                  <a:gd name="T7" fmla="*/ 100 h 100"/>
                </a:gdLst>
                <a:ahLst/>
                <a:cxnLst>
                  <a:cxn ang="0">
                    <a:pos x="T0" y="T1"/>
                  </a:cxn>
                  <a:cxn ang="0">
                    <a:pos x="T2" y="T3"/>
                  </a:cxn>
                  <a:cxn ang="0">
                    <a:pos x="T4" y="T5"/>
                  </a:cxn>
                  <a:cxn ang="0">
                    <a:pos x="T6" y="T7"/>
                  </a:cxn>
                </a:cxnLst>
                <a:rect l="0" t="0" r="r" b="b"/>
                <a:pathLst>
                  <a:path w="64" h="100">
                    <a:moveTo>
                      <a:pt x="64" y="100"/>
                    </a:moveTo>
                    <a:lnTo>
                      <a:pt x="31" y="0"/>
                    </a:lnTo>
                    <a:lnTo>
                      <a:pt x="0" y="100"/>
                    </a:lnTo>
                    <a:lnTo>
                      <a:pt x="64"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50210" name="Group 245"/>
            <p:cNvGrpSpPr>
              <a:grpSpLocks/>
            </p:cNvGrpSpPr>
            <p:nvPr/>
          </p:nvGrpSpPr>
          <p:grpSpPr bwMode="auto">
            <a:xfrm>
              <a:off x="2193" y="1670"/>
              <a:ext cx="129" cy="722"/>
              <a:chOff x="4003" y="2510"/>
              <a:chExt cx="64" cy="491"/>
            </a:xfrm>
          </p:grpSpPr>
          <p:sp>
            <p:nvSpPr>
              <p:cNvPr id="555254" name="Line 246"/>
              <p:cNvSpPr>
                <a:spLocks noChangeShapeType="1"/>
              </p:cNvSpPr>
              <p:nvPr/>
            </p:nvSpPr>
            <p:spPr bwMode="auto">
              <a:xfrm flipV="1">
                <a:off x="4034" y="2604"/>
                <a:ext cx="1" cy="39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55255" name="Freeform 247"/>
              <p:cNvSpPr>
                <a:spLocks/>
              </p:cNvSpPr>
              <p:nvPr/>
            </p:nvSpPr>
            <p:spPr bwMode="auto">
              <a:xfrm>
                <a:off x="4003" y="2510"/>
                <a:ext cx="64" cy="98"/>
              </a:xfrm>
              <a:custGeom>
                <a:avLst/>
                <a:gdLst>
                  <a:gd name="T0" fmla="*/ 64 w 64"/>
                  <a:gd name="T1" fmla="*/ 98 h 98"/>
                  <a:gd name="T2" fmla="*/ 33 w 64"/>
                  <a:gd name="T3" fmla="*/ 0 h 98"/>
                  <a:gd name="T4" fmla="*/ 0 w 64"/>
                  <a:gd name="T5" fmla="*/ 98 h 98"/>
                  <a:gd name="T6" fmla="*/ 64 w 64"/>
                  <a:gd name="T7" fmla="*/ 98 h 98"/>
                </a:gdLst>
                <a:ahLst/>
                <a:cxnLst>
                  <a:cxn ang="0">
                    <a:pos x="T0" y="T1"/>
                  </a:cxn>
                  <a:cxn ang="0">
                    <a:pos x="T2" y="T3"/>
                  </a:cxn>
                  <a:cxn ang="0">
                    <a:pos x="T4" y="T5"/>
                  </a:cxn>
                  <a:cxn ang="0">
                    <a:pos x="T6" y="T7"/>
                  </a:cxn>
                </a:cxnLst>
                <a:rect l="0" t="0" r="r" b="b"/>
                <a:pathLst>
                  <a:path w="64" h="98">
                    <a:moveTo>
                      <a:pt x="64" y="98"/>
                    </a:moveTo>
                    <a:lnTo>
                      <a:pt x="33" y="0"/>
                    </a:lnTo>
                    <a:lnTo>
                      <a:pt x="0" y="98"/>
                    </a:lnTo>
                    <a:lnTo>
                      <a:pt x="64" y="9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50211" name="Group 248"/>
            <p:cNvGrpSpPr>
              <a:grpSpLocks/>
            </p:cNvGrpSpPr>
            <p:nvPr/>
          </p:nvGrpSpPr>
          <p:grpSpPr bwMode="auto">
            <a:xfrm>
              <a:off x="2022" y="2529"/>
              <a:ext cx="18" cy="593"/>
              <a:chOff x="3918" y="3094"/>
              <a:chExt cx="9" cy="403"/>
            </a:xfrm>
          </p:grpSpPr>
          <p:sp>
            <p:nvSpPr>
              <p:cNvPr id="555257" name="Freeform 249"/>
              <p:cNvSpPr>
                <a:spLocks/>
              </p:cNvSpPr>
              <p:nvPr/>
            </p:nvSpPr>
            <p:spPr bwMode="auto">
              <a:xfrm>
                <a:off x="3918" y="3094"/>
                <a:ext cx="9" cy="46"/>
              </a:xfrm>
              <a:custGeom>
                <a:avLst/>
                <a:gdLst>
                  <a:gd name="T0" fmla="*/ 9 w 9"/>
                  <a:gd name="T1" fmla="*/ 7 h 46"/>
                  <a:gd name="T2" fmla="*/ 9 w 9"/>
                  <a:gd name="T3" fmla="*/ 5 h 46"/>
                  <a:gd name="T4" fmla="*/ 7 w 9"/>
                  <a:gd name="T5" fmla="*/ 4 h 46"/>
                  <a:gd name="T6" fmla="*/ 6 w 9"/>
                  <a:gd name="T7" fmla="*/ 2 h 46"/>
                  <a:gd name="T8" fmla="*/ 4 w 9"/>
                  <a:gd name="T9" fmla="*/ 0 h 46"/>
                  <a:gd name="T10" fmla="*/ 4 w 9"/>
                  <a:gd name="T11" fmla="*/ 0 h 46"/>
                  <a:gd name="T12" fmla="*/ 3 w 9"/>
                  <a:gd name="T13" fmla="*/ 2 h 46"/>
                  <a:gd name="T14" fmla="*/ 1 w 9"/>
                  <a:gd name="T15" fmla="*/ 4 h 46"/>
                  <a:gd name="T16" fmla="*/ 0 w 9"/>
                  <a:gd name="T17" fmla="*/ 5 h 46"/>
                  <a:gd name="T18" fmla="*/ 0 w 9"/>
                  <a:gd name="T19" fmla="*/ 40 h 46"/>
                  <a:gd name="T20" fmla="*/ 0 w 9"/>
                  <a:gd name="T21" fmla="*/ 41 h 46"/>
                  <a:gd name="T22" fmla="*/ 1 w 9"/>
                  <a:gd name="T23" fmla="*/ 43 h 46"/>
                  <a:gd name="T24" fmla="*/ 3 w 9"/>
                  <a:gd name="T25" fmla="*/ 44 h 46"/>
                  <a:gd name="T26" fmla="*/ 4 w 9"/>
                  <a:gd name="T27" fmla="*/ 46 h 46"/>
                  <a:gd name="T28" fmla="*/ 6 w 9"/>
                  <a:gd name="T29" fmla="*/ 46 h 46"/>
                  <a:gd name="T30" fmla="*/ 7 w 9"/>
                  <a:gd name="T31" fmla="*/ 44 h 46"/>
                  <a:gd name="T32" fmla="*/ 9 w 9"/>
                  <a:gd name="T33" fmla="*/ 43 h 46"/>
                  <a:gd name="T34" fmla="*/ 9 w 9"/>
                  <a:gd name="T35" fmla="*/ 41 h 46"/>
                  <a:gd name="T36" fmla="*/ 9 w 9"/>
                  <a:gd name="T37" fmla="*/ 7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7"/>
                    </a:moveTo>
                    <a:lnTo>
                      <a:pt x="9" y="5"/>
                    </a:lnTo>
                    <a:lnTo>
                      <a:pt x="7" y="4"/>
                    </a:lnTo>
                    <a:lnTo>
                      <a:pt x="6" y="2"/>
                    </a:lnTo>
                    <a:lnTo>
                      <a:pt x="4" y="0"/>
                    </a:lnTo>
                    <a:lnTo>
                      <a:pt x="4" y="0"/>
                    </a:lnTo>
                    <a:lnTo>
                      <a:pt x="3" y="2"/>
                    </a:lnTo>
                    <a:lnTo>
                      <a:pt x="1" y="4"/>
                    </a:lnTo>
                    <a:lnTo>
                      <a:pt x="0" y="5"/>
                    </a:lnTo>
                    <a:lnTo>
                      <a:pt x="0" y="40"/>
                    </a:lnTo>
                    <a:lnTo>
                      <a:pt x="0" y="41"/>
                    </a:lnTo>
                    <a:lnTo>
                      <a:pt x="1" y="43"/>
                    </a:lnTo>
                    <a:lnTo>
                      <a:pt x="3" y="44"/>
                    </a:lnTo>
                    <a:lnTo>
                      <a:pt x="4" y="46"/>
                    </a:lnTo>
                    <a:lnTo>
                      <a:pt x="6" y="46"/>
                    </a:lnTo>
                    <a:lnTo>
                      <a:pt x="7" y="44"/>
                    </a:lnTo>
                    <a:lnTo>
                      <a:pt x="9" y="43"/>
                    </a:lnTo>
                    <a:lnTo>
                      <a:pt x="9" y="41"/>
                    </a:lnTo>
                    <a:lnTo>
                      <a:pt x="9"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58" name="Freeform 250"/>
              <p:cNvSpPr>
                <a:spLocks/>
              </p:cNvSpPr>
              <p:nvPr/>
            </p:nvSpPr>
            <p:spPr bwMode="auto">
              <a:xfrm>
                <a:off x="3918" y="3158"/>
                <a:ext cx="9" cy="46"/>
              </a:xfrm>
              <a:custGeom>
                <a:avLst/>
                <a:gdLst>
                  <a:gd name="T0" fmla="*/ 9 w 9"/>
                  <a:gd name="T1" fmla="*/ 5 h 46"/>
                  <a:gd name="T2" fmla="*/ 9 w 9"/>
                  <a:gd name="T3" fmla="*/ 3 h 46"/>
                  <a:gd name="T4" fmla="*/ 9 w 9"/>
                  <a:gd name="T5" fmla="*/ 2 h 46"/>
                  <a:gd name="T6" fmla="*/ 7 w 9"/>
                  <a:gd name="T7" fmla="*/ 0 h 46"/>
                  <a:gd name="T8" fmla="*/ 6 w 9"/>
                  <a:gd name="T9" fmla="*/ 0 h 46"/>
                  <a:gd name="T10" fmla="*/ 4 w 9"/>
                  <a:gd name="T11" fmla="*/ 0 h 46"/>
                  <a:gd name="T12" fmla="*/ 3 w 9"/>
                  <a:gd name="T13" fmla="*/ 0 h 46"/>
                  <a:gd name="T14" fmla="*/ 1 w 9"/>
                  <a:gd name="T15" fmla="*/ 2 h 46"/>
                  <a:gd name="T16" fmla="*/ 0 w 9"/>
                  <a:gd name="T17" fmla="*/ 3 h 46"/>
                  <a:gd name="T18" fmla="*/ 0 w 9"/>
                  <a:gd name="T19" fmla="*/ 39 h 46"/>
                  <a:gd name="T20" fmla="*/ 0 w 9"/>
                  <a:gd name="T21" fmla="*/ 41 h 46"/>
                  <a:gd name="T22" fmla="*/ 1 w 9"/>
                  <a:gd name="T23" fmla="*/ 43 h 46"/>
                  <a:gd name="T24" fmla="*/ 3 w 9"/>
                  <a:gd name="T25" fmla="*/ 44 h 46"/>
                  <a:gd name="T26" fmla="*/ 4 w 9"/>
                  <a:gd name="T27" fmla="*/ 46 h 46"/>
                  <a:gd name="T28" fmla="*/ 6 w 9"/>
                  <a:gd name="T29" fmla="*/ 46 h 46"/>
                  <a:gd name="T30" fmla="*/ 7 w 9"/>
                  <a:gd name="T31" fmla="*/ 44 h 46"/>
                  <a:gd name="T32" fmla="*/ 9 w 9"/>
                  <a:gd name="T33" fmla="*/ 43 h 46"/>
                  <a:gd name="T34" fmla="*/ 9 w 9"/>
                  <a:gd name="T35" fmla="*/ 41 h 46"/>
                  <a:gd name="T36" fmla="*/ 9 w 9"/>
                  <a:gd name="T37" fmla="*/ 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5"/>
                    </a:moveTo>
                    <a:lnTo>
                      <a:pt x="9" y="3"/>
                    </a:lnTo>
                    <a:lnTo>
                      <a:pt x="9" y="2"/>
                    </a:lnTo>
                    <a:lnTo>
                      <a:pt x="7" y="0"/>
                    </a:lnTo>
                    <a:lnTo>
                      <a:pt x="6" y="0"/>
                    </a:lnTo>
                    <a:lnTo>
                      <a:pt x="4" y="0"/>
                    </a:lnTo>
                    <a:lnTo>
                      <a:pt x="3" y="0"/>
                    </a:lnTo>
                    <a:lnTo>
                      <a:pt x="1" y="2"/>
                    </a:lnTo>
                    <a:lnTo>
                      <a:pt x="0" y="3"/>
                    </a:lnTo>
                    <a:lnTo>
                      <a:pt x="0" y="39"/>
                    </a:lnTo>
                    <a:lnTo>
                      <a:pt x="0" y="41"/>
                    </a:lnTo>
                    <a:lnTo>
                      <a:pt x="1" y="43"/>
                    </a:lnTo>
                    <a:lnTo>
                      <a:pt x="3" y="44"/>
                    </a:lnTo>
                    <a:lnTo>
                      <a:pt x="4" y="46"/>
                    </a:lnTo>
                    <a:lnTo>
                      <a:pt x="6" y="46"/>
                    </a:lnTo>
                    <a:lnTo>
                      <a:pt x="7" y="44"/>
                    </a:lnTo>
                    <a:lnTo>
                      <a:pt x="9" y="43"/>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59" name="Freeform 251"/>
              <p:cNvSpPr>
                <a:spLocks/>
              </p:cNvSpPr>
              <p:nvPr/>
            </p:nvSpPr>
            <p:spPr bwMode="auto">
              <a:xfrm>
                <a:off x="3918" y="3222"/>
                <a:ext cx="9" cy="46"/>
              </a:xfrm>
              <a:custGeom>
                <a:avLst/>
                <a:gdLst>
                  <a:gd name="T0" fmla="*/ 9 w 9"/>
                  <a:gd name="T1" fmla="*/ 4 h 45"/>
                  <a:gd name="T2" fmla="*/ 9 w 9"/>
                  <a:gd name="T3" fmla="*/ 3 h 45"/>
                  <a:gd name="T4" fmla="*/ 9 w 9"/>
                  <a:gd name="T5" fmla="*/ 1 h 45"/>
                  <a:gd name="T6" fmla="*/ 7 w 9"/>
                  <a:gd name="T7" fmla="*/ 0 h 45"/>
                  <a:gd name="T8" fmla="*/ 6 w 9"/>
                  <a:gd name="T9" fmla="*/ 0 h 45"/>
                  <a:gd name="T10" fmla="*/ 4 w 9"/>
                  <a:gd name="T11" fmla="*/ 0 h 45"/>
                  <a:gd name="T12" fmla="*/ 3 w 9"/>
                  <a:gd name="T13" fmla="*/ 0 h 45"/>
                  <a:gd name="T14" fmla="*/ 1 w 9"/>
                  <a:gd name="T15" fmla="*/ 1 h 45"/>
                  <a:gd name="T16" fmla="*/ 0 w 9"/>
                  <a:gd name="T17" fmla="*/ 3 h 45"/>
                  <a:gd name="T18" fmla="*/ 0 w 9"/>
                  <a:gd name="T19" fmla="*/ 39 h 45"/>
                  <a:gd name="T20" fmla="*/ 0 w 9"/>
                  <a:gd name="T21" fmla="*/ 41 h 45"/>
                  <a:gd name="T22" fmla="*/ 1 w 9"/>
                  <a:gd name="T23" fmla="*/ 42 h 45"/>
                  <a:gd name="T24" fmla="*/ 3 w 9"/>
                  <a:gd name="T25" fmla="*/ 44 h 45"/>
                  <a:gd name="T26" fmla="*/ 4 w 9"/>
                  <a:gd name="T27" fmla="*/ 45 h 45"/>
                  <a:gd name="T28" fmla="*/ 6 w 9"/>
                  <a:gd name="T29" fmla="*/ 45 h 45"/>
                  <a:gd name="T30" fmla="*/ 7 w 9"/>
                  <a:gd name="T31" fmla="*/ 44 h 45"/>
                  <a:gd name="T32" fmla="*/ 9 w 9"/>
                  <a:gd name="T33" fmla="*/ 42 h 45"/>
                  <a:gd name="T34" fmla="*/ 9 w 9"/>
                  <a:gd name="T35" fmla="*/ 41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7" y="0"/>
                    </a:lnTo>
                    <a:lnTo>
                      <a:pt x="6" y="0"/>
                    </a:lnTo>
                    <a:lnTo>
                      <a:pt x="4" y="0"/>
                    </a:lnTo>
                    <a:lnTo>
                      <a:pt x="3" y="0"/>
                    </a:lnTo>
                    <a:lnTo>
                      <a:pt x="1" y="1"/>
                    </a:lnTo>
                    <a:lnTo>
                      <a:pt x="0" y="3"/>
                    </a:lnTo>
                    <a:lnTo>
                      <a:pt x="0" y="39"/>
                    </a:lnTo>
                    <a:lnTo>
                      <a:pt x="0" y="41"/>
                    </a:lnTo>
                    <a:lnTo>
                      <a:pt x="1" y="42"/>
                    </a:lnTo>
                    <a:lnTo>
                      <a:pt x="3" y="44"/>
                    </a:lnTo>
                    <a:lnTo>
                      <a:pt x="4" y="45"/>
                    </a:lnTo>
                    <a:lnTo>
                      <a:pt x="6" y="45"/>
                    </a:lnTo>
                    <a:lnTo>
                      <a:pt x="7" y="44"/>
                    </a:lnTo>
                    <a:lnTo>
                      <a:pt x="9" y="42"/>
                    </a:lnTo>
                    <a:lnTo>
                      <a:pt x="9" y="41"/>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60" name="Freeform 252"/>
              <p:cNvSpPr>
                <a:spLocks/>
              </p:cNvSpPr>
              <p:nvPr/>
            </p:nvSpPr>
            <p:spPr bwMode="auto">
              <a:xfrm>
                <a:off x="3918" y="3285"/>
                <a:ext cx="9" cy="46"/>
              </a:xfrm>
              <a:custGeom>
                <a:avLst/>
                <a:gdLst>
                  <a:gd name="T0" fmla="*/ 9 w 9"/>
                  <a:gd name="T1" fmla="*/ 5 h 46"/>
                  <a:gd name="T2" fmla="*/ 9 w 9"/>
                  <a:gd name="T3" fmla="*/ 3 h 46"/>
                  <a:gd name="T4" fmla="*/ 9 w 9"/>
                  <a:gd name="T5" fmla="*/ 2 h 46"/>
                  <a:gd name="T6" fmla="*/ 7 w 9"/>
                  <a:gd name="T7" fmla="*/ 0 h 46"/>
                  <a:gd name="T8" fmla="*/ 6 w 9"/>
                  <a:gd name="T9" fmla="*/ 0 h 46"/>
                  <a:gd name="T10" fmla="*/ 4 w 9"/>
                  <a:gd name="T11" fmla="*/ 0 h 46"/>
                  <a:gd name="T12" fmla="*/ 3 w 9"/>
                  <a:gd name="T13" fmla="*/ 0 h 46"/>
                  <a:gd name="T14" fmla="*/ 1 w 9"/>
                  <a:gd name="T15" fmla="*/ 2 h 46"/>
                  <a:gd name="T16" fmla="*/ 0 w 9"/>
                  <a:gd name="T17" fmla="*/ 3 h 46"/>
                  <a:gd name="T18" fmla="*/ 0 w 9"/>
                  <a:gd name="T19" fmla="*/ 40 h 46"/>
                  <a:gd name="T20" fmla="*/ 0 w 9"/>
                  <a:gd name="T21" fmla="*/ 41 h 46"/>
                  <a:gd name="T22" fmla="*/ 1 w 9"/>
                  <a:gd name="T23" fmla="*/ 43 h 46"/>
                  <a:gd name="T24" fmla="*/ 3 w 9"/>
                  <a:gd name="T25" fmla="*/ 44 h 46"/>
                  <a:gd name="T26" fmla="*/ 4 w 9"/>
                  <a:gd name="T27" fmla="*/ 46 h 46"/>
                  <a:gd name="T28" fmla="*/ 6 w 9"/>
                  <a:gd name="T29" fmla="*/ 46 h 46"/>
                  <a:gd name="T30" fmla="*/ 7 w 9"/>
                  <a:gd name="T31" fmla="*/ 44 h 46"/>
                  <a:gd name="T32" fmla="*/ 9 w 9"/>
                  <a:gd name="T33" fmla="*/ 43 h 46"/>
                  <a:gd name="T34" fmla="*/ 9 w 9"/>
                  <a:gd name="T35" fmla="*/ 41 h 46"/>
                  <a:gd name="T36" fmla="*/ 9 w 9"/>
                  <a:gd name="T37" fmla="*/ 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5"/>
                    </a:moveTo>
                    <a:lnTo>
                      <a:pt x="9" y="3"/>
                    </a:lnTo>
                    <a:lnTo>
                      <a:pt x="9" y="2"/>
                    </a:lnTo>
                    <a:lnTo>
                      <a:pt x="7" y="0"/>
                    </a:lnTo>
                    <a:lnTo>
                      <a:pt x="6" y="0"/>
                    </a:lnTo>
                    <a:lnTo>
                      <a:pt x="4" y="0"/>
                    </a:lnTo>
                    <a:lnTo>
                      <a:pt x="3" y="0"/>
                    </a:lnTo>
                    <a:lnTo>
                      <a:pt x="1" y="2"/>
                    </a:lnTo>
                    <a:lnTo>
                      <a:pt x="0" y="3"/>
                    </a:lnTo>
                    <a:lnTo>
                      <a:pt x="0" y="40"/>
                    </a:lnTo>
                    <a:lnTo>
                      <a:pt x="0" y="41"/>
                    </a:lnTo>
                    <a:lnTo>
                      <a:pt x="1" y="43"/>
                    </a:lnTo>
                    <a:lnTo>
                      <a:pt x="3" y="44"/>
                    </a:lnTo>
                    <a:lnTo>
                      <a:pt x="4" y="46"/>
                    </a:lnTo>
                    <a:lnTo>
                      <a:pt x="6" y="46"/>
                    </a:lnTo>
                    <a:lnTo>
                      <a:pt x="7" y="44"/>
                    </a:lnTo>
                    <a:lnTo>
                      <a:pt x="9" y="43"/>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61" name="Freeform 253"/>
              <p:cNvSpPr>
                <a:spLocks/>
              </p:cNvSpPr>
              <p:nvPr/>
            </p:nvSpPr>
            <p:spPr bwMode="auto">
              <a:xfrm>
                <a:off x="3918" y="3349"/>
                <a:ext cx="9" cy="45"/>
              </a:xfrm>
              <a:custGeom>
                <a:avLst/>
                <a:gdLst>
                  <a:gd name="T0" fmla="*/ 9 w 9"/>
                  <a:gd name="T1" fmla="*/ 5 h 45"/>
                  <a:gd name="T2" fmla="*/ 9 w 9"/>
                  <a:gd name="T3" fmla="*/ 3 h 45"/>
                  <a:gd name="T4" fmla="*/ 9 w 9"/>
                  <a:gd name="T5" fmla="*/ 1 h 45"/>
                  <a:gd name="T6" fmla="*/ 7 w 9"/>
                  <a:gd name="T7" fmla="*/ 0 h 45"/>
                  <a:gd name="T8" fmla="*/ 6 w 9"/>
                  <a:gd name="T9" fmla="*/ 0 h 45"/>
                  <a:gd name="T10" fmla="*/ 4 w 9"/>
                  <a:gd name="T11" fmla="*/ 0 h 45"/>
                  <a:gd name="T12" fmla="*/ 3 w 9"/>
                  <a:gd name="T13" fmla="*/ 0 h 45"/>
                  <a:gd name="T14" fmla="*/ 1 w 9"/>
                  <a:gd name="T15" fmla="*/ 1 h 45"/>
                  <a:gd name="T16" fmla="*/ 0 w 9"/>
                  <a:gd name="T17" fmla="*/ 3 h 45"/>
                  <a:gd name="T18" fmla="*/ 0 w 9"/>
                  <a:gd name="T19" fmla="*/ 39 h 45"/>
                  <a:gd name="T20" fmla="*/ 0 w 9"/>
                  <a:gd name="T21" fmla="*/ 41 h 45"/>
                  <a:gd name="T22" fmla="*/ 1 w 9"/>
                  <a:gd name="T23" fmla="*/ 42 h 45"/>
                  <a:gd name="T24" fmla="*/ 3 w 9"/>
                  <a:gd name="T25" fmla="*/ 44 h 45"/>
                  <a:gd name="T26" fmla="*/ 4 w 9"/>
                  <a:gd name="T27" fmla="*/ 45 h 45"/>
                  <a:gd name="T28" fmla="*/ 6 w 9"/>
                  <a:gd name="T29" fmla="*/ 45 h 45"/>
                  <a:gd name="T30" fmla="*/ 7 w 9"/>
                  <a:gd name="T31" fmla="*/ 44 h 45"/>
                  <a:gd name="T32" fmla="*/ 9 w 9"/>
                  <a:gd name="T33" fmla="*/ 42 h 45"/>
                  <a:gd name="T34" fmla="*/ 9 w 9"/>
                  <a:gd name="T35" fmla="*/ 41 h 45"/>
                  <a:gd name="T36" fmla="*/ 9 w 9"/>
                  <a:gd name="T37" fmla="*/ 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5"/>
                    </a:moveTo>
                    <a:lnTo>
                      <a:pt x="9" y="3"/>
                    </a:lnTo>
                    <a:lnTo>
                      <a:pt x="9" y="1"/>
                    </a:lnTo>
                    <a:lnTo>
                      <a:pt x="7" y="0"/>
                    </a:lnTo>
                    <a:lnTo>
                      <a:pt x="6" y="0"/>
                    </a:lnTo>
                    <a:lnTo>
                      <a:pt x="4" y="0"/>
                    </a:lnTo>
                    <a:lnTo>
                      <a:pt x="3" y="0"/>
                    </a:lnTo>
                    <a:lnTo>
                      <a:pt x="1" y="1"/>
                    </a:lnTo>
                    <a:lnTo>
                      <a:pt x="0" y="3"/>
                    </a:lnTo>
                    <a:lnTo>
                      <a:pt x="0" y="39"/>
                    </a:lnTo>
                    <a:lnTo>
                      <a:pt x="0" y="41"/>
                    </a:lnTo>
                    <a:lnTo>
                      <a:pt x="1" y="42"/>
                    </a:lnTo>
                    <a:lnTo>
                      <a:pt x="3" y="44"/>
                    </a:lnTo>
                    <a:lnTo>
                      <a:pt x="4" y="45"/>
                    </a:lnTo>
                    <a:lnTo>
                      <a:pt x="6" y="45"/>
                    </a:lnTo>
                    <a:lnTo>
                      <a:pt x="7" y="44"/>
                    </a:lnTo>
                    <a:lnTo>
                      <a:pt x="9" y="42"/>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62" name="Freeform 254"/>
              <p:cNvSpPr>
                <a:spLocks/>
              </p:cNvSpPr>
              <p:nvPr/>
            </p:nvSpPr>
            <p:spPr bwMode="auto">
              <a:xfrm>
                <a:off x="3918" y="3413"/>
                <a:ext cx="9" cy="46"/>
              </a:xfrm>
              <a:custGeom>
                <a:avLst/>
                <a:gdLst>
                  <a:gd name="T0" fmla="*/ 9 w 9"/>
                  <a:gd name="T1" fmla="*/ 4 h 45"/>
                  <a:gd name="T2" fmla="*/ 9 w 9"/>
                  <a:gd name="T3" fmla="*/ 3 h 45"/>
                  <a:gd name="T4" fmla="*/ 9 w 9"/>
                  <a:gd name="T5" fmla="*/ 1 h 45"/>
                  <a:gd name="T6" fmla="*/ 7 w 9"/>
                  <a:gd name="T7" fmla="*/ 0 h 45"/>
                  <a:gd name="T8" fmla="*/ 6 w 9"/>
                  <a:gd name="T9" fmla="*/ 0 h 45"/>
                  <a:gd name="T10" fmla="*/ 4 w 9"/>
                  <a:gd name="T11" fmla="*/ 0 h 45"/>
                  <a:gd name="T12" fmla="*/ 3 w 9"/>
                  <a:gd name="T13" fmla="*/ 0 h 45"/>
                  <a:gd name="T14" fmla="*/ 1 w 9"/>
                  <a:gd name="T15" fmla="*/ 1 h 45"/>
                  <a:gd name="T16" fmla="*/ 0 w 9"/>
                  <a:gd name="T17" fmla="*/ 3 h 45"/>
                  <a:gd name="T18" fmla="*/ 0 w 9"/>
                  <a:gd name="T19" fmla="*/ 39 h 45"/>
                  <a:gd name="T20" fmla="*/ 0 w 9"/>
                  <a:gd name="T21" fmla="*/ 40 h 45"/>
                  <a:gd name="T22" fmla="*/ 1 w 9"/>
                  <a:gd name="T23" fmla="*/ 42 h 45"/>
                  <a:gd name="T24" fmla="*/ 3 w 9"/>
                  <a:gd name="T25" fmla="*/ 44 h 45"/>
                  <a:gd name="T26" fmla="*/ 4 w 9"/>
                  <a:gd name="T27" fmla="*/ 45 h 45"/>
                  <a:gd name="T28" fmla="*/ 6 w 9"/>
                  <a:gd name="T29" fmla="*/ 45 h 45"/>
                  <a:gd name="T30" fmla="*/ 7 w 9"/>
                  <a:gd name="T31" fmla="*/ 44 h 45"/>
                  <a:gd name="T32" fmla="*/ 9 w 9"/>
                  <a:gd name="T33" fmla="*/ 42 h 45"/>
                  <a:gd name="T34" fmla="*/ 9 w 9"/>
                  <a:gd name="T35" fmla="*/ 40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7" y="0"/>
                    </a:lnTo>
                    <a:lnTo>
                      <a:pt x="6" y="0"/>
                    </a:lnTo>
                    <a:lnTo>
                      <a:pt x="4" y="0"/>
                    </a:lnTo>
                    <a:lnTo>
                      <a:pt x="3" y="0"/>
                    </a:lnTo>
                    <a:lnTo>
                      <a:pt x="1" y="1"/>
                    </a:lnTo>
                    <a:lnTo>
                      <a:pt x="0" y="3"/>
                    </a:lnTo>
                    <a:lnTo>
                      <a:pt x="0" y="39"/>
                    </a:lnTo>
                    <a:lnTo>
                      <a:pt x="0" y="40"/>
                    </a:lnTo>
                    <a:lnTo>
                      <a:pt x="1" y="42"/>
                    </a:lnTo>
                    <a:lnTo>
                      <a:pt x="3" y="44"/>
                    </a:lnTo>
                    <a:lnTo>
                      <a:pt x="4" y="45"/>
                    </a:lnTo>
                    <a:lnTo>
                      <a:pt x="6" y="45"/>
                    </a:lnTo>
                    <a:lnTo>
                      <a:pt x="7" y="44"/>
                    </a:lnTo>
                    <a:lnTo>
                      <a:pt x="9" y="42"/>
                    </a:lnTo>
                    <a:lnTo>
                      <a:pt x="9" y="40"/>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63" name="Freeform 255"/>
              <p:cNvSpPr>
                <a:spLocks/>
              </p:cNvSpPr>
              <p:nvPr/>
            </p:nvSpPr>
            <p:spPr bwMode="auto">
              <a:xfrm>
                <a:off x="3918" y="3476"/>
                <a:ext cx="9" cy="21"/>
              </a:xfrm>
              <a:custGeom>
                <a:avLst/>
                <a:gdLst>
                  <a:gd name="T0" fmla="*/ 9 w 9"/>
                  <a:gd name="T1" fmla="*/ 5 h 21"/>
                  <a:gd name="T2" fmla="*/ 9 w 9"/>
                  <a:gd name="T3" fmla="*/ 3 h 21"/>
                  <a:gd name="T4" fmla="*/ 9 w 9"/>
                  <a:gd name="T5" fmla="*/ 2 h 21"/>
                  <a:gd name="T6" fmla="*/ 7 w 9"/>
                  <a:gd name="T7" fmla="*/ 0 h 21"/>
                  <a:gd name="T8" fmla="*/ 6 w 9"/>
                  <a:gd name="T9" fmla="*/ 0 h 21"/>
                  <a:gd name="T10" fmla="*/ 4 w 9"/>
                  <a:gd name="T11" fmla="*/ 0 h 21"/>
                  <a:gd name="T12" fmla="*/ 3 w 9"/>
                  <a:gd name="T13" fmla="*/ 0 h 21"/>
                  <a:gd name="T14" fmla="*/ 1 w 9"/>
                  <a:gd name="T15" fmla="*/ 2 h 21"/>
                  <a:gd name="T16" fmla="*/ 0 w 9"/>
                  <a:gd name="T17" fmla="*/ 3 h 21"/>
                  <a:gd name="T18" fmla="*/ 0 w 9"/>
                  <a:gd name="T19" fmla="*/ 17 h 21"/>
                  <a:gd name="T20" fmla="*/ 0 w 9"/>
                  <a:gd name="T21" fmla="*/ 17 h 21"/>
                  <a:gd name="T22" fmla="*/ 1 w 9"/>
                  <a:gd name="T23" fmla="*/ 18 h 21"/>
                  <a:gd name="T24" fmla="*/ 3 w 9"/>
                  <a:gd name="T25" fmla="*/ 20 h 21"/>
                  <a:gd name="T26" fmla="*/ 4 w 9"/>
                  <a:gd name="T27" fmla="*/ 21 h 21"/>
                  <a:gd name="T28" fmla="*/ 4 w 9"/>
                  <a:gd name="T29" fmla="*/ 21 h 21"/>
                  <a:gd name="T30" fmla="*/ 6 w 9"/>
                  <a:gd name="T31" fmla="*/ 20 h 21"/>
                  <a:gd name="T32" fmla="*/ 7 w 9"/>
                  <a:gd name="T33" fmla="*/ 18 h 21"/>
                  <a:gd name="T34" fmla="*/ 9 w 9"/>
                  <a:gd name="T35" fmla="*/ 18 h 21"/>
                  <a:gd name="T36" fmla="*/ 9 w 9"/>
                  <a:gd name="T37" fmla="*/ 5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21">
                    <a:moveTo>
                      <a:pt x="9" y="5"/>
                    </a:moveTo>
                    <a:lnTo>
                      <a:pt x="9" y="3"/>
                    </a:lnTo>
                    <a:lnTo>
                      <a:pt x="9" y="2"/>
                    </a:lnTo>
                    <a:lnTo>
                      <a:pt x="7" y="0"/>
                    </a:lnTo>
                    <a:lnTo>
                      <a:pt x="6" y="0"/>
                    </a:lnTo>
                    <a:lnTo>
                      <a:pt x="4" y="0"/>
                    </a:lnTo>
                    <a:lnTo>
                      <a:pt x="3" y="0"/>
                    </a:lnTo>
                    <a:lnTo>
                      <a:pt x="1" y="2"/>
                    </a:lnTo>
                    <a:lnTo>
                      <a:pt x="0" y="3"/>
                    </a:lnTo>
                    <a:lnTo>
                      <a:pt x="0" y="17"/>
                    </a:lnTo>
                    <a:lnTo>
                      <a:pt x="0" y="17"/>
                    </a:lnTo>
                    <a:lnTo>
                      <a:pt x="1" y="18"/>
                    </a:lnTo>
                    <a:lnTo>
                      <a:pt x="3" y="20"/>
                    </a:lnTo>
                    <a:lnTo>
                      <a:pt x="4" y="21"/>
                    </a:lnTo>
                    <a:lnTo>
                      <a:pt x="4" y="21"/>
                    </a:lnTo>
                    <a:lnTo>
                      <a:pt x="6" y="20"/>
                    </a:lnTo>
                    <a:lnTo>
                      <a:pt x="7" y="18"/>
                    </a:lnTo>
                    <a:lnTo>
                      <a:pt x="9" y="18"/>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50212" name="Group 256"/>
            <p:cNvGrpSpPr>
              <a:grpSpLocks/>
            </p:cNvGrpSpPr>
            <p:nvPr/>
          </p:nvGrpSpPr>
          <p:grpSpPr bwMode="auto">
            <a:xfrm>
              <a:off x="2248" y="2385"/>
              <a:ext cx="18" cy="723"/>
              <a:chOff x="4030" y="2996"/>
              <a:chExt cx="9" cy="491"/>
            </a:xfrm>
          </p:grpSpPr>
          <p:sp>
            <p:nvSpPr>
              <p:cNvPr id="555265" name="Freeform 257"/>
              <p:cNvSpPr>
                <a:spLocks/>
              </p:cNvSpPr>
              <p:nvPr/>
            </p:nvSpPr>
            <p:spPr bwMode="auto">
              <a:xfrm>
                <a:off x="4030" y="2996"/>
                <a:ext cx="9" cy="45"/>
              </a:xfrm>
              <a:custGeom>
                <a:avLst/>
                <a:gdLst>
                  <a:gd name="T0" fmla="*/ 9 w 9"/>
                  <a:gd name="T1" fmla="*/ 6 h 45"/>
                  <a:gd name="T2" fmla="*/ 9 w 9"/>
                  <a:gd name="T3" fmla="*/ 5 h 45"/>
                  <a:gd name="T4" fmla="*/ 7 w 9"/>
                  <a:gd name="T5" fmla="*/ 3 h 45"/>
                  <a:gd name="T6" fmla="*/ 6 w 9"/>
                  <a:gd name="T7" fmla="*/ 2 h 45"/>
                  <a:gd name="T8" fmla="*/ 4 w 9"/>
                  <a:gd name="T9" fmla="*/ 0 h 45"/>
                  <a:gd name="T10" fmla="*/ 4 w 9"/>
                  <a:gd name="T11" fmla="*/ 0 h 45"/>
                  <a:gd name="T12" fmla="*/ 3 w 9"/>
                  <a:gd name="T13" fmla="*/ 2 h 45"/>
                  <a:gd name="T14" fmla="*/ 1 w 9"/>
                  <a:gd name="T15" fmla="*/ 3 h 45"/>
                  <a:gd name="T16" fmla="*/ 0 w 9"/>
                  <a:gd name="T17" fmla="*/ 5 h 45"/>
                  <a:gd name="T18" fmla="*/ 0 w 9"/>
                  <a:gd name="T19" fmla="*/ 39 h 45"/>
                  <a:gd name="T20" fmla="*/ 0 w 9"/>
                  <a:gd name="T21" fmla="*/ 41 h 45"/>
                  <a:gd name="T22" fmla="*/ 1 w 9"/>
                  <a:gd name="T23" fmla="*/ 42 h 45"/>
                  <a:gd name="T24" fmla="*/ 3 w 9"/>
                  <a:gd name="T25" fmla="*/ 44 h 45"/>
                  <a:gd name="T26" fmla="*/ 4 w 9"/>
                  <a:gd name="T27" fmla="*/ 45 h 45"/>
                  <a:gd name="T28" fmla="*/ 6 w 9"/>
                  <a:gd name="T29" fmla="*/ 45 h 45"/>
                  <a:gd name="T30" fmla="*/ 7 w 9"/>
                  <a:gd name="T31" fmla="*/ 44 h 45"/>
                  <a:gd name="T32" fmla="*/ 9 w 9"/>
                  <a:gd name="T33" fmla="*/ 42 h 45"/>
                  <a:gd name="T34" fmla="*/ 9 w 9"/>
                  <a:gd name="T35" fmla="*/ 41 h 45"/>
                  <a:gd name="T36" fmla="*/ 9 w 9"/>
                  <a:gd name="T37" fmla="*/ 6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6"/>
                    </a:moveTo>
                    <a:lnTo>
                      <a:pt x="9" y="5"/>
                    </a:lnTo>
                    <a:lnTo>
                      <a:pt x="7" y="3"/>
                    </a:lnTo>
                    <a:lnTo>
                      <a:pt x="6" y="2"/>
                    </a:lnTo>
                    <a:lnTo>
                      <a:pt x="4" y="0"/>
                    </a:lnTo>
                    <a:lnTo>
                      <a:pt x="4" y="0"/>
                    </a:lnTo>
                    <a:lnTo>
                      <a:pt x="3" y="2"/>
                    </a:lnTo>
                    <a:lnTo>
                      <a:pt x="1" y="3"/>
                    </a:lnTo>
                    <a:lnTo>
                      <a:pt x="0" y="5"/>
                    </a:lnTo>
                    <a:lnTo>
                      <a:pt x="0" y="39"/>
                    </a:lnTo>
                    <a:lnTo>
                      <a:pt x="0" y="41"/>
                    </a:lnTo>
                    <a:lnTo>
                      <a:pt x="1" y="42"/>
                    </a:lnTo>
                    <a:lnTo>
                      <a:pt x="3" y="44"/>
                    </a:lnTo>
                    <a:lnTo>
                      <a:pt x="4" y="45"/>
                    </a:lnTo>
                    <a:lnTo>
                      <a:pt x="6" y="45"/>
                    </a:lnTo>
                    <a:lnTo>
                      <a:pt x="7" y="44"/>
                    </a:lnTo>
                    <a:lnTo>
                      <a:pt x="9" y="42"/>
                    </a:lnTo>
                    <a:lnTo>
                      <a:pt x="9" y="41"/>
                    </a:ln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66" name="Freeform 258"/>
              <p:cNvSpPr>
                <a:spLocks/>
              </p:cNvSpPr>
              <p:nvPr/>
            </p:nvSpPr>
            <p:spPr bwMode="auto">
              <a:xfrm>
                <a:off x="4030" y="3060"/>
                <a:ext cx="9" cy="46"/>
              </a:xfrm>
              <a:custGeom>
                <a:avLst/>
                <a:gdLst>
                  <a:gd name="T0" fmla="*/ 9 w 9"/>
                  <a:gd name="T1" fmla="*/ 4 h 45"/>
                  <a:gd name="T2" fmla="*/ 9 w 9"/>
                  <a:gd name="T3" fmla="*/ 3 h 45"/>
                  <a:gd name="T4" fmla="*/ 9 w 9"/>
                  <a:gd name="T5" fmla="*/ 1 h 45"/>
                  <a:gd name="T6" fmla="*/ 7 w 9"/>
                  <a:gd name="T7" fmla="*/ 0 h 45"/>
                  <a:gd name="T8" fmla="*/ 6 w 9"/>
                  <a:gd name="T9" fmla="*/ 0 h 45"/>
                  <a:gd name="T10" fmla="*/ 4 w 9"/>
                  <a:gd name="T11" fmla="*/ 0 h 45"/>
                  <a:gd name="T12" fmla="*/ 3 w 9"/>
                  <a:gd name="T13" fmla="*/ 0 h 45"/>
                  <a:gd name="T14" fmla="*/ 1 w 9"/>
                  <a:gd name="T15" fmla="*/ 1 h 45"/>
                  <a:gd name="T16" fmla="*/ 0 w 9"/>
                  <a:gd name="T17" fmla="*/ 3 h 45"/>
                  <a:gd name="T18" fmla="*/ 0 w 9"/>
                  <a:gd name="T19" fmla="*/ 39 h 45"/>
                  <a:gd name="T20" fmla="*/ 0 w 9"/>
                  <a:gd name="T21" fmla="*/ 41 h 45"/>
                  <a:gd name="T22" fmla="*/ 1 w 9"/>
                  <a:gd name="T23" fmla="*/ 42 h 45"/>
                  <a:gd name="T24" fmla="*/ 3 w 9"/>
                  <a:gd name="T25" fmla="*/ 44 h 45"/>
                  <a:gd name="T26" fmla="*/ 4 w 9"/>
                  <a:gd name="T27" fmla="*/ 45 h 45"/>
                  <a:gd name="T28" fmla="*/ 6 w 9"/>
                  <a:gd name="T29" fmla="*/ 45 h 45"/>
                  <a:gd name="T30" fmla="*/ 7 w 9"/>
                  <a:gd name="T31" fmla="*/ 44 h 45"/>
                  <a:gd name="T32" fmla="*/ 9 w 9"/>
                  <a:gd name="T33" fmla="*/ 42 h 45"/>
                  <a:gd name="T34" fmla="*/ 9 w 9"/>
                  <a:gd name="T35" fmla="*/ 41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7" y="0"/>
                    </a:lnTo>
                    <a:lnTo>
                      <a:pt x="6" y="0"/>
                    </a:lnTo>
                    <a:lnTo>
                      <a:pt x="4" y="0"/>
                    </a:lnTo>
                    <a:lnTo>
                      <a:pt x="3" y="0"/>
                    </a:lnTo>
                    <a:lnTo>
                      <a:pt x="1" y="1"/>
                    </a:lnTo>
                    <a:lnTo>
                      <a:pt x="0" y="3"/>
                    </a:lnTo>
                    <a:lnTo>
                      <a:pt x="0" y="39"/>
                    </a:lnTo>
                    <a:lnTo>
                      <a:pt x="0" y="41"/>
                    </a:lnTo>
                    <a:lnTo>
                      <a:pt x="1" y="42"/>
                    </a:lnTo>
                    <a:lnTo>
                      <a:pt x="3" y="44"/>
                    </a:lnTo>
                    <a:lnTo>
                      <a:pt x="4" y="45"/>
                    </a:lnTo>
                    <a:lnTo>
                      <a:pt x="6" y="45"/>
                    </a:lnTo>
                    <a:lnTo>
                      <a:pt x="7" y="44"/>
                    </a:lnTo>
                    <a:lnTo>
                      <a:pt x="9" y="42"/>
                    </a:lnTo>
                    <a:lnTo>
                      <a:pt x="9" y="41"/>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67" name="Freeform 259"/>
              <p:cNvSpPr>
                <a:spLocks/>
              </p:cNvSpPr>
              <p:nvPr/>
            </p:nvSpPr>
            <p:spPr bwMode="auto">
              <a:xfrm>
                <a:off x="4030" y="3123"/>
                <a:ext cx="9" cy="46"/>
              </a:xfrm>
              <a:custGeom>
                <a:avLst/>
                <a:gdLst>
                  <a:gd name="T0" fmla="*/ 9 w 9"/>
                  <a:gd name="T1" fmla="*/ 5 h 46"/>
                  <a:gd name="T2" fmla="*/ 9 w 9"/>
                  <a:gd name="T3" fmla="*/ 3 h 46"/>
                  <a:gd name="T4" fmla="*/ 9 w 9"/>
                  <a:gd name="T5" fmla="*/ 2 h 46"/>
                  <a:gd name="T6" fmla="*/ 7 w 9"/>
                  <a:gd name="T7" fmla="*/ 0 h 46"/>
                  <a:gd name="T8" fmla="*/ 6 w 9"/>
                  <a:gd name="T9" fmla="*/ 0 h 46"/>
                  <a:gd name="T10" fmla="*/ 4 w 9"/>
                  <a:gd name="T11" fmla="*/ 0 h 46"/>
                  <a:gd name="T12" fmla="*/ 3 w 9"/>
                  <a:gd name="T13" fmla="*/ 0 h 46"/>
                  <a:gd name="T14" fmla="*/ 1 w 9"/>
                  <a:gd name="T15" fmla="*/ 2 h 46"/>
                  <a:gd name="T16" fmla="*/ 0 w 9"/>
                  <a:gd name="T17" fmla="*/ 3 h 46"/>
                  <a:gd name="T18" fmla="*/ 0 w 9"/>
                  <a:gd name="T19" fmla="*/ 40 h 46"/>
                  <a:gd name="T20" fmla="*/ 0 w 9"/>
                  <a:gd name="T21" fmla="*/ 41 h 46"/>
                  <a:gd name="T22" fmla="*/ 1 w 9"/>
                  <a:gd name="T23" fmla="*/ 43 h 46"/>
                  <a:gd name="T24" fmla="*/ 3 w 9"/>
                  <a:gd name="T25" fmla="*/ 44 h 46"/>
                  <a:gd name="T26" fmla="*/ 4 w 9"/>
                  <a:gd name="T27" fmla="*/ 46 h 46"/>
                  <a:gd name="T28" fmla="*/ 6 w 9"/>
                  <a:gd name="T29" fmla="*/ 46 h 46"/>
                  <a:gd name="T30" fmla="*/ 7 w 9"/>
                  <a:gd name="T31" fmla="*/ 44 h 46"/>
                  <a:gd name="T32" fmla="*/ 9 w 9"/>
                  <a:gd name="T33" fmla="*/ 43 h 46"/>
                  <a:gd name="T34" fmla="*/ 9 w 9"/>
                  <a:gd name="T35" fmla="*/ 41 h 46"/>
                  <a:gd name="T36" fmla="*/ 9 w 9"/>
                  <a:gd name="T37" fmla="*/ 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5"/>
                    </a:moveTo>
                    <a:lnTo>
                      <a:pt x="9" y="3"/>
                    </a:lnTo>
                    <a:lnTo>
                      <a:pt x="9" y="2"/>
                    </a:lnTo>
                    <a:lnTo>
                      <a:pt x="7" y="0"/>
                    </a:lnTo>
                    <a:lnTo>
                      <a:pt x="6" y="0"/>
                    </a:lnTo>
                    <a:lnTo>
                      <a:pt x="4" y="0"/>
                    </a:lnTo>
                    <a:lnTo>
                      <a:pt x="3" y="0"/>
                    </a:lnTo>
                    <a:lnTo>
                      <a:pt x="1" y="2"/>
                    </a:lnTo>
                    <a:lnTo>
                      <a:pt x="0" y="3"/>
                    </a:lnTo>
                    <a:lnTo>
                      <a:pt x="0" y="40"/>
                    </a:lnTo>
                    <a:lnTo>
                      <a:pt x="0" y="41"/>
                    </a:lnTo>
                    <a:lnTo>
                      <a:pt x="1" y="43"/>
                    </a:lnTo>
                    <a:lnTo>
                      <a:pt x="3" y="44"/>
                    </a:lnTo>
                    <a:lnTo>
                      <a:pt x="4" y="46"/>
                    </a:lnTo>
                    <a:lnTo>
                      <a:pt x="6" y="46"/>
                    </a:lnTo>
                    <a:lnTo>
                      <a:pt x="7" y="44"/>
                    </a:lnTo>
                    <a:lnTo>
                      <a:pt x="9" y="43"/>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68" name="Freeform 260"/>
              <p:cNvSpPr>
                <a:spLocks/>
              </p:cNvSpPr>
              <p:nvPr/>
            </p:nvSpPr>
            <p:spPr bwMode="auto">
              <a:xfrm>
                <a:off x="4030" y="3187"/>
                <a:ext cx="9" cy="46"/>
              </a:xfrm>
              <a:custGeom>
                <a:avLst/>
                <a:gdLst>
                  <a:gd name="T0" fmla="*/ 9 w 9"/>
                  <a:gd name="T1" fmla="*/ 4 h 45"/>
                  <a:gd name="T2" fmla="*/ 9 w 9"/>
                  <a:gd name="T3" fmla="*/ 3 h 45"/>
                  <a:gd name="T4" fmla="*/ 9 w 9"/>
                  <a:gd name="T5" fmla="*/ 1 h 45"/>
                  <a:gd name="T6" fmla="*/ 7 w 9"/>
                  <a:gd name="T7" fmla="*/ 0 h 45"/>
                  <a:gd name="T8" fmla="*/ 6 w 9"/>
                  <a:gd name="T9" fmla="*/ 0 h 45"/>
                  <a:gd name="T10" fmla="*/ 4 w 9"/>
                  <a:gd name="T11" fmla="*/ 0 h 45"/>
                  <a:gd name="T12" fmla="*/ 3 w 9"/>
                  <a:gd name="T13" fmla="*/ 0 h 45"/>
                  <a:gd name="T14" fmla="*/ 1 w 9"/>
                  <a:gd name="T15" fmla="*/ 1 h 45"/>
                  <a:gd name="T16" fmla="*/ 0 w 9"/>
                  <a:gd name="T17" fmla="*/ 3 h 45"/>
                  <a:gd name="T18" fmla="*/ 0 w 9"/>
                  <a:gd name="T19" fmla="*/ 39 h 45"/>
                  <a:gd name="T20" fmla="*/ 0 w 9"/>
                  <a:gd name="T21" fmla="*/ 41 h 45"/>
                  <a:gd name="T22" fmla="*/ 1 w 9"/>
                  <a:gd name="T23" fmla="*/ 42 h 45"/>
                  <a:gd name="T24" fmla="*/ 3 w 9"/>
                  <a:gd name="T25" fmla="*/ 44 h 45"/>
                  <a:gd name="T26" fmla="*/ 4 w 9"/>
                  <a:gd name="T27" fmla="*/ 45 h 45"/>
                  <a:gd name="T28" fmla="*/ 6 w 9"/>
                  <a:gd name="T29" fmla="*/ 45 h 45"/>
                  <a:gd name="T30" fmla="*/ 7 w 9"/>
                  <a:gd name="T31" fmla="*/ 44 h 45"/>
                  <a:gd name="T32" fmla="*/ 9 w 9"/>
                  <a:gd name="T33" fmla="*/ 42 h 45"/>
                  <a:gd name="T34" fmla="*/ 9 w 9"/>
                  <a:gd name="T35" fmla="*/ 41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7" y="0"/>
                    </a:lnTo>
                    <a:lnTo>
                      <a:pt x="6" y="0"/>
                    </a:lnTo>
                    <a:lnTo>
                      <a:pt x="4" y="0"/>
                    </a:lnTo>
                    <a:lnTo>
                      <a:pt x="3" y="0"/>
                    </a:lnTo>
                    <a:lnTo>
                      <a:pt x="1" y="1"/>
                    </a:lnTo>
                    <a:lnTo>
                      <a:pt x="0" y="3"/>
                    </a:lnTo>
                    <a:lnTo>
                      <a:pt x="0" y="39"/>
                    </a:lnTo>
                    <a:lnTo>
                      <a:pt x="0" y="41"/>
                    </a:lnTo>
                    <a:lnTo>
                      <a:pt x="1" y="42"/>
                    </a:lnTo>
                    <a:lnTo>
                      <a:pt x="3" y="44"/>
                    </a:lnTo>
                    <a:lnTo>
                      <a:pt x="4" y="45"/>
                    </a:lnTo>
                    <a:lnTo>
                      <a:pt x="6" y="45"/>
                    </a:lnTo>
                    <a:lnTo>
                      <a:pt x="7" y="44"/>
                    </a:lnTo>
                    <a:lnTo>
                      <a:pt x="9" y="42"/>
                    </a:lnTo>
                    <a:lnTo>
                      <a:pt x="9" y="41"/>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69" name="Freeform 261"/>
              <p:cNvSpPr>
                <a:spLocks/>
              </p:cNvSpPr>
              <p:nvPr/>
            </p:nvSpPr>
            <p:spPr bwMode="auto">
              <a:xfrm>
                <a:off x="4030" y="3251"/>
                <a:ext cx="9" cy="46"/>
              </a:xfrm>
              <a:custGeom>
                <a:avLst/>
                <a:gdLst>
                  <a:gd name="T0" fmla="*/ 9 w 9"/>
                  <a:gd name="T1" fmla="*/ 4 h 45"/>
                  <a:gd name="T2" fmla="*/ 9 w 9"/>
                  <a:gd name="T3" fmla="*/ 3 h 45"/>
                  <a:gd name="T4" fmla="*/ 9 w 9"/>
                  <a:gd name="T5" fmla="*/ 1 h 45"/>
                  <a:gd name="T6" fmla="*/ 7 w 9"/>
                  <a:gd name="T7" fmla="*/ 0 h 45"/>
                  <a:gd name="T8" fmla="*/ 6 w 9"/>
                  <a:gd name="T9" fmla="*/ 0 h 45"/>
                  <a:gd name="T10" fmla="*/ 4 w 9"/>
                  <a:gd name="T11" fmla="*/ 0 h 45"/>
                  <a:gd name="T12" fmla="*/ 3 w 9"/>
                  <a:gd name="T13" fmla="*/ 0 h 45"/>
                  <a:gd name="T14" fmla="*/ 1 w 9"/>
                  <a:gd name="T15" fmla="*/ 1 h 45"/>
                  <a:gd name="T16" fmla="*/ 0 w 9"/>
                  <a:gd name="T17" fmla="*/ 3 h 45"/>
                  <a:gd name="T18" fmla="*/ 0 w 9"/>
                  <a:gd name="T19" fmla="*/ 39 h 45"/>
                  <a:gd name="T20" fmla="*/ 0 w 9"/>
                  <a:gd name="T21" fmla="*/ 40 h 45"/>
                  <a:gd name="T22" fmla="*/ 1 w 9"/>
                  <a:gd name="T23" fmla="*/ 42 h 45"/>
                  <a:gd name="T24" fmla="*/ 3 w 9"/>
                  <a:gd name="T25" fmla="*/ 43 h 45"/>
                  <a:gd name="T26" fmla="*/ 4 w 9"/>
                  <a:gd name="T27" fmla="*/ 45 h 45"/>
                  <a:gd name="T28" fmla="*/ 6 w 9"/>
                  <a:gd name="T29" fmla="*/ 45 h 45"/>
                  <a:gd name="T30" fmla="*/ 7 w 9"/>
                  <a:gd name="T31" fmla="*/ 43 h 45"/>
                  <a:gd name="T32" fmla="*/ 9 w 9"/>
                  <a:gd name="T33" fmla="*/ 42 h 45"/>
                  <a:gd name="T34" fmla="*/ 9 w 9"/>
                  <a:gd name="T35" fmla="*/ 40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7" y="0"/>
                    </a:lnTo>
                    <a:lnTo>
                      <a:pt x="6" y="0"/>
                    </a:lnTo>
                    <a:lnTo>
                      <a:pt x="4" y="0"/>
                    </a:lnTo>
                    <a:lnTo>
                      <a:pt x="3" y="0"/>
                    </a:lnTo>
                    <a:lnTo>
                      <a:pt x="1" y="1"/>
                    </a:lnTo>
                    <a:lnTo>
                      <a:pt x="0" y="3"/>
                    </a:lnTo>
                    <a:lnTo>
                      <a:pt x="0" y="39"/>
                    </a:lnTo>
                    <a:lnTo>
                      <a:pt x="0" y="40"/>
                    </a:lnTo>
                    <a:lnTo>
                      <a:pt x="1" y="42"/>
                    </a:lnTo>
                    <a:lnTo>
                      <a:pt x="3" y="43"/>
                    </a:lnTo>
                    <a:lnTo>
                      <a:pt x="4" y="45"/>
                    </a:lnTo>
                    <a:lnTo>
                      <a:pt x="6" y="45"/>
                    </a:lnTo>
                    <a:lnTo>
                      <a:pt x="7" y="43"/>
                    </a:lnTo>
                    <a:lnTo>
                      <a:pt x="9" y="42"/>
                    </a:lnTo>
                    <a:lnTo>
                      <a:pt x="9" y="40"/>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70" name="Freeform 262"/>
              <p:cNvSpPr>
                <a:spLocks/>
              </p:cNvSpPr>
              <p:nvPr/>
            </p:nvSpPr>
            <p:spPr bwMode="auto">
              <a:xfrm>
                <a:off x="4030" y="3314"/>
                <a:ext cx="9" cy="46"/>
              </a:xfrm>
              <a:custGeom>
                <a:avLst/>
                <a:gdLst>
                  <a:gd name="T0" fmla="*/ 9 w 9"/>
                  <a:gd name="T1" fmla="*/ 5 h 46"/>
                  <a:gd name="T2" fmla="*/ 9 w 9"/>
                  <a:gd name="T3" fmla="*/ 3 h 46"/>
                  <a:gd name="T4" fmla="*/ 9 w 9"/>
                  <a:gd name="T5" fmla="*/ 2 h 46"/>
                  <a:gd name="T6" fmla="*/ 7 w 9"/>
                  <a:gd name="T7" fmla="*/ 0 h 46"/>
                  <a:gd name="T8" fmla="*/ 6 w 9"/>
                  <a:gd name="T9" fmla="*/ 0 h 46"/>
                  <a:gd name="T10" fmla="*/ 4 w 9"/>
                  <a:gd name="T11" fmla="*/ 0 h 46"/>
                  <a:gd name="T12" fmla="*/ 3 w 9"/>
                  <a:gd name="T13" fmla="*/ 0 h 46"/>
                  <a:gd name="T14" fmla="*/ 1 w 9"/>
                  <a:gd name="T15" fmla="*/ 2 h 46"/>
                  <a:gd name="T16" fmla="*/ 0 w 9"/>
                  <a:gd name="T17" fmla="*/ 3 h 46"/>
                  <a:gd name="T18" fmla="*/ 0 w 9"/>
                  <a:gd name="T19" fmla="*/ 40 h 46"/>
                  <a:gd name="T20" fmla="*/ 0 w 9"/>
                  <a:gd name="T21" fmla="*/ 41 h 46"/>
                  <a:gd name="T22" fmla="*/ 1 w 9"/>
                  <a:gd name="T23" fmla="*/ 43 h 46"/>
                  <a:gd name="T24" fmla="*/ 3 w 9"/>
                  <a:gd name="T25" fmla="*/ 44 h 46"/>
                  <a:gd name="T26" fmla="*/ 4 w 9"/>
                  <a:gd name="T27" fmla="*/ 46 h 46"/>
                  <a:gd name="T28" fmla="*/ 6 w 9"/>
                  <a:gd name="T29" fmla="*/ 46 h 46"/>
                  <a:gd name="T30" fmla="*/ 7 w 9"/>
                  <a:gd name="T31" fmla="*/ 44 h 46"/>
                  <a:gd name="T32" fmla="*/ 9 w 9"/>
                  <a:gd name="T33" fmla="*/ 43 h 46"/>
                  <a:gd name="T34" fmla="*/ 9 w 9"/>
                  <a:gd name="T35" fmla="*/ 41 h 46"/>
                  <a:gd name="T36" fmla="*/ 9 w 9"/>
                  <a:gd name="T37" fmla="*/ 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5"/>
                    </a:moveTo>
                    <a:lnTo>
                      <a:pt x="9" y="3"/>
                    </a:lnTo>
                    <a:lnTo>
                      <a:pt x="9" y="2"/>
                    </a:lnTo>
                    <a:lnTo>
                      <a:pt x="7" y="0"/>
                    </a:lnTo>
                    <a:lnTo>
                      <a:pt x="6" y="0"/>
                    </a:lnTo>
                    <a:lnTo>
                      <a:pt x="4" y="0"/>
                    </a:lnTo>
                    <a:lnTo>
                      <a:pt x="3" y="0"/>
                    </a:lnTo>
                    <a:lnTo>
                      <a:pt x="1" y="2"/>
                    </a:lnTo>
                    <a:lnTo>
                      <a:pt x="0" y="3"/>
                    </a:lnTo>
                    <a:lnTo>
                      <a:pt x="0" y="40"/>
                    </a:lnTo>
                    <a:lnTo>
                      <a:pt x="0" y="41"/>
                    </a:lnTo>
                    <a:lnTo>
                      <a:pt x="1" y="43"/>
                    </a:lnTo>
                    <a:lnTo>
                      <a:pt x="3" y="44"/>
                    </a:lnTo>
                    <a:lnTo>
                      <a:pt x="4" y="46"/>
                    </a:lnTo>
                    <a:lnTo>
                      <a:pt x="6" y="46"/>
                    </a:lnTo>
                    <a:lnTo>
                      <a:pt x="7" y="44"/>
                    </a:lnTo>
                    <a:lnTo>
                      <a:pt x="9" y="43"/>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71" name="Freeform 263"/>
              <p:cNvSpPr>
                <a:spLocks/>
              </p:cNvSpPr>
              <p:nvPr/>
            </p:nvSpPr>
            <p:spPr bwMode="auto">
              <a:xfrm>
                <a:off x="4030" y="3378"/>
                <a:ext cx="9" cy="46"/>
              </a:xfrm>
              <a:custGeom>
                <a:avLst/>
                <a:gdLst>
                  <a:gd name="T0" fmla="*/ 9 w 9"/>
                  <a:gd name="T1" fmla="*/ 4 h 45"/>
                  <a:gd name="T2" fmla="*/ 9 w 9"/>
                  <a:gd name="T3" fmla="*/ 3 h 45"/>
                  <a:gd name="T4" fmla="*/ 9 w 9"/>
                  <a:gd name="T5" fmla="*/ 1 h 45"/>
                  <a:gd name="T6" fmla="*/ 7 w 9"/>
                  <a:gd name="T7" fmla="*/ 0 h 45"/>
                  <a:gd name="T8" fmla="*/ 6 w 9"/>
                  <a:gd name="T9" fmla="*/ 0 h 45"/>
                  <a:gd name="T10" fmla="*/ 4 w 9"/>
                  <a:gd name="T11" fmla="*/ 0 h 45"/>
                  <a:gd name="T12" fmla="*/ 3 w 9"/>
                  <a:gd name="T13" fmla="*/ 0 h 45"/>
                  <a:gd name="T14" fmla="*/ 1 w 9"/>
                  <a:gd name="T15" fmla="*/ 1 h 45"/>
                  <a:gd name="T16" fmla="*/ 0 w 9"/>
                  <a:gd name="T17" fmla="*/ 3 h 45"/>
                  <a:gd name="T18" fmla="*/ 0 w 9"/>
                  <a:gd name="T19" fmla="*/ 39 h 45"/>
                  <a:gd name="T20" fmla="*/ 0 w 9"/>
                  <a:gd name="T21" fmla="*/ 41 h 45"/>
                  <a:gd name="T22" fmla="*/ 1 w 9"/>
                  <a:gd name="T23" fmla="*/ 42 h 45"/>
                  <a:gd name="T24" fmla="*/ 3 w 9"/>
                  <a:gd name="T25" fmla="*/ 44 h 45"/>
                  <a:gd name="T26" fmla="*/ 4 w 9"/>
                  <a:gd name="T27" fmla="*/ 45 h 45"/>
                  <a:gd name="T28" fmla="*/ 6 w 9"/>
                  <a:gd name="T29" fmla="*/ 45 h 45"/>
                  <a:gd name="T30" fmla="*/ 7 w 9"/>
                  <a:gd name="T31" fmla="*/ 44 h 45"/>
                  <a:gd name="T32" fmla="*/ 9 w 9"/>
                  <a:gd name="T33" fmla="*/ 42 h 45"/>
                  <a:gd name="T34" fmla="*/ 9 w 9"/>
                  <a:gd name="T35" fmla="*/ 41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7" y="0"/>
                    </a:lnTo>
                    <a:lnTo>
                      <a:pt x="6" y="0"/>
                    </a:lnTo>
                    <a:lnTo>
                      <a:pt x="4" y="0"/>
                    </a:lnTo>
                    <a:lnTo>
                      <a:pt x="3" y="0"/>
                    </a:lnTo>
                    <a:lnTo>
                      <a:pt x="1" y="1"/>
                    </a:lnTo>
                    <a:lnTo>
                      <a:pt x="0" y="3"/>
                    </a:lnTo>
                    <a:lnTo>
                      <a:pt x="0" y="39"/>
                    </a:lnTo>
                    <a:lnTo>
                      <a:pt x="0" y="41"/>
                    </a:lnTo>
                    <a:lnTo>
                      <a:pt x="1" y="42"/>
                    </a:lnTo>
                    <a:lnTo>
                      <a:pt x="3" y="44"/>
                    </a:lnTo>
                    <a:lnTo>
                      <a:pt x="4" y="45"/>
                    </a:lnTo>
                    <a:lnTo>
                      <a:pt x="6" y="45"/>
                    </a:lnTo>
                    <a:lnTo>
                      <a:pt x="7" y="44"/>
                    </a:lnTo>
                    <a:lnTo>
                      <a:pt x="9" y="42"/>
                    </a:lnTo>
                    <a:lnTo>
                      <a:pt x="9" y="41"/>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72" name="Freeform 264"/>
              <p:cNvSpPr>
                <a:spLocks/>
              </p:cNvSpPr>
              <p:nvPr/>
            </p:nvSpPr>
            <p:spPr bwMode="auto">
              <a:xfrm>
                <a:off x="4030" y="3441"/>
                <a:ext cx="9" cy="46"/>
              </a:xfrm>
              <a:custGeom>
                <a:avLst/>
                <a:gdLst>
                  <a:gd name="T0" fmla="*/ 9 w 9"/>
                  <a:gd name="T1" fmla="*/ 5 h 46"/>
                  <a:gd name="T2" fmla="*/ 9 w 9"/>
                  <a:gd name="T3" fmla="*/ 3 h 46"/>
                  <a:gd name="T4" fmla="*/ 9 w 9"/>
                  <a:gd name="T5" fmla="*/ 2 h 46"/>
                  <a:gd name="T6" fmla="*/ 7 w 9"/>
                  <a:gd name="T7" fmla="*/ 0 h 46"/>
                  <a:gd name="T8" fmla="*/ 6 w 9"/>
                  <a:gd name="T9" fmla="*/ 0 h 46"/>
                  <a:gd name="T10" fmla="*/ 4 w 9"/>
                  <a:gd name="T11" fmla="*/ 0 h 46"/>
                  <a:gd name="T12" fmla="*/ 3 w 9"/>
                  <a:gd name="T13" fmla="*/ 0 h 46"/>
                  <a:gd name="T14" fmla="*/ 1 w 9"/>
                  <a:gd name="T15" fmla="*/ 2 h 46"/>
                  <a:gd name="T16" fmla="*/ 0 w 9"/>
                  <a:gd name="T17" fmla="*/ 3 h 46"/>
                  <a:gd name="T18" fmla="*/ 0 w 9"/>
                  <a:gd name="T19" fmla="*/ 40 h 46"/>
                  <a:gd name="T20" fmla="*/ 0 w 9"/>
                  <a:gd name="T21" fmla="*/ 41 h 46"/>
                  <a:gd name="T22" fmla="*/ 1 w 9"/>
                  <a:gd name="T23" fmla="*/ 43 h 46"/>
                  <a:gd name="T24" fmla="*/ 3 w 9"/>
                  <a:gd name="T25" fmla="*/ 44 h 46"/>
                  <a:gd name="T26" fmla="*/ 4 w 9"/>
                  <a:gd name="T27" fmla="*/ 46 h 46"/>
                  <a:gd name="T28" fmla="*/ 6 w 9"/>
                  <a:gd name="T29" fmla="*/ 46 h 46"/>
                  <a:gd name="T30" fmla="*/ 7 w 9"/>
                  <a:gd name="T31" fmla="*/ 44 h 46"/>
                  <a:gd name="T32" fmla="*/ 9 w 9"/>
                  <a:gd name="T33" fmla="*/ 43 h 46"/>
                  <a:gd name="T34" fmla="*/ 9 w 9"/>
                  <a:gd name="T35" fmla="*/ 41 h 46"/>
                  <a:gd name="T36" fmla="*/ 9 w 9"/>
                  <a:gd name="T37" fmla="*/ 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5"/>
                    </a:moveTo>
                    <a:lnTo>
                      <a:pt x="9" y="3"/>
                    </a:lnTo>
                    <a:lnTo>
                      <a:pt x="9" y="2"/>
                    </a:lnTo>
                    <a:lnTo>
                      <a:pt x="7" y="0"/>
                    </a:lnTo>
                    <a:lnTo>
                      <a:pt x="6" y="0"/>
                    </a:lnTo>
                    <a:lnTo>
                      <a:pt x="4" y="0"/>
                    </a:lnTo>
                    <a:lnTo>
                      <a:pt x="3" y="0"/>
                    </a:lnTo>
                    <a:lnTo>
                      <a:pt x="1" y="2"/>
                    </a:lnTo>
                    <a:lnTo>
                      <a:pt x="0" y="3"/>
                    </a:lnTo>
                    <a:lnTo>
                      <a:pt x="0" y="40"/>
                    </a:lnTo>
                    <a:lnTo>
                      <a:pt x="0" y="41"/>
                    </a:lnTo>
                    <a:lnTo>
                      <a:pt x="1" y="43"/>
                    </a:lnTo>
                    <a:lnTo>
                      <a:pt x="3" y="44"/>
                    </a:lnTo>
                    <a:lnTo>
                      <a:pt x="4" y="46"/>
                    </a:lnTo>
                    <a:lnTo>
                      <a:pt x="6" y="46"/>
                    </a:lnTo>
                    <a:lnTo>
                      <a:pt x="7" y="44"/>
                    </a:lnTo>
                    <a:lnTo>
                      <a:pt x="9" y="43"/>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50213" name="Group 265"/>
            <p:cNvGrpSpPr>
              <a:grpSpLocks/>
            </p:cNvGrpSpPr>
            <p:nvPr/>
          </p:nvGrpSpPr>
          <p:grpSpPr bwMode="auto">
            <a:xfrm>
              <a:off x="2924" y="1951"/>
              <a:ext cx="19" cy="1171"/>
              <a:chOff x="4366" y="2701"/>
              <a:chExt cx="9" cy="796"/>
            </a:xfrm>
          </p:grpSpPr>
          <p:sp>
            <p:nvSpPr>
              <p:cNvPr id="555274" name="Freeform 266"/>
              <p:cNvSpPr>
                <a:spLocks/>
              </p:cNvSpPr>
              <p:nvPr/>
            </p:nvSpPr>
            <p:spPr bwMode="auto">
              <a:xfrm>
                <a:off x="4366" y="2701"/>
                <a:ext cx="9" cy="45"/>
              </a:xfrm>
              <a:custGeom>
                <a:avLst/>
                <a:gdLst>
                  <a:gd name="T0" fmla="*/ 9 w 9"/>
                  <a:gd name="T1" fmla="*/ 6 h 45"/>
                  <a:gd name="T2" fmla="*/ 9 w 9"/>
                  <a:gd name="T3" fmla="*/ 4 h 45"/>
                  <a:gd name="T4" fmla="*/ 7 w 9"/>
                  <a:gd name="T5" fmla="*/ 3 h 45"/>
                  <a:gd name="T6" fmla="*/ 6 w 9"/>
                  <a:gd name="T7" fmla="*/ 1 h 45"/>
                  <a:gd name="T8" fmla="*/ 4 w 9"/>
                  <a:gd name="T9" fmla="*/ 0 h 45"/>
                  <a:gd name="T10" fmla="*/ 4 w 9"/>
                  <a:gd name="T11" fmla="*/ 0 h 45"/>
                  <a:gd name="T12" fmla="*/ 3 w 9"/>
                  <a:gd name="T13" fmla="*/ 1 h 45"/>
                  <a:gd name="T14" fmla="*/ 1 w 9"/>
                  <a:gd name="T15" fmla="*/ 3 h 45"/>
                  <a:gd name="T16" fmla="*/ 0 w 9"/>
                  <a:gd name="T17" fmla="*/ 4 h 45"/>
                  <a:gd name="T18" fmla="*/ 0 w 9"/>
                  <a:gd name="T19" fmla="*/ 39 h 45"/>
                  <a:gd name="T20" fmla="*/ 0 w 9"/>
                  <a:gd name="T21" fmla="*/ 41 h 45"/>
                  <a:gd name="T22" fmla="*/ 1 w 9"/>
                  <a:gd name="T23" fmla="*/ 42 h 45"/>
                  <a:gd name="T24" fmla="*/ 3 w 9"/>
                  <a:gd name="T25" fmla="*/ 44 h 45"/>
                  <a:gd name="T26" fmla="*/ 4 w 9"/>
                  <a:gd name="T27" fmla="*/ 45 h 45"/>
                  <a:gd name="T28" fmla="*/ 6 w 9"/>
                  <a:gd name="T29" fmla="*/ 45 h 45"/>
                  <a:gd name="T30" fmla="*/ 7 w 9"/>
                  <a:gd name="T31" fmla="*/ 44 h 45"/>
                  <a:gd name="T32" fmla="*/ 9 w 9"/>
                  <a:gd name="T33" fmla="*/ 42 h 45"/>
                  <a:gd name="T34" fmla="*/ 9 w 9"/>
                  <a:gd name="T35" fmla="*/ 41 h 45"/>
                  <a:gd name="T36" fmla="*/ 9 w 9"/>
                  <a:gd name="T37" fmla="*/ 6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6"/>
                    </a:moveTo>
                    <a:lnTo>
                      <a:pt x="9" y="4"/>
                    </a:lnTo>
                    <a:lnTo>
                      <a:pt x="7" y="3"/>
                    </a:lnTo>
                    <a:lnTo>
                      <a:pt x="6" y="1"/>
                    </a:lnTo>
                    <a:lnTo>
                      <a:pt x="4" y="0"/>
                    </a:lnTo>
                    <a:lnTo>
                      <a:pt x="4" y="0"/>
                    </a:lnTo>
                    <a:lnTo>
                      <a:pt x="3" y="1"/>
                    </a:lnTo>
                    <a:lnTo>
                      <a:pt x="1" y="3"/>
                    </a:lnTo>
                    <a:lnTo>
                      <a:pt x="0" y="4"/>
                    </a:lnTo>
                    <a:lnTo>
                      <a:pt x="0" y="39"/>
                    </a:lnTo>
                    <a:lnTo>
                      <a:pt x="0" y="41"/>
                    </a:lnTo>
                    <a:lnTo>
                      <a:pt x="1" y="42"/>
                    </a:lnTo>
                    <a:lnTo>
                      <a:pt x="3" y="44"/>
                    </a:lnTo>
                    <a:lnTo>
                      <a:pt x="4" y="45"/>
                    </a:lnTo>
                    <a:lnTo>
                      <a:pt x="6" y="45"/>
                    </a:lnTo>
                    <a:lnTo>
                      <a:pt x="7" y="44"/>
                    </a:lnTo>
                    <a:lnTo>
                      <a:pt x="9" y="42"/>
                    </a:lnTo>
                    <a:lnTo>
                      <a:pt x="9" y="41"/>
                    </a:ln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75" name="Freeform 267"/>
              <p:cNvSpPr>
                <a:spLocks/>
              </p:cNvSpPr>
              <p:nvPr/>
            </p:nvSpPr>
            <p:spPr bwMode="auto">
              <a:xfrm>
                <a:off x="4366" y="2764"/>
                <a:ext cx="9" cy="46"/>
              </a:xfrm>
              <a:custGeom>
                <a:avLst/>
                <a:gdLst>
                  <a:gd name="T0" fmla="*/ 9 w 9"/>
                  <a:gd name="T1" fmla="*/ 5 h 46"/>
                  <a:gd name="T2" fmla="*/ 9 w 9"/>
                  <a:gd name="T3" fmla="*/ 3 h 46"/>
                  <a:gd name="T4" fmla="*/ 9 w 9"/>
                  <a:gd name="T5" fmla="*/ 2 h 46"/>
                  <a:gd name="T6" fmla="*/ 7 w 9"/>
                  <a:gd name="T7" fmla="*/ 0 h 46"/>
                  <a:gd name="T8" fmla="*/ 6 w 9"/>
                  <a:gd name="T9" fmla="*/ 0 h 46"/>
                  <a:gd name="T10" fmla="*/ 4 w 9"/>
                  <a:gd name="T11" fmla="*/ 0 h 46"/>
                  <a:gd name="T12" fmla="*/ 3 w 9"/>
                  <a:gd name="T13" fmla="*/ 0 h 46"/>
                  <a:gd name="T14" fmla="*/ 1 w 9"/>
                  <a:gd name="T15" fmla="*/ 2 h 46"/>
                  <a:gd name="T16" fmla="*/ 0 w 9"/>
                  <a:gd name="T17" fmla="*/ 3 h 46"/>
                  <a:gd name="T18" fmla="*/ 0 w 9"/>
                  <a:gd name="T19" fmla="*/ 40 h 46"/>
                  <a:gd name="T20" fmla="*/ 0 w 9"/>
                  <a:gd name="T21" fmla="*/ 41 h 46"/>
                  <a:gd name="T22" fmla="*/ 1 w 9"/>
                  <a:gd name="T23" fmla="*/ 43 h 46"/>
                  <a:gd name="T24" fmla="*/ 3 w 9"/>
                  <a:gd name="T25" fmla="*/ 44 h 46"/>
                  <a:gd name="T26" fmla="*/ 4 w 9"/>
                  <a:gd name="T27" fmla="*/ 46 h 46"/>
                  <a:gd name="T28" fmla="*/ 6 w 9"/>
                  <a:gd name="T29" fmla="*/ 46 h 46"/>
                  <a:gd name="T30" fmla="*/ 7 w 9"/>
                  <a:gd name="T31" fmla="*/ 44 h 46"/>
                  <a:gd name="T32" fmla="*/ 9 w 9"/>
                  <a:gd name="T33" fmla="*/ 43 h 46"/>
                  <a:gd name="T34" fmla="*/ 9 w 9"/>
                  <a:gd name="T35" fmla="*/ 41 h 46"/>
                  <a:gd name="T36" fmla="*/ 9 w 9"/>
                  <a:gd name="T37" fmla="*/ 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5"/>
                    </a:moveTo>
                    <a:lnTo>
                      <a:pt x="9" y="3"/>
                    </a:lnTo>
                    <a:lnTo>
                      <a:pt x="9" y="2"/>
                    </a:lnTo>
                    <a:lnTo>
                      <a:pt x="7" y="0"/>
                    </a:lnTo>
                    <a:lnTo>
                      <a:pt x="6" y="0"/>
                    </a:lnTo>
                    <a:lnTo>
                      <a:pt x="4" y="0"/>
                    </a:lnTo>
                    <a:lnTo>
                      <a:pt x="3" y="0"/>
                    </a:lnTo>
                    <a:lnTo>
                      <a:pt x="1" y="2"/>
                    </a:lnTo>
                    <a:lnTo>
                      <a:pt x="0" y="3"/>
                    </a:lnTo>
                    <a:lnTo>
                      <a:pt x="0" y="40"/>
                    </a:lnTo>
                    <a:lnTo>
                      <a:pt x="0" y="41"/>
                    </a:lnTo>
                    <a:lnTo>
                      <a:pt x="1" y="43"/>
                    </a:lnTo>
                    <a:lnTo>
                      <a:pt x="3" y="44"/>
                    </a:lnTo>
                    <a:lnTo>
                      <a:pt x="4" y="46"/>
                    </a:lnTo>
                    <a:lnTo>
                      <a:pt x="6" y="46"/>
                    </a:lnTo>
                    <a:lnTo>
                      <a:pt x="7" y="44"/>
                    </a:lnTo>
                    <a:lnTo>
                      <a:pt x="9" y="43"/>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76" name="Freeform 268"/>
              <p:cNvSpPr>
                <a:spLocks/>
              </p:cNvSpPr>
              <p:nvPr/>
            </p:nvSpPr>
            <p:spPr bwMode="auto">
              <a:xfrm>
                <a:off x="4366" y="2828"/>
                <a:ext cx="9" cy="45"/>
              </a:xfrm>
              <a:custGeom>
                <a:avLst/>
                <a:gdLst>
                  <a:gd name="T0" fmla="*/ 9 w 9"/>
                  <a:gd name="T1" fmla="*/ 4 h 45"/>
                  <a:gd name="T2" fmla="*/ 9 w 9"/>
                  <a:gd name="T3" fmla="*/ 3 h 45"/>
                  <a:gd name="T4" fmla="*/ 9 w 9"/>
                  <a:gd name="T5" fmla="*/ 1 h 45"/>
                  <a:gd name="T6" fmla="*/ 7 w 9"/>
                  <a:gd name="T7" fmla="*/ 0 h 45"/>
                  <a:gd name="T8" fmla="*/ 6 w 9"/>
                  <a:gd name="T9" fmla="*/ 0 h 45"/>
                  <a:gd name="T10" fmla="*/ 4 w 9"/>
                  <a:gd name="T11" fmla="*/ 0 h 45"/>
                  <a:gd name="T12" fmla="*/ 3 w 9"/>
                  <a:gd name="T13" fmla="*/ 0 h 45"/>
                  <a:gd name="T14" fmla="*/ 1 w 9"/>
                  <a:gd name="T15" fmla="*/ 1 h 45"/>
                  <a:gd name="T16" fmla="*/ 0 w 9"/>
                  <a:gd name="T17" fmla="*/ 3 h 45"/>
                  <a:gd name="T18" fmla="*/ 0 w 9"/>
                  <a:gd name="T19" fmla="*/ 39 h 45"/>
                  <a:gd name="T20" fmla="*/ 0 w 9"/>
                  <a:gd name="T21" fmla="*/ 41 h 45"/>
                  <a:gd name="T22" fmla="*/ 1 w 9"/>
                  <a:gd name="T23" fmla="*/ 42 h 45"/>
                  <a:gd name="T24" fmla="*/ 3 w 9"/>
                  <a:gd name="T25" fmla="*/ 44 h 45"/>
                  <a:gd name="T26" fmla="*/ 4 w 9"/>
                  <a:gd name="T27" fmla="*/ 45 h 45"/>
                  <a:gd name="T28" fmla="*/ 6 w 9"/>
                  <a:gd name="T29" fmla="*/ 45 h 45"/>
                  <a:gd name="T30" fmla="*/ 7 w 9"/>
                  <a:gd name="T31" fmla="*/ 44 h 45"/>
                  <a:gd name="T32" fmla="*/ 9 w 9"/>
                  <a:gd name="T33" fmla="*/ 42 h 45"/>
                  <a:gd name="T34" fmla="*/ 9 w 9"/>
                  <a:gd name="T35" fmla="*/ 41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7" y="0"/>
                    </a:lnTo>
                    <a:lnTo>
                      <a:pt x="6" y="0"/>
                    </a:lnTo>
                    <a:lnTo>
                      <a:pt x="4" y="0"/>
                    </a:lnTo>
                    <a:lnTo>
                      <a:pt x="3" y="0"/>
                    </a:lnTo>
                    <a:lnTo>
                      <a:pt x="1" y="1"/>
                    </a:lnTo>
                    <a:lnTo>
                      <a:pt x="0" y="3"/>
                    </a:lnTo>
                    <a:lnTo>
                      <a:pt x="0" y="39"/>
                    </a:lnTo>
                    <a:lnTo>
                      <a:pt x="0" y="41"/>
                    </a:lnTo>
                    <a:lnTo>
                      <a:pt x="1" y="42"/>
                    </a:lnTo>
                    <a:lnTo>
                      <a:pt x="3" y="44"/>
                    </a:lnTo>
                    <a:lnTo>
                      <a:pt x="4" y="45"/>
                    </a:lnTo>
                    <a:lnTo>
                      <a:pt x="6" y="45"/>
                    </a:lnTo>
                    <a:lnTo>
                      <a:pt x="7" y="44"/>
                    </a:lnTo>
                    <a:lnTo>
                      <a:pt x="9" y="42"/>
                    </a:lnTo>
                    <a:lnTo>
                      <a:pt x="9" y="41"/>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77" name="Freeform 269"/>
              <p:cNvSpPr>
                <a:spLocks/>
              </p:cNvSpPr>
              <p:nvPr/>
            </p:nvSpPr>
            <p:spPr bwMode="auto">
              <a:xfrm>
                <a:off x="4366" y="2892"/>
                <a:ext cx="9" cy="45"/>
              </a:xfrm>
              <a:custGeom>
                <a:avLst/>
                <a:gdLst>
                  <a:gd name="T0" fmla="*/ 9 w 9"/>
                  <a:gd name="T1" fmla="*/ 4 h 45"/>
                  <a:gd name="T2" fmla="*/ 9 w 9"/>
                  <a:gd name="T3" fmla="*/ 3 h 45"/>
                  <a:gd name="T4" fmla="*/ 9 w 9"/>
                  <a:gd name="T5" fmla="*/ 1 h 45"/>
                  <a:gd name="T6" fmla="*/ 7 w 9"/>
                  <a:gd name="T7" fmla="*/ 0 h 45"/>
                  <a:gd name="T8" fmla="*/ 6 w 9"/>
                  <a:gd name="T9" fmla="*/ 0 h 45"/>
                  <a:gd name="T10" fmla="*/ 4 w 9"/>
                  <a:gd name="T11" fmla="*/ 0 h 45"/>
                  <a:gd name="T12" fmla="*/ 3 w 9"/>
                  <a:gd name="T13" fmla="*/ 0 h 45"/>
                  <a:gd name="T14" fmla="*/ 1 w 9"/>
                  <a:gd name="T15" fmla="*/ 1 h 45"/>
                  <a:gd name="T16" fmla="*/ 0 w 9"/>
                  <a:gd name="T17" fmla="*/ 3 h 45"/>
                  <a:gd name="T18" fmla="*/ 0 w 9"/>
                  <a:gd name="T19" fmla="*/ 39 h 45"/>
                  <a:gd name="T20" fmla="*/ 0 w 9"/>
                  <a:gd name="T21" fmla="*/ 40 h 45"/>
                  <a:gd name="T22" fmla="*/ 1 w 9"/>
                  <a:gd name="T23" fmla="*/ 42 h 45"/>
                  <a:gd name="T24" fmla="*/ 3 w 9"/>
                  <a:gd name="T25" fmla="*/ 43 h 45"/>
                  <a:gd name="T26" fmla="*/ 4 w 9"/>
                  <a:gd name="T27" fmla="*/ 45 h 45"/>
                  <a:gd name="T28" fmla="*/ 6 w 9"/>
                  <a:gd name="T29" fmla="*/ 45 h 45"/>
                  <a:gd name="T30" fmla="*/ 7 w 9"/>
                  <a:gd name="T31" fmla="*/ 43 h 45"/>
                  <a:gd name="T32" fmla="*/ 9 w 9"/>
                  <a:gd name="T33" fmla="*/ 42 h 45"/>
                  <a:gd name="T34" fmla="*/ 9 w 9"/>
                  <a:gd name="T35" fmla="*/ 40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7" y="0"/>
                    </a:lnTo>
                    <a:lnTo>
                      <a:pt x="6" y="0"/>
                    </a:lnTo>
                    <a:lnTo>
                      <a:pt x="4" y="0"/>
                    </a:lnTo>
                    <a:lnTo>
                      <a:pt x="3" y="0"/>
                    </a:lnTo>
                    <a:lnTo>
                      <a:pt x="1" y="1"/>
                    </a:lnTo>
                    <a:lnTo>
                      <a:pt x="0" y="3"/>
                    </a:lnTo>
                    <a:lnTo>
                      <a:pt x="0" y="39"/>
                    </a:lnTo>
                    <a:lnTo>
                      <a:pt x="0" y="40"/>
                    </a:lnTo>
                    <a:lnTo>
                      <a:pt x="1" y="42"/>
                    </a:lnTo>
                    <a:lnTo>
                      <a:pt x="3" y="43"/>
                    </a:lnTo>
                    <a:lnTo>
                      <a:pt x="4" y="45"/>
                    </a:lnTo>
                    <a:lnTo>
                      <a:pt x="6" y="45"/>
                    </a:lnTo>
                    <a:lnTo>
                      <a:pt x="7" y="43"/>
                    </a:lnTo>
                    <a:lnTo>
                      <a:pt x="9" y="42"/>
                    </a:lnTo>
                    <a:lnTo>
                      <a:pt x="9" y="40"/>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78" name="Freeform 270"/>
              <p:cNvSpPr>
                <a:spLocks/>
              </p:cNvSpPr>
              <p:nvPr/>
            </p:nvSpPr>
            <p:spPr bwMode="auto">
              <a:xfrm>
                <a:off x="4366" y="2955"/>
                <a:ext cx="9" cy="46"/>
              </a:xfrm>
              <a:custGeom>
                <a:avLst/>
                <a:gdLst>
                  <a:gd name="T0" fmla="*/ 9 w 9"/>
                  <a:gd name="T1" fmla="*/ 5 h 46"/>
                  <a:gd name="T2" fmla="*/ 9 w 9"/>
                  <a:gd name="T3" fmla="*/ 3 h 46"/>
                  <a:gd name="T4" fmla="*/ 9 w 9"/>
                  <a:gd name="T5" fmla="*/ 2 h 46"/>
                  <a:gd name="T6" fmla="*/ 7 w 9"/>
                  <a:gd name="T7" fmla="*/ 0 h 46"/>
                  <a:gd name="T8" fmla="*/ 6 w 9"/>
                  <a:gd name="T9" fmla="*/ 0 h 46"/>
                  <a:gd name="T10" fmla="*/ 4 w 9"/>
                  <a:gd name="T11" fmla="*/ 0 h 46"/>
                  <a:gd name="T12" fmla="*/ 3 w 9"/>
                  <a:gd name="T13" fmla="*/ 0 h 46"/>
                  <a:gd name="T14" fmla="*/ 1 w 9"/>
                  <a:gd name="T15" fmla="*/ 2 h 46"/>
                  <a:gd name="T16" fmla="*/ 0 w 9"/>
                  <a:gd name="T17" fmla="*/ 3 h 46"/>
                  <a:gd name="T18" fmla="*/ 0 w 9"/>
                  <a:gd name="T19" fmla="*/ 40 h 46"/>
                  <a:gd name="T20" fmla="*/ 0 w 9"/>
                  <a:gd name="T21" fmla="*/ 41 h 46"/>
                  <a:gd name="T22" fmla="*/ 1 w 9"/>
                  <a:gd name="T23" fmla="*/ 43 h 46"/>
                  <a:gd name="T24" fmla="*/ 3 w 9"/>
                  <a:gd name="T25" fmla="*/ 44 h 46"/>
                  <a:gd name="T26" fmla="*/ 4 w 9"/>
                  <a:gd name="T27" fmla="*/ 46 h 46"/>
                  <a:gd name="T28" fmla="*/ 6 w 9"/>
                  <a:gd name="T29" fmla="*/ 46 h 46"/>
                  <a:gd name="T30" fmla="*/ 7 w 9"/>
                  <a:gd name="T31" fmla="*/ 44 h 46"/>
                  <a:gd name="T32" fmla="*/ 9 w 9"/>
                  <a:gd name="T33" fmla="*/ 43 h 46"/>
                  <a:gd name="T34" fmla="*/ 9 w 9"/>
                  <a:gd name="T35" fmla="*/ 41 h 46"/>
                  <a:gd name="T36" fmla="*/ 9 w 9"/>
                  <a:gd name="T37" fmla="*/ 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5"/>
                    </a:moveTo>
                    <a:lnTo>
                      <a:pt x="9" y="3"/>
                    </a:lnTo>
                    <a:lnTo>
                      <a:pt x="9" y="2"/>
                    </a:lnTo>
                    <a:lnTo>
                      <a:pt x="7" y="0"/>
                    </a:lnTo>
                    <a:lnTo>
                      <a:pt x="6" y="0"/>
                    </a:lnTo>
                    <a:lnTo>
                      <a:pt x="4" y="0"/>
                    </a:lnTo>
                    <a:lnTo>
                      <a:pt x="3" y="0"/>
                    </a:lnTo>
                    <a:lnTo>
                      <a:pt x="1" y="2"/>
                    </a:lnTo>
                    <a:lnTo>
                      <a:pt x="0" y="3"/>
                    </a:lnTo>
                    <a:lnTo>
                      <a:pt x="0" y="40"/>
                    </a:lnTo>
                    <a:lnTo>
                      <a:pt x="0" y="41"/>
                    </a:lnTo>
                    <a:lnTo>
                      <a:pt x="1" y="43"/>
                    </a:lnTo>
                    <a:lnTo>
                      <a:pt x="3" y="44"/>
                    </a:lnTo>
                    <a:lnTo>
                      <a:pt x="4" y="46"/>
                    </a:lnTo>
                    <a:lnTo>
                      <a:pt x="6" y="46"/>
                    </a:lnTo>
                    <a:lnTo>
                      <a:pt x="7" y="44"/>
                    </a:lnTo>
                    <a:lnTo>
                      <a:pt x="9" y="43"/>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79" name="Freeform 271"/>
              <p:cNvSpPr>
                <a:spLocks/>
              </p:cNvSpPr>
              <p:nvPr/>
            </p:nvSpPr>
            <p:spPr bwMode="auto">
              <a:xfrm>
                <a:off x="4366" y="3019"/>
                <a:ext cx="9" cy="45"/>
              </a:xfrm>
              <a:custGeom>
                <a:avLst/>
                <a:gdLst>
                  <a:gd name="T0" fmla="*/ 9 w 9"/>
                  <a:gd name="T1" fmla="*/ 4 h 45"/>
                  <a:gd name="T2" fmla="*/ 9 w 9"/>
                  <a:gd name="T3" fmla="*/ 3 h 45"/>
                  <a:gd name="T4" fmla="*/ 9 w 9"/>
                  <a:gd name="T5" fmla="*/ 1 h 45"/>
                  <a:gd name="T6" fmla="*/ 7 w 9"/>
                  <a:gd name="T7" fmla="*/ 0 h 45"/>
                  <a:gd name="T8" fmla="*/ 6 w 9"/>
                  <a:gd name="T9" fmla="*/ 0 h 45"/>
                  <a:gd name="T10" fmla="*/ 4 w 9"/>
                  <a:gd name="T11" fmla="*/ 0 h 45"/>
                  <a:gd name="T12" fmla="*/ 3 w 9"/>
                  <a:gd name="T13" fmla="*/ 0 h 45"/>
                  <a:gd name="T14" fmla="*/ 1 w 9"/>
                  <a:gd name="T15" fmla="*/ 1 h 45"/>
                  <a:gd name="T16" fmla="*/ 0 w 9"/>
                  <a:gd name="T17" fmla="*/ 3 h 45"/>
                  <a:gd name="T18" fmla="*/ 0 w 9"/>
                  <a:gd name="T19" fmla="*/ 39 h 45"/>
                  <a:gd name="T20" fmla="*/ 0 w 9"/>
                  <a:gd name="T21" fmla="*/ 41 h 45"/>
                  <a:gd name="T22" fmla="*/ 1 w 9"/>
                  <a:gd name="T23" fmla="*/ 42 h 45"/>
                  <a:gd name="T24" fmla="*/ 3 w 9"/>
                  <a:gd name="T25" fmla="*/ 44 h 45"/>
                  <a:gd name="T26" fmla="*/ 4 w 9"/>
                  <a:gd name="T27" fmla="*/ 45 h 45"/>
                  <a:gd name="T28" fmla="*/ 6 w 9"/>
                  <a:gd name="T29" fmla="*/ 45 h 45"/>
                  <a:gd name="T30" fmla="*/ 7 w 9"/>
                  <a:gd name="T31" fmla="*/ 44 h 45"/>
                  <a:gd name="T32" fmla="*/ 9 w 9"/>
                  <a:gd name="T33" fmla="*/ 42 h 45"/>
                  <a:gd name="T34" fmla="*/ 9 w 9"/>
                  <a:gd name="T35" fmla="*/ 41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7" y="0"/>
                    </a:lnTo>
                    <a:lnTo>
                      <a:pt x="6" y="0"/>
                    </a:lnTo>
                    <a:lnTo>
                      <a:pt x="4" y="0"/>
                    </a:lnTo>
                    <a:lnTo>
                      <a:pt x="3" y="0"/>
                    </a:lnTo>
                    <a:lnTo>
                      <a:pt x="1" y="1"/>
                    </a:lnTo>
                    <a:lnTo>
                      <a:pt x="0" y="3"/>
                    </a:lnTo>
                    <a:lnTo>
                      <a:pt x="0" y="39"/>
                    </a:lnTo>
                    <a:lnTo>
                      <a:pt x="0" y="41"/>
                    </a:lnTo>
                    <a:lnTo>
                      <a:pt x="1" y="42"/>
                    </a:lnTo>
                    <a:lnTo>
                      <a:pt x="3" y="44"/>
                    </a:lnTo>
                    <a:lnTo>
                      <a:pt x="4" y="45"/>
                    </a:lnTo>
                    <a:lnTo>
                      <a:pt x="6" y="45"/>
                    </a:lnTo>
                    <a:lnTo>
                      <a:pt x="7" y="44"/>
                    </a:lnTo>
                    <a:lnTo>
                      <a:pt x="9" y="42"/>
                    </a:lnTo>
                    <a:lnTo>
                      <a:pt x="9" y="41"/>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80" name="Freeform 272"/>
              <p:cNvSpPr>
                <a:spLocks/>
              </p:cNvSpPr>
              <p:nvPr/>
            </p:nvSpPr>
            <p:spPr bwMode="auto">
              <a:xfrm>
                <a:off x="4366" y="3082"/>
                <a:ext cx="9" cy="46"/>
              </a:xfrm>
              <a:custGeom>
                <a:avLst/>
                <a:gdLst>
                  <a:gd name="T0" fmla="*/ 9 w 9"/>
                  <a:gd name="T1" fmla="*/ 5 h 46"/>
                  <a:gd name="T2" fmla="*/ 9 w 9"/>
                  <a:gd name="T3" fmla="*/ 3 h 46"/>
                  <a:gd name="T4" fmla="*/ 9 w 9"/>
                  <a:gd name="T5" fmla="*/ 2 h 46"/>
                  <a:gd name="T6" fmla="*/ 7 w 9"/>
                  <a:gd name="T7" fmla="*/ 0 h 46"/>
                  <a:gd name="T8" fmla="*/ 6 w 9"/>
                  <a:gd name="T9" fmla="*/ 0 h 46"/>
                  <a:gd name="T10" fmla="*/ 4 w 9"/>
                  <a:gd name="T11" fmla="*/ 0 h 46"/>
                  <a:gd name="T12" fmla="*/ 3 w 9"/>
                  <a:gd name="T13" fmla="*/ 0 h 46"/>
                  <a:gd name="T14" fmla="*/ 1 w 9"/>
                  <a:gd name="T15" fmla="*/ 2 h 46"/>
                  <a:gd name="T16" fmla="*/ 0 w 9"/>
                  <a:gd name="T17" fmla="*/ 3 h 46"/>
                  <a:gd name="T18" fmla="*/ 0 w 9"/>
                  <a:gd name="T19" fmla="*/ 40 h 46"/>
                  <a:gd name="T20" fmla="*/ 0 w 9"/>
                  <a:gd name="T21" fmla="*/ 41 h 46"/>
                  <a:gd name="T22" fmla="*/ 1 w 9"/>
                  <a:gd name="T23" fmla="*/ 43 h 46"/>
                  <a:gd name="T24" fmla="*/ 3 w 9"/>
                  <a:gd name="T25" fmla="*/ 44 h 46"/>
                  <a:gd name="T26" fmla="*/ 4 w 9"/>
                  <a:gd name="T27" fmla="*/ 46 h 46"/>
                  <a:gd name="T28" fmla="*/ 6 w 9"/>
                  <a:gd name="T29" fmla="*/ 46 h 46"/>
                  <a:gd name="T30" fmla="*/ 7 w 9"/>
                  <a:gd name="T31" fmla="*/ 44 h 46"/>
                  <a:gd name="T32" fmla="*/ 9 w 9"/>
                  <a:gd name="T33" fmla="*/ 43 h 46"/>
                  <a:gd name="T34" fmla="*/ 9 w 9"/>
                  <a:gd name="T35" fmla="*/ 41 h 46"/>
                  <a:gd name="T36" fmla="*/ 9 w 9"/>
                  <a:gd name="T37" fmla="*/ 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5"/>
                    </a:moveTo>
                    <a:lnTo>
                      <a:pt x="9" y="3"/>
                    </a:lnTo>
                    <a:lnTo>
                      <a:pt x="9" y="2"/>
                    </a:lnTo>
                    <a:lnTo>
                      <a:pt x="7" y="0"/>
                    </a:lnTo>
                    <a:lnTo>
                      <a:pt x="6" y="0"/>
                    </a:lnTo>
                    <a:lnTo>
                      <a:pt x="4" y="0"/>
                    </a:lnTo>
                    <a:lnTo>
                      <a:pt x="3" y="0"/>
                    </a:lnTo>
                    <a:lnTo>
                      <a:pt x="1" y="2"/>
                    </a:lnTo>
                    <a:lnTo>
                      <a:pt x="0" y="3"/>
                    </a:lnTo>
                    <a:lnTo>
                      <a:pt x="0" y="40"/>
                    </a:lnTo>
                    <a:lnTo>
                      <a:pt x="0" y="41"/>
                    </a:lnTo>
                    <a:lnTo>
                      <a:pt x="1" y="43"/>
                    </a:lnTo>
                    <a:lnTo>
                      <a:pt x="3" y="44"/>
                    </a:lnTo>
                    <a:lnTo>
                      <a:pt x="4" y="46"/>
                    </a:lnTo>
                    <a:lnTo>
                      <a:pt x="6" y="46"/>
                    </a:lnTo>
                    <a:lnTo>
                      <a:pt x="7" y="44"/>
                    </a:lnTo>
                    <a:lnTo>
                      <a:pt x="9" y="43"/>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81" name="Freeform 273"/>
              <p:cNvSpPr>
                <a:spLocks/>
              </p:cNvSpPr>
              <p:nvPr/>
            </p:nvSpPr>
            <p:spPr bwMode="auto">
              <a:xfrm>
                <a:off x="4366" y="3146"/>
                <a:ext cx="9" cy="45"/>
              </a:xfrm>
              <a:custGeom>
                <a:avLst/>
                <a:gdLst>
                  <a:gd name="T0" fmla="*/ 9 w 9"/>
                  <a:gd name="T1" fmla="*/ 5 h 45"/>
                  <a:gd name="T2" fmla="*/ 9 w 9"/>
                  <a:gd name="T3" fmla="*/ 3 h 45"/>
                  <a:gd name="T4" fmla="*/ 9 w 9"/>
                  <a:gd name="T5" fmla="*/ 2 h 45"/>
                  <a:gd name="T6" fmla="*/ 7 w 9"/>
                  <a:gd name="T7" fmla="*/ 0 h 45"/>
                  <a:gd name="T8" fmla="*/ 6 w 9"/>
                  <a:gd name="T9" fmla="*/ 0 h 45"/>
                  <a:gd name="T10" fmla="*/ 4 w 9"/>
                  <a:gd name="T11" fmla="*/ 0 h 45"/>
                  <a:gd name="T12" fmla="*/ 3 w 9"/>
                  <a:gd name="T13" fmla="*/ 0 h 45"/>
                  <a:gd name="T14" fmla="*/ 1 w 9"/>
                  <a:gd name="T15" fmla="*/ 2 h 45"/>
                  <a:gd name="T16" fmla="*/ 0 w 9"/>
                  <a:gd name="T17" fmla="*/ 3 h 45"/>
                  <a:gd name="T18" fmla="*/ 0 w 9"/>
                  <a:gd name="T19" fmla="*/ 39 h 45"/>
                  <a:gd name="T20" fmla="*/ 0 w 9"/>
                  <a:gd name="T21" fmla="*/ 41 h 45"/>
                  <a:gd name="T22" fmla="*/ 1 w 9"/>
                  <a:gd name="T23" fmla="*/ 42 h 45"/>
                  <a:gd name="T24" fmla="*/ 3 w 9"/>
                  <a:gd name="T25" fmla="*/ 44 h 45"/>
                  <a:gd name="T26" fmla="*/ 4 w 9"/>
                  <a:gd name="T27" fmla="*/ 45 h 45"/>
                  <a:gd name="T28" fmla="*/ 6 w 9"/>
                  <a:gd name="T29" fmla="*/ 45 h 45"/>
                  <a:gd name="T30" fmla="*/ 7 w 9"/>
                  <a:gd name="T31" fmla="*/ 44 h 45"/>
                  <a:gd name="T32" fmla="*/ 9 w 9"/>
                  <a:gd name="T33" fmla="*/ 42 h 45"/>
                  <a:gd name="T34" fmla="*/ 9 w 9"/>
                  <a:gd name="T35" fmla="*/ 41 h 45"/>
                  <a:gd name="T36" fmla="*/ 9 w 9"/>
                  <a:gd name="T37" fmla="*/ 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5"/>
                    </a:moveTo>
                    <a:lnTo>
                      <a:pt x="9" y="3"/>
                    </a:lnTo>
                    <a:lnTo>
                      <a:pt x="9" y="2"/>
                    </a:lnTo>
                    <a:lnTo>
                      <a:pt x="7" y="0"/>
                    </a:lnTo>
                    <a:lnTo>
                      <a:pt x="6" y="0"/>
                    </a:lnTo>
                    <a:lnTo>
                      <a:pt x="4" y="0"/>
                    </a:lnTo>
                    <a:lnTo>
                      <a:pt x="3" y="0"/>
                    </a:lnTo>
                    <a:lnTo>
                      <a:pt x="1" y="2"/>
                    </a:lnTo>
                    <a:lnTo>
                      <a:pt x="0" y="3"/>
                    </a:lnTo>
                    <a:lnTo>
                      <a:pt x="0" y="39"/>
                    </a:lnTo>
                    <a:lnTo>
                      <a:pt x="0" y="41"/>
                    </a:lnTo>
                    <a:lnTo>
                      <a:pt x="1" y="42"/>
                    </a:lnTo>
                    <a:lnTo>
                      <a:pt x="3" y="44"/>
                    </a:lnTo>
                    <a:lnTo>
                      <a:pt x="4" y="45"/>
                    </a:lnTo>
                    <a:lnTo>
                      <a:pt x="6" y="45"/>
                    </a:lnTo>
                    <a:lnTo>
                      <a:pt x="7" y="44"/>
                    </a:lnTo>
                    <a:lnTo>
                      <a:pt x="9" y="42"/>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82" name="Freeform 274"/>
              <p:cNvSpPr>
                <a:spLocks/>
              </p:cNvSpPr>
              <p:nvPr/>
            </p:nvSpPr>
            <p:spPr bwMode="auto">
              <a:xfrm>
                <a:off x="4366" y="3210"/>
                <a:ext cx="9" cy="45"/>
              </a:xfrm>
              <a:custGeom>
                <a:avLst/>
                <a:gdLst>
                  <a:gd name="T0" fmla="*/ 9 w 9"/>
                  <a:gd name="T1" fmla="*/ 4 h 45"/>
                  <a:gd name="T2" fmla="*/ 9 w 9"/>
                  <a:gd name="T3" fmla="*/ 3 h 45"/>
                  <a:gd name="T4" fmla="*/ 9 w 9"/>
                  <a:gd name="T5" fmla="*/ 1 h 45"/>
                  <a:gd name="T6" fmla="*/ 7 w 9"/>
                  <a:gd name="T7" fmla="*/ 0 h 45"/>
                  <a:gd name="T8" fmla="*/ 6 w 9"/>
                  <a:gd name="T9" fmla="*/ 0 h 45"/>
                  <a:gd name="T10" fmla="*/ 4 w 9"/>
                  <a:gd name="T11" fmla="*/ 0 h 45"/>
                  <a:gd name="T12" fmla="*/ 3 w 9"/>
                  <a:gd name="T13" fmla="*/ 0 h 45"/>
                  <a:gd name="T14" fmla="*/ 1 w 9"/>
                  <a:gd name="T15" fmla="*/ 1 h 45"/>
                  <a:gd name="T16" fmla="*/ 0 w 9"/>
                  <a:gd name="T17" fmla="*/ 3 h 45"/>
                  <a:gd name="T18" fmla="*/ 0 w 9"/>
                  <a:gd name="T19" fmla="*/ 39 h 45"/>
                  <a:gd name="T20" fmla="*/ 0 w 9"/>
                  <a:gd name="T21" fmla="*/ 41 h 45"/>
                  <a:gd name="T22" fmla="*/ 1 w 9"/>
                  <a:gd name="T23" fmla="*/ 42 h 45"/>
                  <a:gd name="T24" fmla="*/ 3 w 9"/>
                  <a:gd name="T25" fmla="*/ 44 h 45"/>
                  <a:gd name="T26" fmla="*/ 4 w 9"/>
                  <a:gd name="T27" fmla="*/ 45 h 45"/>
                  <a:gd name="T28" fmla="*/ 6 w 9"/>
                  <a:gd name="T29" fmla="*/ 45 h 45"/>
                  <a:gd name="T30" fmla="*/ 7 w 9"/>
                  <a:gd name="T31" fmla="*/ 44 h 45"/>
                  <a:gd name="T32" fmla="*/ 9 w 9"/>
                  <a:gd name="T33" fmla="*/ 42 h 45"/>
                  <a:gd name="T34" fmla="*/ 9 w 9"/>
                  <a:gd name="T35" fmla="*/ 41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7" y="0"/>
                    </a:lnTo>
                    <a:lnTo>
                      <a:pt x="6" y="0"/>
                    </a:lnTo>
                    <a:lnTo>
                      <a:pt x="4" y="0"/>
                    </a:lnTo>
                    <a:lnTo>
                      <a:pt x="3" y="0"/>
                    </a:lnTo>
                    <a:lnTo>
                      <a:pt x="1" y="1"/>
                    </a:lnTo>
                    <a:lnTo>
                      <a:pt x="0" y="3"/>
                    </a:lnTo>
                    <a:lnTo>
                      <a:pt x="0" y="39"/>
                    </a:lnTo>
                    <a:lnTo>
                      <a:pt x="0" y="41"/>
                    </a:lnTo>
                    <a:lnTo>
                      <a:pt x="1" y="42"/>
                    </a:lnTo>
                    <a:lnTo>
                      <a:pt x="3" y="44"/>
                    </a:lnTo>
                    <a:lnTo>
                      <a:pt x="4" y="45"/>
                    </a:lnTo>
                    <a:lnTo>
                      <a:pt x="6" y="45"/>
                    </a:lnTo>
                    <a:lnTo>
                      <a:pt x="7" y="44"/>
                    </a:lnTo>
                    <a:lnTo>
                      <a:pt x="9" y="42"/>
                    </a:lnTo>
                    <a:lnTo>
                      <a:pt x="9" y="41"/>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83" name="Freeform 275"/>
              <p:cNvSpPr>
                <a:spLocks/>
              </p:cNvSpPr>
              <p:nvPr/>
            </p:nvSpPr>
            <p:spPr bwMode="auto">
              <a:xfrm>
                <a:off x="4366" y="3273"/>
                <a:ext cx="9" cy="46"/>
              </a:xfrm>
              <a:custGeom>
                <a:avLst/>
                <a:gdLst>
                  <a:gd name="T0" fmla="*/ 9 w 9"/>
                  <a:gd name="T1" fmla="*/ 5 h 46"/>
                  <a:gd name="T2" fmla="*/ 9 w 9"/>
                  <a:gd name="T3" fmla="*/ 3 h 46"/>
                  <a:gd name="T4" fmla="*/ 9 w 9"/>
                  <a:gd name="T5" fmla="*/ 2 h 46"/>
                  <a:gd name="T6" fmla="*/ 7 w 9"/>
                  <a:gd name="T7" fmla="*/ 0 h 46"/>
                  <a:gd name="T8" fmla="*/ 6 w 9"/>
                  <a:gd name="T9" fmla="*/ 0 h 46"/>
                  <a:gd name="T10" fmla="*/ 4 w 9"/>
                  <a:gd name="T11" fmla="*/ 0 h 46"/>
                  <a:gd name="T12" fmla="*/ 3 w 9"/>
                  <a:gd name="T13" fmla="*/ 0 h 46"/>
                  <a:gd name="T14" fmla="*/ 1 w 9"/>
                  <a:gd name="T15" fmla="*/ 2 h 46"/>
                  <a:gd name="T16" fmla="*/ 0 w 9"/>
                  <a:gd name="T17" fmla="*/ 3 h 46"/>
                  <a:gd name="T18" fmla="*/ 0 w 9"/>
                  <a:gd name="T19" fmla="*/ 40 h 46"/>
                  <a:gd name="T20" fmla="*/ 0 w 9"/>
                  <a:gd name="T21" fmla="*/ 41 h 46"/>
                  <a:gd name="T22" fmla="*/ 1 w 9"/>
                  <a:gd name="T23" fmla="*/ 43 h 46"/>
                  <a:gd name="T24" fmla="*/ 3 w 9"/>
                  <a:gd name="T25" fmla="*/ 44 h 46"/>
                  <a:gd name="T26" fmla="*/ 4 w 9"/>
                  <a:gd name="T27" fmla="*/ 46 h 46"/>
                  <a:gd name="T28" fmla="*/ 6 w 9"/>
                  <a:gd name="T29" fmla="*/ 46 h 46"/>
                  <a:gd name="T30" fmla="*/ 7 w 9"/>
                  <a:gd name="T31" fmla="*/ 44 h 46"/>
                  <a:gd name="T32" fmla="*/ 9 w 9"/>
                  <a:gd name="T33" fmla="*/ 43 h 46"/>
                  <a:gd name="T34" fmla="*/ 9 w 9"/>
                  <a:gd name="T35" fmla="*/ 41 h 46"/>
                  <a:gd name="T36" fmla="*/ 9 w 9"/>
                  <a:gd name="T37" fmla="*/ 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5"/>
                    </a:moveTo>
                    <a:lnTo>
                      <a:pt x="9" y="3"/>
                    </a:lnTo>
                    <a:lnTo>
                      <a:pt x="9" y="2"/>
                    </a:lnTo>
                    <a:lnTo>
                      <a:pt x="7" y="0"/>
                    </a:lnTo>
                    <a:lnTo>
                      <a:pt x="6" y="0"/>
                    </a:lnTo>
                    <a:lnTo>
                      <a:pt x="4" y="0"/>
                    </a:lnTo>
                    <a:lnTo>
                      <a:pt x="3" y="0"/>
                    </a:lnTo>
                    <a:lnTo>
                      <a:pt x="1" y="2"/>
                    </a:lnTo>
                    <a:lnTo>
                      <a:pt x="0" y="3"/>
                    </a:lnTo>
                    <a:lnTo>
                      <a:pt x="0" y="40"/>
                    </a:lnTo>
                    <a:lnTo>
                      <a:pt x="0" y="41"/>
                    </a:lnTo>
                    <a:lnTo>
                      <a:pt x="1" y="43"/>
                    </a:lnTo>
                    <a:lnTo>
                      <a:pt x="3" y="44"/>
                    </a:lnTo>
                    <a:lnTo>
                      <a:pt x="4" y="46"/>
                    </a:lnTo>
                    <a:lnTo>
                      <a:pt x="6" y="46"/>
                    </a:lnTo>
                    <a:lnTo>
                      <a:pt x="7" y="44"/>
                    </a:lnTo>
                    <a:lnTo>
                      <a:pt x="9" y="43"/>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84" name="Freeform 276"/>
              <p:cNvSpPr>
                <a:spLocks/>
              </p:cNvSpPr>
              <p:nvPr/>
            </p:nvSpPr>
            <p:spPr bwMode="auto">
              <a:xfrm>
                <a:off x="4366" y="3337"/>
                <a:ext cx="9" cy="45"/>
              </a:xfrm>
              <a:custGeom>
                <a:avLst/>
                <a:gdLst>
                  <a:gd name="T0" fmla="*/ 9 w 9"/>
                  <a:gd name="T1" fmla="*/ 4 h 45"/>
                  <a:gd name="T2" fmla="*/ 9 w 9"/>
                  <a:gd name="T3" fmla="*/ 3 h 45"/>
                  <a:gd name="T4" fmla="*/ 9 w 9"/>
                  <a:gd name="T5" fmla="*/ 1 h 45"/>
                  <a:gd name="T6" fmla="*/ 7 w 9"/>
                  <a:gd name="T7" fmla="*/ 0 h 45"/>
                  <a:gd name="T8" fmla="*/ 6 w 9"/>
                  <a:gd name="T9" fmla="*/ 0 h 45"/>
                  <a:gd name="T10" fmla="*/ 4 w 9"/>
                  <a:gd name="T11" fmla="*/ 0 h 45"/>
                  <a:gd name="T12" fmla="*/ 3 w 9"/>
                  <a:gd name="T13" fmla="*/ 0 h 45"/>
                  <a:gd name="T14" fmla="*/ 1 w 9"/>
                  <a:gd name="T15" fmla="*/ 1 h 45"/>
                  <a:gd name="T16" fmla="*/ 0 w 9"/>
                  <a:gd name="T17" fmla="*/ 3 h 45"/>
                  <a:gd name="T18" fmla="*/ 0 w 9"/>
                  <a:gd name="T19" fmla="*/ 39 h 45"/>
                  <a:gd name="T20" fmla="*/ 0 w 9"/>
                  <a:gd name="T21" fmla="*/ 41 h 45"/>
                  <a:gd name="T22" fmla="*/ 1 w 9"/>
                  <a:gd name="T23" fmla="*/ 42 h 45"/>
                  <a:gd name="T24" fmla="*/ 3 w 9"/>
                  <a:gd name="T25" fmla="*/ 44 h 45"/>
                  <a:gd name="T26" fmla="*/ 4 w 9"/>
                  <a:gd name="T27" fmla="*/ 45 h 45"/>
                  <a:gd name="T28" fmla="*/ 6 w 9"/>
                  <a:gd name="T29" fmla="*/ 45 h 45"/>
                  <a:gd name="T30" fmla="*/ 7 w 9"/>
                  <a:gd name="T31" fmla="*/ 44 h 45"/>
                  <a:gd name="T32" fmla="*/ 9 w 9"/>
                  <a:gd name="T33" fmla="*/ 42 h 45"/>
                  <a:gd name="T34" fmla="*/ 9 w 9"/>
                  <a:gd name="T35" fmla="*/ 41 h 45"/>
                  <a:gd name="T36" fmla="*/ 9 w 9"/>
                  <a:gd name="T3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5">
                    <a:moveTo>
                      <a:pt x="9" y="4"/>
                    </a:moveTo>
                    <a:lnTo>
                      <a:pt x="9" y="3"/>
                    </a:lnTo>
                    <a:lnTo>
                      <a:pt x="9" y="1"/>
                    </a:lnTo>
                    <a:lnTo>
                      <a:pt x="7" y="0"/>
                    </a:lnTo>
                    <a:lnTo>
                      <a:pt x="6" y="0"/>
                    </a:lnTo>
                    <a:lnTo>
                      <a:pt x="4" y="0"/>
                    </a:lnTo>
                    <a:lnTo>
                      <a:pt x="3" y="0"/>
                    </a:lnTo>
                    <a:lnTo>
                      <a:pt x="1" y="1"/>
                    </a:lnTo>
                    <a:lnTo>
                      <a:pt x="0" y="3"/>
                    </a:lnTo>
                    <a:lnTo>
                      <a:pt x="0" y="39"/>
                    </a:lnTo>
                    <a:lnTo>
                      <a:pt x="0" y="41"/>
                    </a:lnTo>
                    <a:lnTo>
                      <a:pt x="1" y="42"/>
                    </a:lnTo>
                    <a:lnTo>
                      <a:pt x="3" y="44"/>
                    </a:lnTo>
                    <a:lnTo>
                      <a:pt x="4" y="45"/>
                    </a:lnTo>
                    <a:lnTo>
                      <a:pt x="6" y="45"/>
                    </a:lnTo>
                    <a:lnTo>
                      <a:pt x="7" y="44"/>
                    </a:lnTo>
                    <a:lnTo>
                      <a:pt x="9" y="42"/>
                    </a:lnTo>
                    <a:lnTo>
                      <a:pt x="9" y="41"/>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85" name="Freeform 277"/>
              <p:cNvSpPr>
                <a:spLocks/>
              </p:cNvSpPr>
              <p:nvPr/>
            </p:nvSpPr>
            <p:spPr bwMode="auto">
              <a:xfrm>
                <a:off x="4366" y="3400"/>
                <a:ext cx="9" cy="46"/>
              </a:xfrm>
              <a:custGeom>
                <a:avLst/>
                <a:gdLst>
                  <a:gd name="T0" fmla="*/ 9 w 9"/>
                  <a:gd name="T1" fmla="*/ 5 h 46"/>
                  <a:gd name="T2" fmla="*/ 9 w 9"/>
                  <a:gd name="T3" fmla="*/ 3 h 46"/>
                  <a:gd name="T4" fmla="*/ 9 w 9"/>
                  <a:gd name="T5" fmla="*/ 2 h 46"/>
                  <a:gd name="T6" fmla="*/ 7 w 9"/>
                  <a:gd name="T7" fmla="*/ 0 h 46"/>
                  <a:gd name="T8" fmla="*/ 6 w 9"/>
                  <a:gd name="T9" fmla="*/ 0 h 46"/>
                  <a:gd name="T10" fmla="*/ 4 w 9"/>
                  <a:gd name="T11" fmla="*/ 0 h 46"/>
                  <a:gd name="T12" fmla="*/ 3 w 9"/>
                  <a:gd name="T13" fmla="*/ 0 h 46"/>
                  <a:gd name="T14" fmla="*/ 1 w 9"/>
                  <a:gd name="T15" fmla="*/ 2 h 46"/>
                  <a:gd name="T16" fmla="*/ 0 w 9"/>
                  <a:gd name="T17" fmla="*/ 3 h 46"/>
                  <a:gd name="T18" fmla="*/ 0 w 9"/>
                  <a:gd name="T19" fmla="*/ 40 h 46"/>
                  <a:gd name="T20" fmla="*/ 0 w 9"/>
                  <a:gd name="T21" fmla="*/ 41 h 46"/>
                  <a:gd name="T22" fmla="*/ 1 w 9"/>
                  <a:gd name="T23" fmla="*/ 43 h 46"/>
                  <a:gd name="T24" fmla="*/ 3 w 9"/>
                  <a:gd name="T25" fmla="*/ 44 h 46"/>
                  <a:gd name="T26" fmla="*/ 4 w 9"/>
                  <a:gd name="T27" fmla="*/ 46 h 46"/>
                  <a:gd name="T28" fmla="*/ 6 w 9"/>
                  <a:gd name="T29" fmla="*/ 46 h 46"/>
                  <a:gd name="T30" fmla="*/ 7 w 9"/>
                  <a:gd name="T31" fmla="*/ 44 h 46"/>
                  <a:gd name="T32" fmla="*/ 9 w 9"/>
                  <a:gd name="T33" fmla="*/ 43 h 46"/>
                  <a:gd name="T34" fmla="*/ 9 w 9"/>
                  <a:gd name="T35" fmla="*/ 41 h 46"/>
                  <a:gd name="T36" fmla="*/ 9 w 9"/>
                  <a:gd name="T37" fmla="*/ 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6">
                    <a:moveTo>
                      <a:pt x="9" y="5"/>
                    </a:moveTo>
                    <a:lnTo>
                      <a:pt x="9" y="3"/>
                    </a:lnTo>
                    <a:lnTo>
                      <a:pt x="9" y="2"/>
                    </a:lnTo>
                    <a:lnTo>
                      <a:pt x="7" y="0"/>
                    </a:lnTo>
                    <a:lnTo>
                      <a:pt x="6" y="0"/>
                    </a:lnTo>
                    <a:lnTo>
                      <a:pt x="4" y="0"/>
                    </a:lnTo>
                    <a:lnTo>
                      <a:pt x="3" y="0"/>
                    </a:lnTo>
                    <a:lnTo>
                      <a:pt x="1" y="2"/>
                    </a:lnTo>
                    <a:lnTo>
                      <a:pt x="0" y="3"/>
                    </a:lnTo>
                    <a:lnTo>
                      <a:pt x="0" y="40"/>
                    </a:lnTo>
                    <a:lnTo>
                      <a:pt x="0" y="41"/>
                    </a:lnTo>
                    <a:lnTo>
                      <a:pt x="1" y="43"/>
                    </a:lnTo>
                    <a:lnTo>
                      <a:pt x="3" y="44"/>
                    </a:lnTo>
                    <a:lnTo>
                      <a:pt x="4" y="46"/>
                    </a:lnTo>
                    <a:lnTo>
                      <a:pt x="6" y="46"/>
                    </a:lnTo>
                    <a:lnTo>
                      <a:pt x="7" y="44"/>
                    </a:lnTo>
                    <a:lnTo>
                      <a:pt x="9" y="43"/>
                    </a:lnTo>
                    <a:lnTo>
                      <a:pt x="9" y="41"/>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5286" name="Freeform 278"/>
              <p:cNvSpPr>
                <a:spLocks/>
              </p:cNvSpPr>
              <p:nvPr/>
            </p:nvSpPr>
            <p:spPr bwMode="auto">
              <a:xfrm>
                <a:off x="4366" y="3464"/>
                <a:ext cx="9" cy="33"/>
              </a:xfrm>
              <a:custGeom>
                <a:avLst/>
                <a:gdLst>
                  <a:gd name="T0" fmla="*/ 9 w 9"/>
                  <a:gd name="T1" fmla="*/ 5 h 33"/>
                  <a:gd name="T2" fmla="*/ 9 w 9"/>
                  <a:gd name="T3" fmla="*/ 3 h 33"/>
                  <a:gd name="T4" fmla="*/ 9 w 9"/>
                  <a:gd name="T5" fmla="*/ 2 h 33"/>
                  <a:gd name="T6" fmla="*/ 7 w 9"/>
                  <a:gd name="T7" fmla="*/ 0 h 33"/>
                  <a:gd name="T8" fmla="*/ 6 w 9"/>
                  <a:gd name="T9" fmla="*/ 0 h 33"/>
                  <a:gd name="T10" fmla="*/ 4 w 9"/>
                  <a:gd name="T11" fmla="*/ 0 h 33"/>
                  <a:gd name="T12" fmla="*/ 3 w 9"/>
                  <a:gd name="T13" fmla="*/ 0 h 33"/>
                  <a:gd name="T14" fmla="*/ 1 w 9"/>
                  <a:gd name="T15" fmla="*/ 2 h 33"/>
                  <a:gd name="T16" fmla="*/ 0 w 9"/>
                  <a:gd name="T17" fmla="*/ 3 h 33"/>
                  <a:gd name="T18" fmla="*/ 0 w 9"/>
                  <a:gd name="T19" fmla="*/ 29 h 33"/>
                  <a:gd name="T20" fmla="*/ 0 w 9"/>
                  <a:gd name="T21" fmla="*/ 29 h 33"/>
                  <a:gd name="T22" fmla="*/ 1 w 9"/>
                  <a:gd name="T23" fmla="*/ 30 h 33"/>
                  <a:gd name="T24" fmla="*/ 3 w 9"/>
                  <a:gd name="T25" fmla="*/ 32 h 33"/>
                  <a:gd name="T26" fmla="*/ 4 w 9"/>
                  <a:gd name="T27" fmla="*/ 33 h 33"/>
                  <a:gd name="T28" fmla="*/ 4 w 9"/>
                  <a:gd name="T29" fmla="*/ 33 h 33"/>
                  <a:gd name="T30" fmla="*/ 6 w 9"/>
                  <a:gd name="T31" fmla="*/ 32 h 33"/>
                  <a:gd name="T32" fmla="*/ 7 w 9"/>
                  <a:gd name="T33" fmla="*/ 30 h 33"/>
                  <a:gd name="T34" fmla="*/ 9 w 9"/>
                  <a:gd name="T35" fmla="*/ 30 h 33"/>
                  <a:gd name="T36" fmla="*/ 9 w 9"/>
                  <a:gd name="T37" fmla="*/ 5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33">
                    <a:moveTo>
                      <a:pt x="9" y="5"/>
                    </a:moveTo>
                    <a:lnTo>
                      <a:pt x="9" y="3"/>
                    </a:lnTo>
                    <a:lnTo>
                      <a:pt x="9" y="2"/>
                    </a:lnTo>
                    <a:lnTo>
                      <a:pt x="7" y="0"/>
                    </a:lnTo>
                    <a:lnTo>
                      <a:pt x="6" y="0"/>
                    </a:lnTo>
                    <a:lnTo>
                      <a:pt x="4" y="0"/>
                    </a:lnTo>
                    <a:lnTo>
                      <a:pt x="3" y="0"/>
                    </a:lnTo>
                    <a:lnTo>
                      <a:pt x="1" y="2"/>
                    </a:lnTo>
                    <a:lnTo>
                      <a:pt x="0" y="3"/>
                    </a:lnTo>
                    <a:lnTo>
                      <a:pt x="0" y="29"/>
                    </a:lnTo>
                    <a:lnTo>
                      <a:pt x="0" y="29"/>
                    </a:lnTo>
                    <a:lnTo>
                      <a:pt x="1" y="30"/>
                    </a:lnTo>
                    <a:lnTo>
                      <a:pt x="3" y="32"/>
                    </a:lnTo>
                    <a:lnTo>
                      <a:pt x="4" y="33"/>
                    </a:lnTo>
                    <a:lnTo>
                      <a:pt x="4" y="33"/>
                    </a:lnTo>
                    <a:lnTo>
                      <a:pt x="6" y="32"/>
                    </a:lnTo>
                    <a:lnTo>
                      <a:pt x="7" y="30"/>
                    </a:lnTo>
                    <a:lnTo>
                      <a:pt x="9" y="30"/>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sp>
          <p:nvSpPr>
            <p:cNvPr id="555288" name="Rectangle 280"/>
            <p:cNvSpPr>
              <a:spLocks noChangeArrowheads="1"/>
            </p:cNvSpPr>
            <p:nvPr/>
          </p:nvSpPr>
          <p:spPr bwMode="auto">
            <a:xfrm>
              <a:off x="1702" y="3194"/>
              <a:ext cx="12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b="1" i="1">
                  <a:solidFill>
                    <a:srgbClr val="000000"/>
                  </a:solidFill>
                  <a:effectLst/>
                </a:rPr>
                <a:t>x</a:t>
              </a:r>
              <a:endParaRPr lang="en-US" altLang="zh-CN" sz="3200" b="1">
                <a:effectLst>
                  <a:outerShdw blurRad="38100" dist="38100" dir="2700000" algn="tl">
                    <a:srgbClr val="C0C0C0"/>
                  </a:outerShdw>
                </a:effectLst>
              </a:endParaRPr>
            </a:p>
          </p:txBody>
        </p:sp>
        <p:sp>
          <p:nvSpPr>
            <p:cNvPr id="555289" name="Rectangle 281"/>
            <p:cNvSpPr>
              <a:spLocks noChangeArrowheads="1"/>
            </p:cNvSpPr>
            <p:nvPr/>
          </p:nvSpPr>
          <p:spPr bwMode="auto">
            <a:xfrm>
              <a:off x="1818" y="3306"/>
              <a:ext cx="11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800" b="1">
                  <a:solidFill>
                    <a:srgbClr val="000000"/>
                  </a:solidFill>
                  <a:effectLst/>
                </a:rPr>
                <a:t>1</a:t>
              </a:r>
              <a:endParaRPr lang="en-US" altLang="zh-CN" sz="2800" b="1">
                <a:effectLst>
                  <a:outerShdw blurRad="38100" dist="38100" dir="2700000" algn="tl">
                    <a:srgbClr val="C0C0C0"/>
                  </a:outerShdw>
                </a:effectLst>
              </a:endParaRPr>
            </a:p>
          </p:txBody>
        </p:sp>
        <p:sp>
          <p:nvSpPr>
            <p:cNvPr id="555290" name="Rectangle 282"/>
            <p:cNvSpPr>
              <a:spLocks noChangeArrowheads="1"/>
            </p:cNvSpPr>
            <p:nvPr/>
          </p:nvSpPr>
          <p:spPr bwMode="auto">
            <a:xfrm>
              <a:off x="1905" y="3306"/>
              <a:ext cx="5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2800" b="1">
                  <a:solidFill>
                    <a:srgbClr val="000000"/>
                  </a:solidFill>
                  <a:effectLst/>
                </a:rPr>
                <a:t> </a:t>
              </a:r>
              <a:endParaRPr lang="zh-CN" altLang="en-US" sz="2800" b="1">
                <a:effectLst>
                  <a:outerShdw blurRad="38100" dist="38100" dir="2700000" algn="tl">
                    <a:srgbClr val="C0C0C0"/>
                  </a:outerShdw>
                </a:effectLst>
              </a:endParaRPr>
            </a:p>
          </p:txBody>
        </p:sp>
        <p:sp>
          <p:nvSpPr>
            <p:cNvPr id="555292" name="Rectangle 284"/>
            <p:cNvSpPr>
              <a:spLocks noChangeArrowheads="1"/>
            </p:cNvSpPr>
            <p:nvPr/>
          </p:nvSpPr>
          <p:spPr bwMode="auto">
            <a:xfrm>
              <a:off x="3741" y="3194"/>
              <a:ext cx="12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b="1" i="1">
                  <a:solidFill>
                    <a:srgbClr val="000000"/>
                  </a:solidFill>
                  <a:effectLst/>
                </a:rPr>
                <a:t>x</a:t>
              </a:r>
              <a:endParaRPr lang="en-US" altLang="zh-CN" sz="3200" b="1">
                <a:effectLst>
                  <a:outerShdw blurRad="38100" dist="38100" dir="2700000" algn="tl">
                    <a:srgbClr val="C0C0C0"/>
                  </a:outerShdw>
                </a:effectLst>
              </a:endParaRPr>
            </a:p>
          </p:txBody>
        </p:sp>
        <p:sp>
          <p:nvSpPr>
            <p:cNvPr id="555293" name="Rectangle 285"/>
            <p:cNvSpPr>
              <a:spLocks noChangeArrowheads="1"/>
            </p:cNvSpPr>
            <p:nvPr/>
          </p:nvSpPr>
          <p:spPr bwMode="auto">
            <a:xfrm>
              <a:off x="3858" y="3306"/>
              <a:ext cx="11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800" b="1">
                  <a:solidFill>
                    <a:srgbClr val="000000"/>
                  </a:solidFill>
                  <a:effectLst/>
                </a:rPr>
                <a:t>2</a:t>
              </a:r>
              <a:endParaRPr lang="en-US" altLang="zh-CN" sz="2800" b="1">
                <a:effectLst>
                  <a:outerShdw blurRad="38100" dist="38100" dir="2700000" algn="tl">
                    <a:srgbClr val="C0C0C0"/>
                  </a:outerShdw>
                </a:effectLst>
              </a:endParaRPr>
            </a:p>
          </p:txBody>
        </p:sp>
        <p:sp>
          <p:nvSpPr>
            <p:cNvPr id="555294" name="Rectangle 286"/>
            <p:cNvSpPr>
              <a:spLocks noChangeArrowheads="1"/>
            </p:cNvSpPr>
            <p:nvPr/>
          </p:nvSpPr>
          <p:spPr bwMode="auto">
            <a:xfrm>
              <a:off x="3947" y="3306"/>
              <a:ext cx="5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2800" b="1">
                  <a:solidFill>
                    <a:srgbClr val="000000"/>
                  </a:solidFill>
                  <a:effectLst/>
                </a:rPr>
                <a:t> </a:t>
              </a:r>
              <a:endParaRPr lang="zh-CN" altLang="en-US" sz="2800" b="1">
                <a:effectLst>
                  <a:outerShdw blurRad="38100" dist="38100" dir="2700000" algn="tl">
                    <a:srgbClr val="C0C0C0"/>
                  </a:outerShdw>
                </a:effectLst>
              </a:endParaRPr>
            </a:p>
          </p:txBody>
        </p:sp>
        <p:sp>
          <p:nvSpPr>
            <p:cNvPr id="555295" name="Rectangle 287"/>
            <p:cNvSpPr>
              <a:spLocks noChangeArrowheads="1"/>
            </p:cNvSpPr>
            <p:nvPr/>
          </p:nvSpPr>
          <p:spPr bwMode="auto">
            <a:xfrm>
              <a:off x="1805" y="3116"/>
              <a:ext cx="6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a:p>
          </p:txBody>
        </p:sp>
        <p:sp>
          <p:nvSpPr>
            <p:cNvPr id="555296" name="Rectangle 288"/>
            <p:cNvSpPr>
              <a:spLocks noChangeArrowheads="1"/>
            </p:cNvSpPr>
            <p:nvPr/>
          </p:nvSpPr>
          <p:spPr bwMode="auto">
            <a:xfrm>
              <a:off x="1986" y="3194"/>
              <a:ext cx="12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b="1" i="1">
                  <a:solidFill>
                    <a:srgbClr val="000000"/>
                  </a:solidFill>
                  <a:effectLst/>
                </a:rPr>
                <a:t>x</a:t>
              </a:r>
              <a:endParaRPr lang="en-US" altLang="zh-CN" sz="3200" b="1">
                <a:effectLst>
                  <a:outerShdw blurRad="38100" dist="38100" dir="2700000" algn="tl">
                    <a:srgbClr val="C0C0C0"/>
                  </a:outerShdw>
                </a:effectLst>
              </a:endParaRPr>
            </a:p>
          </p:txBody>
        </p:sp>
        <p:sp>
          <p:nvSpPr>
            <p:cNvPr id="555297" name="Rectangle 289"/>
            <p:cNvSpPr>
              <a:spLocks noChangeArrowheads="1"/>
            </p:cNvSpPr>
            <p:nvPr/>
          </p:nvSpPr>
          <p:spPr bwMode="auto">
            <a:xfrm>
              <a:off x="2103" y="3306"/>
              <a:ext cx="11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800" b="1">
                  <a:solidFill>
                    <a:srgbClr val="000000"/>
                  </a:solidFill>
                  <a:effectLst/>
                </a:rPr>
                <a:t>3</a:t>
              </a:r>
              <a:endParaRPr lang="en-US" altLang="zh-CN" sz="2800" b="1">
                <a:effectLst>
                  <a:outerShdw blurRad="38100" dist="38100" dir="2700000" algn="tl">
                    <a:srgbClr val="C0C0C0"/>
                  </a:outerShdw>
                </a:effectLst>
              </a:endParaRPr>
            </a:p>
          </p:txBody>
        </p:sp>
        <p:sp>
          <p:nvSpPr>
            <p:cNvPr id="555298" name="Rectangle 290"/>
            <p:cNvSpPr>
              <a:spLocks noChangeArrowheads="1"/>
            </p:cNvSpPr>
            <p:nvPr/>
          </p:nvSpPr>
          <p:spPr bwMode="auto">
            <a:xfrm>
              <a:off x="2189" y="3306"/>
              <a:ext cx="5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2800" b="1">
                  <a:solidFill>
                    <a:srgbClr val="000000"/>
                  </a:solidFill>
                  <a:effectLst/>
                </a:rPr>
                <a:t> </a:t>
              </a:r>
              <a:endParaRPr lang="zh-CN" altLang="en-US" sz="2800" b="1">
                <a:effectLst>
                  <a:outerShdw blurRad="38100" dist="38100" dir="2700000" algn="tl">
                    <a:srgbClr val="C0C0C0"/>
                  </a:outerShdw>
                </a:effectLst>
              </a:endParaRPr>
            </a:p>
          </p:txBody>
        </p:sp>
        <p:sp>
          <p:nvSpPr>
            <p:cNvPr id="555300" name="Rectangle 292"/>
            <p:cNvSpPr>
              <a:spLocks noChangeArrowheads="1"/>
            </p:cNvSpPr>
            <p:nvPr/>
          </p:nvSpPr>
          <p:spPr bwMode="auto">
            <a:xfrm>
              <a:off x="2855" y="3219"/>
              <a:ext cx="12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b="1" i="1">
                  <a:solidFill>
                    <a:srgbClr val="000000"/>
                  </a:solidFill>
                  <a:effectLst/>
                </a:rPr>
                <a:t>x</a:t>
              </a:r>
              <a:endParaRPr lang="en-US" altLang="zh-CN" sz="3200" b="1">
                <a:effectLst>
                  <a:outerShdw blurRad="38100" dist="38100" dir="2700000" algn="tl">
                    <a:srgbClr val="C0C0C0"/>
                  </a:outerShdw>
                </a:effectLst>
              </a:endParaRPr>
            </a:p>
          </p:txBody>
        </p:sp>
        <p:sp>
          <p:nvSpPr>
            <p:cNvPr id="555301" name="Rectangle 293"/>
            <p:cNvSpPr>
              <a:spLocks noChangeArrowheads="1"/>
            </p:cNvSpPr>
            <p:nvPr/>
          </p:nvSpPr>
          <p:spPr bwMode="auto">
            <a:xfrm>
              <a:off x="2971" y="3183"/>
              <a:ext cx="11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2800" b="1">
                  <a:solidFill>
                    <a:srgbClr val="000000"/>
                  </a:solidFill>
                  <a:effectLst/>
                </a:rPr>
                <a:t>*</a:t>
              </a:r>
              <a:endParaRPr lang="zh-CN" altLang="en-US" sz="2800" b="1">
                <a:effectLst>
                  <a:outerShdw blurRad="38100" dist="38100" dir="2700000" algn="tl">
                    <a:srgbClr val="C0C0C0"/>
                  </a:outerShdw>
                </a:effectLst>
              </a:endParaRPr>
            </a:p>
          </p:txBody>
        </p:sp>
        <p:sp>
          <p:nvSpPr>
            <p:cNvPr id="555302" name="Rectangle 294"/>
            <p:cNvSpPr>
              <a:spLocks noChangeArrowheads="1"/>
            </p:cNvSpPr>
            <p:nvPr/>
          </p:nvSpPr>
          <p:spPr bwMode="auto">
            <a:xfrm>
              <a:off x="2862" y="3158"/>
              <a:ext cx="64"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3200" b="1">
                  <a:solidFill>
                    <a:srgbClr val="000000"/>
                  </a:solidFill>
                  <a:effectLst/>
                </a:rPr>
                <a:t> </a:t>
              </a:r>
              <a:endParaRPr lang="zh-CN" altLang="en-US" sz="3200" b="1">
                <a:effectLst>
                  <a:outerShdw blurRad="38100" dist="38100" dir="2700000" algn="tl">
                    <a:srgbClr val="C0C0C0"/>
                  </a:outerShdw>
                </a:effectLst>
              </a:endParaRPr>
            </a:p>
          </p:txBody>
        </p:sp>
        <p:sp>
          <p:nvSpPr>
            <p:cNvPr id="555303" name="Rectangle 295"/>
            <p:cNvSpPr>
              <a:spLocks noChangeArrowheads="1"/>
            </p:cNvSpPr>
            <p:nvPr/>
          </p:nvSpPr>
          <p:spPr bwMode="auto">
            <a:xfrm>
              <a:off x="2030" y="942"/>
              <a:ext cx="1358"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a:p>
          </p:txBody>
        </p:sp>
        <p:sp>
          <p:nvSpPr>
            <p:cNvPr id="555304" name="Rectangle 296"/>
            <p:cNvSpPr>
              <a:spLocks noChangeArrowheads="1"/>
            </p:cNvSpPr>
            <p:nvPr/>
          </p:nvSpPr>
          <p:spPr bwMode="auto">
            <a:xfrm>
              <a:off x="1746" y="928"/>
              <a:ext cx="9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800" b="1" i="1">
                  <a:solidFill>
                    <a:srgbClr val="000000"/>
                  </a:solidFill>
                  <a:effectLst/>
                </a:rPr>
                <a:t>y</a:t>
              </a:r>
              <a:endParaRPr lang="en-US" altLang="zh-CN" sz="2800" b="1">
                <a:effectLst>
                  <a:outerShdw blurRad="38100" dist="38100" dir="2700000" algn="tl">
                    <a:srgbClr val="C0C0C0"/>
                  </a:outerShdw>
                </a:effectLst>
              </a:endParaRPr>
            </a:p>
          </p:txBody>
        </p:sp>
        <p:sp>
          <p:nvSpPr>
            <p:cNvPr id="555305" name="Rectangle 297"/>
            <p:cNvSpPr>
              <a:spLocks noChangeArrowheads="1"/>
            </p:cNvSpPr>
            <p:nvPr/>
          </p:nvSpPr>
          <p:spPr bwMode="auto">
            <a:xfrm>
              <a:off x="1863" y="928"/>
              <a:ext cx="12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800" b="1">
                  <a:solidFill>
                    <a:srgbClr val="000000"/>
                  </a:solidFill>
                  <a:effectLst/>
                </a:rPr>
                <a:t>=</a:t>
              </a:r>
              <a:endParaRPr lang="en-US" altLang="zh-CN" sz="2800" b="1">
                <a:effectLst>
                  <a:outerShdw blurRad="38100" dist="38100" dir="2700000" algn="tl">
                    <a:srgbClr val="C0C0C0"/>
                  </a:outerShdw>
                </a:effectLst>
              </a:endParaRPr>
            </a:p>
          </p:txBody>
        </p:sp>
        <p:grpSp>
          <p:nvGrpSpPr>
            <p:cNvPr id="50230" name="Group 298"/>
            <p:cNvGrpSpPr>
              <a:grpSpLocks/>
            </p:cNvGrpSpPr>
            <p:nvPr/>
          </p:nvGrpSpPr>
          <p:grpSpPr bwMode="auto">
            <a:xfrm>
              <a:off x="2125" y="890"/>
              <a:ext cx="532" cy="294"/>
              <a:chOff x="4200" y="2048"/>
              <a:chExt cx="264" cy="201"/>
            </a:xfrm>
          </p:grpSpPr>
          <p:sp>
            <p:nvSpPr>
              <p:cNvPr id="555307" name="Rectangle 299"/>
              <p:cNvSpPr>
                <a:spLocks noChangeArrowheads="1"/>
              </p:cNvSpPr>
              <p:nvPr/>
            </p:nvSpPr>
            <p:spPr bwMode="auto">
              <a:xfrm>
                <a:off x="4427" y="2065"/>
                <a:ext cx="37"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800" b="1">
                    <a:solidFill>
                      <a:srgbClr val="000000"/>
                    </a:solidFill>
                    <a:effectLst/>
                  </a:rPr>
                  <a:t>)</a:t>
                </a:r>
                <a:endParaRPr lang="en-US" altLang="zh-CN" sz="2800" b="1">
                  <a:effectLst>
                    <a:outerShdw blurRad="38100" dist="38100" dir="2700000" algn="tl">
                      <a:srgbClr val="C0C0C0"/>
                    </a:outerShdw>
                  </a:effectLst>
                </a:endParaRPr>
              </a:p>
            </p:txBody>
          </p:sp>
          <p:sp>
            <p:nvSpPr>
              <p:cNvPr id="555308" name="Rectangle 300"/>
              <p:cNvSpPr>
                <a:spLocks noChangeArrowheads="1"/>
              </p:cNvSpPr>
              <p:nvPr/>
            </p:nvSpPr>
            <p:spPr bwMode="auto">
              <a:xfrm>
                <a:off x="4301" y="2065"/>
                <a:ext cx="3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800" b="1">
                    <a:solidFill>
                      <a:srgbClr val="000000"/>
                    </a:solidFill>
                    <a:effectLst/>
                  </a:rPr>
                  <a:t>(</a:t>
                </a:r>
                <a:endParaRPr lang="en-US" altLang="zh-CN" sz="2800" b="1">
                  <a:effectLst>
                    <a:outerShdw blurRad="38100" dist="38100" dir="2700000" algn="tl">
                      <a:srgbClr val="C0C0C0"/>
                    </a:outerShdw>
                  </a:effectLst>
                </a:endParaRPr>
              </a:p>
            </p:txBody>
          </p:sp>
          <p:sp>
            <p:nvSpPr>
              <p:cNvPr id="555309" name="Rectangle 301"/>
              <p:cNvSpPr>
                <a:spLocks noChangeArrowheads="1"/>
              </p:cNvSpPr>
              <p:nvPr/>
            </p:nvSpPr>
            <p:spPr bwMode="auto">
              <a:xfrm>
                <a:off x="4359" y="2065"/>
                <a:ext cx="56"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800" b="1" i="1">
                    <a:solidFill>
                      <a:srgbClr val="000000"/>
                    </a:solidFill>
                    <a:effectLst/>
                  </a:rPr>
                  <a:t>x</a:t>
                </a:r>
                <a:endParaRPr lang="en-US" altLang="zh-CN" sz="2800" b="1">
                  <a:effectLst>
                    <a:outerShdw blurRad="38100" dist="38100" dir="2700000" algn="tl">
                      <a:srgbClr val="C0C0C0"/>
                    </a:outerShdw>
                  </a:effectLst>
                </a:endParaRPr>
              </a:p>
            </p:txBody>
          </p:sp>
          <p:sp>
            <p:nvSpPr>
              <p:cNvPr id="555310" name="Rectangle 302"/>
              <p:cNvSpPr>
                <a:spLocks noChangeArrowheads="1"/>
              </p:cNvSpPr>
              <p:nvPr/>
            </p:nvSpPr>
            <p:spPr bwMode="auto">
              <a:xfrm>
                <a:off x="4200" y="2048"/>
                <a:ext cx="6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800" b="1" i="1">
                    <a:solidFill>
                      <a:srgbClr val="000000"/>
                    </a:solidFill>
                    <a:effectLst/>
                    <a:latin typeface="Symbol" pitchFamily="18" charset="2"/>
                  </a:rPr>
                  <a:t>j</a:t>
                </a:r>
                <a:endParaRPr lang="en-US" altLang="zh-CN" sz="2800" b="1">
                  <a:effectLst>
                    <a:outerShdw blurRad="38100" dist="38100" dir="2700000" algn="tl">
                      <a:srgbClr val="C0C0C0"/>
                    </a:outerShdw>
                  </a:effectLst>
                </a:endParaRPr>
              </a:p>
            </p:txBody>
          </p:sp>
        </p:grpSp>
        <p:grpSp>
          <p:nvGrpSpPr>
            <p:cNvPr id="50231" name="Group 303"/>
            <p:cNvGrpSpPr>
              <a:grpSpLocks/>
            </p:cNvGrpSpPr>
            <p:nvPr/>
          </p:nvGrpSpPr>
          <p:grpSpPr bwMode="auto">
            <a:xfrm>
              <a:off x="2228" y="1418"/>
              <a:ext cx="549" cy="295"/>
              <a:chOff x="4020" y="2339"/>
              <a:chExt cx="273" cy="201"/>
            </a:xfrm>
          </p:grpSpPr>
          <p:sp>
            <p:nvSpPr>
              <p:cNvPr id="555312" name="Rectangle 304"/>
              <p:cNvSpPr>
                <a:spLocks noChangeArrowheads="1"/>
              </p:cNvSpPr>
              <p:nvPr/>
            </p:nvSpPr>
            <p:spPr bwMode="auto">
              <a:xfrm>
                <a:off x="4256" y="2357"/>
                <a:ext cx="37"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800" b="1">
                    <a:solidFill>
                      <a:srgbClr val="000000"/>
                    </a:solidFill>
                    <a:effectLst/>
                  </a:rPr>
                  <a:t>)</a:t>
                </a:r>
                <a:endParaRPr lang="en-US" altLang="zh-CN" sz="2800" b="1">
                  <a:effectLst>
                    <a:outerShdw blurRad="38100" dist="38100" dir="2700000" algn="tl">
                      <a:srgbClr val="C0C0C0"/>
                    </a:outerShdw>
                  </a:effectLst>
                </a:endParaRPr>
              </a:p>
            </p:txBody>
          </p:sp>
          <p:sp>
            <p:nvSpPr>
              <p:cNvPr id="555313" name="Rectangle 305"/>
              <p:cNvSpPr>
                <a:spLocks noChangeArrowheads="1"/>
              </p:cNvSpPr>
              <p:nvPr/>
            </p:nvSpPr>
            <p:spPr bwMode="auto">
              <a:xfrm>
                <a:off x="4125" y="2357"/>
                <a:ext cx="37"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800" b="1">
                    <a:solidFill>
                      <a:srgbClr val="000000"/>
                    </a:solidFill>
                    <a:effectLst/>
                  </a:rPr>
                  <a:t>(</a:t>
                </a:r>
                <a:endParaRPr lang="en-US" altLang="zh-CN" sz="2800" b="1">
                  <a:effectLst>
                    <a:outerShdw blurRad="38100" dist="38100" dir="2700000" algn="tl">
                      <a:srgbClr val="C0C0C0"/>
                    </a:outerShdw>
                  </a:effectLst>
                </a:endParaRPr>
              </a:p>
            </p:txBody>
          </p:sp>
          <p:sp>
            <p:nvSpPr>
              <p:cNvPr id="555314" name="Rectangle 306"/>
              <p:cNvSpPr>
                <a:spLocks noChangeArrowheads="1"/>
              </p:cNvSpPr>
              <p:nvPr/>
            </p:nvSpPr>
            <p:spPr bwMode="auto">
              <a:xfrm>
                <a:off x="4186" y="2357"/>
                <a:ext cx="56"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800" b="1" i="1">
                    <a:solidFill>
                      <a:srgbClr val="000000"/>
                    </a:solidFill>
                    <a:effectLst/>
                  </a:rPr>
                  <a:t>x</a:t>
                </a:r>
                <a:endParaRPr lang="en-US" altLang="zh-CN" sz="2800" b="1">
                  <a:effectLst>
                    <a:outerShdw blurRad="38100" dist="38100" dir="2700000" algn="tl">
                      <a:srgbClr val="C0C0C0"/>
                    </a:outerShdw>
                  </a:effectLst>
                </a:endParaRPr>
              </a:p>
            </p:txBody>
          </p:sp>
          <p:sp>
            <p:nvSpPr>
              <p:cNvPr id="555315" name="Rectangle 307"/>
              <p:cNvSpPr>
                <a:spLocks noChangeArrowheads="1"/>
              </p:cNvSpPr>
              <p:nvPr/>
            </p:nvSpPr>
            <p:spPr bwMode="auto">
              <a:xfrm>
                <a:off x="4020" y="2339"/>
                <a:ext cx="67"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800" b="1" i="1">
                    <a:solidFill>
                      <a:srgbClr val="000000"/>
                    </a:solidFill>
                    <a:effectLst/>
                    <a:latin typeface="Symbol" pitchFamily="18" charset="2"/>
                  </a:rPr>
                  <a:t>j</a:t>
                </a:r>
                <a:endParaRPr lang="en-US" altLang="zh-CN" sz="2800" b="1">
                  <a:effectLst>
                    <a:outerShdw blurRad="38100" dist="38100" dir="2700000" algn="tl">
                      <a:srgbClr val="C0C0C0"/>
                    </a:outerShdw>
                  </a:effectLst>
                </a:endParaRPr>
              </a:p>
            </p:txBody>
          </p:sp>
        </p:grpSp>
        <p:sp>
          <p:nvSpPr>
            <p:cNvPr id="555316" name="Rectangle 308"/>
            <p:cNvSpPr>
              <a:spLocks noChangeArrowheads="1"/>
            </p:cNvSpPr>
            <p:nvPr/>
          </p:nvSpPr>
          <p:spPr bwMode="auto">
            <a:xfrm>
              <a:off x="2864" y="1466"/>
              <a:ext cx="5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2800" b="1">
                  <a:solidFill>
                    <a:srgbClr val="000000"/>
                  </a:solidFill>
                  <a:effectLst/>
                </a:rPr>
                <a:t> </a:t>
              </a:r>
              <a:endParaRPr lang="zh-CN" altLang="en-US" sz="2800" b="1">
                <a:effectLst>
                  <a:outerShdw blurRad="38100" dist="38100" dir="2700000" algn="tl">
                    <a:srgbClr val="C0C0C0"/>
                  </a:outerShdw>
                </a:effectLst>
              </a:endParaRPr>
            </a:p>
          </p:txBody>
        </p:sp>
        <p:sp>
          <p:nvSpPr>
            <p:cNvPr id="555317" name="Rectangle 309"/>
            <p:cNvSpPr>
              <a:spLocks noChangeArrowheads="1"/>
            </p:cNvSpPr>
            <p:nvPr/>
          </p:nvSpPr>
          <p:spPr bwMode="auto">
            <a:xfrm>
              <a:off x="2481" y="1522"/>
              <a:ext cx="907"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a:p>
          </p:txBody>
        </p:sp>
        <p:sp>
          <p:nvSpPr>
            <p:cNvPr id="555318" name="Rectangle 310"/>
            <p:cNvSpPr>
              <a:spLocks noChangeArrowheads="1"/>
            </p:cNvSpPr>
            <p:nvPr/>
          </p:nvSpPr>
          <p:spPr bwMode="auto">
            <a:xfrm>
              <a:off x="2809" y="1635"/>
              <a:ext cx="13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800" b="1" i="1">
                  <a:solidFill>
                    <a:srgbClr val="000000"/>
                  </a:solidFill>
                  <a:effectLst/>
                </a:rPr>
                <a:t>P</a:t>
              </a:r>
              <a:endParaRPr lang="en-US" altLang="zh-CN" sz="2800" b="1">
                <a:effectLst>
                  <a:outerShdw blurRad="38100" dist="38100" dir="2700000" algn="tl">
                    <a:srgbClr val="C0C0C0"/>
                  </a:outerShdw>
                </a:effectLst>
              </a:endParaRPr>
            </a:p>
          </p:txBody>
        </p:sp>
        <p:sp>
          <p:nvSpPr>
            <p:cNvPr id="555319" name="Rectangle 311"/>
            <p:cNvSpPr>
              <a:spLocks noChangeArrowheads="1"/>
            </p:cNvSpPr>
            <p:nvPr/>
          </p:nvSpPr>
          <p:spPr bwMode="auto">
            <a:xfrm>
              <a:off x="2972" y="1602"/>
              <a:ext cx="11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2800" b="1" i="1">
                  <a:solidFill>
                    <a:srgbClr val="000000"/>
                  </a:solidFill>
                  <a:effectLst/>
                </a:rPr>
                <a:t>*</a:t>
              </a:r>
              <a:endParaRPr lang="zh-CN" altLang="en-US" sz="2800" b="1">
                <a:effectLst>
                  <a:outerShdw blurRad="38100" dist="38100" dir="2700000" algn="tl">
                    <a:srgbClr val="C0C0C0"/>
                  </a:outerShdw>
                </a:effectLst>
              </a:endParaRPr>
            </a:p>
          </p:txBody>
        </p:sp>
        <p:sp>
          <p:nvSpPr>
            <p:cNvPr id="555320" name="Rectangle 312"/>
            <p:cNvSpPr>
              <a:spLocks noChangeArrowheads="1"/>
            </p:cNvSpPr>
            <p:nvPr/>
          </p:nvSpPr>
          <p:spPr bwMode="auto">
            <a:xfrm>
              <a:off x="2912" y="1589"/>
              <a:ext cx="5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2800" b="1">
                  <a:solidFill>
                    <a:srgbClr val="000000"/>
                  </a:solidFill>
                  <a:effectLst/>
                </a:rPr>
                <a:t> </a:t>
              </a:r>
              <a:endParaRPr lang="zh-CN" altLang="en-US" sz="2800" b="1">
                <a:effectLst>
                  <a:outerShdw blurRad="38100" dist="38100" dir="2700000" algn="tl">
                    <a:srgbClr val="C0C0C0"/>
                  </a:outerShdw>
                </a:effectLst>
              </a:endParaRPr>
            </a:p>
          </p:txBody>
        </p:sp>
      </p:grpSp>
    </p:spTree>
  </p:cSld>
  <p:clrMapOvr>
    <a:masterClrMapping/>
  </p:clrMapOvr>
  <p:transition>
    <p:cover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灯片编号占位符 3"/>
          <p:cNvSpPr>
            <a:spLocks noGrp="1"/>
          </p:cNvSpPr>
          <p:nvPr>
            <p:ph type="sldNum" sz="quarter" idx="12"/>
          </p:nvPr>
        </p:nvSpPr>
        <p:spPr/>
        <p:txBody>
          <a:bodyPr/>
          <a:lstStyle/>
          <a:p>
            <a:pPr>
              <a:defRPr/>
            </a:pPr>
            <a:fld id="{B51F8224-A877-4F2E-9079-9366C480C60C}" type="slidenum">
              <a:rPr lang="zh-CN" altLang="en-US"/>
              <a:pPr>
                <a:defRPr/>
              </a:pPr>
              <a:t>49</a:t>
            </a:fld>
            <a:endParaRPr lang="en-US" altLang="zh-CN"/>
          </a:p>
        </p:txBody>
      </p:sp>
      <p:sp>
        <p:nvSpPr>
          <p:cNvPr id="51203" name="Text Box 4"/>
          <p:cNvSpPr txBox="1">
            <a:spLocks noChangeArrowheads="1"/>
          </p:cNvSpPr>
          <p:nvPr/>
        </p:nvSpPr>
        <p:spPr bwMode="auto">
          <a:xfrm>
            <a:off x="2195513" y="5876925"/>
            <a:ext cx="5486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pPr eaLnBrk="1" hangingPunct="1">
              <a:spcBef>
                <a:spcPct val="50000"/>
              </a:spcBef>
            </a:pPr>
            <a:r>
              <a:rPr kumimoji="1" lang="zh-CN" altLang="en-US" sz="3200" b="1">
                <a:solidFill>
                  <a:srgbClr val="000000"/>
                </a:solidFill>
                <a:effectLst/>
                <a:latin typeface="宋体" charset="-122"/>
                <a:ea typeface="黑体" pitchFamily="49" charset="-122"/>
              </a:rPr>
              <a:t>迭代法的几何意义</a:t>
            </a:r>
            <a:r>
              <a:rPr kumimoji="1" lang="zh-CN" altLang="en-US" sz="2400">
                <a:solidFill>
                  <a:schemeClr val="tx1"/>
                </a:solidFill>
                <a:effectLst/>
                <a:latin typeface="Tahoma" pitchFamily="34" charset="0"/>
                <a:ea typeface="宋体" charset="-122"/>
              </a:rPr>
              <a:t> </a:t>
            </a:r>
          </a:p>
        </p:txBody>
      </p:sp>
      <p:grpSp>
        <p:nvGrpSpPr>
          <p:cNvPr id="51204" name="Group 267"/>
          <p:cNvGrpSpPr>
            <a:grpSpLocks/>
          </p:cNvGrpSpPr>
          <p:nvPr/>
        </p:nvGrpSpPr>
        <p:grpSpPr bwMode="auto">
          <a:xfrm>
            <a:off x="2735263" y="4924425"/>
            <a:ext cx="2160587" cy="554038"/>
            <a:chOff x="1723" y="3102"/>
            <a:chExt cx="1361" cy="349"/>
          </a:xfrm>
        </p:grpSpPr>
        <p:sp>
          <p:nvSpPr>
            <p:cNvPr id="556058" name="Rectangle 26"/>
            <p:cNvSpPr>
              <a:spLocks noChangeArrowheads="1"/>
            </p:cNvSpPr>
            <p:nvPr/>
          </p:nvSpPr>
          <p:spPr bwMode="auto">
            <a:xfrm>
              <a:off x="2971" y="3181"/>
              <a:ext cx="113"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800" b="1">
                  <a:solidFill>
                    <a:srgbClr val="000000"/>
                  </a:solidFill>
                  <a:effectLst/>
                </a:rPr>
                <a:t>1</a:t>
              </a:r>
              <a:endParaRPr lang="en-US" altLang="zh-CN" sz="2800" b="1">
                <a:effectLst>
                  <a:outerShdw blurRad="38100" dist="38100" dir="2700000" algn="tl">
                    <a:srgbClr val="C0C0C0"/>
                  </a:outerShdw>
                </a:effectLst>
              </a:endParaRPr>
            </a:p>
          </p:txBody>
        </p:sp>
        <p:sp>
          <p:nvSpPr>
            <p:cNvPr id="556059" name="Rectangle 27"/>
            <p:cNvSpPr>
              <a:spLocks noChangeArrowheads="1"/>
            </p:cNvSpPr>
            <p:nvPr/>
          </p:nvSpPr>
          <p:spPr bwMode="auto">
            <a:xfrm>
              <a:off x="2508" y="3181"/>
              <a:ext cx="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000" b="1">
                  <a:solidFill>
                    <a:srgbClr val="000000"/>
                  </a:solidFill>
                  <a:effectLst/>
                </a:rPr>
                <a:t>)</a:t>
              </a:r>
              <a:endParaRPr lang="en-US" altLang="zh-CN" b="1">
                <a:effectLst>
                  <a:outerShdw blurRad="38100" dist="38100" dir="2700000" algn="tl">
                    <a:srgbClr val="C0C0C0"/>
                  </a:outerShdw>
                </a:effectLst>
              </a:endParaRPr>
            </a:p>
          </p:txBody>
        </p:sp>
        <p:sp>
          <p:nvSpPr>
            <p:cNvPr id="556060" name="Rectangle 28"/>
            <p:cNvSpPr>
              <a:spLocks noChangeArrowheads="1"/>
            </p:cNvSpPr>
            <p:nvPr/>
          </p:nvSpPr>
          <p:spPr bwMode="auto">
            <a:xfrm>
              <a:off x="2041" y="3181"/>
              <a:ext cx="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000" b="1">
                  <a:solidFill>
                    <a:srgbClr val="000000"/>
                  </a:solidFill>
                  <a:effectLst/>
                </a:rPr>
                <a:t>(</a:t>
              </a:r>
              <a:endParaRPr lang="en-US" altLang="zh-CN" b="1">
                <a:effectLst>
                  <a:outerShdw blurRad="38100" dist="38100" dir="2700000" algn="tl">
                    <a:srgbClr val="C0C0C0"/>
                  </a:outerShdw>
                </a:effectLst>
              </a:endParaRPr>
            </a:p>
          </p:txBody>
        </p:sp>
        <p:sp>
          <p:nvSpPr>
            <p:cNvPr id="556061" name="Rectangle 29"/>
            <p:cNvSpPr>
              <a:spLocks noChangeArrowheads="1"/>
            </p:cNvSpPr>
            <p:nvPr/>
          </p:nvSpPr>
          <p:spPr bwMode="auto">
            <a:xfrm>
              <a:off x="2364" y="3180"/>
              <a:ext cx="47" cy="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200" b="1">
                  <a:solidFill>
                    <a:srgbClr val="000000"/>
                  </a:solidFill>
                  <a:effectLst/>
                </a:rPr>
                <a:t>*</a:t>
              </a:r>
              <a:endParaRPr lang="zh-CN" altLang="en-US" b="1">
                <a:effectLst>
                  <a:outerShdw blurRad="38100" dist="38100" dir="2700000" algn="tl">
                    <a:srgbClr val="C0C0C0"/>
                  </a:outerShdw>
                </a:effectLst>
              </a:endParaRPr>
            </a:p>
          </p:txBody>
        </p:sp>
        <p:sp>
          <p:nvSpPr>
            <p:cNvPr id="556062" name="Rectangle 30"/>
            <p:cNvSpPr>
              <a:spLocks noChangeArrowheads="1"/>
            </p:cNvSpPr>
            <p:nvPr/>
          </p:nvSpPr>
          <p:spPr bwMode="auto">
            <a:xfrm>
              <a:off x="2699" y="3158"/>
              <a:ext cx="12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800" b="1">
                  <a:solidFill>
                    <a:srgbClr val="000000"/>
                  </a:solidFill>
                  <a:effectLst/>
                  <a:latin typeface="Symbol" pitchFamily="18" charset="2"/>
                </a:rPr>
                <a:t>&gt;</a:t>
              </a:r>
              <a:endParaRPr lang="en-US" altLang="zh-CN" sz="2800" b="1">
                <a:effectLst>
                  <a:outerShdw blurRad="38100" dist="38100" dir="2700000" algn="tl">
                    <a:srgbClr val="C0C0C0"/>
                  </a:outerShdw>
                </a:effectLst>
              </a:endParaRPr>
            </a:p>
          </p:txBody>
        </p:sp>
        <p:sp>
          <p:nvSpPr>
            <p:cNvPr id="556063" name="Rectangle 31"/>
            <p:cNvSpPr>
              <a:spLocks noChangeArrowheads="1"/>
            </p:cNvSpPr>
            <p:nvPr/>
          </p:nvSpPr>
          <p:spPr bwMode="auto">
            <a:xfrm>
              <a:off x="1978" y="3102"/>
              <a:ext cx="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000" b="1">
                  <a:solidFill>
                    <a:srgbClr val="000000"/>
                  </a:solidFill>
                  <a:effectLst/>
                  <a:latin typeface="Symbol" pitchFamily="18" charset="2"/>
                </a:rPr>
                <a:t>¢</a:t>
              </a:r>
              <a:endParaRPr lang="en-US" altLang="zh-CN" b="1">
                <a:effectLst>
                  <a:outerShdw blurRad="38100" dist="38100" dir="2700000" algn="tl">
                    <a:srgbClr val="C0C0C0"/>
                  </a:outerShdw>
                </a:effectLst>
              </a:endParaRPr>
            </a:p>
          </p:txBody>
        </p:sp>
        <p:sp>
          <p:nvSpPr>
            <p:cNvPr id="556064" name="Rectangle 32"/>
            <p:cNvSpPr>
              <a:spLocks noChangeArrowheads="1"/>
            </p:cNvSpPr>
            <p:nvPr/>
          </p:nvSpPr>
          <p:spPr bwMode="auto">
            <a:xfrm>
              <a:off x="2200" y="3158"/>
              <a:ext cx="113"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800" b="1" i="1">
                  <a:solidFill>
                    <a:srgbClr val="000000"/>
                  </a:solidFill>
                  <a:effectLst/>
                </a:rPr>
                <a:t>x</a:t>
              </a:r>
              <a:endParaRPr lang="en-US" altLang="zh-CN" sz="2800" b="1">
                <a:effectLst>
                  <a:outerShdw blurRad="38100" dist="38100" dir="2700000" algn="tl">
                    <a:srgbClr val="C0C0C0"/>
                  </a:outerShdw>
                </a:effectLst>
              </a:endParaRPr>
            </a:p>
          </p:txBody>
        </p:sp>
        <p:sp>
          <p:nvSpPr>
            <p:cNvPr id="556065" name="Rectangle 33"/>
            <p:cNvSpPr>
              <a:spLocks noChangeArrowheads="1"/>
            </p:cNvSpPr>
            <p:nvPr/>
          </p:nvSpPr>
          <p:spPr bwMode="auto">
            <a:xfrm>
              <a:off x="1723" y="3105"/>
              <a:ext cx="13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800" b="1" i="1">
                  <a:solidFill>
                    <a:srgbClr val="000000"/>
                  </a:solidFill>
                  <a:effectLst/>
                  <a:latin typeface="Symbol" pitchFamily="18" charset="2"/>
                </a:rPr>
                <a:t>j</a:t>
              </a:r>
              <a:endParaRPr lang="en-US" altLang="zh-CN" sz="2800" b="1">
                <a:effectLst>
                  <a:outerShdw blurRad="38100" dist="38100" dir="2700000" algn="tl">
                    <a:srgbClr val="C0C0C0"/>
                  </a:outerShdw>
                </a:effectLst>
              </a:endParaRPr>
            </a:p>
          </p:txBody>
        </p:sp>
      </p:grpSp>
      <p:grpSp>
        <p:nvGrpSpPr>
          <p:cNvPr id="51205" name="Group 266"/>
          <p:cNvGrpSpPr>
            <a:grpSpLocks/>
          </p:cNvGrpSpPr>
          <p:nvPr/>
        </p:nvGrpSpPr>
        <p:grpSpPr bwMode="auto">
          <a:xfrm>
            <a:off x="673100" y="549275"/>
            <a:ext cx="6361113" cy="4013200"/>
            <a:chOff x="424" y="346"/>
            <a:chExt cx="4007" cy="2528"/>
          </a:xfrm>
        </p:grpSpPr>
        <p:sp>
          <p:nvSpPr>
            <p:cNvPr id="556040" name="Rectangle 8"/>
            <p:cNvSpPr>
              <a:spLocks noChangeArrowheads="1"/>
            </p:cNvSpPr>
            <p:nvPr/>
          </p:nvSpPr>
          <p:spPr bwMode="auto">
            <a:xfrm>
              <a:off x="3851" y="346"/>
              <a:ext cx="29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800" b="1" i="1">
                  <a:solidFill>
                    <a:srgbClr val="000000"/>
                  </a:solidFill>
                  <a:effectLst/>
                </a:rPr>
                <a:t>y=x  </a:t>
              </a:r>
              <a:endParaRPr lang="en-US" altLang="zh-CN" b="1">
                <a:effectLst>
                  <a:outerShdw blurRad="38100" dist="38100" dir="2700000" algn="tl">
                    <a:srgbClr val="C0C0C0"/>
                  </a:outerShdw>
                </a:effectLst>
              </a:endParaRPr>
            </a:p>
          </p:txBody>
        </p:sp>
        <p:sp>
          <p:nvSpPr>
            <p:cNvPr id="556043" name="Rectangle 11"/>
            <p:cNvSpPr>
              <a:spLocks noChangeArrowheads="1"/>
            </p:cNvSpPr>
            <p:nvPr/>
          </p:nvSpPr>
          <p:spPr bwMode="auto">
            <a:xfrm>
              <a:off x="3740" y="758"/>
              <a:ext cx="6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800" b="1" i="1">
                  <a:solidFill>
                    <a:srgbClr val="000000"/>
                  </a:solidFill>
                  <a:effectLst/>
                </a:rPr>
                <a:t>y</a:t>
              </a:r>
              <a:endParaRPr lang="en-US" altLang="zh-CN" b="1">
                <a:effectLst>
                  <a:outerShdw blurRad="38100" dist="38100" dir="2700000" algn="tl">
                    <a:srgbClr val="C0C0C0"/>
                  </a:outerShdw>
                </a:effectLst>
              </a:endParaRPr>
            </a:p>
          </p:txBody>
        </p:sp>
        <p:sp>
          <p:nvSpPr>
            <p:cNvPr id="556044" name="Rectangle 12"/>
            <p:cNvSpPr>
              <a:spLocks noChangeArrowheads="1"/>
            </p:cNvSpPr>
            <p:nvPr/>
          </p:nvSpPr>
          <p:spPr bwMode="auto">
            <a:xfrm>
              <a:off x="3837" y="758"/>
              <a:ext cx="8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800" b="1">
                  <a:solidFill>
                    <a:srgbClr val="000000"/>
                  </a:solidFill>
                  <a:effectLst/>
                </a:rPr>
                <a:t>=</a:t>
              </a:r>
              <a:endParaRPr lang="en-US" altLang="zh-CN" b="1">
                <a:effectLst>
                  <a:outerShdw blurRad="38100" dist="38100" dir="2700000" algn="tl">
                    <a:srgbClr val="C0C0C0"/>
                  </a:outerShdw>
                </a:effectLst>
              </a:endParaRPr>
            </a:p>
          </p:txBody>
        </p:sp>
        <p:grpSp>
          <p:nvGrpSpPr>
            <p:cNvPr id="51209" name="Group 17"/>
            <p:cNvGrpSpPr>
              <a:grpSpLocks/>
            </p:cNvGrpSpPr>
            <p:nvPr/>
          </p:nvGrpSpPr>
          <p:grpSpPr bwMode="auto">
            <a:xfrm>
              <a:off x="3980" y="713"/>
              <a:ext cx="451" cy="218"/>
              <a:chOff x="2489" y="871"/>
              <a:chExt cx="269" cy="159"/>
            </a:xfrm>
          </p:grpSpPr>
          <p:sp>
            <p:nvSpPr>
              <p:cNvPr id="556045" name="Rectangle 13"/>
              <p:cNvSpPr>
                <a:spLocks noChangeArrowheads="1"/>
              </p:cNvSpPr>
              <p:nvPr/>
            </p:nvSpPr>
            <p:spPr bwMode="auto">
              <a:xfrm>
                <a:off x="2727" y="890"/>
                <a:ext cx="31"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000" b="1">
                    <a:solidFill>
                      <a:srgbClr val="000000"/>
                    </a:solidFill>
                    <a:effectLst/>
                  </a:rPr>
                  <a:t>)</a:t>
                </a:r>
                <a:endParaRPr lang="en-US" altLang="zh-CN" b="1">
                  <a:effectLst>
                    <a:outerShdw blurRad="38100" dist="38100" dir="2700000" algn="tl">
                      <a:srgbClr val="C0C0C0"/>
                    </a:outerShdw>
                  </a:effectLst>
                </a:endParaRPr>
              </a:p>
            </p:txBody>
          </p:sp>
          <p:sp>
            <p:nvSpPr>
              <p:cNvPr id="556046" name="Rectangle 14"/>
              <p:cNvSpPr>
                <a:spLocks noChangeArrowheads="1"/>
              </p:cNvSpPr>
              <p:nvPr/>
            </p:nvSpPr>
            <p:spPr bwMode="auto">
              <a:xfrm>
                <a:off x="2595" y="890"/>
                <a:ext cx="32"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000" b="1">
                    <a:solidFill>
                      <a:srgbClr val="000000"/>
                    </a:solidFill>
                    <a:effectLst/>
                  </a:rPr>
                  <a:t>(</a:t>
                </a:r>
                <a:endParaRPr lang="en-US" altLang="zh-CN" b="1">
                  <a:effectLst>
                    <a:outerShdw blurRad="38100" dist="38100" dir="2700000" algn="tl">
                      <a:srgbClr val="C0C0C0"/>
                    </a:outerShdw>
                  </a:effectLst>
                </a:endParaRPr>
              </a:p>
            </p:txBody>
          </p:sp>
          <p:sp>
            <p:nvSpPr>
              <p:cNvPr id="556047" name="Rectangle 15"/>
              <p:cNvSpPr>
                <a:spLocks noChangeArrowheads="1"/>
              </p:cNvSpPr>
              <p:nvPr/>
            </p:nvSpPr>
            <p:spPr bwMode="auto">
              <a:xfrm>
                <a:off x="2656" y="890"/>
                <a:ext cx="48"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000" b="1" i="1">
                    <a:solidFill>
                      <a:srgbClr val="000000"/>
                    </a:solidFill>
                    <a:effectLst/>
                  </a:rPr>
                  <a:t>x</a:t>
                </a:r>
                <a:endParaRPr lang="en-US" altLang="zh-CN" b="1">
                  <a:effectLst>
                    <a:outerShdw blurRad="38100" dist="38100" dir="2700000" algn="tl">
                      <a:srgbClr val="C0C0C0"/>
                    </a:outerShdw>
                  </a:effectLst>
                </a:endParaRPr>
              </a:p>
            </p:txBody>
          </p:sp>
          <p:sp>
            <p:nvSpPr>
              <p:cNvPr id="556048" name="Rectangle 16"/>
              <p:cNvSpPr>
                <a:spLocks noChangeArrowheads="1"/>
              </p:cNvSpPr>
              <p:nvPr/>
            </p:nvSpPr>
            <p:spPr bwMode="auto">
              <a:xfrm>
                <a:off x="2489" y="871"/>
                <a:ext cx="57"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000" b="1" i="1">
                    <a:solidFill>
                      <a:srgbClr val="000000"/>
                    </a:solidFill>
                    <a:effectLst/>
                    <a:latin typeface="Symbol" pitchFamily="18" charset="2"/>
                  </a:rPr>
                  <a:t>j</a:t>
                </a:r>
                <a:endParaRPr lang="en-US" altLang="zh-CN" b="1">
                  <a:effectLst>
                    <a:outerShdw blurRad="38100" dist="38100" dir="2700000" algn="tl">
                      <a:srgbClr val="C0C0C0"/>
                    </a:outerShdw>
                  </a:effectLst>
                </a:endParaRPr>
              </a:p>
            </p:txBody>
          </p:sp>
        </p:grpSp>
        <p:sp>
          <p:nvSpPr>
            <p:cNvPr id="556055" name="Rectangle 23"/>
            <p:cNvSpPr>
              <a:spLocks noChangeArrowheads="1"/>
            </p:cNvSpPr>
            <p:nvPr/>
          </p:nvSpPr>
          <p:spPr bwMode="auto">
            <a:xfrm>
              <a:off x="857" y="2055"/>
              <a:ext cx="37"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800" b="1">
                  <a:solidFill>
                    <a:srgbClr val="000000"/>
                  </a:solidFill>
                  <a:effectLst/>
                </a:rPr>
                <a:t> </a:t>
              </a:r>
              <a:endParaRPr lang="zh-CN" altLang="en-US" b="1">
                <a:effectLst>
                  <a:outerShdw blurRad="38100" dist="38100" dir="2700000" algn="tl">
                    <a:srgbClr val="C0C0C0"/>
                  </a:outerShdw>
                </a:effectLst>
              </a:endParaRPr>
            </a:p>
          </p:txBody>
        </p:sp>
        <p:grpSp>
          <p:nvGrpSpPr>
            <p:cNvPr id="51211" name="Group 59"/>
            <p:cNvGrpSpPr>
              <a:grpSpLocks/>
            </p:cNvGrpSpPr>
            <p:nvPr/>
          </p:nvGrpSpPr>
          <p:grpSpPr bwMode="auto">
            <a:xfrm>
              <a:off x="528" y="2418"/>
              <a:ext cx="3804" cy="75"/>
              <a:chOff x="401" y="2101"/>
              <a:chExt cx="2150" cy="69"/>
            </a:xfrm>
          </p:grpSpPr>
          <p:sp>
            <p:nvSpPr>
              <p:cNvPr id="556089" name="Line 57"/>
              <p:cNvSpPr>
                <a:spLocks noChangeShapeType="1"/>
              </p:cNvSpPr>
              <p:nvPr/>
            </p:nvSpPr>
            <p:spPr bwMode="auto">
              <a:xfrm>
                <a:off x="401" y="2135"/>
                <a:ext cx="2011"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56090" name="Freeform 58"/>
              <p:cNvSpPr>
                <a:spLocks/>
              </p:cNvSpPr>
              <p:nvPr/>
            </p:nvSpPr>
            <p:spPr bwMode="auto">
              <a:xfrm>
                <a:off x="2409" y="2101"/>
                <a:ext cx="142" cy="69"/>
              </a:xfrm>
              <a:custGeom>
                <a:avLst/>
                <a:gdLst>
                  <a:gd name="T0" fmla="*/ 0 w 142"/>
                  <a:gd name="T1" fmla="*/ 69 h 69"/>
                  <a:gd name="T2" fmla="*/ 142 w 142"/>
                  <a:gd name="T3" fmla="*/ 36 h 69"/>
                  <a:gd name="T4" fmla="*/ 0 w 142"/>
                  <a:gd name="T5" fmla="*/ 0 h 69"/>
                  <a:gd name="T6" fmla="*/ 0 w 142"/>
                  <a:gd name="T7" fmla="*/ 69 h 69"/>
                </a:gdLst>
                <a:ahLst/>
                <a:cxnLst>
                  <a:cxn ang="0">
                    <a:pos x="T0" y="T1"/>
                  </a:cxn>
                  <a:cxn ang="0">
                    <a:pos x="T2" y="T3"/>
                  </a:cxn>
                  <a:cxn ang="0">
                    <a:pos x="T4" y="T5"/>
                  </a:cxn>
                  <a:cxn ang="0">
                    <a:pos x="T6" y="T7"/>
                  </a:cxn>
                </a:cxnLst>
                <a:rect l="0" t="0" r="r" b="b"/>
                <a:pathLst>
                  <a:path w="142" h="69">
                    <a:moveTo>
                      <a:pt x="0" y="69"/>
                    </a:moveTo>
                    <a:lnTo>
                      <a:pt x="142" y="36"/>
                    </a:lnTo>
                    <a:lnTo>
                      <a:pt x="0" y="0"/>
                    </a:lnTo>
                    <a:lnTo>
                      <a:pt x="0" y="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51212" name="Group 62"/>
            <p:cNvGrpSpPr>
              <a:grpSpLocks/>
            </p:cNvGrpSpPr>
            <p:nvPr/>
          </p:nvGrpSpPr>
          <p:grpSpPr bwMode="auto">
            <a:xfrm>
              <a:off x="424" y="454"/>
              <a:ext cx="109" cy="1991"/>
              <a:chOff x="369" y="682"/>
              <a:chExt cx="65" cy="1453"/>
            </a:xfrm>
          </p:grpSpPr>
          <p:sp>
            <p:nvSpPr>
              <p:cNvPr id="556092" name="Line 60"/>
              <p:cNvSpPr>
                <a:spLocks noChangeShapeType="1"/>
              </p:cNvSpPr>
              <p:nvPr/>
            </p:nvSpPr>
            <p:spPr bwMode="auto">
              <a:xfrm flipV="1">
                <a:off x="401" y="827"/>
                <a:ext cx="1" cy="130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56093" name="Freeform 61"/>
              <p:cNvSpPr>
                <a:spLocks/>
              </p:cNvSpPr>
              <p:nvPr/>
            </p:nvSpPr>
            <p:spPr bwMode="auto">
              <a:xfrm>
                <a:off x="369" y="682"/>
                <a:ext cx="65" cy="150"/>
              </a:xfrm>
              <a:custGeom>
                <a:avLst/>
                <a:gdLst>
                  <a:gd name="T0" fmla="*/ 65 w 65"/>
                  <a:gd name="T1" fmla="*/ 150 h 150"/>
                  <a:gd name="T2" fmla="*/ 34 w 65"/>
                  <a:gd name="T3" fmla="*/ 0 h 150"/>
                  <a:gd name="T4" fmla="*/ 0 w 65"/>
                  <a:gd name="T5" fmla="*/ 150 h 150"/>
                  <a:gd name="T6" fmla="*/ 65 w 65"/>
                  <a:gd name="T7" fmla="*/ 150 h 150"/>
                </a:gdLst>
                <a:ahLst/>
                <a:cxnLst>
                  <a:cxn ang="0">
                    <a:pos x="T0" y="T1"/>
                  </a:cxn>
                  <a:cxn ang="0">
                    <a:pos x="T2" y="T3"/>
                  </a:cxn>
                  <a:cxn ang="0">
                    <a:pos x="T4" y="T5"/>
                  </a:cxn>
                  <a:cxn ang="0">
                    <a:pos x="T6" y="T7"/>
                  </a:cxn>
                </a:cxnLst>
                <a:rect l="0" t="0" r="r" b="b"/>
                <a:pathLst>
                  <a:path w="65" h="150">
                    <a:moveTo>
                      <a:pt x="65" y="150"/>
                    </a:moveTo>
                    <a:lnTo>
                      <a:pt x="34" y="0"/>
                    </a:lnTo>
                    <a:lnTo>
                      <a:pt x="0" y="150"/>
                    </a:lnTo>
                    <a:lnTo>
                      <a:pt x="65" y="1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sp>
          <p:nvSpPr>
            <p:cNvPr id="556095" name="Freeform 63"/>
            <p:cNvSpPr>
              <a:spLocks/>
            </p:cNvSpPr>
            <p:nvPr/>
          </p:nvSpPr>
          <p:spPr bwMode="auto">
            <a:xfrm>
              <a:off x="473" y="584"/>
              <a:ext cx="3238" cy="1868"/>
            </a:xfrm>
            <a:custGeom>
              <a:avLst/>
              <a:gdLst>
                <a:gd name="T0" fmla="*/ 0 w 1931"/>
                <a:gd name="T1" fmla="*/ 1350 h 1363"/>
                <a:gd name="T2" fmla="*/ 8 w 1931"/>
                <a:gd name="T3" fmla="*/ 1363 h 1363"/>
                <a:gd name="T4" fmla="*/ 1931 w 1931"/>
                <a:gd name="T5" fmla="*/ 13 h 1363"/>
                <a:gd name="T6" fmla="*/ 1923 w 1931"/>
                <a:gd name="T7" fmla="*/ 0 h 1363"/>
                <a:gd name="T8" fmla="*/ 0 w 1931"/>
                <a:gd name="T9" fmla="*/ 1350 h 1363"/>
              </a:gdLst>
              <a:ahLst/>
              <a:cxnLst>
                <a:cxn ang="0">
                  <a:pos x="T0" y="T1"/>
                </a:cxn>
                <a:cxn ang="0">
                  <a:pos x="T2" y="T3"/>
                </a:cxn>
                <a:cxn ang="0">
                  <a:pos x="T4" y="T5"/>
                </a:cxn>
                <a:cxn ang="0">
                  <a:pos x="T6" y="T7"/>
                </a:cxn>
                <a:cxn ang="0">
                  <a:pos x="T8" y="T9"/>
                </a:cxn>
              </a:cxnLst>
              <a:rect l="0" t="0" r="r" b="b"/>
              <a:pathLst>
                <a:path w="1931" h="1363">
                  <a:moveTo>
                    <a:pt x="0" y="1350"/>
                  </a:moveTo>
                  <a:lnTo>
                    <a:pt x="8" y="1363"/>
                  </a:lnTo>
                  <a:lnTo>
                    <a:pt x="1931" y="13"/>
                  </a:lnTo>
                  <a:lnTo>
                    <a:pt x="1923" y="0"/>
                  </a:lnTo>
                  <a:lnTo>
                    <a:pt x="0" y="13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nvGrpSpPr>
            <p:cNvPr id="51214" name="Group 85"/>
            <p:cNvGrpSpPr>
              <a:grpSpLocks/>
            </p:cNvGrpSpPr>
            <p:nvPr/>
          </p:nvGrpSpPr>
          <p:grpSpPr bwMode="auto">
            <a:xfrm>
              <a:off x="3507" y="587"/>
              <a:ext cx="15" cy="1865"/>
              <a:chOff x="2207" y="779"/>
              <a:chExt cx="9" cy="1361"/>
            </a:xfrm>
          </p:grpSpPr>
          <p:sp>
            <p:nvSpPr>
              <p:cNvPr id="556096" name="Freeform 64"/>
              <p:cNvSpPr>
                <a:spLocks/>
              </p:cNvSpPr>
              <p:nvPr/>
            </p:nvSpPr>
            <p:spPr bwMode="auto">
              <a:xfrm>
                <a:off x="2207" y="779"/>
                <a:ext cx="9" cy="48"/>
              </a:xfrm>
              <a:custGeom>
                <a:avLst/>
                <a:gdLst>
                  <a:gd name="T0" fmla="*/ 9 w 9"/>
                  <a:gd name="T1" fmla="*/ 6 h 48"/>
                  <a:gd name="T2" fmla="*/ 9 w 9"/>
                  <a:gd name="T3" fmla="*/ 5 h 48"/>
                  <a:gd name="T4" fmla="*/ 7 w 9"/>
                  <a:gd name="T5" fmla="*/ 3 h 48"/>
                  <a:gd name="T6" fmla="*/ 6 w 9"/>
                  <a:gd name="T7" fmla="*/ 2 h 48"/>
                  <a:gd name="T8" fmla="*/ 4 w 9"/>
                  <a:gd name="T9" fmla="*/ 0 h 48"/>
                  <a:gd name="T10" fmla="*/ 4 w 9"/>
                  <a:gd name="T11" fmla="*/ 0 h 48"/>
                  <a:gd name="T12" fmla="*/ 3 w 9"/>
                  <a:gd name="T13" fmla="*/ 2 h 48"/>
                  <a:gd name="T14" fmla="*/ 1 w 9"/>
                  <a:gd name="T15" fmla="*/ 3 h 48"/>
                  <a:gd name="T16" fmla="*/ 0 w 9"/>
                  <a:gd name="T17" fmla="*/ 5 h 48"/>
                  <a:gd name="T18" fmla="*/ 0 w 9"/>
                  <a:gd name="T19" fmla="*/ 42 h 48"/>
                  <a:gd name="T20" fmla="*/ 0 w 9"/>
                  <a:gd name="T21" fmla="*/ 43 h 48"/>
                  <a:gd name="T22" fmla="*/ 1 w 9"/>
                  <a:gd name="T23" fmla="*/ 45 h 48"/>
                  <a:gd name="T24" fmla="*/ 3 w 9"/>
                  <a:gd name="T25" fmla="*/ 46 h 48"/>
                  <a:gd name="T26" fmla="*/ 4 w 9"/>
                  <a:gd name="T27" fmla="*/ 48 h 48"/>
                  <a:gd name="T28" fmla="*/ 6 w 9"/>
                  <a:gd name="T29" fmla="*/ 48 h 48"/>
                  <a:gd name="T30" fmla="*/ 7 w 9"/>
                  <a:gd name="T31" fmla="*/ 46 h 48"/>
                  <a:gd name="T32" fmla="*/ 9 w 9"/>
                  <a:gd name="T33" fmla="*/ 45 h 48"/>
                  <a:gd name="T34" fmla="*/ 9 w 9"/>
                  <a:gd name="T35" fmla="*/ 43 h 48"/>
                  <a:gd name="T36" fmla="*/ 9 w 9"/>
                  <a:gd name="T37" fmla="*/ 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6"/>
                    </a:moveTo>
                    <a:lnTo>
                      <a:pt x="9" y="5"/>
                    </a:lnTo>
                    <a:lnTo>
                      <a:pt x="7" y="3"/>
                    </a:lnTo>
                    <a:lnTo>
                      <a:pt x="6" y="2"/>
                    </a:lnTo>
                    <a:lnTo>
                      <a:pt x="4" y="0"/>
                    </a:lnTo>
                    <a:lnTo>
                      <a:pt x="4" y="0"/>
                    </a:lnTo>
                    <a:lnTo>
                      <a:pt x="3" y="2"/>
                    </a:lnTo>
                    <a:lnTo>
                      <a:pt x="1" y="3"/>
                    </a:lnTo>
                    <a:lnTo>
                      <a:pt x="0" y="5"/>
                    </a:lnTo>
                    <a:lnTo>
                      <a:pt x="0" y="42"/>
                    </a:lnTo>
                    <a:lnTo>
                      <a:pt x="0" y="43"/>
                    </a:lnTo>
                    <a:lnTo>
                      <a:pt x="1" y="45"/>
                    </a:lnTo>
                    <a:lnTo>
                      <a:pt x="3" y="46"/>
                    </a:lnTo>
                    <a:lnTo>
                      <a:pt x="4" y="48"/>
                    </a:lnTo>
                    <a:lnTo>
                      <a:pt x="6" y="48"/>
                    </a:lnTo>
                    <a:lnTo>
                      <a:pt x="7" y="46"/>
                    </a:lnTo>
                    <a:lnTo>
                      <a:pt x="9" y="45"/>
                    </a:lnTo>
                    <a:lnTo>
                      <a:pt x="9" y="43"/>
                    </a:ln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6097" name="Freeform 65"/>
              <p:cNvSpPr>
                <a:spLocks/>
              </p:cNvSpPr>
              <p:nvPr/>
            </p:nvSpPr>
            <p:spPr bwMode="auto">
              <a:xfrm>
                <a:off x="2207" y="846"/>
                <a:ext cx="9" cy="48"/>
              </a:xfrm>
              <a:custGeom>
                <a:avLst/>
                <a:gdLst>
                  <a:gd name="T0" fmla="*/ 9 w 9"/>
                  <a:gd name="T1" fmla="*/ 5 h 48"/>
                  <a:gd name="T2" fmla="*/ 9 w 9"/>
                  <a:gd name="T3" fmla="*/ 3 h 48"/>
                  <a:gd name="T4" fmla="*/ 9 w 9"/>
                  <a:gd name="T5" fmla="*/ 2 h 48"/>
                  <a:gd name="T6" fmla="*/ 7 w 9"/>
                  <a:gd name="T7" fmla="*/ 0 h 48"/>
                  <a:gd name="T8" fmla="*/ 6 w 9"/>
                  <a:gd name="T9" fmla="*/ 0 h 48"/>
                  <a:gd name="T10" fmla="*/ 4 w 9"/>
                  <a:gd name="T11" fmla="*/ 0 h 48"/>
                  <a:gd name="T12" fmla="*/ 3 w 9"/>
                  <a:gd name="T13" fmla="*/ 0 h 48"/>
                  <a:gd name="T14" fmla="*/ 1 w 9"/>
                  <a:gd name="T15" fmla="*/ 2 h 48"/>
                  <a:gd name="T16" fmla="*/ 0 w 9"/>
                  <a:gd name="T17" fmla="*/ 3 h 48"/>
                  <a:gd name="T18" fmla="*/ 0 w 9"/>
                  <a:gd name="T19" fmla="*/ 42 h 48"/>
                  <a:gd name="T20" fmla="*/ 0 w 9"/>
                  <a:gd name="T21" fmla="*/ 43 h 48"/>
                  <a:gd name="T22" fmla="*/ 1 w 9"/>
                  <a:gd name="T23" fmla="*/ 45 h 48"/>
                  <a:gd name="T24" fmla="*/ 3 w 9"/>
                  <a:gd name="T25" fmla="*/ 47 h 48"/>
                  <a:gd name="T26" fmla="*/ 4 w 9"/>
                  <a:gd name="T27" fmla="*/ 48 h 48"/>
                  <a:gd name="T28" fmla="*/ 6 w 9"/>
                  <a:gd name="T29" fmla="*/ 48 h 48"/>
                  <a:gd name="T30" fmla="*/ 7 w 9"/>
                  <a:gd name="T31" fmla="*/ 47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2"/>
                    </a:lnTo>
                    <a:lnTo>
                      <a:pt x="7" y="0"/>
                    </a:lnTo>
                    <a:lnTo>
                      <a:pt x="6" y="0"/>
                    </a:lnTo>
                    <a:lnTo>
                      <a:pt x="4" y="0"/>
                    </a:lnTo>
                    <a:lnTo>
                      <a:pt x="3" y="0"/>
                    </a:lnTo>
                    <a:lnTo>
                      <a:pt x="1" y="2"/>
                    </a:lnTo>
                    <a:lnTo>
                      <a:pt x="0" y="3"/>
                    </a:lnTo>
                    <a:lnTo>
                      <a:pt x="0" y="42"/>
                    </a:lnTo>
                    <a:lnTo>
                      <a:pt x="0" y="43"/>
                    </a:lnTo>
                    <a:lnTo>
                      <a:pt x="1" y="45"/>
                    </a:lnTo>
                    <a:lnTo>
                      <a:pt x="3" y="47"/>
                    </a:lnTo>
                    <a:lnTo>
                      <a:pt x="4" y="48"/>
                    </a:lnTo>
                    <a:lnTo>
                      <a:pt x="6" y="48"/>
                    </a:lnTo>
                    <a:lnTo>
                      <a:pt x="7" y="47"/>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6098" name="Freeform 66"/>
              <p:cNvSpPr>
                <a:spLocks/>
              </p:cNvSpPr>
              <p:nvPr/>
            </p:nvSpPr>
            <p:spPr bwMode="auto">
              <a:xfrm>
                <a:off x="2207" y="913"/>
                <a:ext cx="9" cy="47"/>
              </a:xfrm>
              <a:custGeom>
                <a:avLst/>
                <a:gdLst>
                  <a:gd name="T0" fmla="*/ 9 w 9"/>
                  <a:gd name="T1" fmla="*/ 5 h 48"/>
                  <a:gd name="T2" fmla="*/ 9 w 9"/>
                  <a:gd name="T3" fmla="*/ 4 h 48"/>
                  <a:gd name="T4" fmla="*/ 9 w 9"/>
                  <a:gd name="T5" fmla="*/ 2 h 48"/>
                  <a:gd name="T6" fmla="*/ 7 w 9"/>
                  <a:gd name="T7" fmla="*/ 0 h 48"/>
                  <a:gd name="T8" fmla="*/ 6 w 9"/>
                  <a:gd name="T9" fmla="*/ 0 h 48"/>
                  <a:gd name="T10" fmla="*/ 4 w 9"/>
                  <a:gd name="T11" fmla="*/ 0 h 48"/>
                  <a:gd name="T12" fmla="*/ 3 w 9"/>
                  <a:gd name="T13" fmla="*/ 0 h 48"/>
                  <a:gd name="T14" fmla="*/ 1 w 9"/>
                  <a:gd name="T15" fmla="*/ 2 h 48"/>
                  <a:gd name="T16" fmla="*/ 0 w 9"/>
                  <a:gd name="T17" fmla="*/ 4 h 48"/>
                  <a:gd name="T18" fmla="*/ 0 w 9"/>
                  <a:gd name="T19" fmla="*/ 42 h 48"/>
                  <a:gd name="T20" fmla="*/ 0 w 9"/>
                  <a:gd name="T21" fmla="*/ 44 h 48"/>
                  <a:gd name="T22" fmla="*/ 1 w 9"/>
                  <a:gd name="T23" fmla="*/ 45 h 48"/>
                  <a:gd name="T24" fmla="*/ 3 w 9"/>
                  <a:gd name="T25" fmla="*/ 47 h 48"/>
                  <a:gd name="T26" fmla="*/ 4 w 9"/>
                  <a:gd name="T27" fmla="*/ 48 h 48"/>
                  <a:gd name="T28" fmla="*/ 6 w 9"/>
                  <a:gd name="T29" fmla="*/ 48 h 48"/>
                  <a:gd name="T30" fmla="*/ 7 w 9"/>
                  <a:gd name="T31" fmla="*/ 47 h 48"/>
                  <a:gd name="T32" fmla="*/ 9 w 9"/>
                  <a:gd name="T33" fmla="*/ 45 h 48"/>
                  <a:gd name="T34" fmla="*/ 9 w 9"/>
                  <a:gd name="T35" fmla="*/ 44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4"/>
                    </a:lnTo>
                    <a:lnTo>
                      <a:pt x="9" y="2"/>
                    </a:lnTo>
                    <a:lnTo>
                      <a:pt x="7" y="0"/>
                    </a:lnTo>
                    <a:lnTo>
                      <a:pt x="6" y="0"/>
                    </a:lnTo>
                    <a:lnTo>
                      <a:pt x="4" y="0"/>
                    </a:lnTo>
                    <a:lnTo>
                      <a:pt x="3" y="0"/>
                    </a:lnTo>
                    <a:lnTo>
                      <a:pt x="1" y="2"/>
                    </a:lnTo>
                    <a:lnTo>
                      <a:pt x="0" y="4"/>
                    </a:lnTo>
                    <a:lnTo>
                      <a:pt x="0" y="42"/>
                    </a:lnTo>
                    <a:lnTo>
                      <a:pt x="0" y="44"/>
                    </a:lnTo>
                    <a:lnTo>
                      <a:pt x="1" y="45"/>
                    </a:lnTo>
                    <a:lnTo>
                      <a:pt x="3" y="47"/>
                    </a:lnTo>
                    <a:lnTo>
                      <a:pt x="4" y="48"/>
                    </a:lnTo>
                    <a:lnTo>
                      <a:pt x="6" y="48"/>
                    </a:lnTo>
                    <a:lnTo>
                      <a:pt x="7" y="47"/>
                    </a:lnTo>
                    <a:lnTo>
                      <a:pt x="9" y="45"/>
                    </a:lnTo>
                    <a:lnTo>
                      <a:pt x="9" y="44"/>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6099" name="Freeform 67"/>
              <p:cNvSpPr>
                <a:spLocks/>
              </p:cNvSpPr>
              <p:nvPr/>
            </p:nvSpPr>
            <p:spPr bwMode="auto">
              <a:xfrm>
                <a:off x="2207" y="981"/>
                <a:ext cx="9" cy="48"/>
              </a:xfrm>
              <a:custGeom>
                <a:avLst/>
                <a:gdLst>
                  <a:gd name="T0" fmla="*/ 9 w 9"/>
                  <a:gd name="T1" fmla="*/ 4 h 48"/>
                  <a:gd name="T2" fmla="*/ 9 w 9"/>
                  <a:gd name="T3" fmla="*/ 3 h 48"/>
                  <a:gd name="T4" fmla="*/ 9 w 9"/>
                  <a:gd name="T5" fmla="*/ 1 h 48"/>
                  <a:gd name="T6" fmla="*/ 7 w 9"/>
                  <a:gd name="T7" fmla="*/ 0 h 48"/>
                  <a:gd name="T8" fmla="*/ 6 w 9"/>
                  <a:gd name="T9" fmla="*/ 0 h 48"/>
                  <a:gd name="T10" fmla="*/ 4 w 9"/>
                  <a:gd name="T11" fmla="*/ 0 h 48"/>
                  <a:gd name="T12" fmla="*/ 3 w 9"/>
                  <a:gd name="T13" fmla="*/ 0 h 48"/>
                  <a:gd name="T14" fmla="*/ 1 w 9"/>
                  <a:gd name="T15" fmla="*/ 1 h 48"/>
                  <a:gd name="T16" fmla="*/ 0 w 9"/>
                  <a:gd name="T17" fmla="*/ 3 h 48"/>
                  <a:gd name="T18" fmla="*/ 0 w 9"/>
                  <a:gd name="T19" fmla="*/ 41 h 48"/>
                  <a:gd name="T20" fmla="*/ 0 w 9"/>
                  <a:gd name="T21" fmla="*/ 43 h 48"/>
                  <a:gd name="T22" fmla="*/ 1 w 9"/>
                  <a:gd name="T23" fmla="*/ 44 h 48"/>
                  <a:gd name="T24" fmla="*/ 3 w 9"/>
                  <a:gd name="T25" fmla="*/ 46 h 48"/>
                  <a:gd name="T26" fmla="*/ 4 w 9"/>
                  <a:gd name="T27" fmla="*/ 48 h 48"/>
                  <a:gd name="T28" fmla="*/ 6 w 9"/>
                  <a:gd name="T29" fmla="*/ 48 h 48"/>
                  <a:gd name="T30" fmla="*/ 7 w 9"/>
                  <a:gd name="T31" fmla="*/ 46 h 48"/>
                  <a:gd name="T32" fmla="*/ 9 w 9"/>
                  <a:gd name="T33" fmla="*/ 44 h 48"/>
                  <a:gd name="T34" fmla="*/ 9 w 9"/>
                  <a:gd name="T35" fmla="*/ 43 h 48"/>
                  <a:gd name="T36" fmla="*/ 9 w 9"/>
                  <a:gd name="T37"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4"/>
                    </a:moveTo>
                    <a:lnTo>
                      <a:pt x="9" y="3"/>
                    </a:lnTo>
                    <a:lnTo>
                      <a:pt x="9" y="1"/>
                    </a:lnTo>
                    <a:lnTo>
                      <a:pt x="7" y="0"/>
                    </a:lnTo>
                    <a:lnTo>
                      <a:pt x="6" y="0"/>
                    </a:lnTo>
                    <a:lnTo>
                      <a:pt x="4" y="0"/>
                    </a:lnTo>
                    <a:lnTo>
                      <a:pt x="3" y="0"/>
                    </a:lnTo>
                    <a:lnTo>
                      <a:pt x="1" y="1"/>
                    </a:lnTo>
                    <a:lnTo>
                      <a:pt x="0" y="3"/>
                    </a:lnTo>
                    <a:lnTo>
                      <a:pt x="0" y="41"/>
                    </a:lnTo>
                    <a:lnTo>
                      <a:pt x="0" y="43"/>
                    </a:lnTo>
                    <a:lnTo>
                      <a:pt x="1" y="44"/>
                    </a:lnTo>
                    <a:lnTo>
                      <a:pt x="3" y="46"/>
                    </a:lnTo>
                    <a:lnTo>
                      <a:pt x="4" y="48"/>
                    </a:lnTo>
                    <a:lnTo>
                      <a:pt x="6" y="48"/>
                    </a:lnTo>
                    <a:lnTo>
                      <a:pt x="7" y="46"/>
                    </a:lnTo>
                    <a:lnTo>
                      <a:pt x="9" y="44"/>
                    </a:lnTo>
                    <a:lnTo>
                      <a:pt x="9" y="43"/>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6100" name="Freeform 68"/>
              <p:cNvSpPr>
                <a:spLocks/>
              </p:cNvSpPr>
              <p:nvPr/>
            </p:nvSpPr>
            <p:spPr bwMode="auto">
              <a:xfrm>
                <a:off x="2207" y="1048"/>
                <a:ext cx="9" cy="47"/>
              </a:xfrm>
              <a:custGeom>
                <a:avLst/>
                <a:gdLst>
                  <a:gd name="T0" fmla="*/ 9 w 9"/>
                  <a:gd name="T1" fmla="*/ 5 h 48"/>
                  <a:gd name="T2" fmla="*/ 9 w 9"/>
                  <a:gd name="T3" fmla="*/ 3 h 48"/>
                  <a:gd name="T4" fmla="*/ 9 w 9"/>
                  <a:gd name="T5" fmla="*/ 1 h 48"/>
                  <a:gd name="T6" fmla="*/ 7 w 9"/>
                  <a:gd name="T7" fmla="*/ 0 h 48"/>
                  <a:gd name="T8" fmla="*/ 6 w 9"/>
                  <a:gd name="T9" fmla="*/ 0 h 48"/>
                  <a:gd name="T10" fmla="*/ 4 w 9"/>
                  <a:gd name="T11" fmla="*/ 0 h 48"/>
                  <a:gd name="T12" fmla="*/ 3 w 9"/>
                  <a:gd name="T13" fmla="*/ 0 h 48"/>
                  <a:gd name="T14" fmla="*/ 1 w 9"/>
                  <a:gd name="T15" fmla="*/ 1 h 48"/>
                  <a:gd name="T16" fmla="*/ 0 w 9"/>
                  <a:gd name="T17" fmla="*/ 3 h 48"/>
                  <a:gd name="T18" fmla="*/ 0 w 9"/>
                  <a:gd name="T19" fmla="*/ 41 h 48"/>
                  <a:gd name="T20" fmla="*/ 0 w 9"/>
                  <a:gd name="T21" fmla="*/ 43 h 48"/>
                  <a:gd name="T22" fmla="*/ 1 w 9"/>
                  <a:gd name="T23" fmla="*/ 44 h 48"/>
                  <a:gd name="T24" fmla="*/ 3 w 9"/>
                  <a:gd name="T25" fmla="*/ 46 h 48"/>
                  <a:gd name="T26" fmla="*/ 4 w 9"/>
                  <a:gd name="T27" fmla="*/ 48 h 48"/>
                  <a:gd name="T28" fmla="*/ 6 w 9"/>
                  <a:gd name="T29" fmla="*/ 48 h 48"/>
                  <a:gd name="T30" fmla="*/ 7 w 9"/>
                  <a:gd name="T31" fmla="*/ 46 h 48"/>
                  <a:gd name="T32" fmla="*/ 9 w 9"/>
                  <a:gd name="T33" fmla="*/ 44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1"/>
                    </a:lnTo>
                    <a:lnTo>
                      <a:pt x="7" y="0"/>
                    </a:lnTo>
                    <a:lnTo>
                      <a:pt x="6" y="0"/>
                    </a:lnTo>
                    <a:lnTo>
                      <a:pt x="4" y="0"/>
                    </a:lnTo>
                    <a:lnTo>
                      <a:pt x="3" y="0"/>
                    </a:lnTo>
                    <a:lnTo>
                      <a:pt x="1" y="1"/>
                    </a:lnTo>
                    <a:lnTo>
                      <a:pt x="0" y="3"/>
                    </a:lnTo>
                    <a:lnTo>
                      <a:pt x="0" y="41"/>
                    </a:lnTo>
                    <a:lnTo>
                      <a:pt x="0" y="43"/>
                    </a:lnTo>
                    <a:lnTo>
                      <a:pt x="1" y="44"/>
                    </a:lnTo>
                    <a:lnTo>
                      <a:pt x="3" y="46"/>
                    </a:lnTo>
                    <a:lnTo>
                      <a:pt x="4" y="48"/>
                    </a:lnTo>
                    <a:lnTo>
                      <a:pt x="6" y="48"/>
                    </a:lnTo>
                    <a:lnTo>
                      <a:pt x="7" y="46"/>
                    </a:lnTo>
                    <a:lnTo>
                      <a:pt x="9" y="44"/>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6101" name="Freeform 69"/>
              <p:cNvSpPr>
                <a:spLocks/>
              </p:cNvSpPr>
              <p:nvPr/>
            </p:nvSpPr>
            <p:spPr bwMode="auto">
              <a:xfrm>
                <a:off x="2207" y="1115"/>
                <a:ext cx="9" cy="48"/>
              </a:xfrm>
              <a:custGeom>
                <a:avLst/>
                <a:gdLst>
                  <a:gd name="T0" fmla="*/ 9 w 9"/>
                  <a:gd name="T1" fmla="*/ 5 h 48"/>
                  <a:gd name="T2" fmla="*/ 9 w 9"/>
                  <a:gd name="T3" fmla="*/ 3 h 48"/>
                  <a:gd name="T4" fmla="*/ 9 w 9"/>
                  <a:gd name="T5" fmla="*/ 1 h 48"/>
                  <a:gd name="T6" fmla="*/ 7 w 9"/>
                  <a:gd name="T7" fmla="*/ 0 h 48"/>
                  <a:gd name="T8" fmla="*/ 6 w 9"/>
                  <a:gd name="T9" fmla="*/ 0 h 48"/>
                  <a:gd name="T10" fmla="*/ 4 w 9"/>
                  <a:gd name="T11" fmla="*/ 0 h 48"/>
                  <a:gd name="T12" fmla="*/ 3 w 9"/>
                  <a:gd name="T13" fmla="*/ 0 h 48"/>
                  <a:gd name="T14" fmla="*/ 1 w 9"/>
                  <a:gd name="T15" fmla="*/ 1 h 48"/>
                  <a:gd name="T16" fmla="*/ 0 w 9"/>
                  <a:gd name="T17" fmla="*/ 3 h 48"/>
                  <a:gd name="T18" fmla="*/ 0 w 9"/>
                  <a:gd name="T19" fmla="*/ 41 h 48"/>
                  <a:gd name="T20" fmla="*/ 0 w 9"/>
                  <a:gd name="T21" fmla="*/ 43 h 48"/>
                  <a:gd name="T22" fmla="*/ 1 w 9"/>
                  <a:gd name="T23" fmla="*/ 45 h 48"/>
                  <a:gd name="T24" fmla="*/ 3 w 9"/>
                  <a:gd name="T25" fmla="*/ 46 h 48"/>
                  <a:gd name="T26" fmla="*/ 4 w 9"/>
                  <a:gd name="T27" fmla="*/ 48 h 48"/>
                  <a:gd name="T28" fmla="*/ 6 w 9"/>
                  <a:gd name="T29" fmla="*/ 48 h 48"/>
                  <a:gd name="T30" fmla="*/ 7 w 9"/>
                  <a:gd name="T31" fmla="*/ 46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1"/>
                    </a:lnTo>
                    <a:lnTo>
                      <a:pt x="7" y="0"/>
                    </a:lnTo>
                    <a:lnTo>
                      <a:pt x="6" y="0"/>
                    </a:lnTo>
                    <a:lnTo>
                      <a:pt x="4" y="0"/>
                    </a:lnTo>
                    <a:lnTo>
                      <a:pt x="3" y="0"/>
                    </a:lnTo>
                    <a:lnTo>
                      <a:pt x="1" y="1"/>
                    </a:lnTo>
                    <a:lnTo>
                      <a:pt x="0" y="3"/>
                    </a:lnTo>
                    <a:lnTo>
                      <a:pt x="0" y="41"/>
                    </a:lnTo>
                    <a:lnTo>
                      <a:pt x="0" y="43"/>
                    </a:lnTo>
                    <a:lnTo>
                      <a:pt x="1" y="45"/>
                    </a:lnTo>
                    <a:lnTo>
                      <a:pt x="3" y="46"/>
                    </a:lnTo>
                    <a:lnTo>
                      <a:pt x="4" y="48"/>
                    </a:lnTo>
                    <a:lnTo>
                      <a:pt x="6" y="48"/>
                    </a:lnTo>
                    <a:lnTo>
                      <a:pt x="7" y="46"/>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6102" name="Freeform 70"/>
              <p:cNvSpPr>
                <a:spLocks/>
              </p:cNvSpPr>
              <p:nvPr/>
            </p:nvSpPr>
            <p:spPr bwMode="auto">
              <a:xfrm>
                <a:off x="2207" y="1182"/>
                <a:ext cx="9" cy="48"/>
              </a:xfrm>
              <a:custGeom>
                <a:avLst/>
                <a:gdLst>
                  <a:gd name="T0" fmla="*/ 9 w 9"/>
                  <a:gd name="T1" fmla="*/ 5 h 48"/>
                  <a:gd name="T2" fmla="*/ 9 w 9"/>
                  <a:gd name="T3" fmla="*/ 3 h 48"/>
                  <a:gd name="T4" fmla="*/ 9 w 9"/>
                  <a:gd name="T5" fmla="*/ 2 h 48"/>
                  <a:gd name="T6" fmla="*/ 7 w 9"/>
                  <a:gd name="T7" fmla="*/ 0 h 48"/>
                  <a:gd name="T8" fmla="*/ 6 w 9"/>
                  <a:gd name="T9" fmla="*/ 0 h 48"/>
                  <a:gd name="T10" fmla="*/ 4 w 9"/>
                  <a:gd name="T11" fmla="*/ 0 h 48"/>
                  <a:gd name="T12" fmla="*/ 3 w 9"/>
                  <a:gd name="T13" fmla="*/ 0 h 48"/>
                  <a:gd name="T14" fmla="*/ 1 w 9"/>
                  <a:gd name="T15" fmla="*/ 2 h 48"/>
                  <a:gd name="T16" fmla="*/ 0 w 9"/>
                  <a:gd name="T17" fmla="*/ 3 h 48"/>
                  <a:gd name="T18" fmla="*/ 0 w 9"/>
                  <a:gd name="T19" fmla="*/ 42 h 48"/>
                  <a:gd name="T20" fmla="*/ 0 w 9"/>
                  <a:gd name="T21" fmla="*/ 43 h 48"/>
                  <a:gd name="T22" fmla="*/ 1 w 9"/>
                  <a:gd name="T23" fmla="*/ 45 h 48"/>
                  <a:gd name="T24" fmla="*/ 3 w 9"/>
                  <a:gd name="T25" fmla="*/ 46 h 48"/>
                  <a:gd name="T26" fmla="*/ 4 w 9"/>
                  <a:gd name="T27" fmla="*/ 48 h 48"/>
                  <a:gd name="T28" fmla="*/ 6 w 9"/>
                  <a:gd name="T29" fmla="*/ 48 h 48"/>
                  <a:gd name="T30" fmla="*/ 7 w 9"/>
                  <a:gd name="T31" fmla="*/ 46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2"/>
                    </a:lnTo>
                    <a:lnTo>
                      <a:pt x="7" y="0"/>
                    </a:lnTo>
                    <a:lnTo>
                      <a:pt x="6" y="0"/>
                    </a:lnTo>
                    <a:lnTo>
                      <a:pt x="4" y="0"/>
                    </a:lnTo>
                    <a:lnTo>
                      <a:pt x="3" y="0"/>
                    </a:lnTo>
                    <a:lnTo>
                      <a:pt x="1" y="2"/>
                    </a:lnTo>
                    <a:lnTo>
                      <a:pt x="0" y="3"/>
                    </a:lnTo>
                    <a:lnTo>
                      <a:pt x="0" y="42"/>
                    </a:lnTo>
                    <a:lnTo>
                      <a:pt x="0" y="43"/>
                    </a:lnTo>
                    <a:lnTo>
                      <a:pt x="1" y="45"/>
                    </a:lnTo>
                    <a:lnTo>
                      <a:pt x="3" y="46"/>
                    </a:lnTo>
                    <a:lnTo>
                      <a:pt x="4" y="48"/>
                    </a:lnTo>
                    <a:lnTo>
                      <a:pt x="6" y="48"/>
                    </a:lnTo>
                    <a:lnTo>
                      <a:pt x="7" y="46"/>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6103" name="Freeform 71"/>
              <p:cNvSpPr>
                <a:spLocks/>
              </p:cNvSpPr>
              <p:nvPr/>
            </p:nvSpPr>
            <p:spPr bwMode="auto">
              <a:xfrm>
                <a:off x="2207" y="1249"/>
                <a:ext cx="9" cy="48"/>
              </a:xfrm>
              <a:custGeom>
                <a:avLst/>
                <a:gdLst>
                  <a:gd name="T0" fmla="*/ 9 w 9"/>
                  <a:gd name="T1" fmla="*/ 5 h 48"/>
                  <a:gd name="T2" fmla="*/ 9 w 9"/>
                  <a:gd name="T3" fmla="*/ 3 h 48"/>
                  <a:gd name="T4" fmla="*/ 9 w 9"/>
                  <a:gd name="T5" fmla="*/ 2 h 48"/>
                  <a:gd name="T6" fmla="*/ 7 w 9"/>
                  <a:gd name="T7" fmla="*/ 0 h 48"/>
                  <a:gd name="T8" fmla="*/ 6 w 9"/>
                  <a:gd name="T9" fmla="*/ 0 h 48"/>
                  <a:gd name="T10" fmla="*/ 4 w 9"/>
                  <a:gd name="T11" fmla="*/ 0 h 48"/>
                  <a:gd name="T12" fmla="*/ 3 w 9"/>
                  <a:gd name="T13" fmla="*/ 0 h 48"/>
                  <a:gd name="T14" fmla="*/ 1 w 9"/>
                  <a:gd name="T15" fmla="*/ 2 h 48"/>
                  <a:gd name="T16" fmla="*/ 0 w 9"/>
                  <a:gd name="T17" fmla="*/ 3 h 48"/>
                  <a:gd name="T18" fmla="*/ 0 w 9"/>
                  <a:gd name="T19" fmla="*/ 42 h 48"/>
                  <a:gd name="T20" fmla="*/ 0 w 9"/>
                  <a:gd name="T21" fmla="*/ 43 h 48"/>
                  <a:gd name="T22" fmla="*/ 1 w 9"/>
                  <a:gd name="T23" fmla="*/ 45 h 48"/>
                  <a:gd name="T24" fmla="*/ 3 w 9"/>
                  <a:gd name="T25" fmla="*/ 47 h 48"/>
                  <a:gd name="T26" fmla="*/ 4 w 9"/>
                  <a:gd name="T27" fmla="*/ 48 h 48"/>
                  <a:gd name="T28" fmla="*/ 6 w 9"/>
                  <a:gd name="T29" fmla="*/ 48 h 48"/>
                  <a:gd name="T30" fmla="*/ 7 w 9"/>
                  <a:gd name="T31" fmla="*/ 47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2"/>
                    </a:lnTo>
                    <a:lnTo>
                      <a:pt x="7" y="0"/>
                    </a:lnTo>
                    <a:lnTo>
                      <a:pt x="6" y="0"/>
                    </a:lnTo>
                    <a:lnTo>
                      <a:pt x="4" y="0"/>
                    </a:lnTo>
                    <a:lnTo>
                      <a:pt x="3" y="0"/>
                    </a:lnTo>
                    <a:lnTo>
                      <a:pt x="1" y="2"/>
                    </a:lnTo>
                    <a:lnTo>
                      <a:pt x="0" y="3"/>
                    </a:lnTo>
                    <a:lnTo>
                      <a:pt x="0" y="42"/>
                    </a:lnTo>
                    <a:lnTo>
                      <a:pt x="0" y="43"/>
                    </a:lnTo>
                    <a:lnTo>
                      <a:pt x="1" y="45"/>
                    </a:lnTo>
                    <a:lnTo>
                      <a:pt x="3" y="47"/>
                    </a:lnTo>
                    <a:lnTo>
                      <a:pt x="4" y="48"/>
                    </a:lnTo>
                    <a:lnTo>
                      <a:pt x="6" y="48"/>
                    </a:lnTo>
                    <a:lnTo>
                      <a:pt x="7" y="47"/>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6104" name="Freeform 72"/>
              <p:cNvSpPr>
                <a:spLocks/>
              </p:cNvSpPr>
              <p:nvPr/>
            </p:nvSpPr>
            <p:spPr bwMode="auto">
              <a:xfrm>
                <a:off x="2207" y="1316"/>
                <a:ext cx="9" cy="48"/>
              </a:xfrm>
              <a:custGeom>
                <a:avLst/>
                <a:gdLst>
                  <a:gd name="T0" fmla="*/ 9 w 9"/>
                  <a:gd name="T1" fmla="*/ 5 h 48"/>
                  <a:gd name="T2" fmla="*/ 9 w 9"/>
                  <a:gd name="T3" fmla="*/ 4 h 48"/>
                  <a:gd name="T4" fmla="*/ 9 w 9"/>
                  <a:gd name="T5" fmla="*/ 2 h 48"/>
                  <a:gd name="T6" fmla="*/ 7 w 9"/>
                  <a:gd name="T7" fmla="*/ 0 h 48"/>
                  <a:gd name="T8" fmla="*/ 6 w 9"/>
                  <a:gd name="T9" fmla="*/ 0 h 48"/>
                  <a:gd name="T10" fmla="*/ 4 w 9"/>
                  <a:gd name="T11" fmla="*/ 0 h 48"/>
                  <a:gd name="T12" fmla="*/ 3 w 9"/>
                  <a:gd name="T13" fmla="*/ 0 h 48"/>
                  <a:gd name="T14" fmla="*/ 1 w 9"/>
                  <a:gd name="T15" fmla="*/ 2 h 48"/>
                  <a:gd name="T16" fmla="*/ 0 w 9"/>
                  <a:gd name="T17" fmla="*/ 4 h 48"/>
                  <a:gd name="T18" fmla="*/ 0 w 9"/>
                  <a:gd name="T19" fmla="*/ 42 h 48"/>
                  <a:gd name="T20" fmla="*/ 0 w 9"/>
                  <a:gd name="T21" fmla="*/ 44 h 48"/>
                  <a:gd name="T22" fmla="*/ 1 w 9"/>
                  <a:gd name="T23" fmla="*/ 45 h 48"/>
                  <a:gd name="T24" fmla="*/ 3 w 9"/>
                  <a:gd name="T25" fmla="*/ 47 h 48"/>
                  <a:gd name="T26" fmla="*/ 4 w 9"/>
                  <a:gd name="T27" fmla="*/ 48 h 48"/>
                  <a:gd name="T28" fmla="*/ 6 w 9"/>
                  <a:gd name="T29" fmla="*/ 48 h 48"/>
                  <a:gd name="T30" fmla="*/ 7 w 9"/>
                  <a:gd name="T31" fmla="*/ 47 h 48"/>
                  <a:gd name="T32" fmla="*/ 9 w 9"/>
                  <a:gd name="T33" fmla="*/ 45 h 48"/>
                  <a:gd name="T34" fmla="*/ 9 w 9"/>
                  <a:gd name="T35" fmla="*/ 44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4"/>
                    </a:lnTo>
                    <a:lnTo>
                      <a:pt x="9" y="2"/>
                    </a:lnTo>
                    <a:lnTo>
                      <a:pt x="7" y="0"/>
                    </a:lnTo>
                    <a:lnTo>
                      <a:pt x="6" y="0"/>
                    </a:lnTo>
                    <a:lnTo>
                      <a:pt x="4" y="0"/>
                    </a:lnTo>
                    <a:lnTo>
                      <a:pt x="3" y="0"/>
                    </a:lnTo>
                    <a:lnTo>
                      <a:pt x="1" y="2"/>
                    </a:lnTo>
                    <a:lnTo>
                      <a:pt x="0" y="4"/>
                    </a:lnTo>
                    <a:lnTo>
                      <a:pt x="0" y="42"/>
                    </a:lnTo>
                    <a:lnTo>
                      <a:pt x="0" y="44"/>
                    </a:lnTo>
                    <a:lnTo>
                      <a:pt x="1" y="45"/>
                    </a:lnTo>
                    <a:lnTo>
                      <a:pt x="3" y="47"/>
                    </a:lnTo>
                    <a:lnTo>
                      <a:pt x="4" y="48"/>
                    </a:lnTo>
                    <a:lnTo>
                      <a:pt x="6" y="48"/>
                    </a:lnTo>
                    <a:lnTo>
                      <a:pt x="7" y="47"/>
                    </a:lnTo>
                    <a:lnTo>
                      <a:pt x="9" y="45"/>
                    </a:lnTo>
                    <a:lnTo>
                      <a:pt x="9" y="44"/>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6105" name="Freeform 73"/>
              <p:cNvSpPr>
                <a:spLocks/>
              </p:cNvSpPr>
              <p:nvPr/>
            </p:nvSpPr>
            <p:spPr bwMode="auto">
              <a:xfrm>
                <a:off x="2207" y="1384"/>
                <a:ext cx="9" cy="47"/>
              </a:xfrm>
              <a:custGeom>
                <a:avLst/>
                <a:gdLst>
                  <a:gd name="T0" fmla="*/ 9 w 9"/>
                  <a:gd name="T1" fmla="*/ 4 h 47"/>
                  <a:gd name="T2" fmla="*/ 9 w 9"/>
                  <a:gd name="T3" fmla="*/ 3 h 47"/>
                  <a:gd name="T4" fmla="*/ 9 w 9"/>
                  <a:gd name="T5" fmla="*/ 1 h 47"/>
                  <a:gd name="T6" fmla="*/ 7 w 9"/>
                  <a:gd name="T7" fmla="*/ 0 h 47"/>
                  <a:gd name="T8" fmla="*/ 6 w 9"/>
                  <a:gd name="T9" fmla="*/ 0 h 47"/>
                  <a:gd name="T10" fmla="*/ 4 w 9"/>
                  <a:gd name="T11" fmla="*/ 0 h 47"/>
                  <a:gd name="T12" fmla="*/ 3 w 9"/>
                  <a:gd name="T13" fmla="*/ 0 h 47"/>
                  <a:gd name="T14" fmla="*/ 1 w 9"/>
                  <a:gd name="T15" fmla="*/ 1 h 47"/>
                  <a:gd name="T16" fmla="*/ 0 w 9"/>
                  <a:gd name="T17" fmla="*/ 3 h 47"/>
                  <a:gd name="T18" fmla="*/ 0 w 9"/>
                  <a:gd name="T19" fmla="*/ 41 h 47"/>
                  <a:gd name="T20" fmla="*/ 0 w 9"/>
                  <a:gd name="T21" fmla="*/ 43 h 47"/>
                  <a:gd name="T22" fmla="*/ 1 w 9"/>
                  <a:gd name="T23" fmla="*/ 44 h 47"/>
                  <a:gd name="T24" fmla="*/ 3 w 9"/>
                  <a:gd name="T25" fmla="*/ 46 h 47"/>
                  <a:gd name="T26" fmla="*/ 4 w 9"/>
                  <a:gd name="T27" fmla="*/ 47 h 47"/>
                  <a:gd name="T28" fmla="*/ 6 w 9"/>
                  <a:gd name="T29" fmla="*/ 47 h 47"/>
                  <a:gd name="T30" fmla="*/ 7 w 9"/>
                  <a:gd name="T31" fmla="*/ 46 h 47"/>
                  <a:gd name="T32" fmla="*/ 9 w 9"/>
                  <a:gd name="T33" fmla="*/ 44 h 47"/>
                  <a:gd name="T34" fmla="*/ 9 w 9"/>
                  <a:gd name="T35" fmla="*/ 43 h 47"/>
                  <a:gd name="T36" fmla="*/ 9 w 9"/>
                  <a:gd name="T37" fmla="*/ 4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7">
                    <a:moveTo>
                      <a:pt x="9" y="4"/>
                    </a:moveTo>
                    <a:lnTo>
                      <a:pt x="9" y="3"/>
                    </a:lnTo>
                    <a:lnTo>
                      <a:pt x="9" y="1"/>
                    </a:lnTo>
                    <a:lnTo>
                      <a:pt x="7" y="0"/>
                    </a:lnTo>
                    <a:lnTo>
                      <a:pt x="6" y="0"/>
                    </a:lnTo>
                    <a:lnTo>
                      <a:pt x="4" y="0"/>
                    </a:lnTo>
                    <a:lnTo>
                      <a:pt x="3" y="0"/>
                    </a:lnTo>
                    <a:lnTo>
                      <a:pt x="1" y="1"/>
                    </a:lnTo>
                    <a:lnTo>
                      <a:pt x="0" y="3"/>
                    </a:lnTo>
                    <a:lnTo>
                      <a:pt x="0" y="41"/>
                    </a:lnTo>
                    <a:lnTo>
                      <a:pt x="0" y="43"/>
                    </a:lnTo>
                    <a:lnTo>
                      <a:pt x="1" y="44"/>
                    </a:lnTo>
                    <a:lnTo>
                      <a:pt x="3" y="46"/>
                    </a:lnTo>
                    <a:lnTo>
                      <a:pt x="4" y="47"/>
                    </a:lnTo>
                    <a:lnTo>
                      <a:pt x="6" y="47"/>
                    </a:lnTo>
                    <a:lnTo>
                      <a:pt x="7" y="46"/>
                    </a:lnTo>
                    <a:lnTo>
                      <a:pt x="9" y="44"/>
                    </a:lnTo>
                    <a:lnTo>
                      <a:pt x="9" y="43"/>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6106" name="Freeform 74"/>
              <p:cNvSpPr>
                <a:spLocks/>
              </p:cNvSpPr>
              <p:nvPr/>
            </p:nvSpPr>
            <p:spPr bwMode="auto">
              <a:xfrm>
                <a:off x="2207" y="1451"/>
                <a:ext cx="9" cy="48"/>
              </a:xfrm>
              <a:custGeom>
                <a:avLst/>
                <a:gdLst>
                  <a:gd name="T0" fmla="*/ 9 w 9"/>
                  <a:gd name="T1" fmla="*/ 4 h 48"/>
                  <a:gd name="T2" fmla="*/ 9 w 9"/>
                  <a:gd name="T3" fmla="*/ 3 h 48"/>
                  <a:gd name="T4" fmla="*/ 9 w 9"/>
                  <a:gd name="T5" fmla="*/ 1 h 48"/>
                  <a:gd name="T6" fmla="*/ 7 w 9"/>
                  <a:gd name="T7" fmla="*/ 0 h 48"/>
                  <a:gd name="T8" fmla="*/ 6 w 9"/>
                  <a:gd name="T9" fmla="*/ 0 h 48"/>
                  <a:gd name="T10" fmla="*/ 4 w 9"/>
                  <a:gd name="T11" fmla="*/ 0 h 48"/>
                  <a:gd name="T12" fmla="*/ 3 w 9"/>
                  <a:gd name="T13" fmla="*/ 0 h 48"/>
                  <a:gd name="T14" fmla="*/ 1 w 9"/>
                  <a:gd name="T15" fmla="*/ 1 h 48"/>
                  <a:gd name="T16" fmla="*/ 0 w 9"/>
                  <a:gd name="T17" fmla="*/ 3 h 48"/>
                  <a:gd name="T18" fmla="*/ 0 w 9"/>
                  <a:gd name="T19" fmla="*/ 41 h 48"/>
                  <a:gd name="T20" fmla="*/ 0 w 9"/>
                  <a:gd name="T21" fmla="*/ 43 h 48"/>
                  <a:gd name="T22" fmla="*/ 1 w 9"/>
                  <a:gd name="T23" fmla="*/ 44 h 48"/>
                  <a:gd name="T24" fmla="*/ 3 w 9"/>
                  <a:gd name="T25" fmla="*/ 46 h 48"/>
                  <a:gd name="T26" fmla="*/ 4 w 9"/>
                  <a:gd name="T27" fmla="*/ 48 h 48"/>
                  <a:gd name="T28" fmla="*/ 6 w 9"/>
                  <a:gd name="T29" fmla="*/ 48 h 48"/>
                  <a:gd name="T30" fmla="*/ 7 w 9"/>
                  <a:gd name="T31" fmla="*/ 46 h 48"/>
                  <a:gd name="T32" fmla="*/ 9 w 9"/>
                  <a:gd name="T33" fmla="*/ 44 h 48"/>
                  <a:gd name="T34" fmla="*/ 9 w 9"/>
                  <a:gd name="T35" fmla="*/ 43 h 48"/>
                  <a:gd name="T36" fmla="*/ 9 w 9"/>
                  <a:gd name="T37"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4"/>
                    </a:moveTo>
                    <a:lnTo>
                      <a:pt x="9" y="3"/>
                    </a:lnTo>
                    <a:lnTo>
                      <a:pt x="9" y="1"/>
                    </a:lnTo>
                    <a:lnTo>
                      <a:pt x="7" y="0"/>
                    </a:lnTo>
                    <a:lnTo>
                      <a:pt x="6" y="0"/>
                    </a:lnTo>
                    <a:lnTo>
                      <a:pt x="4" y="0"/>
                    </a:lnTo>
                    <a:lnTo>
                      <a:pt x="3" y="0"/>
                    </a:lnTo>
                    <a:lnTo>
                      <a:pt x="1" y="1"/>
                    </a:lnTo>
                    <a:lnTo>
                      <a:pt x="0" y="3"/>
                    </a:lnTo>
                    <a:lnTo>
                      <a:pt x="0" y="41"/>
                    </a:lnTo>
                    <a:lnTo>
                      <a:pt x="0" y="43"/>
                    </a:lnTo>
                    <a:lnTo>
                      <a:pt x="1" y="44"/>
                    </a:lnTo>
                    <a:lnTo>
                      <a:pt x="3" y="46"/>
                    </a:lnTo>
                    <a:lnTo>
                      <a:pt x="4" y="48"/>
                    </a:lnTo>
                    <a:lnTo>
                      <a:pt x="6" y="48"/>
                    </a:lnTo>
                    <a:lnTo>
                      <a:pt x="7" y="46"/>
                    </a:lnTo>
                    <a:lnTo>
                      <a:pt x="9" y="44"/>
                    </a:lnTo>
                    <a:lnTo>
                      <a:pt x="9" y="43"/>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6107" name="Freeform 75"/>
              <p:cNvSpPr>
                <a:spLocks/>
              </p:cNvSpPr>
              <p:nvPr/>
            </p:nvSpPr>
            <p:spPr bwMode="auto">
              <a:xfrm>
                <a:off x="2207" y="1518"/>
                <a:ext cx="9" cy="47"/>
              </a:xfrm>
              <a:custGeom>
                <a:avLst/>
                <a:gdLst>
                  <a:gd name="T0" fmla="*/ 9 w 9"/>
                  <a:gd name="T1" fmla="*/ 5 h 48"/>
                  <a:gd name="T2" fmla="*/ 9 w 9"/>
                  <a:gd name="T3" fmla="*/ 3 h 48"/>
                  <a:gd name="T4" fmla="*/ 9 w 9"/>
                  <a:gd name="T5" fmla="*/ 1 h 48"/>
                  <a:gd name="T6" fmla="*/ 7 w 9"/>
                  <a:gd name="T7" fmla="*/ 0 h 48"/>
                  <a:gd name="T8" fmla="*/ 6 w 9"/>
                  <a:gd name="T9" fmla="*/ 0 h 48"/>
                  <a:gd name="T10" fmla="*/ 4 w 9"/>
                  <a:gd name="T11" fmla="*/ 0 h 48"/>
                  <a:gd name="T12" fmla="*/ 3 w 9"/>
                  <a:gd name="T13" fmla="*/ 0 h 48"/>
                  <a:gd name="T14" fmla="*/ 1 w 9"/>
                  <a:gd name="T15" fmla="*/ 1 h 48"/>
                  <a:gd name="T16" fmla="*/ 0 w 9"/>
                  <a:gd name="T17" fmla="*/ 3 h 48"/>
                  <a:gd name="T18" fmla="*/ 0 w 9"/>
                  <a:gd name="T19" fmla="*/ 41 h 48"/>
                  <a:gd name="T20" fmla="*/ 0 w 9"/>
                  <a:gd name="T21" fmla="*/ 43 h 48"/>
                  <a:gd name="T22" fmla="*/ 1 w 9"/>
                  <a:gd name="T23" fmla="*/ 45 h 48"/>
                  <a:gd name="T24" fmla="*/ 3 w 9"/>
                  <a:gd name="T25" fmla="*/ 46 h 48"/>
                  <a:gd name="T26" fmla="*/ 4 w 9"/>
                  <a:gd name="T27" fmla="*/ 48 h 48"/>
                  <a:gd name="T28" fmla="*/ 6 w 9"/>
                  <a:gd name="T29" fmla="*/ 48 h 48"/>
                  <a:gd name="T30" fmla="*/ 7 w 9"/>
                  <a:gd name="T31" fmla="*/ 46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1"/>
                    </a:lnTo>
                    <a:lnTo>
                      <a:pt x="7" y="0"/>
                    </a:lnTo>
                    <a:lnTo>
                      <a:pt x="6" y="0"/>
                    </a:lnTo>
                    <a:lnTo>
                      <a:pt x="4" y="0"/>
                    </a:lnTo>
                    <a:lnTo>
                      <a:pt x="3" y="0"/>
                    </a:lnTo>
                    <a:lnTo>
                      <a:pt x="1" y="1"/>
                    </a:lnTo>
                    <a:lnTo>
                      <a:pt x="0" y="3"/>
                    </a:lnTo>
                    <a:lnTo>
                      <a:pt x="0" y="41"/>
                    </a:lnTo>
                    <a:lnTo>
                      <a:pt x="0" y="43"/>
                    </a:lnTo>
                    <a:lnTo>
                      <a:pt x="1" y="45"/>
                    </a:lnTo>
                    <a:lnTo>
                      <a:pt x="3" y="46"/>
                    </a:lnTo>
                    <a:lnTo>
                      <a:pt x="4" y="48"/>
                    </a:lnTo>
                    <a:lnTo>
                      <a:pt x="6" y="48"/>
                    </a:lnTo>
                    <a:lnTo>
                      <a:pt x="7" y="46"/>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6108" name="Freeform 76"/>
              <p:cNvSpPr>
                <a:spLocks/>
              </p:cNvSpPr>
              <p:nvPr/>
            </p:nvSpPr>
            <p:spPr bwMode="auto">
              <a:xfrm>
                <a:off x="2207" y="1585"/>
                <a:ext cx="9" cy="48"/>
              </a:xfrm>
              <a:custGeom>
                <a:avLst/>
                <a:gdLst>
                  <a:gd name="T0" fmla="*/ 9 w 9"/>
                  <a:gd name="T1" fmla="*/ 5 h 48"/>
                  <a:gd name="T2" fmla="*/ 9 w 9"/>
                  <a:gd name="T3" fmla="*/ 3 h 48"/>
                  <a:gd name="T4" fmla="*/ 9 w 9"/>
                  <a:gd name="T5" fmla="*/ 2 h 48"/>
                  <a:gd name="T6" fmla="*/ 7 w 9"/>
                  <a:gd name="T7" fmla="*/ 0 h 48"/>
                  <a:gd name="T8" fmla="*/ 6 w 9"/>
                  <a:gd name="T9" fmla="*/ 0 h 48"/>
                  <a:gd name="T10" fmla="*/ 4 w 9"/>
                  <a:gd name="T11" fmla="*/ 0 h 48"/>
                  <a:gd name="T12" fmla="*/ 3 w 9"/>
                  <a:gd name="T13" fmla="*/ 0 h 48"/>
                  <a:gd name="T14" fmla="*/ 1 w 9"/>
                  <a:gd name="T15" fmla="*/ 2 h 48"/>
                  <a:gd name="T16" fmla="*/ 0 w 9"/>
                  <a:gd name="T17" fmla="*/ 3 h 48"/>
                  <a:gd name="T18" fmla="*/ 0 w 9"/>
                  <a:gd name="T19" fmla="*/ 42 h 48"/>
                  <a:gd name="T20" fmla="*/ 0 w 9"/>
                  <a:gd name="T21" fmla="*/ 43 h 48"/>
                  <a:gd name="T22" fmla="*/ 1 w 9"/>
                  <a:gd name="T23" fmla="*/ 45 h 48"/>
                  <a:gd name="T24" fmla="*/ 3 w 9"/>
                  <a:gd name="T25" fmla="*/ 46 h 48"/>
                  <a:gd name="T26" fmla="*/ 4 w 9"/>
                  <a:gd name="T27" fmla="*/ 48 h 48"/>
                  <a:gd name="T28" fmla="*/ 6 w 9"/>
                  <a:gd name="T29" fmla="*/ 48 h 48"/>
                  <a:gd name="T30" fmla="*/ 7 w 9"/>
                  <a:gd name="T31" fmla="*/ 46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2"/>
                    </a:lnTo>
                    <a:lnTo>
                      <a:pt x="7" y="0"/>
                    </a:lnTo>
                    <a:lnTo>
                      <a:pt x="6" y="0"/>
                    </a:lnTo>
                    <a:lnTo>
                      <a:pt x="4" y="0"/>
                    </a:lnTo>
                    <a:lnTo>
                      <a:pt x="3" y="0"/>
                    </a:lnTo>
                    <a:lnTo>
                      <a:pt x="1" y="2"/>
                    </a:lnTo>
                    <a:lnTo>
                      <a:pt x="0" y="3"/>
                    </a:lnTo>
                    <a:lnTo>
                      <a:pt x="0" y="42"/>
                    </a:lnTo>
                    <a:lnTo>
                      <a:pt x="0" y="43"/>
                    </a:lnTo>
                    <a:lnTo>
                      <a:pt x="1" y="45"/>
                    </a:lnTo>
                    <a:lnTo>
                      <a:pt x="3" y="46"/>
                    </a:lnTo>
                    <a:lnTo>
                      <a:pt x="4" y="48"/>
                    </a:lnTo>
                    <a:lnTo>
                      <a:pt x="6" y="48"/>
                    </a:lnTo>
                    <a:lnTo>
                      <a:pt x="7" y="46"/>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6109" name="Freeform 77"/>
              <p:cNvSpPr>
                <a:spLocks/>
              </p:cNvSpPr>
              <p:nvPr/>
            </p:nvSpPr>
            <p:spPr bwMode="auto">
              <a:xfrm>
                <a:off x="2207" y="1652"/>
                <a:ext cx="9" cy="48"/>
              </a:xfrm>
              <a:custGeom>
                <a:avLst/>
                <a:gdLst>
                  <a:gd name="T0" fmla="*/ 9 w 9"/>
                  <a:gd name="T1" fmla="*/ 5 h 48"/>
                  <a:gd name="T2" fmla="*/ 9 w 9"/>
                  <a:gd name="T3" fmla="*/ 3 h 48"/>
                  <a:gd name="T4" fmla="*/ 9 w 9"/>
                  <a:gd name="T5" fmla="*/ 2 h 48"/>
                  <a:gd name="T6" fmla="*/ 7 w 9"/>
                  <a:gd name="T7" fmla="*/ 0 h 48"/>
                  <a:gd name="T8" fmla="*/ 6 w 9"/>
                  <a:gd name="T9" fmla="*/ 0 h 48"/>
                  <a:gd name="T10" fmla="*/ 4 w 9"/>
                  <a:gd name="T11" fmla="*/ 0 h 48"/>
                  <a:gd name="T12" fmla="*/ 3 w 9"/>
                  <a:gd name="T13" fmla="*/ 0 h 48"/>
                  <a:gd name="T14" fmla="*/ 1 w 9"/>
                  <a:gd name="T15" fmla="*/ 2 h 48"/>
                  <a:gd name="T16" fmla="*/ 0 w 9"/>
                  <a:gd name="T17" fmla="*/ 3 h 48"/>
                  <a:gd name="T18" fmla="*/ 0 w 9"/>
                  <a:gd name="T19" fmla="*/ 42 h 48"/>
                  <a:gd name="T20" fmla="*/ 0 w 9"/>
                  <a:gd name="T21" fmla="*/ 43 h 48"/>
                  <a:gd name="T22" fmla="*/ 1 w 9"/>
                  <a:gd name="T23" fmla="*/ 45 h 48"/>
                  <a:gd name="T24" fmla="*/ 3 w 9"/>
                  <a:gd name="T25" fmla="*/ 47 h 48"/>
                  <a:gd name="T26" fmla="*/ 4 w 9"/>
                  <a:gd name="T27" fmla="*/ 48 h 48"/>
                  <a:gd name="T28" fmla="*/ 6 w 9"/>
                  <a:gd name="T29" fmla="*/ 48 h 48"/>
                  <a:gd name="T30" fmla="*/ 7 w 9"/>
                  <a:gd name="T31" fmla="*/ 47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2"/>
                    </a:lnTo>
                    <a:lnTo>
                      <a:pt x="7" y="0"/>
                    </a:lnTo>
                    <a:lnTo>
                      <a:pt x="6" y="0"/>
                    </a:lnTo>
                    <a:lnTo>
                      <a:pt x="4" y="0"/>
                    </a:lnTo>
                    <a:lnTo>
                      <a:pt x="3" y="0"/>
                    </a:lnTo>
                    <a:lnTo>
                      <a:pt x="1" y="2"/>
                    </a:lnTo>
                    <a:lnTo>
                      <a:pt x="0" y="3"/>
                    </a:lnTo>
                    <a:lnTo>
                      <a:pt x="0" y="42"/>
                    </a:lnTo>
                    <a:lnTo>
                      <a:pt x="0" y="43"/>
                    </a:lnTo>
                    <a:lnTo>
                      <a:pt x="1" y="45"/>
                    </a:lnTo>
                    <a:lnTo>
                      <a:pt x="3" y="47"/>
                    </a:lnTo>
                    <a:lnTo>
                      <a:pt x="4" y="48"/>
                    </a:lnTo>
                    <a:lnTo>
                      <a:pt x="6" y="48"/>
                    </a:lnTo>
                    <a:lnTo>
                      <a:pt x="7" y="47"/>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6110" name="Freeform 78"/>
              <p:cNvSpPr>
                <a:spLocks/>
              </p:cNvSpPr>
              <p:nvPr/>
            </p:nvSpPr>
            <p:spPr bwMode="auto">
              <a:xfrm>
                <a:off x="2207" y="1719"/>
                <a:ext cx="9" cy="48"/>
              </a:xfrm>
              <a:custGeom>
                <a:avLst/>
                <a:gdLst>
                  <a:gd name="T0" fmla="*/ 9 w 9"/>
                  <a:gd name="T1" fmla="*/ 5 h 48"/>
                  <a:gd name="T2" fmla="*/ 9 w 9"/>
                  <a:gd name="T3" fmla="*/ 4 h 48"/>
                  <a:gd name="T4" fmla="*/ 9 w 9"/>
                  <a:gd name="T5" fmla="*/ 2 h 48"/>
                  <a:gd name="T6" fmla="*/ 7 w 9"/>
                  <a:gd name="T7" fmla="*/ 0 h 48"/>
                  <a:gd name="T8" fmla="*/ 6 w 9"/>
                  <a:gd name="T9" fmla="*/ 0 h 48"/>
                  <a:gd name="T10" fmla="*/ 4 w 9"/>
                  <a:gd name="T11" fmla="*/ 0 h 48"/>
                  <a:gd name="T12" fmla="*/ 3 w 9"/>
                  <a:gd name="T13" fmla="*/ 0 h 48"/>
                  <a:gd name="T14" fmla="*/ 1 w 9"/>
                  <a:gd name="T15" fmla="*/ 2 h 48"/>
                  <a:gd name="T16" fmla="*/ 0 w 9"/>
                  <a:gd name="T17" fmla="*/ 4 h 48"/>
                  <a:gd name="T18" fmla="*/ 0 w 9"/>
                  <a:gd name="T19" fmla="*/ 42 h 48"/>
                  <a:gd name="T20" fmla="*/ 0 w 9"/>
                  <a:gd name="T21" fmla="*/ 43 h 48"/>
                  <a:gd name="T22" fmla="*/ 1 w 9"/>
                  <a:gd name="T23" fmla="*/ 45 h 48"/>
                  <a:gd name="T24" fmla="*/ 3 w 9"/>
                  <a:gd name="T25" fmla="*/ 47 h 48"/>
                  <a:gd name="T26" fmla="*/ 4 w 9"/>
                  <a:gd name="T27" fmla="*/ 48 h 48"/>
                  <a:gd name="T28" fmla="*/ 6 w 9"/>
                  <a:gd name="T29" fmla="*/ 48 h 48"/>
                  <a:gd name="T30" fmla="*/ 7 w 9"/>
                  <a:gd name="T31" fmla="*/ 47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4"/>
                    </a:lnTo>
                    <a:lnTo>
                      <a:pt x="9" y="2"/>
                    </a:lnTo>
                    <a:lnTo>
                      <a:pt x="7" y="0"/>
                    </a:lnTo>
                    <a:lnTo>
                      <a:pt x="6" y="0"/>
                    </a:lnTo>
                    <a:lnTo>
                      <a:pt x="4" y="0"/>
                    </a:lnTo>
                    <a:lnTo>
                      <a:pt x="3" y="0"/>
                    </a:lnTo>
                    <a:lnTo>
                      <a:pt x="1" y="2"/>
                    </a:lnTo>
                    <a:lnTo>
                      <a:pt x="0" y="4"/>
                    </a:lnTo>
                    <a:lnTo>
                      <a:pt x="0" y="42"/>
                    </a:lnTo>
                    <a:lnTo>
                      <a:pt x="0" y="43"/>
                    </a:lnTo>
                    <a:lnTo>
                      <a:pt x="1" y="45"/>
                    </a:lnTo>
                    <a:lnTo>
                      <a:pt x="3" y="47"/>
                    </a:lnTo>
                    <a:lnTo>
                      <a:pt x="4" y="48"/>
                    </a:lnTo>
                    <a:lnTo>
                      <a:pt x="6" y="48"/>
                    </a:lnTo>
                    <a:lnTo>
                      <a:pt x="7" y="47"/>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6111" name="Freeform 79"/>
              <p:cNvSpPr>
                <a:spLocks/>
              </p:cNvSpPr>
              <p:nvPr/>
            </p:nvSpPr>
            <p:spPr bwMode="auto">
              <a:xfrm>
                <a:off x="2207" y="1786"/>
                <a:ext cx="9" cy="48"/>
              </a:xfrm>
              <a:custGeom>
                <a:avLst/>
                <a:gdLst>
                  <a:gd name="T0" fmla="*/ 9 w 9"/>
                  <a:gd name="T1" fmla="*/ 5 h 48"/>
                  <a:gd name="T2" fmla="*/ 9 w 9"/>
                  <a:gd name="T3" fmla="*/ 4 h 48"/>
                  <a:gd name="T4" fmla="*/ 9 w 9"/>
                  <a:gd name="T5" fmla="*/ 2 h 48"/>
                  <a:gd name="T6" fmla="*/ 7 w 9"/>
                  <a:gd name="T7" fmla="*/ 0 h 48"/>
                  <a:gd name="T8" fmla="*/ 6 w 9"/>
                  <a:gd name="T9" fmla="*/ 0 h 48"/>
                  <a:gd name="T10" fmla="*/ 4 w 9"/>
                  <a:gd name="T11" fmla="*/ 0 h 48"/>
                  <a:gd name="T12" fmla="*/ 3 w 9"/>
                  <a:gd name="T13" fmla="*/ 0 h 48"/>
                  <a:gd name="T14" fmla="*/ 1 w 9"/>
                  <a:gd name="T15" fmla="*/ 2 h 48"/>
                  <a:gd name="T16" fmla="*/ 0 w 9"/>
                  <a:gd name="T17" fmla="*/ 4 h 48"/>
                  <a:gd name="T18" fmla="*/ 0 w 9"/>
                  <a:gd name="T19" fmla="*/ 42 h 48"/>
                  <a:gd name="T20" fmla="*/ 0 w 9"/>
                  <a:gd name="T21" fmla="*/ 44 h 48"/>
                  <a:gd name="T22" fmla="*/ 1 w 9"/>
                  <a:gd name="T23" fmla="*/ 45 h 48"/>
                  <a:gd name="T24" fmla="*/ 3 w 9"/>
                  <a:gd name="T25" fmla="*/ 47 h 48"/>
                  <a:gd name="T26" fmla="*/ 4 w 9"/>
                  <a:gd name="T27" fmla="*/ 48 h 48"/>
                  <a:gd name="T28" fmla="*/ 6 w 9"/>
                  <a:gd name="T29" fmla="*/ 48 h 48"/>
                  <a:gd name="T30" fmla="*/ 7 w 9"/>
                  <a:gd name="T31" fmla="*/ 47 h 48"/>
                  <a:gd name="T32" fmla="*/ 9 w 9"/>
                  <a:gd name="T33" fmla="*/ 45 h 48"/>
                  <a:gd name="T34" fmla="*/ 9 w 9"/>
                  <a:gd name="T35" fmla="*/ 44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4"/>
                    </a:lnTo>
                    <a:lnTo>
                      <a:pt x="9" y="2"/>
                    </a:lnTo>
                    <a:lnTo>
                      <a:pt x="7" y="0"/>
                    </a:lnTo>
                    <a:lnTo>
                      <a:pt x="6" y="0"/>
                    </a:lnTo>
                    <a:lnTo>
                      <a:pt x="4" y="0"/>
                    </a:lnTo>
                    <a:lnTo>
                      <a:pt x="3" y="0"/>
                    </a:lnTo>
                    <a:lnTo>
                      <a:pt x="1" y="2"/>
                    </a:lnTo>
                    <a:lnTo>
                      <a:pt x="0" y="4"/>
                    </a:lnTo>
                    <a:lnTo>
                      <a:pt x="0" y="42"/>
                    </a:lnTo>
                    <a:lnTo>
                      <a:pt x="0" y="44"/>
                    </a:lnTo>
                    <a:lnTo>
                      <a:pt x="1" y="45"/>
                    </a:lnTo>
                    <a:lnTo>
                      <a:pt x="3" y="47"/>
                    </a:lnTo>
                    <a:lnTo>
                      <a:pt x="4" y="48"/>
                    </a:lnTo>
                    <a:lnTo>
                      <a:pt x="6" y="48"/>
                    </a:lnTo>
                    <a:lnTo>
                      <a:pt x="7" y="47"/>
                    </a:lnTo>
                    <a:lnTo>
                      <a:pt x="9" y="45"/>
                    </a:lnTo>
                    <a:lnTo>
                      <a:pt x="9" y="44"/>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6112" name="Freeform 80"/>
              <p:cNvSpPr>
                <a:spLocks/>
              </p:cNvSpPr>
              <p:nvPr/>
            </p:nvSpPr>
            <p:spPr bwMode="auto">
              <a:xfrm>
                <a:off x="2207" y="1854"/>
                <a:ext cx="9" cy="48"/>
              </a:xfrm>
              <a:custGeom>
                <a:avLst/>
                <a:gdLst>
                  <a:gd name="T0" fmla="*/ 9 w 9"/>
                  <a:gd name="T1" fmla="*/ 4 h 48"/>
                  <a:gd name="T2" fmla="*/ 9 w 9"/>
                  <a:gd name="T3" fmla="*/ 3 h 48"/>
                  <a:gd name="T4" fmla="*/ 9 w 9"/>
                  <a:gd name="T5" fmla="*/ 1 h 48"/>
                  <a:gd name="T6" fmla="*/ 7 w 9"/>
                  <a:gd name="T7" fmla="*/ 0 h 48"/>
                  <a:gd name="T8" fmla="*/ 6 w 9"/>
                  <a:gd name="T9" fmla="*/ 0 h 48"/>
                  <a:gd name="T10" fmla="*/ 4 w 9"/>
                  <a:gd name="T11" fmla="*/ 0 h 48"/>
                  <a:gd name="T12" fmla="*/ 3 w 9"/>
                  <a:gd name="T13" fmla="*/ 0 h 48"/>
                  <a:gd name="T14" fmla="*/ 1 w 9"/>
                  <a:gd name="T15" fmla="*/ 1 h 48"/>
                  <a:gd name="T16" fmla="*/ 0 w 9"/>
                  <a:gd name="T17" fmla="*/ 3 h 48"/>
                  <a:gd name="T18" fmla="*/ 0 w 9"/>
                  <a:gd name="T19" fmla="*/ 41 h 48"/>
                  <a:gd name="T20" fmla="*/ 0 w 9"/>
                  <a:gd name="T21" fmla="*/ 43 h 48"/>
                  <a:gd name="T22" fmla="*/ 1 w 9"/>
                  <a:gd name="T23" fmla="*/ 44 h 48"/>
                  <a:gd name="T24" fmla="*/ 3 w 9"/>
                  <a:gd name="T25" fmla="*/ 46 h 48"/>
                  <a:gd name="T26" fmla="*/ 4 w 9"/>
                  <a:gd name="T27" fmla="*/ 48 h 48"/>
                  <a:gd name="T28" fmla="*/ 6 w 9"/>
                  <a:gd name="T29" fmla="*/ 48 h 48"/>
                  <a:gd name="T30" fmla="*/ 7 w 9"/>
                  <a:gd name="T31" fmla="*/ 46 h 48"/>
                  <a:gd name="T32" fmla="*/ 9 w 9"/>
                  <a:gd name="T33" fmla="*/ 44 h 48"/>
                  <a:gd name="T34" fmla="*/ 9 w 9"/>
                  <a:gd name="T35" fmla="*/ 43 h 48"/>
                  <a:gd name="T36" fmla="*/ 9 w 9"/>
                  <a:gd name="T37"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4"/>
                    </a:moveTo>
                    <a:lnTo>
                      <a:pt x="9" y="3"/>
                    </a:lnTo>
                    <a:lnTo>
                      <a:pt x="9" y="1"/>
                    </a:lnTo>
                    <a:lnTo>
                      <a:pt x="7" y="0"/>
                    </a:lnTo>
                    <a:lnTo>
                      <a:pt x="6" y="0"/>
                    </a:lnTo>
                    <a:lnTo>
                      <a:pt x="4" y="0"/>
                    </a:lnTo>
                    <a:lnTo>
                      <a:pt x="3" y="0"/>
                    </a:lnTo>
                    <a:lnTo>
                      <a:pt x="1" y="1"/>
                    </a:lnTo>
                    <a:lnTo>
                      <a:pt x="0" y="3"/>
                    </a:lnTo>
                    <a:lnTo>
                      <a:pt x="0" y="41"/>
                    </a:lnTo>
                    <a:lnTo>
                      <a:pt x="0" y="43"/>
                    </a:lnTo>
                    <a:lnTo>
                      <a:pt x="1" y="44"/>
                    </a:lnTo>
                    <a:lnTo>
                      <a:pt x="3" y="46"/>
                    </a:lnTo>
                    <a:lnTo>
                      <a:pt x="4" y="48"/>
                    </a:lnTo>
                    <a:lnTo>
                      <a:pt x="6" y="48"/>
                    </a:lnTo>
                    <a:lnTo>
                      <a:pt x="7" y="46"/>
                    </a:lnTo>
                    <a:lnTo>
                      <a:pt x="9" y="44"/>
                    </a:lnTo>
                    <a:lnTo>
                      <a:pt x="9" y="43"/>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6113" name="Freeform 81"/>
              <p:cNvSpPr>
                <a:spLocks/>
              </p:cNvSpPr>
              <p:nvPr/>
            </p:nvSpPr>
            <p:spPr bwMode="auto">
              <a:xfrm>
                <a:off x="2207" y="1921"/>
                <a:ext cx="9" cy="48"/>
              </a:xfrm>
              <a:custGeom>
                <a:avLst/>
                <a:gdLst>
                  <a:gd name="T0" fmla="*/ 9 w 9"/>
                  <a:gd name="T1" fmla="*/ 5 h 48"/>
                  <a:gd name="T2" fmla="*/ 9 w 9"/>
                  <a:gd name="T3" fmla="*/ 3 h 48"/>
                  <a:gd name="T4" fmla="*/ 9 w 9"/>
                  <a:gd name="T5" fmla="*/ 1 h 48"/>
                  <a:gd name="T6" fmla="*/ 7 w 9"/>
                  <a:gd name="T7" fmla="*/ 0 h 48"/>
                  <a:gd name="T8" fmla="*/ 6 w 9"/>
                  <a:gd name="T9" fmla="*/ 0 h 48"/>
                  <a:gd name="T10" fmla="*/ 4 w 9"/>
                  <a:gd name="T11" fmla="*/ 0 h 48"/>
                  <a:gd name="T12" fmla="*/ 3 w 9"/>
                  <a:gd name="T13" fmla="*/ 0 h 48"/>
                  <a:gd name="T14" fmla="*/ 1 w 9"/>
                  <a:gd name="T15" fmla="*/ 1 h 48"/>
                  <a:gd name="T16" fmla="*/ 0 w 9"/>
                  <a:gd name="T17" fmla="*/ 3 h 48"/>
                  <a:gd name="T18" fmla="*/ 0 w 9"/>
                  <a:gd name="T19" fmla="*/ 41 h 48"/>
                  <a:gd name="T20" fmla="*/ 0 w 9"/>
                  <a:gd name="T21" fmla="*/ 43 h 48"/>
                  <a:gd name="T22" fmla="*/ 1 w 9"/>
                  <a:gd name="T23" fmla="*/ 45 h 48"/>
                  <a:gd name="T24" fmla="*/ 3 w 9"/>
                  <a:gd name="T25" fmla="*/ 46 h 48"/>
                  <a:gd name="T26" fmla="*/ 4 w 9"/>
                  <a:gd name="T27" fmla="*/ 48 h 48"/>
                  <a:gd name="T28" fmla="*/ 6 w 9"/>
                  <a:gd name="T29" fmla="*/ 48 h 48"/>
                  <a:gd name="T30" fmla="*/ 7 w 9"/>
                  <a:gd name="T31" fmla="*/ 46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1"/>
                    </a:lnTo>
                    <a:lnTo>
                      <a:pt x="7" y="0"/>
                    </a:lnTo>
                    <a:lnTo>
                      <a:pt x="6" y="0"/>
                    </a:lnTo>
                    <a:lnTo>
                      <a:pt x="4" y="0"/>
                    </a:lnTo>
                    <a:lnTo>
                      <a:pt x="3" y="0"/>
                    </a:lnTo>
                    <a:lnTo>
                      <a:pt x="1" y="1"/>
                    </a:lnTo>
                    <a:lnTo>
                      <a:pt x="0" y="3"/>
                    </a:lnTo>
                    <a:lnTo>
                      <a:pt x="0" y="41"/>
                    </a:lnTo>
                    <a:lnTo>
                      <a:pt x="0" y="43"/>
                    </a:lnTo>
                    <a:lnTo>
                      <a:pt x="1" y="45"/>
                    </a:lnTo>
                    <a:lnTo>
                      <a:pt x="3" y="46"/>
                    </a:lnTo>
                    <a:lnTo>
                      <a:pt x="4" y="48"/>
                    </a:lnTo>
                    <a:lnTo>
                      <a:pt x="6" y="48"/>
                    </a:lnTo>
                    <a:lnTo>
                      <a:pt x="7" y="46"/>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6114" name="Freeform 82"/>
              <p:cNvSpPr>
                <a:spLocks/>
              </p:cNvSpPr>
              <p:nvPr/>
            </p:nvSpPr>
            <p:spPr bwMode="auto">
              <a:xfrm>
                <a:off x="2207" y="1988"/>
                <a:ext cx="9" cy="47"/>
              </a:xfrm>
              <a:custGeom>
                <a:avLst/>
                <a:gdLst>
                  <a:gd name="T0" fmla="*/ 9 w 9"/>
                  <a:gd name="T1" fmla="*/ 5 h 48"/>
                  <a:gd name="T2" fmla="*/ 9 w 9"/>
                  <a:gd name="T3" fmla="*/ 3 h 48"/>
                  <a:gd name="T4" fmla="*/ 9 w 9"/>
                  <a:gd name="T5" fmla="*/ 2 h 48"/>
                  <a:gd name="T6" fmla="*/ 7 w 9"/>
                  <a:gd name="T7" fmla="*/ 0 h 48"/>
                  <a:gd name="T8" fmla="*/ 6 w 9"/>
                  <a:gd name="T9" fmla="*/ 0 h 48"/>
                  <a:gd name="T10" fmla="*/ 4 w 9"/>
                  <a:gd name="T11" fmla="*/ 0 h 48"/>
                  <a:gd name="T12" fmla="*/ 3 w 9"/>
                  <a:gd name="T13" fmla="*/ 0 h 48"/>
                  <a:gd name="T14" fmla="*/ 1 w 9"/>
                  <a:gd name="T15" fmla="*/ 2 h 48"/>
                  <a:gd name="T16" fmla="*/ 0 w 9"/>
                  <a:gd name="T17" fmla="*/ 3 h 48"/>
                  <a:gd name="T18" fmla="*/ 0 w 9"/>
                  <a:gd name="T19" fmla="*/ 42 h 48"/>
                  <a:gd name="T20" fmla="*/ 0 w 9"/>
                  <a:gd name="T21" fmla="*/ 43 h 48"/>
                  <a:gd name="T22" fmla="*/ 1 w 9"/>
                  <a:gd name="T23" fmla="*/ 45 h 48"/>
                  <a:gd name="T24" fmla="*/ 3 w 9"/>
                  <a:gd name="T25" fmla="*/ 46 h 48"/>
                  <a:gd name="T26" fmla="*/ 4 w 9"/>
                  <a:gd name="T27" fmla="*/ 48 h 48"/>
                  <a:gd name="T28" fmla="*/ 6 w 9"/>
                  <a:gd name="T29" fmla="*/ 48 h 48"/>
                  <a:gd name="T30" fmla="*/ 7 w 9"/>
                  <a:gd name="T31" fmla="*/ 46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2"/>
                    </a:lnTo>
                    <a:lnTo>
                      <a:pt x="7" y="0"/>
                    </a:lnTo>
                    <a:lnTo>
                      <a:pt x="6" y="0"/>
                    </a:lnTo>
                    <a:lnTo>
                      <a:pt x="4" y="0"/>
                    </a:lnTo>
                    <a:lnTo>
                      <a:pt x="3" y="0"/>
                    </a:lnTo>
                    <a:lnTo>
                      <a:pt x="1" y="2"/>
                    </a:lnTo>
                    <a:lnTo>
                      <a:pt x="0" y="3"/>
                    </a:lnTo>
                    <a:lnTo>
                      <a:pt x="0" y="42"/>
                    </a:lnTo>
                    <a:lnTo>
                      <a:pt x="0" y="43"/>
                    </a:lnTo>
                    <a:lnTo>
                      <a:pt x="1" y="45"/>
                    </a:lnTo>
                    <a:lnTo>
                      <a:pt x="3" y="46"/>
                    </a:lnTo>
                    <a:lnTo>
                      <a:pt x="4" y="48"/>
                    </a:lnTo>
                    <a:lnTo>
                      <a:pt x="6" y="48"/>
                    </a:lnTo>
                    <a:lnTo>
                      <a:pt x="7" y="46"/>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6115" name="Freeform 83"/>
              <p:cNvSpPr>
                <a:spLocks/>
              </p:cNvSpPr>
              <p:nvPr/>
            </p:nvSpPr>
            <p:spPr bwMode="auto">
              <a:xfrm>
                <a:off x="2207" y="2055"/>
                <a:ext cx="9" cy="47"/>
              </a:xfrm>
              <a:custGeom>
                <a:avLst/>
                <a:gdLst>
                  <a:gd name="T0" fmla="*/ 9 w 9"/>
                  <a:gd name="T1" fmla="*/ 5 h 48"/>
                  <a:gd name="T2" fmla="*/ 9 w 9"/>
                  <a:gd name="T3" fmla="*/ 3 h 48"/>
                  <a:gd name="T4" fmla="*/ 9 w 9"/>
                  <a:gd name="T5" fmla="*/ 2 h 48"/>
                  <a:gd name="T6" fmla="*/ 7 w 9"/>
                  <a:gd name="T7" fmla="*/ 0 h 48"/>
                  <a:gd name="T8" fmla="*/ 6 w 9"/>
                  <a:gd name="T9" fmla="*/ 0 h 48"/>
                  <a:gd name="T10" fmla="*/ 4 w 9"/>
                  <a:gd name="T11" fmla="*/ 0 h 48"/>
                  <a:gd name="T12" fmla="*/ 3 w 9"/>
                  <a:gd name="T13" fmla="*/ 0 h 48"/>
                  <a:gd name="T14" fmla="*/ 1 w 9"/>
                  <a:gd name="T15" fmla="*/ 2 h 48"/>
                  <a:gd name="T16" fmla="*/ 0 w 9"/>
                  <a:gd name="T17" fmla="*/ 3 h 48"/>
                  <a:gd name="T18" fmla="*/ 0 w 9"/>
                  <a:gd name="T19" fmla="*/ 42 h 48"/>
                  <a:gd name="T20" fmla="*/ 0 w 9"/>
                  <a:gd name="T21" fmla="*/ 43 h 48"/>
                  <a:gd name="T22" fmla="*/ 1 w 9"/>
                  <a:gd name="T23" fmla="*/ 45 h 48"/>
                  <a:gd name="T24" fmla="*/ 3 w 9"/>
                  <a:gd name="T25" fmla="*/ 46 h 48"/>
                  <a:gd name="T26" fmla="*/ 4 w 9"/>
                  <a:gd name="T27" fmla="*/ 48 h 48"/>
                  <a:gd name="T28" fmla="*/ 6 w 9"/>
                  <a:gd name="T29" fmla="*/ 48 h 48"/>
                  <a:gd name="T30" fmla="*/ 7 w 9"/>
                  <a:gd name="T31" fmla="*/ 46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2"/>
                    </a:lnTo>
                    <a:lnTo>
                      <a:pt x="7" y="0"/>
                    </a:lnTo>
                    <a:lnTo>
                      <a:pt x="6" y="0"/>
                    </a:lnTo>
                    <a:lnTo>
                      <a:pt x="4" y="0"/>
                    </a:lnTo>
                    <a:lnTo>
                      <a:pt x="3" y="0"/>
                    </a:lnTo>
                    <a:lnTo>
                      <a:pt x="1" y="2"/>
                    </a:lnTo>
                    <a:lnTo>
                      <a:pt x="0" y="3"/>
                    </a:lnTo>
                    <a:lnTo>
                      <a:pt x="0" y="42"/>
                    </a:lnTo>
                    <a:lnTo>
                      <a:pt x="0" y="43"/>
                    </a:lnTo>
                    <a:lnTo>
                      <a:pt x="1" y="45"/>
                    </a:lnTo>
                    <a:lnTo>
                      <a:pt x="3" y="46"/>
                    </a:lnTo>
                    <a:lnTo>
                      <a:pt x="4" y="48"/>
                    </a:lnTo>
                    <a:lnTo>
                      <a:pt x="6" y="48"/>
                    </a:lnTo>
                    <a:lnTo>
                      <a:pt x="7" y="46"/>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6116" name="Freeform 84"/>
              <p:cNvSpPr>
                <a:spLocks/>
              </p:cNvSpPr>
              <p:nvPr/>
            </p:nvSpPr>
            <p:spPr bwMode="auto">
              <a:xfrm>
                <a:off x="2207" y="2122"/>
                <a:ext cx="9" cy="18"/>
              </a:xfrm>
              <a:custGeom>
                <a:avLst/>
                <a:gdLst>
                  <a:gd name="T0" fmla="*/ 9 w 9"/>
                  <a:gd name="T1" fmla="*/ 5 h 18"/>
                  <a:gd name="T2" fmla="*/ 9 w 9"/>
                  <a:gd name="T3" fmla="*/ 3 h 18"/>
                  <a:gd name="T4" fmla="*/ 9 w 9"/>
                  <a:gd name="T5" fmla="*/ 2 h 18"/>
                  <a:gd name="T6" fmla="*/ 7 w 9"/>
                  <a:gd name="T7" fmla="*/ 0 h 18"/>
                  <a:gd name="T8" fmla="*/ 6 w 9"/>
                  <a:gd name="T9" fmla="*/ 0 h 18"/>
                  <a:gd name="T10" fmla="*/ 4 w 9"/>
                  <a:gd name="T11" fmla="*/ 0 h 18"/>
                  <a:gd name="T12" fmla="*/ 3 w 9"/>
                  <a:gd name="T13" fmla="*/ 0 h 18"/>
                  <a:gd name="T14" fmla="*/ 1 w 9"/>
                  <a:gd name="T15" fmla="*/ 2 h 18"/>
                  <a:gd name="T16" fmla="*/ 0 w 9"/>
                  <a:gd name="T17" fmla="*/ 3 h 18"/>
                  <a:gd name="T18" fmla="*/ 0 w 9"/>
                  <a:gd name="T19" fmla="*/ 13 h 18"/>
                  <a:gd name="T20" fmla="*/ 0 w 9"/>
                  <a:gd name="T21" fmla="*/ 13 h 18"/>
                  <a:gd name="T22" fmla="*/ 1 w 9"/>
                  <a:gd name="T23" fmla="*/ 15 h 18"/>
                  <a:gd name="T24" fmla="*/ 3 w 9"/>
                  <a:gd name="T25" fmla="*/ 16 h 18"/>
                  <a:gd name="T26" fmla="*/ 4 w 9"/>
                  <a:gd name="T27" fmla="*/ 18 h 18"/>
                  <a:gd name="T28" fmla="*/ 4 w 9"/>
                  <a:gd name="T29" fmla="*/ 18 h 18"/>
                  <a:gd name="T30" fmla="*/ 6 w 9"/>
                  <a:gd name="T31" fmla="*/ 16 h 18"/>
                  <a:gd name="T32" fmla="*/ 7 w 9"/>
                  <a:gd name="T33" fmla="*/ 15 h 18"/>
                  <a:gd name="T34" fmla="*/ 9 w 9"/>
                  <a:gd name="T35" fmla="*/ 15 h 18"/>
                  <a:gd name="T36" fmla="*/ 9 w 9"/>
                  <a:gd name="T37" fmla="*/ 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18">
                    <a:moveTo>
                      <a:pt x="9" y="5"/>
                    </a:moveTo>
                    <a:lnTo>
                      <a:pt x="9" y="3"/>
                    </a:lnTo>
                    <a:lnTo>
                      <a:pt x="9" y="2"/>
                    </a:lnTo>
                    <a:lnTo>
                      <a:pt x="7" y="0"/>
                    </a:lnTo>
                    <a:lnTo>
                      <a:pt x="6" y="0"/>
                    </a:lnTo>
                    <a:lnTo>
                      <a:pt x="4" y="0"/>
                    </a:lnTo>
                    <a:lnTo>
                      <a:pt x="3" y="0"/>
                    </a:lnTo>
                    <a:lnTo>
                      <a:pt x="1" y="2"/>
                    </a:lnTo>
                    <a:lnTo>
                      <a:pt x="0" y="3"/>
                    </a:lnTo>
                    <a:lnTo>
                      <a:pt x="0" y="13"/>
                    </a:lnTo>
                    <a:lnTo>
                      <a:pt x="0" y="13"/>
                    </a:lnTo>
                    <a:lnTo>
                      <a:pt x="1" y="15"/>
                    </a:lnTo>
                    <a:lnTo>
                      <a:pt x="3" y="16"/>
                    </a:lnTo>
                    <a:lnTo>
                      <a:pt x="4" y="18"/>
                    </a:lnTo>
                    <a:lnTo>
                      <a:pt x="4" y="18"/>
                    </a:lnTo>
                    <a:lnTo>
                      <a:pt x="6" y="16"/>
                    </a:lnTo>
                    <a:lnTo>
                      <a:pt x="7" y="15"/>
                    </a:lnTo>
                    <a:lnTo>
                      <a:pt x="9" y="15"/>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51215" name="Group 88"/>
            <p:cNvGrpSpPr>
              <a:grpSpLocks/>
            </p:cNvGrpSpPr>
            <p:nvPr/>
          </p:nvGrpSpPr>
          <p:grpSpPr bwMode="auto">
            <a:xfrm>
              <a:off x="2185" y="1403"/>
              <a:ext cx="949" cy="94"/>
              <a:chOff x="1419" y="1374"/>
              <a:chExt cx="566" cy="69"/>
            </a:xfrm>
          </p:grpSpPr>
          <p:sp>
            <p:nvSpPr>
              <p:cNvPr id="556118" name="Line 86"/>
              <p:cNvSpPr>
                <a:spLocks noChangeShapeType="1"/>
              </p:cNvSpPr>
              <p:nvPr/>
            </p:nvSpPr>
            <p:spPr bwMode="auto">
              <a:xfrm flipH="1">
                <a:off x="1514" y="1407"/>
                <a:ext cx="471"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56119" name="Freeform 87"/>
              <p:cNvSpPr>
                <a:spLocks/>
              </p:cNvSpPr>
              <p:nvPr/>
            </p:nvSpPr>
            <p:spPr bwMode="auto">
              <a:xfrm>
                <a:off x="1419" y="1374"/>
                <a:ext cx="100" cy="69"/>
              </a:xfrm>
              <a:custGeom>
                <a:avLst/>
                <a:gdLst>
                  <a:gd name="T0" fmla="*/ 100 w 100"/>
                  <a:gd name="T1" fmla="*/ 0 h 69"/>
                  <a:gd name="T2" fmla="*/ 0 w 100"/>
                  <a:gd name="T3" fmla="*/ 33 h 69"/>
                  <a:gd name="T4" fmla="*/ 100 w 100"/>
                  <a:gd name="T5" fmla="*/ 69 h 69"/>
                  <a:gd name="T6" fmla="*/ 100 w 100"/>
                  <a:gd name="T7" fmla="*/ 0 h 69"/>
                </a:gdLst>
                <a:ahLst/>
                <a:cxnLst>
                  <a:cxn ang="0">
                    <a:pos x="T0" y="T1"/>
                  </a:cxn>
                  <a:cxn ang="0">
                    <a:pos x="T2" y="T3"/>
                  </a:cxn>
                  <a:cxn ang="0">
                    <a:pos x="T4" y="T5"/>
                  </a:cxn>
                  <a:cxn ang="0">
                    <a:pos x="T6" y="T7"/>
                  </a:cxn>
                </a:cxnLst>
                <a:rect l="0" t="0" r="r" b="b"/>
                <a:pathLst>
                  <a:path w="100" h="69">
                    <a:moveTo>
                      <a:pt x="100" y="0"/>
                    </a:moveTo>
                    <a:lnTo>
                      <a:pt x="0" y="33"/>
                    </a:lnTo>
                    <a:lnTo>
                      <a:pt x="100" y="69"/>
                    </a:lnTo>
                    <a:lnTo>
                      <a:pt x="10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51216" name="Group 91"/>
            <p:cNvGrpSpPr>
              <a:grpSpLocks/>
            </p:cNvGrpSpPr>
            <p:nvPr/>
          </p:nvGrpSpPr>
          <p:grpSpPr bwMode="auto">
            <a:xfrm>
              <a:off x="2133" y="1448"/>
              <a:ext cx="109" cy="715"/>
              <a:chOff x="1388" y="1407"/>
              <a:chExt cx="65" cy="522"/>
            </a:xfrm>
          </p:grpSpPr>
          <p:sp>
            <p:nvSpPr>
              <p:cNvPr id="556121" name="Line 89"/>
              <p:cNvSpPr>
                <a:spLocks noChangeShapeType="1"/>
              </p:cNvSpPr>
              <p:nvPr/>
            </p:nvSpPr>
            <p:spPr bwMode="auto">
              <a:xfrm>
                <a:off x="1419" y="1407"/>
                <a:ext cx="1" cy="37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56122" name="Freeform 90"/>
              <p:cNvSpPr>
                <a:spLocks/>
              </p:cNvSpPr>
              <p:nvPr/>
            </p:nvSpPr>
            <p:spPr bwMode="auto">
              <a:xfrm>
                <a:off x="1388" y="1777"/>
                <a:ext cx="65" cy="152"/>
              </a:xfrm>
              <a:custGeom>
                <a:avLst/>
                <a:gdLst>
                  <a:gd name="T0" fmla="*/ 0 w 65"/>
                  <a:gd name="T1" fmla="*/ 0 h 152"/>
                  <a:gd name="T2" fmla="*/ 31 w 65"/>
                  <a:gd name="T3" fmla="*/ 152 h 152"/>
                  <a:gd name="T4" fmla="*/ 65 w 65"/>
                  <a:gd name="T5" fmla="*/ 0 h 152"/>
                  <a:gd name="T6" fmla="*/ 0 w 65"/>
                  <a:gd name="T7" fmla="*/ 0 h 152"/>
                </a:gdLst>
                <a:ahLst/>
                <a:cxnLst>
                  <a:cxn ang="0">
                    <a:pos x="T0" y="T1"/>
                  </a:cxn>
                  <a:cxn ang="0">
                    <a:pos x="T2" y="T3"/>
                  </a:cxn>
                  <a:cxn ang="0">
                    <a:pos x="T4" y="T5"/>
                  </a:cxn>
                  <a:cxn ang="0">
                    <a:pos x="T6" y="T7"/>
                  </a:cxn>
                </a:cxnLst>
                <a:rect l="0" t="0" r="r" b="b"/>
                <a:pathLst>
                  <a:path w="65" h="152">
                    <a:moveTo>
                      <a:pt x="0" y="0"/>
                    </a:moveTo>
                    <a:lnTo>
                      <a:pt x="31" y="152"/>
                    </a:lnTo>
                    <a:lnTo>
                      <a:pt x="65"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51217" name="Group 94"/>
            <p:cNvGrpSpPr>
              <a:grpSpLocks/>
            </p:cNvGrpSpPr>
            <p:nvPr/>
          </p:nvGrpSpPr>
          <p:grpSpPr bwMode="auto">
            <a:xfrm>
              <a:off x="1477" y="2296"/>
              <a:ext cx="15" cy="156"/>
              <a:chOff x="849" y="2026"/>
              <a:chExt cx="9" cy="114"/>
            </a:xfrm>
          </p:grpSpPr>
          <p:sp>
            <p:nvSpPr>
              <p:cNvPr id="556124" name="Freeform 92"/>
              <p:cNvSpPr>
                <a:spLocks/>
              </p:cNvSpPr>
              <p:nvPr/>
            </p:nvSpPr>
            <p:spPr bwMode="auto">
              <a:xfrm>
                <a:off x="849" y="2026"/>
                <a:ext cx="9" cy="48"/>
              </a:xfrm>
              <a:custGeom>
                <a:avLst/>
                <a:gdLst>
                  <a:gd name="T0" fmla="*/ 9 w 9"/>
                  <a:gd name="T1" fmla="*/ 7 h 48"/>
                  <a:gd name="T2" fmla="*/ 9 w 9"/>
                  <a:gd name="T3" fmla="*/ 5 h 48"/>
                  <a:gd name="T4" fmla="*/ 8 w 9"/>
                  <a:gd name="T5" fmla="*/ 4 h 48"/>
                  <a:gd name="T6" fmla="*/ 6 w 9"/>
                  <a:gd name="T7" fmla="*/ 2 h 48"/>
                  <a:gd name="T8" fmla="*/ 5 w 9"/>
                  <a:gd name="T9" fmla="*/ 0 h 48"/>
                  <a:gd name="T10" fmla="*/ 5 w 9"/>
                  <a:gd name="T11" fmla="*/ 0 h 48"/>
                  <a:gd name="T12" fmla="*/ 3 w 9"/>
                  <a:gd name="T13" fmla="*/ 2 h 48"/>
                  <a:gd name="T14" fmla="*/ 2 w 9"/>
                  <a:gd name="T15" fmla="*/ 4 h 48"/>
                  <a:gd name="T16" fmla="*/ 0 w 9"/>
                  <a:gd name="T17" fmla="*/ 5 h 48"/>
                  <a:gd name="T18" fmla="*/ 0 w 9"/>
                  <a:gd name="T19" fmla="*/ 42 h 48"/>
                  <a:gd name="T20" fmla="*/ 0 w 9"/>
                  <a:gd name="T21" fmla="*/ 43 h 48"/>
                  <a:gd name="T22" fmla="*/ 2 w 9"/>
                  <a:gd name="T23" fmla="*/ 45 h 48"/>
                  <a:gd name="T24" fmla="*/ 3 w 9"/>
                  <a:gd name="T25" fmla="*/ 47 h 48"/>
                  <a:gd name="T26" fmla="*/ 5 w 9"/>
                  <a:gd name="T27" fmla="*/ 48 h 48"/>
                  <a:gd name="T28" fmla="*/ 6 w 9"/>
                  <a:gd name="T29" fmla="*/ 48 h 48"/>
                  <a:gd name="T30" fmla="*/ 8 w 9"/>
                  <a:gd name="T31" fmla="*/ 47 h 48"/>
                  <a:gd name="T32" fmla="*/ 9 w 9"/>
                  <a:gd name="T33" fmla="*/ 45 h 48"/>
                  <a:gd name="T34" fmla="*/ 9 w 9"/>
                  <a:gd name="T35" fmla="*/ 43 h 48"/>
                  <a:gd name="T36" fmla="*/ 9 w 9"/>
                  <a:gd name="T37" fmla="*/ 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7"/>
                    </a:moveTo>
                    <a:lnTo>
                      <a:pt x="9" y="5"/>
                    </a:lnTo>
                    <a:lnTo>
                      <a:pt x="8" y="4"/>
                    </a:lnTo>
                    <a:lnTo>
                      <a:pt x="6" y="2"/>
                    </a:lnTo>
                    <a:lnTo>
                      <a:pt x="5" y="0"/>
                    </a:lnTo>
                    <a:lnTo>
                      <a:pt x="5" y="0"/>
                    </a:lnTo>
                    <a:lnTo>
                      <a:pt x="3" y="2"/>
                    </a:lnTo>
                    <a:lnTo>
                      <a:pt x="2" y="4"/>
                    </a:lnTo>
                    <a:lnTo>
                      <a:pt x="0" y="5"/>
                    </a:lnTo>
                    <a:lnTo>
                      <a:pt x="0" y="42"/>
                    </a:lnTo>
                    <a:lnTo>
                      <a:pt x="0" y="43"/>
                    </a:lnTo>
                    <a:lnTo>
                      <a:pt x="2" y="45"/>
                    </a:lnTo>
                    <a:lnTo>
                      <a:pt x="3" y="47"/>
                    </a:lnTo>
                    <a:lnTo>
                      <a:pt x="5" y="48"/>
                    </a:lnTo>
                    <a:lnTo>
                      <a:pt x="6" y="48"/>
                    </a:lnTo>
                    <a:lnTo>
                      <a:pt x="8" y="47"/>
                    </a:lnTo>
                    <a:lnTo>
                      <a:pt x="9" y="45"/>
                    </a:lnTo>
                    <a:lnTo>
                      <a:pt x="9" y="43"/>
                    </a:lnTo>
                    <a:lnTo>
                      <a:pt x="9"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6125" name="Freeform 93"/>
              <p:cNvSpPr>
                <a:spLocks/>
              </p:cNvSpPr>
              <p:nvPr/>
            </p:nvSpPr>
            <p:spPr bwMode="auto">
              <a:xfrm>
                <a:off x="849" y="2093"/>
                <a:ext cx="9" cy="47"/>
              </a:xfrm>
              <a:custGeom>
                <a:avLst/>
                <a:gdLst>
                  <a:gd name="T0" fmla="*/ 9 w 9"/>
                  <a:gd name="T1" fmla="*/ 5 h 47"/>
                  <a:gd name="T2" fmla="*/ 9 w 9"/>
                  <a:gd name="T3" fmla="*/ 4 h 47"/>
                  <a:gd name="T4" fmla="*/ 9 w 9"/>
                  <a:gd name="T5" fmla="*/ 2 h 47"/>
                  <a:gd name="T6" fmla="*/ 8 w 9"/>
                  <a:gd name="T7" fmla="*/ 0 h 47"/>
                  <a:gd name="T8" fmla="*/ 6 w 9"/>
                  <a:gd name="T9" fmla="*/ 0 h 47"/>
                  <a:gd name="T10" fmla="*/ 5 w 9"/>
                  <a:gd name="T11" fmla="*/ 0 h 47"/>
                  <a:gd name="T12" fmla="*/ 3 w 9"/>
                  <a:gd name="T13" fmla="*/ 0 h 47"/>
                  <a:gd name="T14" fmla="*/ 2 w 9"/>
                  <a:gd name="T15" fmla="*/ 2 h 47"/>
                  <a:gd name="T16" fmla="*/ 0 w 9"/>
                  <a:gd name="T17" fmla="*/ 4 h 47"/>
                  <a:gd name="T18" fmla="*/ 0 w 9"/>
                  <a:gd name="T19" fmla="*/ 42 h 47"/>
                  <a:gd name="T20" fmla="*/ 0 w 9"/>
                  <a:gd name="T21" fmla="*/ 42 h 47"/>
                  <a:gd name="T22" fmla="*/ 2 w 9"/>
                  <a:gd name="T23" fmla="*/ 44 h 47"/>
                  <a:gd name="T24" fmla="*/ 3 w 9"/>
                  <a:gd name="T25" fmla="*/ 45 h 47"/>
                  <a:gd name="T26" fmla="*/ 5 w 9"/>
                  <a:gd name="T27" fmla="*/ 47 h 47"/>
                  <a:gd name="T28" fmla="*/ 5 w 9"/>
                  <a:gd name="T29" fmla="*/ 47 h 47"/>
                  <a:gd name="T30" fmla="*/ 6 w 9"/>
                  <a:gd name="T31" fmla="*/ 45 h 47"/>
                  <a:gd name="T32" fmla="*/ 8 w 9"/>
                  <a:gd name="T33" fmla="*/ 44 h 47"/>
                  <a:gd name="T34" fmla="*/ 9 w 9"/>
                  <a:gd name="T35" fmla="*/ 44 h 47"/>
                  <a:gd name="T36" fmla="*/ 9 w 9"/>
                  <a:gd name="T37" fmla="*/ 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7">
                    <a:moveTo>
                      <a:pt x="9" y="5"/>
                    </a:moveTo>
                    <a:lnTo>
                      <a:pt x="9" y="4"/>
                    </a:lnTo>
                    <a:lnTo>
                      <a:pt x="9" y="2"/>
                    </a:lnTo>
                    <a:lnTo>
                      <a:pt x="8" y="0"/>
                    </a:lnTo>
                    <a:lnTo>
                      <a:pt x="6" y="0"/>
                    </a:lnTo>
                    <a:lnTo>
                      <a:pt x="5" y="0"/>
                    </a:lnTo>
                    <a:lnTo>
                      <a:pt x="3" y="0"/>
                    </a:lnTo>
                    <a:lnTo>
                      <a:pt x="2" y="2"/>
                    </a:lnTo>
                    <a:lnTo>
                      <a:pt x="0" y="4"/>
                    </a:lnTo>
                    <a:lnTo>
                      <a:pt x="0" y="42"/>
                    </a:lnTo>
                    <a:lnTo>
                      <a:pt x="0" y="42"/>
                    </a:lnTo>
                    <a:lnTo>
                      <a:pt x="2" y="44"/>
                    </a:lnTo>
                    <a:lnTo>
                      <a:pt x="3" y="45"/>
                    </a:lnTo>
                    <a:lnTo>
                      <a:pt x="5" y="47"/>
                    </a:lnTo>
                    <a:lnTo>
                      <a:pt x="5" y="47"/>
                    </a:lnTo>
                    <a:lnTo>
                      <a:pt x="6" y="45"/>
                    </a:lnTo>
                    <a:lnTo>
                      <a:pt x="8" y="44"/>
                    </a:lnTo>
                    <a:lnTo>
                      <a:pt x="9" y="44"/>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51218" name="Group 99"/>
            <p:cNvGrpSpPr>
              <a:grpSpLocks/>
            </p:cNvGrpSpPr>
            <p:nvPr/>
          </p:nvGrpSpPr>
          <p:grpSpPr bwMode="auto">
            <a:xfrm>
              <a:off x="2178" y="2154"/>
              <a:ext cx="15" cy="298"/>
              <a:chOff x="1415" y="1922"/>
              <a:chExt cx="9" cy="218"/>
            </a:xfrm>
          </p:grpSpPr>
          <p:sp>
            <p:nvSpPr>
              <p:cNvPr id="556127" name="Freeform 95"/>
              <p:cNvSpPr>
                <a:spLocks/>
              </p:cNvSpPr>
              <p:nvPr/>
            </p:nvSpPr>
            <p:spPr bwMode="auto">
              <a:xfrm>
                <a:off x="1415" y="1922"/>
                <a:ext cx="9" cy="48"/>
              </a:xfrm>
              <a:custGeom>
                <a:avLst/>
                <a:gdLst>
                  <a:gd name="T0" fmla="*/ 9 w 9"/>
                  <a:gd name="T1" fmla="*/ 7 h 48"/>
                  <a:gd name="T2" fmla="*/ 9 w 9"/>
                  <a:gd name="T3" fmla="*/ 5 h 48"/>
                  <a:gd name="T4" fmla="*/ 7 w 9"/>
                  <a:gd name="T5" fmla="*/ 4 h 48"/>
                  <a:gd name="T6" fmla="*/ 6 w 9"/>
                  <a:gd name="T7" fmla="*/ 2 h 48"/>
                  <a:gd name="T8" fmla="*/ 4 w 9"/>
                  <a:gd name="T9" fmla="*/ 0 h 48"/>
                  <a:gd name="T10" fmla="*/ 4 w 9"/>
                  <a:gd name="T11" fmla="*/ 0 h 48"/>
                  <a:gd name="T12" fmla="*/ 3 w 9"/>
                  <a:gd name="T13" fmla="*/ 2 h 48"/>
                  <a:gd name="T14" fmla="*/ 1 w 9"/>
                  <a:gd name="T15" fmla="*/ 4 h 48"/>
                  <a:gd name="T16" fmla="*/ 0 w 9"/>
                  <a:gd name="T17" fmla="*/ 5 h 48"/>
                  <a:gd name="T18" fmla="*/ 0 w 9"/>
                  <a:gd name="T19" fmla="*/ 42 h 48"/>
                  <a:gd name="T20" fmla="*/ 0 w 9"/>
                  <a:gd name="T21" fmla="*/ 44 h 48"/>
                  <a:gd name="T22" fmla="*/ 1 w 9"/>
                  <a:gd name="T23" fmla="*/ 45 h 48"/>
                  <a:gd name="T24" fmla="*/ 3 w 9"/>
                  <a:gd name="T25" fmla="*/ 47 h 48"/>
                  <a:gd name="T26" fmla="*/ 4 w 9"/>
                  <a:gd name="T27" fmla="*/ 48 h 48"/>
                  <a:gd name="T28" fmla="*/ 6 w 9"/>
                  <a:gd name="T29" fmla="*/ 48 h 48"/>
                  <a:gd name="T30" fmla="*/ 7 w 9"/>
                  <a:gd name="T31" fmla="*/ 47 h 48"/>
                  <a:gd name="T32" fmla="*/ 9 w 9"/>
                  <a:gd name="T33" fmla="*/ 45 h 48"/>
                  <a:gd name="T34" fmla="*/ 9 w 9"/>
                  <a:gd name="T35" fmla="*/ 44 h 48"/>
                  <a:gd name="T36" fmla="*/ 9 w 9"/>
                  <a:gd name="T37" fmla="*/ 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7"/>
                    </a:moveTo>
                    <a:lnTo>
                      <a:pt x="9" y="5"/>
                    </a:lnTo>
                    <a:lnTo>
                      <a:pt x="7" y="4"/>
                    </a:lnTo>
                    <a:lnTo>
                      <a:pt x="6" y="2"/>
                    </a:lnTo>
                    <a:lnTo>
                      <a:pt x="4" y="0"/>
                    </a:lnTo>
                    <a:lnTo>
                      <a:pt x="4" y="0"/>
                    </a:lnTo>
                    <a:lnTo>
                      <a:pt x="3" y="2"/>
                    </a:lnTo>
                    <a:lnTo>
                      <a:pt x="1" y="4"/>
                    </a:lnTo>
                    <a:lnTo>
                      <a:pt x="0" y="5"/>
                    </a:lnTo>
                    <a:lnTo>
                      <a:pt x="0" y="42"/>
                    </a:lnTo>
                    <a:lnTo>
                      <a:pt x="0" y="44"/>
                    </a:lnTo>
                    <a:lnTo>
                      <a:pt x="1" y="45"/>
                    </a:lnTo>
                    <a:lnTo>
                      <a:pt x="3" y="47"/>
                    </a:lnTo>
                    <a:lnTo>
                      <a:pt x="4" y="48"/>
                    </a:lnTo>
                    <a:lnTo>
                      <a:pt x="6" y="48"/>
                    </a:lnTo>
                    <a:lnTo>
                      <a:pt x="7" y="47"/>
                    </a:lnTo>
                    <a:lnTo>
                      <a:pt x="9" y="45"/>
                    </a:lnTo>
                    <a:lnTo>
                      <a:pt x="9" y="44"/>
                    </a:lnTo>
                    <a:lnTo>
                      <a:pt x="9"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6128" name="Freeform 96"/>
              <p:cNvSpPr>
                <a:spLocks/>
              </p:cNvSpPr>
              <p:nvPr/>
            </p:nvSpPr>
            <p:spPr bwMode="auto">
              <a:xfrm>
                <a:off x="1415" y="1990"/>
                <a:ext cx="9" cy="48"/>
              </a:xfrm>
              <a:custGeom>
                <a:avLst/>
                <a:gdLst>
                  <a:gd name="T0" fmla="*/ 9 w 9"/>
                  <a:gd name="T1" fmla="*/ 4 h 48"/>
                  <a:gd name="T2" fmla="*/ 9 w 9"/>
                  <a:gd name="T3" fmla="*/ 3 h 48"/>
                  <a:gd name="T4" fmla="*/ 9 w 9"/>
                  <a:gd name="T5" fmla="*/ 1 h 48"/>
                  <a:gd name="T6" fmla="*/ 7 w 9"/>
                  <a:gd name="T7" fmla="*/ 0 h 48"/>
                  <a:gd name="T8" fmla="*/ 6 w 9"/>
                  <a:gd name="T9" fmla="*/ 0 h 48"/>
                  <a:gd name="T10" fmla="*/ 4 w 9"/>
                  <a:gd name="T11" fmla="*/ 0 h 48"/>
                  <a:gd name="T12" fmla="*/ 3 w 9"/>
                  <a:gd name="T13" fmla="*/ 0 h 48"/>
                  <a:gd name="T14" fmla="*/ 1 w 9"/>
                  <a:gd name="T15" fmla="*/ 1 h 48"/>
                  <a:gd name="T16" fmla="*/ 0 w 9"/>
                  <a:gd name="T17" fmla="*/ 3 h 48"/>
                  <a:gd name="T18" fmla="*/ 0 w 9"/>
                  <a:gd name="T19" fmla="*/ 41 h 48"/>
                  <a:gd name="T20" fmla="*/ 0 w 9"/>
                  <a:gd name="T21" fmla="*/ 43 h 48"/>
                  <a:gd name="T22" fmla="*/ 1 w 9"/>
                  <a:gd name="T23" fmla="*/ 44 h 48"/>
                  <a:gd name="T24" fmla="*/ 3 w 9"/>
                  <a:gd name="T25" fmla="*/ 46 h 48"/>
                  <a:gd name="T26" fmla="*/ 4 w 9"/>
                  <a:gd name="T27" fmla="*/ 48 h 48"/>
                  <a:gd name="T28" fmla="*/ 6 w 9"/>
                  <a:gd name="T29" fmla="*/ 48 h 48"/>
                  <a:gd name="T30" fmla="*/ 7 w 9"/>
                  <a:gd name="T31" fmla="*/ 46 h 48"/>
                  <a:gd name="T32" fmla="*/ 9 w 9"/>
                  <a:gd name="T33" fmla="*/ 44 h 48"/>
                  <a:gd name="T34" fmla="*/ 9 w 9"/>
                  <a:gd name="T35" fmla="*/ 43 h 48"/>
                  <a:gd name="T36" fmla="*/ 9 w 9"/>
                  <a:gd name="T37"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4"/>
                    </a:moveTo>
                    <a:lnTo>
                      <a:pt x="9" y="3"/>
                    </a:lnTo>
                    <a:lnTo>
                      <a:pt x="9" y="1"/>
                    </a:lnTo>
                    <a:lnTo>
                      <a:pt x="7" y="0"/>
                    </a:lnTo>
                    <a:lnTo>
                      <a:pt x="6" y="0"/>
                    </a:lnTo>
                    <a:lnTo>
                      <a:pt x="4" y="0"/>
                    </a:lnTo>
                    <a:lnTo>
                      <a:pt x="3" y="0"/>
                    </a:lnTo>
                    <a:lnTo>
                      <a:pt x="1" y="1"/>
                    </a:lnTo>
                    <a:lnTo>
                      <a:pt x="0" y="3"/>
                    </a:lnTo>
                    <a:lnTo>
                      <a:pt x="0" y="41"/>
                    </a:lnTo>
                    <a:lnTo>
                      <a:pt x="0" y="43"/>
                    </a:lnTo>
                    <a:lnTo>
                      <a:pt x="1" y="44"/>
                    </a:lnTo>
                    <a:lnTo>
                      <a:pt x="3" y="46"/>
                    </a:lnTo>
                    <a:lnTo>
                      <a:pt x="4" y="48"/>
                    </a:lnTo>
                    <a:lnTo>
                      <a:pt x="6" y="48"/>
                    </a:lnTo>
                    <a:lnTo>
                      <a:pt x="7" y="46"/>
                    </a:lnTo>
                    <a:lnTo>
                      <a:pt x="9" y="44"/>
                    </a:lnTo>
                    <a:lnTo>
                      <a:pt x="9" y="43"/>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6129" name="Freeform 97"/>
              <p:cNvSpPr>
                <a:spLocks/>
              </p:cNvSpPr>
              <p:nvPr/>
            </p:nvSpPr>
            <p:spPr bwMode="auto">
              <a:xfrm>
                <a:off x="1415" y="2057"/>
                <a:ext cx="9" cy="48"/>
              </a:xfrm>
              <a:custGeom>
                <a:avLst/>
                <a:gdLst>
                  <a:gd name="T0" fmla="*/ 9 w 9"/>
                  <a:gd name="T1" fmla="*/ 4 h 48"/>
                  <a:gd name="T2" fmla="*/ 9 w 9"/>
                  <a:gd name="T3" fmla="*/ 3 h 48"/>
                  <a:gd name="T4" fmla="*/ 9 w 9"/>
                  <a:gd name="T5" fmla="*/ 1 h 48"/>
                  <a:gd name="T6" fmla="*/ 7 w 9"/>
                  <a:gd name="T7" fmla="*/ 0 h 48"/>
                  <a:gd name="T8" fmla="*/ 6 w 9"/>
                  <a:gd name="T9" fmla="*/ 0 h 48"/>
                  <a:gd name="T10" fmla="*/ 4 w 9"/>
                  <a:gd name="T11" fmla="*/ 0 h 48"/>
                  <a:gd name="T12" fmla="*/ 3 w 9"/>
                  <a:gd name="T13" fmla="*/ 0 h 48"/>
                  <a:gd name="T14" fmla="*/ 1 w 9"/>
                  <a:gd name="T15" fmla="*/ 1 h 48"/>
                  <a:gd name="T16" fmla="*/ 0 w 9"/>
                  <a:gd name="T17" fmla="*/ 3 h 48"/>
                  <a:gd name="T18" fmla="*/ 0 w 9"/>
                  <a:gd name="T19" fmla="*/ 41 h 48"/>
                  <a:gd name="T20" fmla="*/ 0 w 9"/>
                  <a:gd name="T21" fmla="*/ 43 h 48"/>
                  <a:gd name="T22" fmla="*/ 1 w 9"/>
                  <a:gd name="T23" fmla="*/ 44 h 48"/>
                  <a:gd name="T24" fmla="*/ 3 w 9"/>
                  <a:gd name="T25" fmla="*/ 46 h 48"/>
                  <a:gd name="T26" fmla="*/ 4 w 9"/>
                  <a:gd name="T27" fmla="*/ 48 h 48"/>
                  <a:gd name="T28" fmla="*/ 6 w 9"/>
                  <a:gd name="T29" fmla="*/ 48 h 48"/>
                  <a:gd name="T30" fmla="*/ 7 w 9"/>
                  <a:gd name="T31" fmla="*/ 46 h 48"/>
                  <a:gd name="T32" fmla="*/ 9 w 9"/>
                  <a:gd name="T33" fmla="*/ 44 h 48"/>
                  <a:gd name="T34" fmla="*/ 9 w 9"/>
                  <a:gd name="T35" fmla="*/ 43 h 48"/>
                  <a:gd name="T36" fmla="*/ 9 w 9"/>
                  <a:gd name="T37"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4"/>
                    </a:moveTo>
                    <a:lnTo>
                      <a:pt x="9" y="3"/>
                    </a:lnTo>
                    <a:lnTo>
                      <a:pt x="9" y="1"/>
                    </a:lnTo>
                    <a:lnTo>
                      <a:pt x="7" y="0"/>
                    </a:lnTo>
                    <a:lnTo>
                      <a:pt x="6" y="0"/>
                    </a:lnTo>
                    <a:lnTo>
                      <a:pt x="4" y="0"/>
                    </a:lnTo>
                    <a:lnTo>
                      <a:pt x="3" y="0"/>
                    </a:lnTo>
                    <a:lnTo>
                      <a:pt x="1" y="1"/>
                    </a:lnTo>
                    <a:lnTo>
                      <a:pt x="0" y="3"/>
                    </a:lnTo>
                    <a:lnTo>
                      <a:pt x="0" y="41"/>
                    </a:lnTo>
                    <a:lnTo>
                      <a:pt x="0" y="43"/>
                    </a:lnTo>
                    <a:lnTo>
                      <a:pt x="1" y="44"/>
                    </a:lnTo>
                    <a:lnTo>
                      <a:pt x="3" y="46"/>
                    </a:lnTo>
                    <a:lnTo>
                      <a:pt x="4" y="48"/>
                    </a:lnTo>
                    <a:lnTo>
                      <a:pt x="6" y="48"/>
                    </a:lnTo>
                    <a:lnTo>
                      <a:pt x="7" y="46"/>
                    </a:lnTo>
                    <a:lnTo>
                      <a:pt x="9" y="44"/>
                    </a:lnTo>
                    <a:lnTo>
                      <a:pt x="9" y="43"/>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6130" name="Freeform 98"/>
              <p:cNvSpPr>
                <a:spLocks/>
              </p:cNvSpPr>
              <p:nvPr/>
            </p:nvSpPr>
            <p:spPr bwMode="auto">
              <a:xfrm>
                <a:off x="1415" y="2124"/>
                <a:ext cx="9" cy="16"/>
              </a:xfrm>
              <a:custGeom>
                <a:avLst/>
                <a:gdLst>
                  <a:gd name="T0" fmla="*/ 9 w 9"/>
                  <a:gd name="T1" fmla="*/ 5 h 16"/>
                  <a:gd name="T2" fmla="*/ 9 w 9"/>
                  <a:gd name="T3" fmla="*/ 3 h 16"/>
                  <a:gd name="T4" fmla="*/ 9 w 9"/>
                  <a:gd name="T5" fmla="*/ 1 h 16"/>
                  <a:gd name="T6" fmla="*/ 7 w 9"/>
                  <a:gd name="T7" fmla="*/ 0 h 16"/>
                  <a:gd name="T8" fmla="*/ 6 w 9"/>
                  <a:gd name="T9" fmla="*/ 0 h 16"/>
                  <a:gd name="T10" fmla="*/ 4 w 9"/>
                  <a:gd name="T11" fmla="*/ 0 h 16"/>
                  <a:gd name="T12" fmla="*/ 3 w 9"/>
                  <a:gd name="T13" fmla="*/ 0 h 16"/>
                  <a:gd name="T14" fmla="*/ 1 w 9"/>
                  <a:gd name="T15" fmla="*/ 1 h 16"/>
                  <a:gd name="T16" fmla="*/ 0 w 9"/>
                  <a:gd name="T17" fmla="*/ 3 h 16"/>
                  <a:gd name="T18" fmla="*/ 0 w 9"/>
                  <a:gd name="T19" fmla="*/ 11 h 16"/>
                  <a:gd name="T20" fmla="*/ 0 w 9"/>
                  <a:gd name="T21" fmla="*/ 11 h 16"/>
                  <a:gd name="T22" fmla="*/ 1 w 9"/>
                  <a:gd name="T23" fmla="*/ 13 h 16"/>
                  <a:gd name="T24" fmla="*/ 3 w 9"/>
                  <a:gd name="T25" fmla="*/ 14 h 16"/>
                  <a:gd name="T26" fmla="*/ 4 w 9"/>
                  <a:gd name="T27" fmla="*/ 16 h 16"/>
                  <a:gd name="T28" fmla="*/ 4 w 9"/>
                  <a:gd name="T29" fmla="*/ 16 h 16"/>
                  <a:gd name="T30" fmla="*/ 6 w 9"/>
                  <a:gd name="T31" fmla="*/ 14 h 16"/>
                  <a:gd name="T32" fmla="*/ 7 w 9"/>
                  <a:gd name="T33" fmla="*/ 13 h 16"/>
                  <a:gd name="T34" fmla="*/ 9 w 9"/>
                  <a:gd name="T35" fmla="*/ 13 h 16"/>
                  <a:gd name="T36" fmla="*/ 9 w 9"/>
                  <a:gd name="T37" fmla="*/ 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16">
                    <a:moveTo>
                      <a:pt x="9" y="5"/>
                    </a:moveTo>
                    <a:lnTo>
                      <a:pt x="9" y="3"/>
                    </a:lnTo>
                    <a:lnTo>
                      <a:pt x="9" y="1"/>
                    </a:lnTo>
                    <a:lnTo>
                      <a:pt x="7" y="0"/>
                    </a:lnTo>
                    <a:lnTo>
                      <a:pt x="6" y="0"/>
                    </a:lnTo>
                    <a:lnTo>
                      <a:pt x="4" y="0"/>
                    </a:lnTo>
                    <a:lnTo>
                      <a:pt x="3" y="0"/>
                    </a:lnTo>
                    <a:lnTo>
                      <a:pt x="1" y="1"/>
                    </a:lnTo>
                    <a:lnTo>
                      <a:pt x="0" y="3"/>
                    </a:lnTo>
                    <a:lnTo>
                      <a:pt x="0" y="11"/>
                    </a:lnTo>
                    <a:lnTo>
                      <a:pt x="0" y="11"/>
                    </a:lnTo>
                    <a:lnTo>
                      <a:pt x="1" y="13"/>
                    </a:lnTo>
                    <a:lnTo>
                      <a:pt x="3" y="14"/>
                    </a:lnTo>
                    <a:lnTo>
                      <a:pt x="4" y="16"/>
                    </a:lnTo>
                    <a:lnTo>
                      <a:pt x="4" y="16"/>
                    </a:lnTo>
                    <a:lnTo>
                      <a:pt x="6" y="14"/>
                    </a:lnTo>
                    <a:lnTo>
                      <a:pt x="7" y="13"/>
                    </a:lnTo>
                    <a:lnTo>
                      <a:pt x="9" y="1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sp>
          <p:nvSpPr>
            <p:cNvPr id="556132" name="Rectangle 100"/>
            <p:cNvSpPr>
              <a:spLocks noChangeArrowheads="1"/>
            </p:cNvSpPr>
            <p:nvPr/>
          </p:nvSpPr>
          <p:spPr bwMode="auto">
            <a:xfrm>
              <a:off x="2755" y="452"/>
              <a:ext cx="762" cy="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a:p>
          </p:txBody>
        </p:sp>
        <p:sp>
          <p:nvSpPr>
            <p:cNvPr id="556133" name="Rectangle 101"/>
            <p:cNvSpPr>
              <a:spLocks noChangeArrowheads="1"/>
            </p:cNvSpPr>
            <p:nvPr/>
          </p:nvSpPr>
          <p:spPr bwMode="auto">
            <a:xfrm>
              <a:off x="3237" y="552"/>
              <a:ext cx="89"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800" b="1" i="1">
                  <a:solidFill>
                    <a:srgbClr val="000000"/>
                  </a:solidFill>
                  <a:effectLst/>
                </a:rPr>
                <a:t>P</a:t>
              </a:r>
              <a:endParaRPr lang="en-US" altLang="zh-CN" b="1">
                <a:effectLst>
                  <a:outerShdw blurRad="38100" dist="38100" dir="2700000" algn="tl">
                    <a:srgbClr val="C0C0C0"/>
                  </a:outerShdw>
                </a:effectLst>
              </a:endParaRPr>
            </a:p>
          </p:txBody>
        </p:sp>
        <p:sp>
          <p:nvSpPr>
            <p:cNvPr id="556134" name="Rectangle 102"/>
            <p:cNvSpPr>
              <a:spLocks noChangeArrowheads="1"/>
            </p:cNvSpPr>
            <p:nvPr/>
          </p:nvSpPr>
          <p:spPr bwMode="auto">
            <a:xfrm>
              <a:off x="3349" y="547"/>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200" b="1" i="1">
                  <a:solidFill>
                    <a:srgbClr val="000000"/>
                  </a:solidFill>
                  <a:effectLst/>
                </a:rPr>
                <a:t>*</a:t>
              </a:r>
              <a:endParaRPr lang="zh-CN" altLang="en-US" b="1">
                <a:effectLst>
                  <a:outerShdw blurRad="38100" dist="38100" dir="2700000" algn="tl">
                    <a:srgbClr val="C0C0C0"/>
                  </a:outerShdw>
                </a:effectLst>
              </a:endParaRPr>
            </a:p>
          </p:txBody>
        </p:sp>
        <p:sp>
          <p:nvSpPr>
            <p:cNvPr id="556135" name="Rectangle 103"/>
            <p:cNvSpPr>
              <a:spLocks noChangeArrowheads="1"/>
            </p:cNvSpPr>
            <p:nvPr/>
          </p:nvSpPr>
          <p:spPr bwMode="auto">
            <a:xfrm>
              <a:off x="3447" y="517"/>
              <a:ext cx="2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200" b="1">
                  <a:solidFill>
                    <a:srgbClr val="000000"/>
                  </a:solidFill>
                  <a:effectLst/>
                </a:rPr>
                <a:t> </a:t>
              </a:r>
              <a:endParaRPr lang="zh-CN" altLang="en-US" b="1">
                <a:effectLst>
                  <a:outerShdw blurRad="38100" dist="38100" dir="2700000" algn="tl">
                    <a:srgbClr val="C0C0C0"/>
                  </a:outerShdw>
                </a:effectLst>
              </a:endParaRPr>
            </a:p>
          </p:txBody>
        </p:sp>
        <p:sp>
          <p:nvSpPr>
            <p:cNvPr id="556136" name="Rectangle 104"/>
            <p:cNvSpPr>
              <a:spLocks noChangeArrowheads="1"/>
            </p:cNvSpPr>
            <p:nvPr/>
          </p:nvSpPr>
          <p:spPr bwMode="auto">
            <a:xfrm>
              <a:off x="1969" y="2445"/>
              <a:ext cx="572" cy="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a:p>
          </p:txBody>
        </p:sp>
        <p:sp>
          <p:nvSpPr>
            <p:cNvPr id="556137" name="Rectangle 105"/>
            <p:cNvSpPr>
              <a:spLocks noChangeArrowheads="1"/>
            </p:cNvSpPr>
            <p:nvPr/>
          </p:nvSpPr>
          <p:spPr bwMode="auto">
            <a:xfrm>
              <a:off x="2121" y="2547"/>
              <a:ext cx="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800" b="1" i="1">
                  <a:solidFill>
                    <a:srgbClr val="000000"/>
                  </a:solidFill>
                  <a:effectLst/>
                </a:rPr>
                <a:t>x</a:t>
              </a:r>
              <a:endParaRPr lang="en-US" altLang="zh-CN" b="1">
                <a:effectLst>
                  <a:outerShdw blurRad="38100" dist="38100" dir="2700000" algn="tl">
                    <a:srgbClr val="C0C0C0"/>
                  </a:outerShdw>
                </a:effectLst>
              </a:endParaRPr>
            </a:p>
          </p:txBody>
        </p:sp>
        <p:sp>
          <p:nvSpPr>
            <p:cNvPr id="556138" name="Rectangle 106"/>
            <p:cNvSpPr>
              <a:spLocks noChangeArrowheads="1"/>
            </p:cNvSpPr>
            <p:nvPr/>
          </p:nvSpPr>
          <p:spPr bwMode="auto">
            <a:xfrm>
              <a:off x="2219" y="2632"/>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200" b="1">
                  <a:solidFill>
                    <a:srgbClr val="000000"/>
                  </a:solidFill>
                  <a:effectLst/>
                </a:rPr>
                <a:t>1</a:t>
              </a:r>
              <a:endParaRPr lang="en-US" altLang="zh-CN" b="1">
                <a:effectLst>
                  <a:outerShdw blurRad="38100" dist="38100" dir="2700000" algn="tl">
                    <a:srgbClr val="C0C0C0"/>
                  </a:outerShdw>
                </a:effectLst>
              </a:endParaRPr>
            </a:p>
          </p:txBody>
        </p:sp>
        <p:sp>
          <p:nvSpPr>
            <p:cNvPr id="556139" name="Rectangle 107"/>
            <p:cNvSpPr>
              <a:spLocks noChangeArrowheads="1"/>
            </p:cNvSpPr>
            <p:nvPr/>
          </p:nvSpPr>
          <p:spPr bwMode="auto">
            <a:xfrm>
              <a:off x="2292" y="2632"/>
              <a:ext cx="2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200" b="1">
                  <a:solidFill>
                    <a:srgbClr val="000000"/>
                  </a:solidFill>
                  <a:effectLst/>
                </a:rPr>
                <a:t> </a:t>
              </a:r>
              <a:endParaRPr lang="zh-CN" altLang="en-US" b="1">
                <a:effectLst>
                  <a:outerShdw blurRad="38100" dist="38100" dir="2700000" algn="tl">
                    <a:srgbClr val="C0C0C0"/>
                  </a:outerShdw>
                </a:effectLst>
              </a:endParaRPr>
            </a:p>
          </p:txBody>
        </p:sp>
        <p:sp>
          <p:nvSpPr>
            <p:cNvPr id="556140" name="Rectangle 108"/>
            <p:cNvSpPr>
              <a:spLocks noChangeArrowheads="1"/>
            </p:cNvSpPr>
            <p:nvPr/>
          </p:nvSpPr>
          <p:spPr bwMode="auto">
            <a:xfrm>
              <a:off x="2918" y="2445"/>
              <a:ext cx="572" cy="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a:p>
          </p:txBody>
        </p:sp>
        <p:sp>
          <p:nvSpPr>
            <p:cNvPr id="556141" name="Rectangle 109"/>
            <p:cNvSpPr>
              <a:spLocks noChangeArrowheads="1"/>
            </p:cNvSpPr>
            <p:nvPr/>
          </p:nvSpPr>
          <p:spPr bwMode="auto">
            <a:xfrm>
              <a:off x="3069" y="2547"/>
              <a:ext cx="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800" b="1" i="1">
                  <a:solidFill>
                    <a:srgbClr val="000000"/>
                  </a:solidFill>
                  <a:effectLst/>
                </a:rPr>
                <a:t>x</a:t>
              </a:r>
              <a:endParaRPr lang="en-US" altLang="zh-CN" b="1">
                <a:effectLst>
                  <a:outerShdw blurRad="38100" dist="38100" dir="2700000" algn="tl">
                    <a:srgbClr val="C0C0C0"/>
                  </a:outerShdw>
                </a:effectLst>
              </a:endParaRPr>
            </a:p>
          </p:txBody>
        </p:sp>
        <p:sp>
          <p:nvSpPr>
            <p:cNvPr id="556142" name="Rectangle 110"/>
            <p:cNvSpPr>
              <a:spLocks noChangeArrowheads="1"/>
            </p:cNvSpPr>
            <p:nvPr/>
          </p:nvSpPr>
          <p:spPr bwMode="auto">
            <a:xfrm>
              <a:off x="3168" y="2632"/>
              <a:ext cx="4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200" b="1">
                  <a:solidFill>
                    <a:srgbClr val="000000"/>
                  </a:solidFill>
                  <a:effectLst/>
                </a:rPr>
                <a:t>0</a:t>
              </a:r>
              <a:endParaRPr lang="en-US" altLang="zh-CN" b="1">
                <a:effectLst>
                  <a:outerShdw blurRad="38100" dist="38100" dir="2700000" algn="tl">
                    <a:srgbClr val="C0C0C0"/>
                  </a:outerShdw>
                </a:effectLst>
              </a:endParaRPr>
            </a:p>
          </p:txBody>
        </p:sp>
        <p:sp>
          <p:nvSpPr>
            <p:cNvPr id="556143" name="Rectangle 111"/>
            <p:cNvSpPr>
              <a:spLocks noChangeArrowheads="1"/>
            </p:cNvSpPr>
            <p:nvPr/>
          </p:nvSpPr>
          <p:spPr bwMode="auto">
            <a:xfrm>
              <a:off x="3242" y="2632"/>
              <a:ext cx="2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200" b="1">
                  <a:solidFill>
                    <a:srgbClr val="000000"/>
                  </a:solidFill>
                  <a:effectLst/>
                </a:rPr>
                <a:t> </a:t>
              </a:r>
              <a:endParaRPr lang="zh-CN" altLang="en-US" b="1">
                <a:effectLst>
                  <a:outerShdw blurRad="38100" dist="38100" dir="2700000" algn="tl">
                    <a:srgbClr val="C0C0C0"/>
                  </a:outerShdw>
                </a:effectLst>
              </a:endParaRPr>
            </a:p>
          </p:txBody>
        </p:sp>
        <p:sp>
          <p:nvSpPr>
            <p:cNvPr id="556144" name="Rectangle 112"/>
            <p:cNvSpPr>
              <a:spLocks noChangeArrowheads="1"/>
            </p:cNvSpPr>
            <p:nvPr/>
          </p:nvSpPr>
          <p:spPr bwMode="auto">
            <a:xfrm>
              <a:off x="3703" y="2445"/>
              <a:ext cx="572" cy="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a:p>
          </p:txBody>
        </p:sp>
        <p:sp>
          <p:nvSpPr>
            <p:cNvPr id="556145" name="Rectangle 113"/>
            <p:cNvSpPr>
              <a:spLocks noChangeArrowheads="1"/>
            </p:cNvSpPr>
            <p:nvPr/>
          </p:nvSpPr>
          <p:spPr bwMode="auto">
            <a:xfrm>
              <a:off x="4072" y="2547"/>
              <a:ext cx="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800" b="1" i="1">
                  <a:solidFill>
                    <a:srgbClr val="000000"/>
                  </a:solidFill>
                  <a:effectLst/>
                </a:rPr>
                <a:t>x</a:t>
              </a:r>
              <a:endParaRPr lang="en-US" altLang="zh-CN" b="1">
                <a:effectLst>
                  <a:outerShdw blurRad="38100" dist="38100" dir="2700000" algn="tl">
                    <a:srgbClr val="C0C0C0"/>
                  </a:outerShdw>
                </a:effectLst>
              </a:endParaRPr>
            </a:p>
          </p:txBody>
        </p:sp>
        <p:sp>
          <p:nvSpPr>
            <p:cNvPr id="556146" name="Rectangle 114"/>
            <p:cNvSpPr>
              <a:spLocks noChangeArrowheads="1"/>
            </p:cNvSpPr>
            <p:nvPr/>
          </p:nvSpPr>
          <p:spPr bwMode="auto">
            <a:xfrm>
              <a:off x="3955" y="2547"/>
              <a:ext cx="37"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800" b="1" i="1">
                  <a:solidFill>
                    <a:srgbClr val="000000"/>
                  </a:solidFill>
                  <a:effectLst/>
                </a:rPr>
                <a:t> </a:t>
              </a:r>
              <a:endParaRPr lang="zh-CN" altLang="en-US" b="1">
                <a:effectLst>
                  <a:outerShdw blurRad="38100" dist="38100" dir="2700000" algn="tl">
                    <a:srgbClr val="C0C0C0"/>
                  </a:outerShdw>
                </a:effectLst>
              </a:endParaRPr>
            </a:p>
          </p:txBody>
        </p:sp>
        <p:sp>
          <p:nvSpPr>
            <p:cNvPr id="556148" name="Rectangle 116"/>
            <p:cNvSpPr>
              <a:spLocks noChangeArrowheads="1"/>
            </p:cNvSpPr>
            <p:nvPr/>
          </p:nvSpPr>
          <p:spPr bwMode="auto">
            <a:xfrm>
              <a:off x="630" y="694"/>
              <a:ext cx="6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800" b="1" i="1">
                  <a:solidFill>
                    <a:srgbClr val="000000"/>
                  </a:solidFill>
                  <a:effectLst/>
                </a:rPr>
                <a:t>y</a:t>
              </a:r>
              <a:endParaRPr lang="en-US" altLang="zh-CN" b="1">
                <a:effectLst>
                  <a:outerShdw blurRad="38100" dist="38100" dir="2700000" algn="tl">
                    <a:srgbClr val="C0C0C0"/>
                  </a:outerShdw>
                </a:effectLst>
              </a:endParaRPr>
            </a:p>
          </p:txBody>
        </p:sp>
        <p:grpSp>
          <p:nvGrpSpPr>
            <p:cNvPr id="51235" name="Group 134"/>
            <p:cNvGrpSpPr>
              <a:grpSpLocks/>
            </p:cNvGrpSpPr>
            <p:nvPr/>
          </p:nvGrpSpPr>
          <p:grpSpPr bwMode="auto">
            <a:xfrm>
              <a:off x="1239" y="1973"/>
              <a:ext cx="946" cy="93"/>
              <a:chOff x="855" y="1790"/>
              <a:chExt cx="564" cy="68"/>
            </a:xfrm>
          </p:grpSpPr>
          <p:sp>
            <p:nvSpPr>
              <p:cNvPr id="556164" name="Line 132"/>
              <p:cNvSpPr>
                <a:spLocks noChangeShapeType="1"/>
              </p:cNvSpPr>
              <p:nvPr/>
            </p:nvSpPr>
            <p:spPr bwMode="auto">
              <a:xfrm flipH="1">
                <a:off x="992" y="1823"/>
                <a:ext cx="427"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56165" name="Freeform 133"/>
              <p:cNvSpPr>
                <a:spLocks/>
              </p:cNvSpPr>
              <p:nvPr/>
            </p:nvSpPr>
            <p:spPr bwMode="auto">
              <a:xfrm>
                <a:off x="855" y="1790"/>
                <a:ext cx="142" cy="68"/>
              </a:xfrm>
              <a:custGeom>
                <a:avLst/>
                <a:gdLst>
                  <a:gd name="T0" fmla="*/ 142 w 142"/>
                  <a:gd name="T1" fmla="*/ 0 h 68"/>
                  <a:gd name="T2" fmla="*/ 0 w 142"/>
                  <a:gd name="T3" fmla="*/ 33 h 68"/>
                  <a:gd name="T4" fmla="*/ 142 w 142"/>
                  <a:gd name="T5" fmla="*/ 68 h 68"/>
                  <a:gd name="T6" fmla="*/ 142 w 142"/>
                  <a:gd name="T7" fmla="*/ 0 h 68"/>
                </a:gdLst>
                <a:ahLst/>
                <a:cxnLst>
                  <a:cxn ang="0">
                    <a:pos x="T0" y="T1"/>
                  </a:cxn>
                  <a:cxn ang="0">
                    <a:pos x="T2" y="T3"/>
                  </a:cxn>
                  <a:cxn ang="0">
                    <a:pos x="T4" y="T5"/>
                  </a:cxn>
                  <a:cxn ang="0">
                    <a:pos x="T6" y="T7"/>
                  </a:cxn>
                </a:cxnLst>
                <a:rect l="0" t="0" r="r" b="b"/>
                <a:pathLst>
                  <a:path w="142" h="68">
                    <a:moveTo>
                      <a:pt x="142" y="0"/>
                    </a:moveTo>
                    <a:lnTo>
                      <a:pt x="0" y="33"/>
                    </a:lnTo>
                    <a:lnTo>
                      <a:pt x="142" y="68"/>
                    </a:lnTo>
                    <a:lnTo>
                      <a:pt x="1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sp>
          <p:nvSpPr>
            <p:cNvPr id="556243" name="Freeform 211"/>
            <p:cNvSpPr>
              <a:spLocks/>
            </p:cNvSpPr>
            <p:nvPr/>
          </p:nvSpPr>
          <p:spPr bwMode="auto">
            <a:xfrm>
              <a:off x="665" y="454"/>
              <a:ext cx="2862" cy="2145"/>
            </a:xfrm>
            <a:custGeom>
              <a:avLst/>
              <a:gdLst>
                <a:gd name="T0" fmla="*/ 1691 w 1706"/>
                <a:gd name="T1" fmla="*/ 0 h 1565"/>
                <a:gd name="T2" fmla="*/ 1682 w 1706"/>
                <a:gd name="T3" fmla="*/ 124 h 1565"/>
                <a:gd name="T4" fmla="*/ 1665 w 1706"/>
                <a:gd name="T5" fmla="*/ 251 h 1565"/>
                <a:gd name="T6" fmla="*/ 1641 w 1706"/>
                <a:gd name="T7" fmla="*/ 348 h 1565"/>
                <a:gd name="T8" fmla="*/ 1618 w 1706"/>
                <a:gd name="T9" fmla="*/ 415 h 1565"/>
                <a:gd name="T10" fmla="*/ 1620 w 1706"/>
                <a:gd name="T11" fmla="*/ 409 h 1565"/>
                <a:gd name="T12" fmla="*/ 1590 w 1706"/>
                <a:gd name="T13" fmla="*/ 478 h 1565"/>
                <a:gd name="T14" fmla="*/ 1553 w 1706"/>
                <a:gd name="T15" fmla="*/ 550 h 1565"/>
                <a:gd name="T16" fmla="*/ 1490 w 1706"/>
                <a:gd name="T17" fmla="*/ 666 h 1565"/>
                <a:gd name="T18" fmla="*/ 1443 w 1706"/>
                <a:gd name="T19" fmla="*/ 748 h 1565"/>
                <a:gd name="T20" fmla="*/ 1391 w 1706"/>
                <a:gd name="T21" fmla="*/ 831 h 1565"/>
                <a:gd name="T22" fmla="*/ 1329 w 1706"/>
                <a:gd name="T23" fmla="*/ 913 h 1565"/>
                <a:gd name="T24" fmla="*/ 1259 w 1706"/>
                <a:gd name="T25" fmla="*/ 993 h 1565"/>
                <a:gd name="T26" fmla="*/ 1179 w 1706"/>
                <a:gd name="T27" fmla="*/ 1068 h 1565"/>
                <a:gd name="T28" fmla="*/ 1089 w 1706"/>
                <a:gd name="T29" fmla="*/ 1135 h 1565"/>
                <a:gd name="T30" fmla="*/ 982 w 1706"/>
                <a:gd name="T31" fmla="*/ 1199 h 1565"/>
                <a:gd name="T32" fmla="*/ 864 w 1706"/>
                <a:gd name="T33" fmla="*/ 1256 h 1565"/>
                <a:gd name="T34" fmla="*/ 869 w 1706"/>
                <a:gd name="T35" fmla="*/ 1255 h 1565"/>
                <a:gd name="T36" fmla="*/ 740 w 1706"/>
                <a:gd name="T37" fmla="*/ 1309 h 1565"/>
                <a:gd name="T38" fmla="*/ 603 w 1706"/>
                <a:gd name="T39" fmla="*/ 1360 h 1565"/>
                <a:gd name="T40" fmla="*/ 460 w 1706"/>
                <a:gd name="T41" fmla="*/ 1410 h 1565"/>
                <a:gd name="T42" fmla="*/ 157 w 1706"/>
                <a:gd name="T43" fmla="*/ 1504 h 1565"/>
                <a:gd name="T44" fmla="*/ 3 w 1706"/>
                <a:gd name="T45" fmla="*/ 1565 h 1565"/>
                <a:gd name="T46" fmla="*/ 310 w 1706"/>
                <a:gd name="T47" fmla="*/ 1474 h 1565"/>
                <a:gd name="T48" fmla="*/ 532 w 1706"/>
                <a:gd name="T49" fmla="*/ 1402 h 1565"/>
                <a:gd name="T50" fmla="*/ 674 w 1706"/>
                <a:gd name="T51" fmla="*/ 1352 h 1565"/>
                <a:gd name="T52" fmla="*/ 807 w 1706"/>
                <a:gd name="T53" fmla="*/ 1298 h 1565"/>
                <a:gd name="T54" fmla="*/ 875 w 1706"/>
                <a:gd name="T55" fmla="*/ 1268 h 1565"/>
                <a:gd name="T56" fmla="*/ 992 w 1706"/>
                <a:gd name="T57" fmla="*/ 1210 h 1565"/>
                <a:gd name="T58" fmla="*/ 1096 w 1706"/>
                <a:gd name="T59" fmla="*/ 1148 h 1565"/>
                <a:gd name="T60" fmla="*/ 1190 w 1706"/>
                <a:gd name="T61" fmla="*/ 1079 h 1565"/>
                <a:gd name="T62" fmla="*/ 1270 w 1706"/>
                <a:gd name="T63" fmla="*/ 1004 h 1565"/>
                <a:gd name="T64" fmla="*/ 1339 w 1706"/>
                <a:gd name="T65" fmla="*/ 924 h 1565"/>
                <a:gd name="T66" fmla="*/ 1401 w 1706"/>
                <a:gd name="T67" fmla="*/ 842 h 1565"/>
                <a:gd name="T68" fmla="*/ 1454 w 1706"/>
                <a:gd name="T69" fmla="*/ 759 h 1565"/>
                <a:gd name="T70" fmla="*/ 1501 w 1706"/>
                <a:gd name="T71" fmla="*/ 678 h 1565"/>
                <a:gd name="T72" fmla="*/ 1564 w 1706"/>
                <a:gd name="T73" fmla="*/ 561 h 1565"/>
                <a:gd name="T74" fmla="*/ 1600 w 1706"/>
                <a:gd name="T75" fmla="*/ 489 h 1565"/>
                <a:gd name="T76" fmla="*/ 1630 w 1706"/>
                <a:gd name="T77" fmla="*/ 420 h 1565"/>
                <a:gd name="T78" fmla="*/ 1633 w 1706"/>
                <a:gd name="T79" fmla="*/ 415 h 1565"/>
                <a:gd name="T80" fmla="*/ 1656 w 1706"/>
                <a:gd name="T81" fmla="*/ 348 h 1565"/>
                <a:gd name="T82" fmla="*/ 1680 w 1706"/>
                <a:gd name="T83" fmla="*/ 251 h 1565"/>
                <a:gd name="T84" fmla="*/ 1697 w 1706"/>
                <a:gd name="T85" fmla="*/ 124 h 1565"/>
                <a:gd name="T86" fmla="*/ 1706 w 1706"/>
                <a:gd name="T87" fmla="*/ 1 h 15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706" h="1565">
                  <a:moveTo>
                    <a:pt x="1706" y="1"/>
                  </a:moveTo>
                  <a:lnTo>
                    <a:pt x="1691" y="0"/>
                  </a:lnTo>
                  <a:lnTo>
                    <a:pt x="1686" y="62"/>
                  </a:lnTo>
                  <a:lnTo>
                    <a:pt x="1682" y="124"/>
                  </a:lnTo>
                  <a:lnTo>
                    <a:pt x="1674" y="187"/>
                  </a:lnTo>
                  <a:lnTo>
                    <a:pt x="1665" y="251"/>
                  </a:lnTo>
                  <a:lnTo>
                    <a:pt x="1650" y="315"/>
                  </a:lnTo>
                  <a:lnTo>
                    <a:pt x="1641" y="348"/>
                  </a:lnTo>
                  <a:lnTo>
                    <a:pt x="1630" y="382"/>
                  </a:lnTo>
                  <a:lnTo>
                    <a:pt x="1618" y="415"/>
                  </a:lnTo>
                  <a:lnTo>
                    <a:pt x="1626" y="415"/>
                  </a:lnTo>
                  <a:lnTo>
                    <a:pt x="1620" y="409"/>
                  </a:lnTo>
                  <a:lnTo>
                    <a:pt x="1606" y="444"/>
                  </a:lnTo>
                  <a:lnTo>
                    <a:pt x="1590" y="478"/>
                  </a:lnTo>
                  <a:lnTo>
                    <a:pt x="1572" y="516"/>
                  </a:lnTo>
                  <a:lnTo>
                    <a:pt x="1553" y="550"/>
                  </a:lnTo>
                  <a:lnTo>
                    <a:pt x="1534" y="588"/>
                  </a:lnTo>
                  <a:lnTo>
                    <a:pt x="1490" y="666"/>
                  </a:lnTo>
                  <a:lnTo>
                    <a:pt x="1467" y="708"/>
                  </a:lnTo>
                  <a:lnTo>
                    <a:pt x="1443" y="748"/>
                  </a:lnTo>
                  <a:lnTo>
                    <a:pt x="1418" y="789"/>
                  </a:lnTo>
                  <a:lnTo>
                    <a:pt x="1391" y="831"/>
                  </a:lnTo>
                  <a:lnTo>
                    <a:pt x="1360" y="873"/>
                  </a:lnTo>
                  <a:lnTo>
                    <a:pt x="1329" y="913"/>
                  </a:lnTo>
                  <a:lnTo>
                    <a:pt x="1296" y="953"/>
                  </a:lnTo>
                  <a:lnTo>
                    <a:pt x="1259" y="993"/>
                  </a:lnTo>
                  <a:lnTo>
                    <a:pt x="1220" y="1031"/>
                  </a:lnTo>
                  <a:lnTo>
                    <a:pt x="1179" y="1068"/>
                  </a:lnTo>
                  <a:lnTo>
                    <a:pt x="1134" y="1103"/>
                  </a:lnTo>
                  <a:lnTo>
                    <a:pt x="1089" y="1135"/>
                  </a:lnTo>
                  <a:lnTo>
                    <a:pt x="1036" y="1168"/>
                  </a:lnTo>
                  <a:lnTo>
                    <a:pt x="982" y="1199"/>
                  </a:lnTo>
                  <a:lnTo>
                    <a:pt x="924" y="1228"/>
                  </a:lnTo>
                  <a:lnTo>
                    <a:pt x="864" y="1256"/>
                  </a:lnTo>
                  <a:lnTo>
                    <a:pt x="869" y="1263"/>
                  </a:lnTo>
                  <a:lnTo>
                    <a:pt x="869" y="1255"/>
                  </a:lnTo>
                  <a:lnTo>
                    <a:pt x="807" y="1282"/>
                  </a:lnTo>
                  <a:lnTo>
                    <a:pt x="740" y="1309"/>
                  </a:lnTo>
                  <a:lnTo>
                    <a:pt x="674" y="1336"/>
                  </a:lnTo>
                  <a:lnTo>
                    <a:pt x="603" y="1360"/>
                  </a:lnTo>
                  <a:lnTo>
                    <a:pt x="532" y="1386"/>
                  </a:lnTo>
                  <a:lnTo>
                    <a:pt x="460" y="1410"/>
                  </a:lnTo>
                  <a:lnTo>
                    <a:pt x="310" y="1458"/>
                  </a:lnTo>
                  <a:lnTo>
                    <a:pt x="157" y="1504"/>
                  </a:lnTo>
                  <a:lnTo>
                    <a:pt x="0" y="1551"/>
                  </a:lnTo>
                  <a:lnTo>
                    <a:pt x="3" y="1565"/>
                  </a:lnTo>
                  <a:lnTo>
                    <a:pt x="157" y="1520"/>
                  </a:lnTo>
                  <a:lnTo>
                    <a:pt x="310" y="1474"/>
                  </a:lnTo>
                  <a:lnTo>
                    <a:pt x="460" y="1426"/>
                  </a:lnTo>
                  <a:lnTo>
                    <a:pt x="532" y="1402"/>
                  </a:lnTo>
                  <a:lnTo>
                    <a:pt x="603" y="1376"/>
                  </a:lnTo>
                  <a:lnTo>
                    <a:pt x="674" y="1352"/>
                  </a:lnTo>
                  <a:lnTo>
                    <a:pt x="740" y="1325"/>
                  </a:lnTo>
                  <a:lnTo>
                    <a:pt x="807" y="1298"/>
                  </a:lnTo>
                  <a:lnTo>
                    <a:pt x="869" y="1271"/>
                  </a:lnTo>
                  <a:lnTo>
                    <a:pt x="875" y="1268"/>
                  </a:lnTo>
                  <a:lnTo>
                    <a:pt x="935" y="1239"/>
                  </a:lnTo>
                  <a:lnTo>
                    <a:pt x="992" y="1210"/>
                  </a:lnTo>
                  <a:lnTo>
                    <a:pt x="1047" y="1180"/>
                  </a:lnTo>
                  <a:lnTo>
                    <a:pt x="1096" y="1148"/>
                  </a:lnTo>
                  <a:lnTo>
                    <a:pt x="1145" y="1114"/>
                  </a:lnTo>
                  <a:lnTo>
                    <a:pt x="1190" y="1079"/>
                  </a:lnTo>
                  <a:lnTo>
                    <a:pt x="1231" y="1042"/>
                  </a:lnTo>
                  <a:lnTo>
                    <a:pt x="1270" y="1004"/>
                  </a:lnTo>
                  <a:lnTo>
                    <a:pt x="1306" y="964"/>
                  </a:lnTo>
                  <a:lnTo>
                    <a:pt x="1339" y="924"/>
                  </a:lnTo>
                  <a:lnTo>
                    <a:pt x="1371" y="884"/>
                  </a:lnTo>
                  <a:lnTo>
                    <a:pt x="1401" y="842"/>
                  </a:lnTo>
                  <a:lnTo>
                    <a:pt x="1428" y="801"/>
                  </a:lnTo>
                  <a:lnTo>
                    <a:pt x="1454" y="759"/>
                  </a:lnTo>
                  <a:lnTo>
                    <a:pt x="1478" y="719"/>
                  </a:lnTo>
                  <a:lnTo>
                    <a:pt x="1501" y="678"/>
                  </a:lnTo>
                  <a:lnTo>
                    <a:pt x="1544" y="599"/>
                  </a:lnTo>
                  <a:lnTo>
                    <a:pt x="1564" y="561"/>
                  </a:lnTo>
                  <a:lnTo>
                    <a:pt x="1584" y="524"/>
                  </a:lnTo>
                  <a:lnTo>
                    <a:pt x="1600" y="489"/>
                  </a:lnTo>
                  <a:lnTo>
                    <a:pt x="1617" y="455"/>
                  </a:lnTo>
                  <a:lnTo>
                    <a:pt x="1630" y="420"/>
                  </a:lnTo>
                  <a:lnTo>
                    <a:pt x="1633" y="415"/>
                  </a:lnTo>
                  <a:lnTo>
                    <a:pt x="1633" y="415"/>
                  </a:lnTo>
                  <a:lnTo>
                    <a:pt x="1645" y="382"/>
                  </a:lnTo>
                  <a:lnTo>
                    <a:pt x="1656" y="348"/>
                  </a:lnTo>
                  <a:lnTo>
                    <a:pt x="1665" y="315"/>
                  </a:lnTo>
                  <a:lnTo>
                    <a:pt x="1680" y="251"/>
                  </a:lnTo>
                  <a:lnTo>
                    <a:pt x="1689" y="187"/>
                  </a:lnTo>
                  <a:lnTo>
                    <a:pt x="1697" y="124"/>
                  </a:lnTo>
                  <a:lnTo>
                    <a:pt x="1701" y="62"/>
                  </a:lnTo>
                  <a:lnTo>
                    <a:pt x="170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6245" name="Rectangle 213"/>
            <p:cNvSpPr>
              <a:spLocks noChangeArrowheads="1"/>
            </p:cNvSpPr>
            <p:nvPr/>
          </p:nvSpPr>
          <p:spPr bwMode="auto">
            <a:xfrm>
              <a:off x="3450" y="2547"/>
              <a:ext cx="11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800" b="1" i="1">
                  <a:solidFill>
                    <a:srgbClr val="000000"/>
                  </a:solidFill>
                  <a:effectLst/>
                </a:rPr>
                <a:t>x</a:t>
              </a:r>
              <a:endParaRPr lang="en-US" altLang="zh-CN" sz="2800" b="1">
                <a:effectLst>
                  <a:outerShdw blurRad="38100" dist="38100" dir="2700000" algn="tl">
                    <a:srgbClr val="C0C0C0"/>
                  </a:outerShdw>
                </a:effectLst>
              </a:endParaRPr>
            </a:p>
          </p:txBody>
        </p:sp>
        <p:sp>
          <p:nvSpPr>
            <p:cNvPr id="556246" name="Rectangle 214"/>
            <p:cNvSpPr>
              <a:spLocks noChangeArrowheads="1"/>
            </p:cNvSpPr>
            <p:nvPr/>
          </p:nvSpPr>
          <p:spPr bwMode="auto">
            <a:xfrm>
              <a:off x="3547" y="2511"/>
              <a:ext cx="4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200" b="1">
                  <a:solidFill>
                    <a:srgbClr val="000000"/>
                  </a:solidFill>
                  <a:effectLst/>
                </a:rPr>
                <a:t>*</a:t>
              </a:r>
              <a:endParaRPr lang="zh-CN" altLang="en-US" b="1">
                <a:effectLst>
                  <a:outerShdw blurRad="38100" dist="38100" dir="2700000" algn="tl">
                    <a:srgbClr val="C0C0C0"/>
                  </a:outerShdw>
                </a:effectLst>
              </a:endParaRPr>
            </a:p>
          </p:txBody>
        </p:sp>
        <p:sp>
          <p:nvSpPr>
            <p:cNvPr id="556247" name="Rectangle 215"/>
            <p:cNvSpPr>
              <a:spLocks noChangeArrowheads="1"/>
            </p:cNvSpPr>
            <p:nvPr/>
          </p:nvSpPr>
          <p:spPr bwMode="auto">
            <a:xfrm>
              <a:off x="3616" y="2511"/>
              <a:ext cx="2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200" b="1">
                  <a:solidFill>
                    <a:srgbClr val="000000"/>
                  </a:solidFill>
                  <a:effectLst/>
                </a:rPr>
                <a:t> </a:t>
              </a:r>
              <a:endParaRPr lang="zh-CN" altLang="en-US" b="1">
                <a:effectLst>
                  <a:outerShdw blurRad="38100" dist="38100" dir="2700000" algn="tl">
                    <a:srgbClr val="C0C0C0"/>
                  </a:outerShdw>
                </a:effectLst>
              </a:endParaRPr>
            </a:p>
          </p:txBody>
        </p:sp>
        <p:grpSp>
          <p:nvGrpSpPr>
            <p:cNvPr id="51240" name="Group 227"/>
            <p:cNvGrpSpPr>
              <a:grpSpLocks/>
            </p:cNvGrpSpPr>
            <p:nvPr/>
          </p:nvGrpSpPr>
          <p:grpSpPr bwMode="auto">
            <a:xfrm>
              <a:off x="3126" y="1442"/>
              <a:ext cx="17" cy="986"/>
              <a:chOff x="1980" y="1403"/>
              <a:chExt cx="10" cy="719"/>
            </a:xfrm>
          </p:grpSpPr>
          <p:sp>
            <p:nvSpPr>
              <p:cNvPr id="556248" name="Freeform 216"/>
              <p:cNvSpPr>
                <a:spLocks/>
              </p:cNvSpPr>
              <p:nvPr/>
            </p:nvSpPr>
            <p:spPr bwMode="auto">
              <a:xfrm>
                <a:off x="1980" y="1403"/>
                <a:ext cx="10" cy="48"/>
              </a:xfrm>
              <a:custGeom>
                <a:avLst/>
                <a:gdLst>
                  <a:gd name="T0" fmla="*/ 10 w 10"/>
                  <a:gd name="T1" fmla="*/ 6 h 48"/>
                  <a:gd name="T2" fmla="*/ 10 w 10"/>
                  <a:gd name="T3" fmla="*/ 4 h 48"/>
                  <a:gd name="T4" fmla="*/ 8 w 10"/>
                  <a:gd name="T5" fmla="*/ 3 h 48"/>
                  <a:gd name="T6" fmla="*/ 7 w 10"/>
                  <a:gd name="T7" fmla="*/ 1 h 48"/>
                  <a:gd name="T8" fmla="*/ 5 w 10"/>
                  <a:gd name="T9" fmla="*/ 0 h 48"/>
                  <a:gd name="T10" fmla="*/ 5 w 10"/>
                  <a:gd name="T11" fmla="*/ 0 h 48"/>
                  <a:gd name="T12" fmla="*/ 3 w 10"/>
                  <a:gd name="T13" fmla="*/ 1 h 48"/>
                  <a:gd name="T14" fmla="*/ 2 w 10"/>
                  <a:gd name="T15" fmla="*/ 3 h 48"/>
                  <a:gd name="T16" fmla="*/ 0 w 10"/>
                  <a:gd name="T17" fmla="*/ 4 h 48"/>
                  <a:gd name="T18" fmla="*/ 0 w 10"/>
                  <a:gd name="T19" fmla="*/ 41 h 48"/>
                  <a:gd name="T20" fmla="*/ 0 w 10"/>
                  <a:gd name="T21" fmla="*/ 43 h 48"/>
                  <a:gd name="T22" fmla="*/ 2 w 10"/>
                  <a:gd name="T23" fmla="*/ 44 h 48"/>
                  <a:gd name="T24" fmla="*/ 3 w 10"/>
                  <a:gd name="T25" fmla="*/ 46 h 48"/>
                  <a:gd name="T26" fmla="*/ 5 w 10"/>
                  <a:gd name="T27" fmla="*/ 48 h 48"/>
                  <a:gd name="T28" fmla="*/ 7 w 10"/>
                  <a:gd name="T29" fmla="*/ 48 h 48"/>
                  <a:gd name="T30" fmla="*/ 8 w 10"/>
                  <a:gd name="T31" fmla="*/ 46 h 48"/>
                  <a:gd name="T32" fmla="*/ 10 w 10"/>
                  <a:gd name="T33" fmla="*/ 44 h 48"/>
                  <a:gd name="T34" fmla="*/ 10 w 10"/>
                  <a:gd name="T35" fmla="*/ 43 h 48"/>
                  <a:gd name="T36" fmla="*/ 10 w 10"/>
                  <a:gd name="T37" fmla="*/ 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 h="48">
                    <a:moveTo>
                      <a:pt x="10" y="6"/>
                    </a:moveTo>
                    <a:lnTo>
                      <a:pt x="10" y="4"/>
                    </a:lnTo>
                    <a:lnTo>
                      <a:pt x="8" y="3"/>
                    </a:lnTo>
                    <a:lnTo>
                      <a:pt x="7" y="1"/>
                    </a:lnTo>
                    <a:lnTo>
                      <a:pt x="5" y="0"/>
                    </a:lnTo>
                    <a:lnTo>
                      <a:pt x="5" y="0"/>
                    </a:lnTo>
                    <a:lnTo>
                      <a:pt x="3" y="1"/>
                    </a:lnTo>
                    <a:lnTo>
                      <a:pt x="2" y="3"/>
                    </a:lnTo>
                    <a:lnTo>
                      <a:pt x="0" y="4"/>
                    </a:lnTo>
                    <a:lnTo>
                      <a:pt x="0" y="41"/>
                    </a:lnTo>
                    <a:lnTo>
                      <a:pt x="0" y="43"/>
                    </a:lnTo>
                    <a:lnTo>
                      <a:pt x="2" y="44"/>
                    </a:lnTo>
                    <a:lnTo>
                      <a:pt x="3" y="46"/>
                    </a:lnTo>
                    <a:lnTo>
                      <a:pt x="5" y="48"/>
                    </a:lnTo>
                    <a:lnTo>
                      <a:pt x="7" y="48"/>
                    </a:lnTo>
                    <a:lnTo>
                      <a:pt x="8" y="46"/>
                    </a:lnTo>
                    <a:lnTo>
                      <a:pt x="10" y="44"/>
                    </a:lnTo>
                    <a:lnTo>
                      <a:pt x="10" y="43"/>
                    </a:lnTo>
                    <a:lnTo>
                      <a:pt x="1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6249" name="Freeform 217"/>
              <p:cNvSpPr>
                <a:spLocks/>
              </p:cNvSpPr>
              <p:nvPr/>
            </p:nvSpPr>
            <p:spPr bwMode="auto">
              <a:xfrm>
                <a:off x="1980" y="1470"/>
                <a:ext cx="10" cy="48"/>
              </a:xfrm>
              <a:custGeom>
                <a:avLst/>
                <a:gdLst>
                  <a:gd name="T0" fmla="*/ 10 w 10"/>
                  <a:gd name="T1" fmla="*/ 5 h 48"/>
                  <a:gd name="T2" fmla="*/ 10 w 10"/>
                  <a:gd name="T3" fmla="*/ 3 h 48"/>
                  <a:gd name="T4" fmla="*/ 10 w 10"/>
                  <a:gd name="T5" fmla="*/ 1 h 48"/>
                  <a:gd name="T6" fmla="*/ 8 w 10"/>
                  <a:gd name="T7" fmla="*/ 0 h 48"/>
                  <a:gd name="T8" fmla="*/ 7 w 10"/>
                  <a:gd name="T9" fmla="*/ 0 h 48"/>
                  <a:gd name="T10" fmla="*/ 5 w 10"/>
                  <a:gd name="T11" fmla="*/ 0 h 48"/>
                  <a:gd name="T12" fmla="*/ 3 w 10"/>
                  <a:gd name="T13" fmla="*/ 0 h 48"/>
                  <a:gd name="T14" fmla="*/ 2 w 10"/>
                  <a:gd name="T15" fmla="*/ 1 h 48"/>
                  <a:gd name="T16" fmla="*/ 0 w 10"/>
                  <a:gd name="T17" fmla="*/ 3 h 48"/>
                  <a:gd name="T18" fmla="*/ 0 w 10"/>
                  <a:gd name="T19" fmla="*/ 41 h 48"/>
                  <a:gd name="T20" fmla="*/ 0 w 10"/>
                  <a:gd name="T21" fmla="*/ 43 h 48"/>
                  <a:gd name="T22" fmla="*/ 2 w 10"/>
                  <a:gd name="T23" fmla="*/ 45 h 48"/>
                  <a:gd name="T24" fmla="*/ 3 w 10"/>
                  <a:gd name="T25" fmla="*/ 46 h 48"/>
                  <a:gd name="T26" fmla="*/ 5 w 10"/>
                  <a:gd name="T27" fmla="*/ 48 h 48"/>
                  <a:gd name="T28" fmla="*/ 7 w 10"/>
                  <a:gd name="T29" fmla="*/ 48 h 48"/>
                  <a:gd name="T30" fmla="*/ 8 w 10"/>
                  <a:gd name="T31" fmla="*/ 46 h 48"/>
                  <a:gd name="T32" fmla="*/ 10 w 10"/>
                  <a:gd name="T33" fmla="*/ 45 h 48"/>
                  <a:gd name="T34" fmla="*/ 10 w 10"/>
                  <a:gd name="T35" fmla="*/ 43 h 48"/>
                  <a:gd name="T36" fmla="*/ 10 w 10"/>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 h="48">
                    <a:moveTo>
                      <a:pt x="10" y="5"/>
                    </a:moveTo>
                    <a:lnTo>
                      <a:pt x="10" y="3"/>
                    </a:lnTo>
                    <a:lnTo>
                      <a:pt x="10" y="1"/>
                    </a:lnTo>
                    <a:lnTo>
                      <a:pt x="8" y="0"/>
                    </a:lnTo>
                    <a:lnTo>
                      <a:pt x="7" y="0"/>
                    </a:lnTo>
                    <a:lnTo>
                      <a:pt x="5" y="0"/>
                    </a:lnTo>
                    <a:lnTo>
                      <a:pt x="3" y="0"/>
                    </a:lnTo>
                    <a:lnTo>
                      <a:pt x="2" y="1"/>
                    </a:lnTo>
                    <a:lnTo>
                      <a:pt x="0" y="3"/>
                    </a:lnTo>
                    <a:lnTo>
                      <a:pt x="0" y="41"/>
                    </a:lnTo>
                    <a:lnTo>
                      <a:pt x="0" y="43"/>
                    </a:lnTo>
                    <a:lnTo>
                      <a:pt x="2" y="45"/>
                    </a:lnTo>
                    <a:lnTo>
                      <a:pt x="3" y="46"/>
                    </a:lnTo>
                    <a:lnTo>
                      <a:pt x="5" y="48"/>
                    </a:lnTo>
                    <a:lnTo>
                      <a:pt x="7" y="48"/>
                    </a:lnTo>
                    <a:lnTo>
                      <a:pt x="8" y="46"/>
                    </a:lnTo>
                    <a:lnTo>
                      <a:pt x="10" y="45"/>
                    </a:lnTo>
                    <a:lnTo>
                      <a:pt x="10" y="43"/>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6250" name="Freeform 218"/>
              <p:cNvSpPr>
                <a:spLocks/>
              </p:cNvSpPr>
              <p:nvPr/>
            </p:nvSpPr>
            <p:spPr bwMode="auto">
              <a:xfrm>
                <a:off x="1980" y="1537"/>
                <a:ext cx="10" cy="48"/>
              </a:xfrm>
              <a:custGeom>
                <a:avLst/>
                <a:gdLst>
                  <a:gd name="T0" fmla="*/ 10 w 10"/>
                  <a:gd name="T1" fmla="*/ 5 h 48"/>
                  <a:gd name="T2" fmla="*/ 10 w 10"/>
                  <a:gd name="T3" fmla="*/ 3 h 48"/>
                  <a:gd name="T4" fmla="*/ 10 w 10"/>
                  <a:gd name="T5" fmla="*/ 2 h 48"/>
                  <a:gd name="T6" fmla="*/ 8 w 10"/>
                  <a:gd name="T7" fmla="*/ 0 h 48"/>
                  <a:gd name="T8" fmla="*/ 7 w 10"/>
                  <a:gd name="T9" fmla="*/ 0 h 48"/>
                  <a:gd name="T10" fmla="*/ 5 w 10"/>
                  <a:gd name="T11" fmla="*/ 0 h 48"/>
                  <a:gd name="T12" fmla="*/ 3 w 10"/>
                  <a:gd name="T13" fmla="*/ 0 h 48"/>
                  <a:gd name="T14" fmla="*/ 2 w 10"/>
                  <a:gd name="T15" fmla="*/ 2 h 48"/>
                  <a:gd name="T16" fmla="*/ 0 w 10"/>
                  <a:gd name="T17" fmla="*/ 3 h 48"/>
                  <a:gd name="T18" fmla="*/ 0 w 10"/>
                  <a:gd name="T19" fmla="*/ 42 h 48"/>
                  <a:gd name="T20" fmla="*/ 0 w 10"/>
                  <a:gd name="T21" fmla="*/ 43 h 48"/>
                  <a:gd name="T22" fmla="*/ 2 w 10"/>
                  <a:gd name="T23" fmla="*/ 45 h 48"/>
                  <a:gd name="T24" fmla="*/ 3 w 10"/>
                  <a:gd name="T25" fmla="*/ 46 h 48"/>
                  <a:gd name="T26" fmla="*/ 5 w 10"/>
                  <a:gd name="T27" fmla="*/ 48 h 48"/>
                  <a:gd name="T28" fmla="*/ 7 w 10"/>
                  <a:gd name="T29" fmla="*/ 48 h 48"/>
                  <a:gd name="T30" fmla="*/ 8 w 10"/>
                  <a:gd name="T31" fmla="*/ 46 h 48"/>
                  <a:gd name="T32" fmla="*/ 10 w 10"/>
                  <a:gd name="T33" fmla="*/ 45 h 48"/>
                  <a:gd name="T34" fmla="*/ 10 w 10"/>
                  <a:gd name="T35" fmla="*/ 43 h 48"/>
                  <a:gd name="T36" fmla="*/ 10 w 10"/>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 h="48">
                    <a:moveTo>
                      <a:pt x="10" y="5"/>
                    </a:moveTo>
                    <a:lnTo>
                      <a:pt x="10" y="3"/>
                    </a:lnTo>
                    <a:lnTo>
                      <a:pt x="10" y="2"/>
                    </a:lnTo>
                    <a:lnTo>
                      <a:pt x="8" y="0"/>
                    </a:lnTo>
                    <a:lnTo>
                      <a:pt x="7" y="0"/>
                    </a:lnTo>
                    <a:lnTo>
                      <a:pt x="5" y="0"/>
                    </a:lnTo>
                    <a:lnTo>
                      <a:pt x="3" y="0"/>
                    </a:lnTo>
                    <a:lnTo>
                      <a:pt x="2" y="2"/>
                    </a:lnTo>
                    <a:lnTo>
                      <a:pt x="0" y="3"/>
                    </a:lnTo>
                    <a:lnTo>
                      <a:pt x="0" y="42"/>
                    </a:lnTo>
                    <a:lnTo>
                      <a:pt x="0" y="43"/>
                    </a:lnTo>
                    <a:lnTo>
                      <a:pt x="2" y="45"/>
                    </a:lnTo>
                    <a:lnTo>
                      <a:pt x="3" y="46"/>
                    </a:lnTo>
                    <a:lnTo>
                      <a:pt x="5" y="48"/>
                    </a:lnTo>
                    <a:lnTo>
                      <a:pt x="7" y="48"/>
                    </a:lnTo>
                    <a:lnTo>
                      <a:pt x="8" y="46"/>
                    </a:lnTo>
                    <a:lnTo>
                      <a:pt x="10" y="45"/>
                    </a:lnTo>
                    <a:lnTo>
                      <a:pt x="10" y="43"/>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6251" name="Freeform 219"/>
              <p:cNvSpPr>
                <a:spLocks/>
              </p:cNvSpPr>
              <p:nvPr/>
            </p:nvSpPr>
            <p:spPr bwMode="auto">
              <a:xfrm>
                <a:off x="1980" y="1604"/>
                <a:ext cx="10" cy="47"/>
              </a:xfrm>
              <a:custGeom>
                <a:avLst/>
                <a:gdLst>
                  <a:gd name="T0" fmla="*/ 10 w 10"/>
                  <a:gd name="T1" fmla="*/ 5 h 48"/>
                  <a:gd name="T2" fmla="*/ 10 w 10"/>
                  <a:gd name="T3" fmla="*/ 3 h 48"/>
                  <a:gd name="T4" fmla="*/ 10 w 10"/>
                  <a:gd name="T5" fmla="*/ 2 h 48"/>
                  <a:gd name="T6" fmla="*/ 8 w 10"/>
                  <a:gd name="T7" fmla="*/ 0 h 48"/>
                  <a:gd name="T8" fmla="*/ 7 w 10"/>
                  <a:gd name="T9" fmla="*/ 0 h 48"/>
                  <a:gd name="T10" fmla="*/ 5 w 10"/>
                  <a:gd name="T11" fmla="*/ 0 h 48"/>
                  <a:gd name="T12" fmla="*/ 3 w 10"/>
                  <a:gd name="T13" fmla="*/ 0 h 48"/>
                  <a:gd name="T14" fmla="*/ 2 w 10"/>
                  <a:gd name="T15" fmla="*/ 2 h 48"/>
                  <a:gd name="T16" fmla="*/ 0 w 10"/>
                  <a:gd name="T17" fmla="*/ 3 h 48"/>
                  <a:gd name="T18" fmla="*/ 0 w 10"/>
                  <a:gd name="T19" fmla="*/ 42 h 48"/>
                  <a:gd name="T20" fmla="*/ 0 w 10"/>
                  <a:gd name="T21" fmla="*/ 43 h 48"/>
                  <a:gd name="T22" fmla="*/ 2 w 10"/>
                  <a:gd name="T23" fmla="*/ 45 h 48"/>
                  <a:gd name="T24" fmla="*/ 3 w 10"/>
                  <a:gd name="T25" fmla="*/ 47 h 48"/>
                  <a:gd name="T26" fmla="*/ 5 w 10"/>
                  <a:gd name="T27" fmla="*/ 48 h 48"/>
                  <a:gd name="T28" fmla="*/ 7 w 10"/>
                  <a:gd name="T29" fmla="*/ 48 h 48"/>
                  <a:gd name="T30" fmla="*/ 8 w 10"/>
                  <a:gd name="T31" fmla="*/ 47 h 48"/>
                  <a:gd name="T32" fmla="*/ 10 w 10"/>
                  <a:gd name="T33" fmla="*/ 45 h 48"/>
                  <a:gd name="T34" fmla="*/ 10 w 10"/>
                  <a:gd name="T35" fmla="*/ 43 h 48"/>
                  <a:gd name="T36" fmla="*/ 10 w 10"/>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 h="48">
                    <a:moveTo>
                      <a:pt x="10" y="5"/>
                    </a:moveTo>
                    <a:lnTo>
                      <a:pt x="10" y="3"/>
                    </a:lnTo>
                    <a:lnTo>
                      <a:pt x="10" y="2"/>
                    </a:lnTo>
                    <a:lnTo>
                      <a:pt x="8" y="0"/>
                    </a:lnTo>
                    <a:lnTo>
                      <a:pt x="7" y="0"/>
                    </a:lnTo>
                    <a:lnTo>
                      <a:pt x="5" y="0"/>
                    </a:lnTo>
                    <a:lnTo>
                      <a:pt x="3" y="0"/>
                    </a:lnTo>
                    <a:lnTo>
                      <a:pt x="2" y="2"/>
                    </a:lnTo>
                    <a:lnTo>
                      <a:pt x="0" y="3"/>
                    </a:lnTo>
                    <a:lnTo>
                      <a:pt x="0" y="42"/>
                    </a:lnTo>
                    <a:lnTo>
                      <a:pt x="0" y="43"/>
                    </a:lnTo>
                    <a:lnTo>
                      <a:pt x="2" y="45"/>
                    </a:lnTo>
                    <a:lnTo>
                      <a:pt x="3" y="47"/>
                    </a:lnTo>
                    <a:lnTo>
                      <a:pt x="5" y="48"/>
                    </a:lnTo>
                    <a:lnTo>
                      <a:pt x="7" y="48"/>
                    </a:lnTo>
                    <a:lnTo>
                      <a:pt x="8" y="47"/>
                    </a:lnTo>
                    <a:lnTo>
                      <a:pt x="10" y="45"/>
                    </a:lnTo>
                    <a:lnTo>
                      <a:pt x="10" y="43"/>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6252" name="Freeform 220"/>
              <p:cNvSpPr>
                <a:spLocks/>
              </p:cNvSpPr>
              <p:nvPr/>
            </p:nvSpPr>
            <p:spPr bwMode="auto">
              <a:xfrm>
                <a:off x="1980" y="1671"/>
                <a:ext cx="10" cy="47"/>
              </a:xfrm>
              <a:custGeom>
                <a:avLst/>
                <a:gdLst>
                  <a:gd name="T0" fmla="*/ 10 w 10"/>
                  <a:gd name="T1" fmla="*/ 5 h 48"/>
                  <a:gd name="T2" fmla="*/ 10 w 10"/>
                  <a:gd name="T3" fmla="*/ 4 h 48"/>
                  <a:gd name="T4" fmla="*/ 10 w 10"/>
                  <a:gd name="T5" fmla="*/ 2 h 48"/>
                  <a:gd name="T6" fmla="*/ 8 w 10"/>
                  <a:gd name="T7" fmla="*/ 0 h 48"/>
                  <a:gd name="T8" fmla="*/ 7 w 10"/>
                  <a:gd name="T9" fmla="*/ 0 h 48"/>
                  <a:gd name="T10" fmla="*/ 5 w 10"/>
                  <a:gd name="T11" fmla="*/ 0 h 48"/>
                  <a:gd name="T12" fmla="*/ 3 w 10"/>
                  <a:gd name="T13" fmla="*/ 0 h 48"/>
                  <a:gd name="T14" fmla="*/ 2 w 10"/>
                  <a:gd name="T15" fmla="*/ 2 h 48"/>
                  <a:gd name="T16" fmla="*/ 0 w 10"/>
                  <a:gd name="T17" fmla="*/ 4 h 48"/>
                  <a:gd name="T18" fmla="*/ 0 w 10"/>
                  <a:gd name="T19" fmla="*/ 42 h 48"/>
                  <a:gd name="T20" fmla="*/ 0 w 10"/>
                  <a:gd name="T21" fmla="*/ 44 h 48"/>
                  <a:gd name="T22" fmla="*/ 2 w 10"/>
                  <a:gd name="T23" fmla="*/ 45 h 48"/>
                  <a:gd name="T24" fmla="*/ 3 w 10"/>
                  <a:gd name="T25" fmla="*/ 47 h 48"/>
                  <a:gd name="T26" fmla="*/ 5 w 10"/>
                  <a:gd name="T27" fmla="*/ 48 h 48"/>
                  <a:gd name="T28" fmla="*/ 7 w 10"/>
                  <a:gd name="T29" fmla="*/ 48 h 48"/>
                  <a:gd name="T30" fmla="*/ 8 w 10"/>
                  <a:gd name="T31" fmla="*/ 47 h 48"/>
                  <a:gd name="T32" fmla="*/ 10 w 10"/>
                  <a:gd name="T33" fmla="*/ 45 h 48"/>
                  <a:gd name="T34" fmla="*/ 10 w 10"/>
                  <a:gd name="T35" fmla="*/ 44 h 48"/>
                  <a:gd name="T36" fmla="*/ 10 w 10"/>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 h="48">
                    <a:moveTo>
                      <a:pt x="10" y="5"/>
                    </a:moveTo>
                    <a:lnTo>
                      <a:pt x="10" y="4"/>
                    </a:lnTo>
                    <a:lnTo>
                      <a:pt x="10" y="2"/>
                    </a:lnTo>
                    <a:lnTo>
                      <a:pt x="8" y="0"/>
                    </a:lnTo>
                    <a:lnTo>
                      <a:pt x="7" y="0"/>
                    </a:lnTo>
                    <a:lnTo>
                      <a:pt x="5" y="0"/>
                    </a:lnTo>
                    <a:lnTo>
                      <a:pt x="3" y="0"/>
                    </a:lnTo>
                    <a:lnTo>
                      <a:pt x="2" y="2"/>
                    </a:lnTo>
                    <a:lnTo>
                      <a:pt x="0" y="4"/>
                    </a:lnTo>
                    <a:lnTo>
                      <a:pt x="0" y="42"/>
                    </a:lnTo>
                    <a:lnTo>
                      <a:pt x="0" y="44"/>
                    </a:lnTo>
                    <a:lnTo>
                      <a:pt x="2" y="45"/>
                    </a:lnTo>
                    <a:lnTo>
                      <a:pt x="3" y="47"/>
                    </a:lnTo>
                    <a:lnTo>
                      <a:pt x="5" y="48"/>
                    </a:lnTo>
                    <a:lnTo>
                      <a:pt x="7" y="48"/>
                    </a:lnTo>
                    <a:lnTo>
                      <a:pt x="8" y="47"/>
                    </a:lnTo>
                    <a:lnTo>
                      <a:pt x="10" y="45"/>
                    </a:lnTo>
                    <a:lnTo>
                      <a:pt x="10" y="44"/>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6253" name="Freeform 221"/>
              <p:cNvSpPr>
                <a:spLocks/>
              </p:cNvSpPr>
              <p:nvPr/>
            </p:nvSpPr>
            <p:spPr bwMode="auto">
              <a:xfrm>
                <a:off x="1980" y="1738"/>
                <a:ext cx="10" cy="48"/>
              </a:xfrm>
              <a:custGeom>
                <a:avLst/>
                <a:gdLst>
                  <a:gd name="T0" fmla="*/ 10 w 10"/>
                  <a:gd name="T1" fmla="*/ 5 h 48"/>
                  <a:gd name="T2" fmla="*/ 10 w 10"/>
                  <a:gd name="T3" fmla="*/ 4 h 48"/>
                  <a:gd name="T4" fmla="*/ 10 w 10"/>
                  <a:gd name="T5" fmla="*/ 2 h 48"/>
                  <a:gd name="T6" fmla="*/ 8 w 10"/>
                  <a:gd name="T7" fmla="*/ 0 h 48"/>
                  <a:gd name="T8" fmla="*/ 7 w 10"/>
                  <a:gd name="T9" fmla="*/ 0 h 48"/>
                  <a:gd name="T10" fmla="*/ 5 w 10"/>
                  <a:gd name="T11" fmla="*/ 0 h 48"/>
                  <a:gd name="T12" fmla="*/ 3 w 10"/>
                  <a:gd name="T13" fmla="*/ 0 h 48"/>
                  <a:gd name="T14" fmla="*/ 2 w 10"/>
                  <a:gd name="T15" fmla="*/ 2 h 48"/>
                  <a:gd name="T16" fmla="*/ 0 w 10"/>
                  <a:gd name="T17" fmla="*/ 4 h 48"/>
                  <a:gd name="T18" fmla="*/ 0 w 10"/>
                  <a:gd name="T19" fmla="*/ 42 h 48"/>
                  <a:gd name="T20" fmla="*/ 0 w 10"/>
                  <a:gd name="T21" fmla="*/ 44 h 48"/>
                  <a:gd name="T22" fmla="*/ 2 w 10"/>
                  <a:gd name="T23" fmla="*/ 45 h 48"/>
                  <a:gd name="T24" fmla="*/ 3 w 10"/>
                  <a:gd name="T25" fmla="*/ 47 h 48"/>
                  <a:gd name="T26" fmla="*/ 5 w 10"/>
                  <a:gd name="T27" fmla="*/ 48 h 48"/>
                  <a:gd name="T28" fmla="*/ 7 w 10"/>
                  <a:gd name="T29" fmla="*/ 48 h 48"/>
                  <a:gd name="T30" fmla="*/ 8 w 10"/>
                  <a:gd name="T31" fmla="*/ 47 h 48"/>
                  <a:gd name="T32" fmla="*/ 10 w 10"/>
                  <a:gd name="T33" fmla="*/ 45 h 48"/>
                  <a:gd name="T34" fmla="*/ 10 w 10"/>
                  <a:gd name="T35" fmla="*/ 44 h 48"/>
                  <a:gd name="T36" fmla="*/ 10 w 10"/>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 h="48">
                    <a:moveTo>
                      <a:pt x="10" y="5"/>
                    </a:moveTo>
                    <a:lnTo>
                      <a:pt x="10" y="4"/>
                    </a:lnTo>
                    <a:lnTo>
                      <a:pt x="10" y="2"/>
                    </a:lnTo>
                    <a:lnTo>
                      <a:pt x="8" y="0"/>
                    </a:lnTo>
                    <a:lnTo>
                      <a:pt x="7" y="0"/>
                    </a:lnTo>
                    <a:lnTo>
                      <a:pt x="5" y="0"/>
                    </a:lnTo>
                    <a:lnTo>
                      <a:pt x="3" y="0"/>
                    </a:lnTo>
                    <a:lnTo>
                      <a:pt x="2" y="2"/>
                    </a:lnTo>
                    <a:lnTo>
                      <a:pt x="0" y="4"/>
                    </a:lnTo>
                    <a:lnTo>
                      <a:pt x="0" y="42"/>
                    </a:lnTo>
                    <a:lnTo>
                      <a:pt x="0" y="44"/>
                    </a:lnTo>
                    <a:lnTo>
                      <a:pt x="2" y="45"/>
                    </a:lnTo>
                    <a:lnTo>
                      <a:pt x="3" y="47"/>
                    </a:lnTo>
                    <a:lnTo>
                      <a:pt x="5" y="48"/>
                    </a:lnTo>
                    <a:lnTo>
                      <a:pt x="7" y="48"/>
                    </a:lnTo>
                    <a:lnTo>
                      <a:pt x="8" y="47"/>
                    </a:lnTo>
                    <a:lnTo>
                      <a:pt x="10" y="45"/>
                    </a:lnTo>
                    <a:lnTo>
                      <a:pt x="10" y="44"/>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6254" name="Freeform 222"/>
              <p:cNvSpPr>
                <a:spLocks/>
              </p:cNvSpPr>
              <p:nvPr/>
            </p:nvSpPr>
            <p:spPr bwMode="auto">
              <a:xfrm>
                <a:off x="1980" y="1806"/>
                <a:ext cx="10" cy="47"/>
              </a:xfrm>
              <a:custGeom>
                <a:avLst/>
                <a:gdLst>
                  <a:gd name="T0" fmla="*/ 10 w 10"/>
                  <a:gd name="T1" fmla="*/ 4 h 48"/>
                  <a:gd name="T2" fmla="*/ 10 w 10"/>
                  <a:gd name="T3" fmla="*/ 3 h 48"/>
                  <a:gd name="T4" fmla="*/ 10 w 10"/>
                  <a:gd name="T5" fmla="*/ 1 h 48"/>
                  <a:gd name="T6" fmla="*/ 8 w 10"/>
                  <a:gd name="T7" fmla="*/ 0 h 48"/>
                  <a:gd name="T8" fmla="*/ 7 w 10"/>
                  <a:gd name="T9" fmla="*/ 0 h 48"/>
                  <a:gd name="T10" fmla="*/ 5 w 10"/>
                  <a:gd name="T11" fmla="*/ 0 h 48"/>
                  <a:gd name="T12" fmla="*/ 3 w 10"/>
                  <a:gd name="T13" fmla="*/ 0 h 48"/>
                  <a:gd name="T14" fmla="*/ 2 w 10"/>
                  <a:gd name="T15" fmla="*/ 1 h 48"/>
                  <a:gd name="T16" fmla="*/ 0 w 10"/>
                  <a:gd name="T17" fmla="*/ 3 h 48"/>
                  <a:gd name="T18" fmla="*/ 0 w 10"/>
                  <a:gd name="T19" fmla="*/ 41 h 48"/>
                  <a:gd name="T20" fmla="*/ 0 w 10"/>
                  <a:gd name="T21" fmla="*/ 43 h 48"/>
                  <a:gd name="T22" fmla="*/ 2 w 10"/>
                  <a:gd name="T23" fmla="*/ 44 h 48"/>
                  <a:gd name="T24" fmla="*/ 3 w 10"/>
                  <a:gd name="T25" fmla="*/ 46 h 48"/>
                  <a:gd name="T26" fmla="*/ 5 w 10"/>
                  <a:gd name="T27" fmla="*/ 48 h 48"/>
                  <a:gd name="T28" fmla="*/ 7 w 10"/>
                  <a:gd name="T29" fmla="*/ 48 h 48"/>
                  <a:gd name="T30" fmla="*/ 8 w 10"/>
                  <a:gd name="T31" fmla="*/ 46 h 48"/>
                  <a:gd name="T32" fmla="*/ 10 w 10"/>
                  <a:gd name="T33" fmla="*/ 44 h 48"/>
                  <a:gd name="T34" fmla="*/ 10 w 10"/>
                  <a:gd name="T35" fmla="*/ 43 h 48"/>
                  <a:gd name="T36" fmla="*/ 10 w 10"/>
                  <a:gd name="T37"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 h="48">
                    <a:moveTo>
                      <a:pt x="10" y="4"/>
                    </a:moveTo>
                    <a:lnTo>
                      <a:pt x="10" y="3"/>
                    </a:lnTo>
                    <a:lnTo>
                      <a:pt x="10" y="1"/>
                    </a:lnTo>
                    <a:lnTo>
                      <a:pt x="8" y="0"/>
                    </a:lnTo>
                    <a:lnTo>
                      <a:pt x="7" y="0"/>
                    </a:lnTo>
                    <a:lnTo>
                      <a:pt x="5" y="0"/>
                    </a:lnTo>
                    <a:lnTo>
                      <a:pt x="3" y="0"/>
                    </a:lnTo>
                    <a:lnTo>
                      <a:pt x="2" y="1"/>
                    </a:lnTo>
                    <a:lnTo>
                      <a:pt x="0" y="3"/>
                    </a:lnTo>
                    <a:lnTo>
                      <a:pt x="0" y="41"/>
                    </a:lnTo>
                    <a:lnTo>
                      <a:pt x="0" y="43"/>
                    </a:lnTo>
                    <a:lnTo>
                      <a:pt x="2" y="44"/>
                    </a:lnTo>
                    <a:lnTo>
                      <a:pt x="3" y="46"/>
                    </a:lnTo>
                    <a:lnTo>
                      <a:pt x="5" y="48"/>
                    </a:lnTo>
                    <a:lnTo>
                      <a:pt x="7" y="48"/>
                    </a:lnTo>
                    <a:lnTo>
                      <a:pt x="8" y="46"/>
                    </a:lnTo>
                    <a:lnTo>
                      <a:pt x="10" y="44"/>
                    </a:lnTo>
                    <a:lnTo>
                      <a:pt x="10" y="43"/>
                    </a:lnTo>
                    <a:lnTo>
                      <a:pt x="1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6255" name="Freeform 223"/>
              <p:cNvSpPr>
                <a:spLocks/>
              </p:cNvSpPr>
              <p:nvPr/>
            </p:nvSpPr>
            <p:spPr bwMode="auto">
              <a:xfrm>
                <a:off x="1980" y="1873"/>
                <a:ext cx="10" cy="47"/>
              </a:xfrm>
              <a:custGeom>
                <a:avLst/>
                <a:gdLst>
                  <a:gd name="T0" fmla="*/ 10 w 10"/>
                  <a:gd name="T1" fmla="*/ 5 h 48"/>
                  <a:gd name="T2" fmla="*/ 10 w 10"/>
                  <a:gd name="T3" fmla="*/ 3 h 48"/>
                  <a:gd name="T4" fmla="*/ 10 w 10"/>
                  <a:gd name="T5" fmla="*/ 1 h 48"/>
                  <a:gd name="T6" fmla="*/ 8 w 10"/>
                  <a:gd name="T7" fmla="*/ 0 h 48"/>
                  <a:gd name="T8" fmla="*/ 7 w 10"/>
                  <a:gd name="T9" fmla="*/ 0 h 48"/>
                  <a:gd name="T10" fmla="*/ 5 w 10"/>
                  <a:gd name="T11" fmla="*/ 0 h 48"/>
                  <a:gd name="T12" fmla="*/ 3 w 10"/>
                  <a:gd name="T13" fmla="*/ 0 h 48"/>
                  <a:gd name="T14" fmla="*/ 2 w 10"/>
                  <a:gd name="T15" fmla="*/ 1 h 48"/>
                  <a:gd name="T16" fmla="*/ 0 w 10"/>
                  <a:gd name="T17" fmla="*/ 3 h 48"/>
                  <a:gd name="T18" fmla="*/ 0 w 10"/>
                  <a:gd name="T19" fmla="*/ 41 h 48"/>
                  <a:gd name="T20" fmla="*/ 0 w 10"/>
                  <a:gd name="T21" fmla="*/ 43 h 48"/>
                  <a:gd name="T22" fmla="*/ 2 w 10"/>
                  <a:gd name="T23" fmla="*/ 45 h 48"/>
                  <a:gd name="T24" fmla="*/ 3 w 10"/>
                  <a:gd name="T25" fmla="*/ 46 h 48"/>
                  <a:gd name="T26" fmla="*/ 5 w 10"/>
                  <a:gd name="T27" fmla="*/ 48 h 48"/>
                  <a:gd name="T28" fmla="*/ 7 w 10"/>
                  <a:gd name="T29" fmla="*/ 48 h 48"/>
                  <a:gd name="T30" fmla="*/ 8 w 10"/>
                  <a:gd name="T31" fmla="*/ 46 h 48"/>
                  <a:gd name="T32" fmla="*/ 10 w 10"/>
                  <a:gd name="T33" fmla="*/ 45 h 48"/>
                  <a:gd name="T34" fmla="*/ 10 w 10"/>
                  <a:gd name="T35" fmla="*/ 43 h 48"/>
                  <a:gd name="T36" fmla="*/ 10 w 10"/>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 h="48">
                    <a:moveTo>
                      <a:pt x="10" y="5"/>
                    </a:moveTo>
                    <a:lnTo>
                      <a:pt x="10" y="3"/>
                    </a:lnTo>
                    <a:lnTo>
                      <a:pt x="10" y="1"/>
                    </a:lnTo>
                    <a:lnTo>
                      <a:pt x="8" y="0"/>
                    </a:lnTo>
                    <a:lnTo>
                      <a:pt x="7" y="0"/>
                    </a:lnTo>
                    <a:lnTo>
                      <a:pt x="5" y="0"/>
                    </a:lnTo>
                    <a:lnTo>
                      <a:pt x="3" y="0"/>
                    </a:lnTo>
                    <a:lnTo>
                      <a:pt x="2" y="1"/>
                    </a:lnTo>
                    <a:lnTo>
                      <a:pt x="0" y="3"/>
                    </a:lnTo>
                    <a:lnTo>
                      <a:pt x="0" y="41"/>
                    </a:lnTo>
                    <a:lnTo>
                      <a:pt x="0" y="43"/>
                    </a:lnTo>
                    <a:lnTo>
                      <a:pt x="2" y="45"/>
                    </a:lnTo>
                    <a:lnTo>
                      <a:pt x="3" y="46"/>
                    </a:lnTo>
                    <a:lnTo>
                      <a:pt x="5" y="48"/>
                    </a:lnTo>
                    <a:lnTo>
                      <a:pt x="7" y="48"/>
                    </a:lnTo>
                    <a:lnTo>
                      <a:pt x="8" y="46"/>
                    </a:lnTo>
                    <a:lnTo>
                      <a:pt x="10" y="45"/>
                    </a:lnTo>
                    <a:lnTo>
                      <a:pt x="10" y="43"/>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6256" name="Freeform 224"/>
              <p:cNvSpPr>
                <a:spLocks/>
              </p:cNvSpPr>
              <p:nvPr/>
            </p:nvSpPr>
            <p:spPr bwMode="auto">
              <a:xfrm>
                <a:off x="1980" y="1940"/>
                <a:ext cx="10" cy="48"/>
              </a:xfrm>
              <a:custGeom>
                <a:avLst/>
                <a:gdLst>
                  <a:gd name="T0" fmla="*/ 10 w 10"/>
                  <a:gd name="T1" fmla="*/ 5 h 48"/>
                  <a:gd name="T2" fmla="*/ 10 w 10"/>
                  <a:gd name="T3" fmla="*/ 3 h 48"/>
                  <a:gd name="T4" fmla="*/ 10 w 10"/>
                  <a:gd name="T5" fmla="*/ 2 h 48"/>
                  <a:gd name="T6" fmla="*/ 8 w 10"/>
                  <a:gd name="T7" fmla="*/ 0 h 48"/>
                  <a:gd name="T8" fmla="*/ 7 w 10"/>
                  <a:gd name="T9" fmla="*/ 0 h 48"/>
                  <a:gd name="T10" fmla="*/ 5 w 10"/>
                  <a:gd name="T11" fmla="*/ 0 h 48"/>
                  <a:gd name="T12" fmla="*/ 3 w 10"/>
                  <a:gd name="T13" fmla="*/ 0 h 48"/>
                  <a:gd name="T14" fmla="*/ 2 w 10"/>
                  <a:gd name="T15" fmla="*/ 2 h 48"/>
                  <a:gd name="T16" fmla="*/ 0 w 10"/>
                  <a:gd name="T17" fmla="*/ 3 h 48"/>
                  <a:gd name="T18" fmla="*/ 0 w 10"/>
                  <a:gd name="T19" fmla="*/ 42 h 48"/>
                  <a:gd name="T20" fmla="*/ 0 w 10"/>
                  <a:gd name="T21" fmla="*/ 43 h 48"/>
                  <a:gd name="T22" fmla="*/ 2 w 10"/>
                  <a:gd name="T23" fmla="*/ 45 h 48"/>
                  <a:gd name="T24" fmla="*/ 3 w 10"/>
                  <a:gd name="T25" fmla="*/ 46 h 48"/>
                  <a:gd name="T26" fmla="*/ 5 w 10"/>
                  <a:gd name="T27" fmla="*/ 48 h 48"/>
                  <a:gd name="T28" fmla="*/ 7 w 10"/>
                  <a:gd name="T29" fmla="*/ 48 h 48"/>
                  <a:gd name="T30" fmla="*/ 8 w 10"/>
                  <a:gd name="T31" fmla="*/ 46 h 48"/>
                  <a:gd name="T32" fmla="*/ 10 w 10"/>
                  <a:gd name="T33" fmla="*/ 45 h 48"/>
                  <a:gd name="T34" fmla="*/ 10 w 10"/>
                  <a:gd name="T35" fmla="*/ 43 h 48"/>
                  <a:gd name="T36" fmla="*/ 10 w 10"/>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 h="48">
                    <a:moveTo>
                      <a:pt x="10" y="5"/>
                    </a:moveTo>
                    <a:lnTo>
                      <a:pt x="10" y="3"/>
                    </a:lnTo>
                    <a:lnTo>
                      <a:pt x="10" y="2"/>
                    </a:lnTo>
                    <a:lnTo>
                      <a:pt x="8" y="0"/>
                    </a:lnTo>
                    <a:lnTo>
                      <a:pt x="7" y="0"/>
                    </a:lnTo>
                    <a:lnTo>
                      <a:pt x="5" y="0"/>
                    </a:lnTo>
                    <a:lnTo>
                      <a:pt x="3" y="0"/>
                    </a:lnTo>
                    <a:lnTo>
                      <a:pt x="2" y="2"/>
                    </a:lnTo>
                    <a:lnTo>
                      <a:pt x="0" y="3"/>
                    </a:lnTo>
                    <a:lnTo>
                      <a:pt x="0" y="42"/>
                    </a:lnTo>
                    <a:lnTo>
                      <a:pt x="0" y="43"/>
                    </a:lnTo>
                    <a:lnTo>
                      <a:pt x="2" y="45"/>
                    </a:lnTo>
                    <a:lnTo>
                      <a:pt x="3" y="46"/>
                    </a:lnTo>
                    <a:lnTo>
                      <a:pt x="5" y="48"/>
                    </a:lnTo>
                    <a:lnTo>
                      <a:pt x="7" y="48"/>
                    </a:lnTo>
                    <a:lnTo>
                      <a:pt x="8" y="46"/>
                    </a:lnTo>
                    <a:lnTo>
                      <a:pt x="10" y="45"/>
                    </a:lnTo>
                    <a:lnTo>
                      <a:pt x="10" y="43"/>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6257" name="Freeform 225"/>
              <p:cNvSpPr>
                <a:spLocks/>
              </p:cNvSpPr>
              <p:nvPr/>
            </p:nvSpPr>
            <p:spPr bwMode="auto">
              <a:xfrm>
                <a:off x="1980" y="2007"/>
                <a:ext cx="10" cy="48"/>
              </a:xfrm>
              <a:custGeom>
                <a:avLst/>
                <a:gdLst>
                  <a:gd name="T0" fmla="*/ 10 w 10"/>
                  <a:gd name="T1" fmla="*/ 5 h 48"/>
                  <a:gd name="T2" fmla="*/ 10 w 10"/>
                  <a:gd name="T3" fmla="*/ 3 h 48"/>
                  <a:gd name="T4" fmla="*/ 10 w 10"/>
                  <a:gd name="T5" fmla="*/ 2 h 48"/>
                  <a:gd name="T6" fmla="*/ 8 w 10"/>
                  <a:gd name="T7" fmla="*/ 0 h 48"/>
                  <a:gd name="T8" fmla="*/ 7 w 10"/>
                  <a:gd name="T9" fmla="*/ 0 h 48"/>
                  <a:gd name="T10" fmla="*/ 5 w 10"/>
                  <a:gd name="T11" fmla="*/ 0 h 48"/>
                  <a:gd name="T12" fmla="*/ 3 w 10"/>
                  <a:gd name="T13" fmla="*/ 0 h 48"/>
                  <a:gd name="T14" fmla="*/ 2 w 10"/>
                  <a:gd name="T15" fmla="*/ 2 h 48"/>
                  <a:gd name="T16" fmla="*/ 0 w 10"/>
                  <a:gd name="T17" fmla="*/ 3 h 48"/>
                  <a:gd name="T18" fmla="*/ 0 w 10"/>
                  <a:gd name="T19" fmla="*/ 42 h 48"/>
                  <a:gd name="T20" fmla="*/ 0 w 10"/>
                  <a:gd name="T21" fmla="*/ 43 h 48"/>
                  <a:gd name="T22" fmla="*/ 2 w 10"/>
                  <a:gd name="T23" fmla="*/ 45 h 48"/>
                  <a:gd name="T24" fmla="*/ 3 w 10"/>
                  <a:gd name="T25" fmla="*/ 47 h 48"/>
                  <a:gd name="T26" fmla="*/ 5 w 10"/>
                  <a:gd name="T27" fmla="*/ 48 h 48"/>
                  <a:gd name="T28" fmla="*/ 7 w 10"/>
                  <a:gd name="T29" fmla="*/ 48 h 48"/>
                  <a:gd name="T30" fmla="*/ 8 w 10"/>
                  <a:gd name="T31" fmla="*/ 47 h 48"/>
                  <a:gd name="T32" fmla="*/ 10 w 10"/>
                  <a:gd name="T33" fmla="*/ 45 h 48"/>
                  <a:gd name="T34" fmla="*/ 10 w 10"/>
                  <a:gd name="T35" fmla="*/ 43 h 48"/>
                  <a:gd name="T36" fmla="*/ 10 w 10"/>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 h="48">
                    <a:moveTo>
                      <a:pt x="10" y="5"/>
                    </a:moveTo>
                    <a:lnTo>
                      <a:pt x="10" y="3"/>
                    </a:lnTo>
                    <a:lnTo>
                      <a:pt x="10" y="2"/>
                    </a:lnTo>
                    <a:lnTo>
                      <a:pt x="8" y="0"/>
                    </a:lnTo>
                    <a:lnTo>
                      <a:pt x="7" y="0"/>
                    </a:lnTo>
                    <a:lnTo>
                      <a:pt x="5" y="0"/>
                    </a:lnTo>
                    <a:lnTo>
                      <a:pt x="3" y="0"/>
                    </a:lnTo>
                    <a:lnTo>
                      <a:pt x="2" y="2"/>
                    </a:lnTo>
                    <a:lnTo>
                      <a:pt x="0" y="3"/>
                    </a:lnTo>
                    <a:lnTo>
                      <a:pt x="0" y="42"/>
                    </a:lnTo>
                    <a:lnTo>
                      <a:pt x="0" y="43"/>
                    </a:lnTo>
                    <a:lnTo>
                      <a:pt x="2" y="45"/>
                    </a:lnTo>
                    <a:lnTo>
                      <a:pt x="3" y="47"/>
                    </a:lnTo>
                    <a:lnTo>
                      <a:pt x="5" y="48"/>
                    </a:lnTo>
                    <a:lnTo>
                      <a:pt x="7" y="48"/>
                    </a:lnTo>
                    <a:lnTo>
                      <a:pt x="8" y="47"/>
                    </a:lnTo>
                    <a:lnTo>
                      <a:pt x="10" y="45"/>
                    </a:lnTo>
                    <a:lnTo>
                      <a:pt x="10" y="43"/>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6258" name="Freeform 226"/>
              <p:cNvSpPr>
                <a:spLocks/>
              </p:cNvSpPr>
              <p:nvPr/>
            </p:nvSpPr>
            <p:spPr bwMode="auto">
              <a:xfrm>
                <a:off x="1980" y="2074"/>
                <a:ext cx="10" cy="48"/>
              </a:xfrm>
              <a:custGeom>
                <a:avLst/>
                <a:gdLst>
                  <a:gd name="T0" fmla="*/ 10 w 10"/>
                  <a:gd name="T1" fmla="*/ 5 h 48"/>
                  <a:gd name="T2" fmla="*/ 10 w 10"/>
                  <a:gd name="T3" fmla="*/ 3 h 48"/>
                  <a:gd name="T4" fmla="*/ 10 w 10"/>
                  <a:gd name="T5" fmla="*/ 2 h 48"/>
                  <a:gd name="T6" fmla="*/ 8 w 10"/>
                  <a:gd name="T7" fmla="*/ 0 h 48"/>
                  <a:gd name="T8" fmla="*/ 7 w 10"/>
                  <a:gd name="T9" fmla="*/ 0 h 48"/>
                  <a:gd name="T10" fmla="*/ 5 w 10"/>
                  <a:gd name="T11" fmla="*/ 0 h 48"/>
                  <a:gd name="T12" fmla="*/ 3 w 10"/>
                  <a:gd name="T13" fmla="*/ 0 h 48"/>
                  <a:gd name="T14" fmla="*/ 2 w 10"/>
                  <a:gd name="T15" fmla="*/ 2 h 48"/>
                  <a:gd name="T16" fmla="*/ 0 w 10"/>
                  <a:gd name="T17" fmla="*/ 3 h 48"/>
                  <a:gd name="T18" fmla="*/ 0 w 10"/>
                  <a:gd name="T19" fmla="*/ 42 h 48"/>
                  <a:gd name="T20" fmla="*/ 0 w 10"/>
                  <a:gd name="T21" fmla="*/ 43 h 48"/>
                  <a:gd name="T22" fmla="*/ 2 w 10"/>
                  <a:gd name="T23" fmla="*/ 45 h 48"/>
                  <a:gd name="T24" fmla="*/ 3 w 10"/>
                  <a:gd name="T25" fmla="*/ 47 h 48"/>
                  <a:gd name="T26" fmla="*/ 5 w 10"/>
                  <a:gd name="T27" fmla="*/ 48 h 48"/>
                  <a:gd name="T28" fmla="*/ 7 w 10"/>
                  <a:gd name="T29" fmla="*/ 48 h 48"/>
                  <a:gd name="T30" fmla="*/ 8 w 10"/>
                  <a:gd name="T31" fmla="*/ 47 h 48"/>
                  <a:gd name="T32" fmla="*/ 10 w 10"/>
                  <a:gd name="T33" fmla="*/ 45 h 48"/>
                  <a:gd name="T34" fmla="*/ 10 w 10"/>
                  <a:gd name="T35" fmla="*/ 43 h 48"/>
                  <a:gd name="T36" fmla="*/ 10 w 10"/>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 h="48">
                    <a:moveTo>
                      <a:pt x="10" y="5"/>
                    </a:moveTo>
                    <a:lnTo>
                      <a:pt x="10" y="3"/>
                    </a:lnTo>
                    <a:lnTo>
                      <a:pt x="10" y="2"/>
                    </a:lnTo>
                    <a:lnTo>
                      <a:pt x="8" y="0"/>
                    </a:lnTo>
                    <a:lnTo>
                      <a:pt x="7" y="0"/>
                    </a:lnTo>
                    <a:lnTo>
                      <a:pt x="5" y="0"/>
                    </a:lnTo>
                    <a:lnTo>
                      <a:pt x="3" y="0"/>
                    </a:lnTo>
                    <a:lnTo>
                      <a:pt x="2" y="2"/>
                    </a:lnTo>
                    <a:lnTo>
                      <a:pt x="0" y="3"/>
                    </a:lnTo>
                    <a:lnTo>
                      <a:pt x="0" y="42"/>
                    </a:lnTo>
                    <a:lnTo>
                      <a:pt x="0" y="43"/>
                    </a:lnTo>
                    <a:lnTo>
                      <a:pt x="2" y="45"/>
                    </a:lnTo>
                    <a:lnTo>
                      <a:pt x="3" y="47"/>
                    </a:lnTo>
                    <a:lnTo>
                      <a:pt x="5" y="48"/>
                    </a:lnTo>
                    <a:lnTo>
                      <a:pt x="7" y="48"/>
                    </a:lnTo>
                    <a:lnTo>
                      <a:pt x="8" y="47"/>
                    </a:lnTo>
                    <a:lnTo>
                      <a:pt x="10" y="45"/>
                    </a:lnTo>
                    <a:lnTo>
                      <a:pt x="10" y="43"/>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51241" name="Group 230"/>
            <p:cNvGrpSpPr>
              <a:grpSpLocks/>
            </p:cNvGrpSpPr>
            <p:nvPr/>
          </p:nvGrpSpPr>
          <p:grpSpPr bwMode="auto">
            <a:xfrm>
              <a:off x="1184" y="2018"/>
              <a:ext cx="109" cy="430"/>
              <a:chOff x="822" y="1823"/>
              <a:chExt cx="65" cy="314"/>
            </a:xfrm>
          </p:grpSpPr>
          <p:sp>
            <p:nvSpPr>
              <p:cNvPr id="556260" name="Line 228"/>
              <p:cNvSpPr>
                <a:spLocks noChangeShapeType="1"/>
              </p:cNvSpPr>
              <p:nvPr/>
            </p:nvSpPr>
            <p:spPr bwMode="auto">
              <a:xfrm>
                <a:off x="854" y="1823"/>
                <a:ext cx="1" cy="16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56261" name="Freeform 229"/>
              <p:cNvSpPr>
                <a:spLocks/>
              </p:cNvSpPr>
              <p:nvPr/>
            </p:nvSpPr>
            <p:spPr bwMode="auto">
              <a:xfrm>
                <a:off x="822" y="1985"/>
                <a:ext cx="65" cy="152"/>
              </a:xfrm>
              <a:custGeom>
                <a:avLst/>
                <a:gdLst>
                  <a:gd name="T0" fmla="*/ 0 w 65"/>
                  <a:gd name="T1" fmla="*/ 0 h 152"/>
                  <a:gd name="T2" fmla="*/ 33 w 65"/>
                  <a:gd name="T3" fmla="*/ 152 h 152"/>
                  <a:gd name="T4" fmla="*/ 65 w 65"/>
                  <a:gd name="T5" fmla="*/ 0 h 152"/>
                  <a:gd name="T6" fmla="*/ 0 w 65"/>
                  <a:gd name="T7" fmla="*/ 0 h 152"/>
                </a:gdLst>
                <a:ahLst/>
                <a:cxnLst>
                  <a:cxn ang="0">
                    <a:pos x="T0" y="T1"/>
                  </a:cxn>
                  <a:cxn ang="0">
                    <a:pos x="T2" y="T3"/>
                  </a:cxn>
                  <a:cxn ang="0">
                    <a:pos x="T4" y="T5"/>
                  </a:cxn>
                  <a:cxn ang="0">
                    <a:pos x="T6" y="T7"/>
                  </a:cxn>
                </a:cxnLst>
                <a:rect l="0" t="0" r="r" b="b"/>
                <a:pathLst>
                  <a:path w="65" h="152">
                    <a:moveTo>
                      <a:pt x="0" y="0"/>
                    </a:moveTo>
                    <a:lnTo>
                      <a:pt x="33" y="152"/>
                    </a:lnTo>
                    <a:lnTo>
                      <a:pt x="65"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sp>
          <p:nvSpPr>
            <p:cNvPr id="556263" name="Rectangle 231"/>
            <p:cNvSpPr>
              <a:spLocks noChangeArrowheads="1"/>
            </p:cNvSpPr>
            <p:nvPr/>
          </p:nvSpPr>
          <p:spPr bwMode="auto">
            <a:xfrm>
              <a:off x="1019" y="2445"/>
              <a:ext cx="572" cy="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a:p>
          </p:txBody>
        </p:sp>
        <p:sp>
          <p:nvSpPr>
            <p:cNvPr id="556264" name="Rectangle 232"/>
            <p:cNvSpPr>
              <a:spLocks noChangeArrowheads="1"/>
            </p:cNvSpPr>
            <p:nvPr/>
          </p:nvSpPr>
          <p:spPr bwMode="auto">
            <a:xfrm>
              <a:off x="1172" y="2547"/>
              <a:ext cx="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800" b="1" i="1">
                  <a:solidFill>
                    <a:srgbClr val="000000"/>
                  </a:solidFill>
                  <a:effectLst/>
                </a:rPr>
                <a:t>x</a:t>
              </a:r>
              <a:endParaRPr lang="en-US" altLang="zh-CN" b="1">
                <a:effectLst>
                  <a:outerShdw blurRad="38100" dist="38100" dir="2700000" algn="tl">
                    <a:srgbClr val="C0C0C0"/>
                  </a:outerShdw>
                </a:effectLst>
              </a:endParaRPr>
            </a:p>
          </p:txBody>
        </p:sp>
        <p:sp>
          <p:nvSpPr>
            <p:cNvPr id="556265" name="Rectangle 233"/>
            <p:cNvSpPr>
              <a:spLocks noChangeArrowheads="1"/>
            </p:cNvSpPr>
            <p:nvPr/>
          </p:nvSpPr>
          <p:spPr bwMode="auto">
            <a:xfrm>
              <a:off x="1271" y="2632"/>
              <a:ext cx="4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200" b="1">
                  <a:solidFill>
                    <a:srgbClr val="000000"/>
                  </a:solidFill>
                  <a:effectLst/>
                </a:rPr>
                <a:t>2</a:t>
              </a:r>
              <a:endParaRPr lang="en-US" altLang="zh-CN" b="1">
                <a:effectLst>
                  <a:outerShdw blurRad="38100" dist="38100" dir="2700000" algn="tl">
                    <a:srgbClr val="C0C0C0"/>
                  </a:outerShdw>
                </a:effectLst>
              </a:endParaRPr>
            </a:p>
          </p:txBody>
        </p:sp>
        <p:sp>
          <p:nvSpPr>
            <p:cNvPr id="556266" name="Rectangle 234"/>
            <p:cNvSpPr>
              <a:spLocks noChangeArrowheads="1"/>
            </p:cNvSpPr>
            <p:nvPr/>
          </p:nvSpPr>
          <p:spPr bwMode="auto">
            <a:xfrm>
              <a:off x="1343" y="2632"/>
              <a:ext cx="2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200" b="1">
                  <a:solidFill>
                    <a:srgbClr val="000000"/>
                  </a:solidFill>
                  <a:effectLst/>
                </a:rPr>
                <a:t> </a:t>
              </a:r>
              <a:endParaRPr lang="zh-CN" altLang="en-US" b="1">
                <a:effectLst>
                  <a:outerShdw blurRad="38100" dist="38100" dir="2700000" algn="tl">
                    <a:srgbClr val="C0C0C0"/>
                  </a:outerShdw>
                </a:effectLst>
              </a:endParaRPr>
            </a:p>
          </p:txBody>
        </p:sp>
      </p:grpSp>
    </p:spTree>
  </p:cSld>
  <p:clrMapOvr>
    <a:masterClrMapping/>
  </p:clrMapOvr>
  <p:transition>
    <p:cover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灯片编号占位符 3"/>
          <p:cNvSpPr>
            <a:spLocks noGrp="1"/>
          </p:cNvSpPr>
          <p:nvPr>
            <p:ph type="sldNum" sz="quarter" idx="12"/>
          </p:nvPr>
        </p:nvSpPr>
        <p:spPr/>
        <p:txBody>
          <a:bodyPr/>
          <a:lstStyle/>
          <a:p>
            <a:pPr>
              <a:defRPr/>
            </a:pPr>
            <a:fld id="{4580BF75-CBCD-431B-A566-FF6D2EC124DC}" type="slidenum">
              <a:rPr lang="zh-CN" altLang="en-US"/>
              <a:pPr>
                <a:defRPr/>
              </a:pPr>
              <a:t>50</a:t>
            </a:fld>
            <a:endParaRPr lang="en-US" altLang="zh-CN"/>
          </a:p>
        </p:txBody>
      </p:sp>
      <p:sp>
        <p:nvSpPr>
          <p:cNvPr id="558082" name="Rectangle 2"/>
          <p:cNvSpPr>
            <a:spLocks noChangeArrowheads="1"/>
          </p:cNvSpPr>
          <p:nvPr/>
        </p:nvSpPr>
        <p:spPr bwMode="auto">
          <a:xfrm>
            <a:off x="2000250"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endParaRPr lang="zh-CN" altLang="en-US"/>
          </a:p>
        </p:txBody>
      </p:sp>
      <p:sp>
        <p:nvSpPr>
          <p:cNvPr id="52228" name="Text Box 4"/>
          <p:cNvSpPr txBox="1">
            <a:spLocks noChangeArrowheads="1"/>
          </p:cNvSpPr>
          <p:nvPr/>
        </p:nvSpPr>
        <p:spPr bwMode="auto">
          <a:xfrm>
            <a:off x="1979613" y="6021388"/>
            <a:ext cx="54864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pPr eaLnBrk="1" hangingPunct="1">
              <a:spcBef>
                <a:spcPct val="50000"/>
              </a:spcBef>
            </a:pPr>
            <a:r>
              <a:rPr kumimoji="1" lang="zh-CN" altLang="en-US" sz="3200" b="1">
                <a:solidFill>
                  <a:srgbClr val="000000"/>
                </a:solidFill>
                <a:effectLst/>
                <a:latin typeface="宋体" charset="-122"/>
                <a:ea typeface="黑体" pitchFamily="49" charset="-122"/>
              </a:rPr>
              <a:t>迭代法的几何意义</a:t>
            </a:r>
            <a:r>
              <a:rPr kumimoji="1" lang="zh-CN" altLang="en-US" sz="2400">
                <a:solidFill>
                  <a:schemeClr val="tx1"/>
                </a:solidFill>
                <a:effectLst/>
                <a:latin typeface="Tahoma" pitchFamily="34" charset="0"/>
                <a:ea typeface="宋体" charset="-122"/>
              </a:rPr>
              <a:t> </a:t>
            </a:r>
          </a:p>
        </p:txBody>
      </p:sp>
      <p:sp>
        <p:nvSpPr>
          <p:cNvPr id="558132" name="Rectangle 52"/>
          <p:cNvSpPr>
            <a:spLocks noChangeArrowheads="1"/>
          </p:cNvSpPr>
          <p:nvPr/>
        </p:nvSpPr>
        <p:spPr bwMode="auto">
          <a:xfrm>
            <a:off x="2552700" y="4589463"/>
            <a:ext cx="21145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800">
                <a:solidFill>
                  <a:srgbClr val="000000"/>
                </a:solidFill>
                <a:effectLst/>
              </a:rPr>
              <a:t>                                     </a:t>
            </a:r>
            <a:endParaRPr lang="zh-CN" altLang="en-US">
              <a:effectLst>
                <a:outerShdw blurRad="38100" dist="38100" dir="2700000" algn="tl">
                  <a:srgbClr val="C0C0C0"/>
                </a:outerShdw>
              </a:effectLst>
            </a:endParaRPr>
          </a:p>
        </p:txBody>
      </p:sp>
      <p:grpSp>
        <p:nvGrpSpPr>
          <p:cNvPr id="52230" name="Group 266"/>
          <p:cNvGrpSpPr>
            <a:grpSpLocks/>
          </p:cNvGrpSpPr>
          <p:nvPr/>
        </p:nvGrpSpPr>
        <p:grpSpPr bwMode="auto">
          <a:xfrm>
            <a:off x="1042988" y="549275"/>
            <a:ext cx="7058025" cy="4535488"/>
            <a:chOff x="3243" y="570"/>
            <a:chExt cx="2138" cy="1878"/>
          </a:xfrm>
        </p:grpSpPr>
        <p:sp>
          <p:nvSpPr>
            <p:cNvPr id="558088" name="Rectangle 8"/>
            <p:cNvSpPr>
              <a:spLocks noChangeArrowheads="1"/>
            </p:cNvSpPr>
            <p:nvPr/>
          </p:nvSpPr>
          <p:spPr bwMode="auto">
            <a:xfrm>
              <a:off x="3243" y="618"/>
              <a:ext cx="65" cy="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800" b="1" i="1">
                  <a:solidFill>
                    <a:srgbClr val="000000"/>
                  </a:solidFill>
                  <a:effectLst/>
                </a:rPr>
                <a:t>  y</a:t>
              </a:r>
              <a:endParaRPr lang="en-US" altLang="zh-CN" b="1">
                <a:effectLst>
                  <a:outerShdw blurRad="38100" dist="38100" dir="2700000" algn="tl">
                    <a:srgbClr val="C0C0C0"/>
                  </a:outerShdw>
                </a:effectLst>
              </a:endParaRPr>
            </a:p>
          </p:txBody>
        </p:sp>
        <p:sp>
          <p:nvSpPr>
            <p:cNvPr id="558089" name="Rectangle 9"/>
            <p:cNvSpPr>
              <a:spLocks noChangeArrowheads="1"/>
            </p:cNvSpPr>
            <p:nvPr/>
          </p:nvSpPr>
          <p:spPr bwMode="auto">
            <a:xfrm>
              <a:off x="5340" y="603"/>
              <a:ext cx="17" cy="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800" b="1" i="1">
                  <a:solidFill>
                    <a:srgbClr val="000000"/>
                  </a:solidFill>
                  <a:effectLst/>
                </a:rPr>
                <a:t> </a:t>
              </a:r>
              <a:endParaRPr lang="zh-CN" altLang="en-US" b="1">
                <a:effectLst>
                  <a:outerShdw blurRad="38100" dist="38100" dir="2700000" algn="tl">
                    <a:srgbClr val="C0C0C0"/>
                  </a:outerShdw>
                </a:effectLst>
              </a:endParaRPr>
            </a:p>
          </p:txBody>
        </p:sp>
        <p:sp>
          <p:nvSpPr>
            <p:cNvPr id="558099" name="Rectangle 19"/>
            <p:cNvSpPr>
              <a:spLocks noChangeArrowheads="1"/>
            </p:cNvSpPr>
            <p:nvPr/>
          </p:nvSpPr>
          <p:spPr bwMode="auto">
            <a:xfrm>
              <a:off x="4931" y="904"/>
              <a:ext cx="17" cy="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800" b="1">
                  <a:solidFill>
                    <a:srgbClr val="000000"/>
                  </a:solidFill>
                  <a:effectLst/>
                </a:rPr>
                <a:t> </a:t>
              </a:r>
              <a:endParaRPr lang="zh-CN" altLang="en-US" b="1">
                <a:effectLst>
                  <a:outerShdw blurRad="38100" dist="38100" dir="2700000" algn="tl">
                    <a:srgbClr val="C0C0C0"/>
                  </a:outerShdw>
                </a:effectLst>
              </a:endParaRPr>
            </a:p>
          </p:txBody>
        </p:sp>
        <p:grpSp>
          <p:nvGrpSpPr>
            <p:cNvPr id="52243" name="Group 120"/>
            <p:cNvGrpSpPr>
              <a:grpSpLocks/>
            </p:cNvGrpSpPr>
            <p:nvPr/>
          </p:nvGrpSpPr>
          <p:grpSpPr bwMode="auto">
            <a:xfrm>
              <a:off x="3456" y="2101"/>
              <a:ext cx="1925" cy="69"/>
              <a:chOff x="3456" y="2101"/>
              <a:chExt cx="1925" cy="69"/>
            </a:xfrm>
          </p:grpSpPr>
          <p:sp>
            <p:nvSpPr>
              <p:cNvPr id="558198" name="Line 118"/>
              <p:cNvSpPr>
                <a:spLocks noChangeShapeType="1"/>
              </p:cNvSpPr>
              <p:nvPr/>
            </p:nvSpPr>
            <p:spPr bwMode="auto">
              <a:xfrm>
                <a:off x="3456" y="2135"/>
                <a:ext cx="1784"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58199" name="Freeform 119"/>
              <p:cNvSpPr>
                <a:spLocks/>
              </p:cNvSpPr>
              <p:nvPr/>
            </p:nvSpPr>
            <p:spPr bwMode="auto">
              <a:xfrm>
                <a:off x="5237" y="2101"/>
                <a:ext cx="144" cy="69"/>
              </a:xfrm>
              <a:custGeom>
                <a:avLst/>
                <a:gdLst>
                  <a:gd name="T0" fmla="*/ 0 w 144"/>
                  <a:gd name="T1" fmla="*/ 69 h 69"/>
                  <a:gd name="T2" fmla="*/ 144 w 144"/>
                  <a:gd name="T3" fmla="*/ 36 h 69"/>
                  <a:gd name="T4" fmla="*/ 0 w 144"/>
                  <a:gd name="T5" fmla="*/ 0 h 69"/>
                  <a:gd name="T6" fmla="*/ 0 w 144"/>
                  <a:gd name="T7" fmla="*/ 69 h 69"/>
                </a:gdLst>
                <a:ahLst/>
                <a:cxnLst>
                  <a:cxn ang="0">
                    <a:pos x="T0" y="T1"/>
                  </a:cxn>
                  <a:cxn ang="0">
                    <a:pos x="T2" y="T3"/>
                  </a:cxn>
                  <a:cxn ang="0">
                    <a:pos x="T4" y="T5"/>
                  </a:cxn>
                  <a:cxn ang="0">
                    <a:pos x="T6" y="T7"/>
                  </a:cxn>
                </a:cxnLst>
                <a:rect l="0" t="0" r="r" b="b"/>
                <a:pathLst>
                  <a:path w="144" h="69">
                    <a:moveTo>
                      <a:pt x="0" y="69"/>
                    </a:moveTo>
                    <a:lnTo>
                      <a:pt x="144" y="36"/>
                    </a:lnTo>
                    <a:lnTo>
                      <a:pt x="0" y="0"/>
                    </a:lnTo>
                    <a:lnTo>
                      <a:pt x="0" y="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52244" name="Group 123"/>
            <p:cNvGrpSpPr>
              <a:grpSpLocks/>
            </p:cNvGrpSpPr>
            <p:nvPr/>
          </p:nvGrpSpPr>
          <p:grpSpPr bwMode="auto">
            <a:xfrm>
              <a:off x="3424" y="682"/>
              <a:ext cx="65" cy="1453"/>
              <a:chOff x="3424" y="682"/>
              <a:chExt cx="65" cy="1453"/>
            </a:xfrm>
          </p:grpSpPr>
          <p:sp>
            <p:nvSpPr>
              <p:cNvPr id="558201" name="Line 121"/>
              <p:cNvSpPr>
                <a:spLocks noChangeShapeType="1"/>
              </p:cNvSpPr>
              <p:nvPr/>
            </p:nvSpPr>
            <p:spPr bwMode="auto">
              <a:xfrm flipV="1">
                <a:off x="3456" y="827"/>
                <a:ext cx="1" cy="130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58202" name="Freeform 122"/>
              <p:cNvSpPr>
                <a:spLocks/>
              </p:cNvSpPr>
              <p:nvPr/>
            </p:nvSpPr>
            <p:spPr bwMode="auto">
              <a:xfrm>
                <a:off x="3424" y="682"/>
                <a:ext cx="65" cy="150"/>
              </a:xfrm>
              <a:custGeom>
                <a:avLst/>
                <a:gdLst>
                  <a:gd name="T0" fmla="*/ 65 w 65"/>
                  <a:gd name="T1" fmla="*/ 150 h 150"/>
                  <a:gd name="T2" fmla="*/ 32 w 65"/>
                  <a:gd name="T3" fmla="*/ 0 h 150"/>
                  <a:gd name="T4" fmla="*/ 0 w 65"/>
                  <a:gd name="T5" fmla="*/ 150 h 150"/>
                  <a:gd name="T6" fmla="*/ 65 w 65"/>
                  <a:gd name="T7" fmla="*/ 150 h 150"/>
                </a:gdLst>
                <a:ahLst/>
                <a:cxnLst>
                  <a:cxn ang="0">
                    <a:pos x="T0" y="T1"/>
                  </a:cxn>
                  <a:cxn ang="0">
                    <a:pos x="T2" y="T3"/>
                  </a:cxn>
                  <a:cxn ang="0">
                    <a:pos x="T4" y="T5"/>
                  </a:cxn>
                  <a:cxn ang="0">
                    <a:pos x="T6" y="T7"/>
                  </a:cxn>
                </a:cxnLst>
                <a:rect l="0" t="0" r="r" b="b"/>
                <a:pathLst>
                  <a:path w="65" h="150">
                    <a:moveTo>
                      <a:pt x="65" y="150"/>
                    </a:moveTo>
                    <a:lnTo>
                      <a:pt x="32" y="0"/>
                    </a:lnTo>
                    <a:lnTo>
                      <a:pt x="0" y="150"/>
                    </a:lnTo>
                    <a:lnTo>
                      <a:pt x="65" y="1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sp>
          <p:nvSpPr>
            <p:cNvPr id="558204" name="Freeform 124"/>
            <p:cNvSpPr>
              <a:spLocks/>
            </p:cNvSpPr>
            <p:nvPr/>
          </p:nvSpPr>
          <p:spPr bwMode="auto">
            <a:xfrm>
              <a:off x="3451" y="570"/>
              <a:ext cx="1706" cy="1570"/>
            </a:xfrm>
            <a:custGeom>
              <a:avLst/>
              <a:gdLst>
                <a:gd name="T0" fmla="*/ 0 w 1706"/>
                <a:gd name="T1" fmla="*/ 1559 h 1570"/>
                <a:gd name="T2" fmla="*/ 9 w 1706"/>
                <a:gd name="T3" fmla="*/ 1570 h 1570"/>
                <a:gd name="T4" fmla="*/ 1706 w 1706"/>
                <a:gd name="T5" fmla="*/ 12 h 1570"/>
                <a:gd name="T6" fmla="*/ 1697 w 1706"/>
                <a:gd name="T7" fmla="*/ 0 h 1570"/>
                <a:gd name="T8" fmla="*/ 0 w 1706"/>
                <a:gd name="T9" fmla="*/ 1559 h 1570"/>
              </a:gdLst>
              <a:ahLst/>
              <a:cxnLst>
                <a:cxn ang="0">
                  <a:pos x="T0" y="T1"/>
                </a:cxn>
                <a:cxn ang="0">
                  <a:pos x="T2" y="T3"/>
                </a:cxn>
                <a:cxn ang="0">
                  <a:pos x="T4" y="T5"/>
                </a:cxn>
                <a:cxn ang="0">
                  <a:pos x="T6" y="T7"/>
                </a:cxn>
                <a:cxn ang="0">
                  <a:pos x="T8" y="T9"/>
                </a:cxn>
              </a:cxnLst>
              <a:rect l="0" t="0" r="r" b="b"/>
              <a:pathLst>
                <a:path w="1706" h="1570">
                  <a:moveTo>
                    <a:pt x="0" y="1559"/>
                  </a:moveTo>
                  <a:lnTo>
                    <a:pt x="9" y="1570"/>
                  </a:lnTo>
                  <a:lnTo>
                    <a:pt x="1706" y="12"/>
                  </a:lnTo>
                  <a:lnTo>
                    <a:pt x="1697" y="0"/>
                  </a:lnTo>
                  <a:lnTo>
                    <a:pt x="0" y="155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205" name="Rectangle 125"/>
            <p:cNvSpPr>
              <a:spLocks noChangeArrowheads="1"/>
            </p:cNvSpPr>
            <p:nvPr/>
          </p:nvSpPr>
          <p:spPr bwMode="auto">
            <a:xfrm>
              <a:off x="4474" y="2135"/>
              <a:ext cx="341"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a:p>
          </p:txBody>
        </p:sp>
        <p:sp>
          <p:nvSpPr>
            <p:cNvPr id="558206" name="Rectangle 126"/>
            <p:cNvSpPr>
              <a:spLocks noChangeArrowheads="1"/>
            </p:cNvSpPr>
            <p:nvPr/>
          </p:nvSpPr>
          <p:spPr bwMode="auto">
            <a:xfrm>
              <a:off x="4658" y="2209"/>
              <a:ext cx="3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800" b="1" i="1">
                  <a:solidFill>
                    <a:srgbClr val="000000"/>
                  </a:solidFill>
                  <a:effectLst/>
                </a:rPr>
                <a:t>x</a:t>
              </a:r>
              <a:endParaRPr lang="en-US" altLang="zh-CN" b="1">
                <a:effectLst>
                  <a:outerShdw blurRad="38100" dist="38100" dir="2700000" algn="tl">
                    <a:srgbClr val="C0C0C0"/>
                  </a:outerShdw>
                </a:effectLst>
              </a:endParaRPr>
            </a:p>
          </p:txBody>
        </p:sp>
        <p:sp>
          <p:nvSpPr>
            <p:cNvPr id="558207" name="Rectangle 127"/>
            <p:cNvSpPr>
              <a:spLocks noChangeArrowheads="1"/>
            </p:cNvSpPr>
            <p:nvPr/>
          </p:nvSpPr>
          <p:spPr bwMode="auto">
            <a:xfrm>
              <a:off x="4717" y="2271"/>
              <a:ext cx="23"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200" b="1">
                  <a:solidFill>
                    <a:srgbClr val="000000"/>
                  </a:solidFill>
                  <a:effectLst/>
                </a:rPr>
                <a:t>0</a:t>
              </a:r>
              <a:endParaRPr lang="en-US" altLang="zh-CN" b="1">
                <a:effectLst>
                  <a:outerShdw blurRad="38100" dist="38100" dir="2700000" algn="tl">
                    <a:srgbClr val="C0C0C0"/>
                  </a:outerShdw>
                </a:effectLst>
              </a:endParaRPr>
            </a:p>
          </p:txBody>
        </p:sp>
        <p:sp>
          <p:nvSpPr>
            <p:cNvPr id="558208" name="Rectangle 128"/>
            <p:cNvSpPr>
              <a:spLocks noChangeArrowheads="1"/>
            </p:cNvSpPr>
            <p:nvPr/>
          </p:nvSpPr>
          <p:spPr bwMode="auto">
            <a:xfrm>
              <a:off x="4765" y="2271"/>
              <a:ext cx="12"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200" b="1">
                  <a:solidFill>
                    <a:srgbClr val="000000"/>
                  </a:solidFill>
                  <a:effectLst/>
                </a:rPr>
                <a:t> </a:t>
              </a:r>
              <a:endParaRPr lang="zh-CN" altLang="en-US" b="1">
                <a:effectLst>
                  <a:outerShdw blurRad="38100" dist="38100" dir="2700000" algn="tl">
                    <a:srgbClr val="C0C0C0"/>
                  </a:outerShdw>
                </a:effectLst>
              </a:endParaRPr>
            </a:p>
          </p:txBody>
        </p:sp>
        <p:sp>
          <p:nvSpPr>
            <p:cNvPr id="558210" name="Rectangle 130"/>
            <p:cNvSpPr>
              <a:spLocks noChangeArrowheads="1"/>
            </p:cNvSpPr>
            <p:nvPr/>
          </p:nvSpPr>
          <p:spPr bwMode="auto">
            <a:xfrm>
              <a:off x="5265" y="2205"/>
              <a:ext cx="35" cy="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800" b="1" i="1">
                  <a:solidFill>
                    <a:srgbClr val="000000"/>
                  </a:solidFill>
                  <a:effectLst/>
                </a:rPr>
                <a:t>x</a:t>
              </a:r>
              <a:endParaRPr lang="en-US" altLang="zh-CN" b="1">
                <a:effectLst>
                  <a:outerShdw blurRad="38100" dist="38100" dir="2700000" algn="tl">
                    <a:srgbClr val="C0C0C0"/>
                  </a:outerShdw>
                </a:effectLst>
              </a:endParaRPr>
            </a:p>
          </p:txBody>
        </p:sp>
        <p:grpSp>
          <p:nvGrpSpPr>
            <p:cNvPr id="52251" name="Group 137"/>
            <p:cNvGrpSpPr>
              <a:grpSpLocks/>
            </p:cNvGrpSpPr>
            <p:nvPr/>
          </p:nvGrpSpPr>
          <p:grpSpPr bwMode="auto">
            <a:xfrm>
              <a:off x="4782" y="888"/>
              <a:ext cx="65" cy="833"/>
              <a:chOff x="4782" y="888"/>
              <a:chExt cx="65" cy="833"/>
            </a:xfrm>
          </p:grpSpPr>
          <p:sp>
            <p:nvSpPr>
              <p:cNvPr id="558215" name="Line 135"/>
              <p:cNvSpPr>
                <a:spLocks noChangeShapeType="1"/>
              </p:cNvSpPr>
              <p:nvPr/>
            </p:nvSpPr>
            <p:spPr bwMode="auto">
              <a:xfrm>
                <a:off x="4813" y="888"/>
                <a:ext cx="1" cy="73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58216" name="Freeform 136"/>
              <p:cNvSpPr>
                <a:spLocks/>
              </p:cNvSpPr>
              <p:nvPr/>
            </p:nvSpPr>
            <p:spPr bwMode="auto">
              <a:xfrm>
                <a:off x="4782" y="1615"/>
                <a:ext cx="65" cy="106"/>
              </a:xfrm>
              <a:custGeom>
                <a:avLst/>
                <a:gdLst>
                  <a:gd name="T0" fmla="*/ 0 w 65"/>
                  <a:gd name="T1" fmla="*/ 0 h 106"/>
                  <a:gd name="T2" fmla="*/ 31 w 65"/>
                  <a:gd name="T3" fmla="*/ 106 h 106"/>
                  <a:gd name="T4" fmla="*/ 65 w 65"/>
                  <a:gd name="T5" fmla="*/ 0 h 106"/>
                  <a:gd name="T6" fmla="*/ 0 w 65"/>
                  <a:gd name="T7" fmla="*/ 0 h 106"/>
                </a:gdLst>
                <a:ahLst/>
                <a:cxnLst>
                  <a:cxn ang="0">
                    <a:pos x="T0" y="T1"/>
                  </a:cxn>
                  <a:cxn ang="0">
                    <a:pos x="T2" y="T3"/>
                  </a:cxn>
                  <a:cxn ang="0">
                    <a:pos x="T4" y="T5"/>
                  </a:cxn>
                  <a:cxn ang="0">
                    <a:pos x="T6" y="T7"/>
                  </a:cxn>
                </a:cxnLst>
                <a:rect l="0" t="0" r="r" b="b"/>
                <a:pathLst>
                  <a:path w="65" h="106">
                    <a:moveTo>
                      <a:pt x="0" y="0"/>
                    </a:moveTo>
                    <a:lnTo>
                      <a:pt x="31" y="106"/>
                    </a:lnTo>
                    <a:lnTo>
                      <a:pt x="65"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52252" name="Group 145"/>
            <p:cNvGrpSpPr>
              <a:grpSpLocks/>
            </p:cNvGrpSpPr>
            <p:nvPr/>
          </p:nvGrpSpPr>
          <p:grpSpPr bwMode="auto">
            <a:xfrm>
              <a:off x="4809" y="1715"/>
              <a:ext cx="9" cy="425"/>
              <a:chOff x="4809" y="1715"/>
              <a:chExt cx="9" cy="425"/>
            </a:xfrm>
          </p:grpSpPr>
          <p:sp>
            <p:nvSpPr>
              <p:cNvPr id="558218" name="Freeform 138"/>
              <p:cNvSpPr>
                <a:spLocks/>
              </p:cNvSpPr>
              <p:nvPr/>
            </p:nvSpPr>
            <p:spPr bwMode="auto">
              <a:xfrm>
                <a:off x="4809" y="1715"/>
                <a:ext cx="9" cy="47"/>
              </a:xfrm>
              <a:custGeom>
                <a:avLst/>
                <a:gdLst>
                  <a:gd name="T0" fmla="*/ 9 w 9"/>
                  <a:gd name="T1" fmla="*/ 6 h 47"/>
                  <a:gd name="T2" fmla="*/ 9 w 9"/>
                  <a:gd name="T3" fmla="*/ 4 h 47"/>
                  <a:gd name="T4" fmla="*/ 7 w 9"/>
                  <a:gd name="T5" fmla="*/ 3 h 47"/>
                  <a:gd name="T6" fmla="*/ 6 w 9"/>
                  <a:gd name="T7" fmla="*/ 1 h 47"/>
                  <a:gd name="T8" fmla="*/ 4 w 9"/>
                  <a:gd name="T9" fmla="*/ 0 h 47"/>
                  <a:gd name="T10" fmla="*/ 4 w 9"/>
                  <a:gd name="T11" fmla="*/ 0 h 47"/>
                  <a:gd name="T12" fmla="*/ 3 w 9"/>
                  <a:gd name="T13" fmla="*/ 1 h 47"/>
                  <a:gd name="T14" fmla="*/ 1 w 9"/>
                  <a:gd name="T15" fmla="*/ 3 h 47"/>
                  <a:gd name="T16" fmla="*/ 0 w 9"/>
                  <a:gd name="T17" fmla="*/ 4 h 47"/>
                  <a:gd name="T18" fmla="*/ 0 w 9"/>
                  <a:gd name="T19" fmla="*/ 41 h 47"/>
                  <a:gd name="T20" fmla="*/ 0 w 9"/>
                  <a:gd name="T21" fmla="*/ 43 h 47"/>
                  <a:gd name="T22" fmla="*/ 1 w 9"/>
                  <a:gd name="T23" fmla="*/ 44 h 47"/>
                  <a:gd name="T24" fmla="*/ 3 w 9"/>
                  <a:gd name="T25" fmla="*/ 46 h 47"/>
                  <a:gd name="T26" fmla="*/ 4 w 9"/>
                  <a:gd name="T27" fmla="*/ 47 h 47"/>
                  <a:gd name="T28" fmla="*/ 6 w 9"/>
                  <a:gd name="T29" fmla="*/ 47 h 47"/>
                  <a:gd name="T30" fmla="*/ 7 w 9"/>
                  <a:gd name="T31" fmla="*/ 46 h 47"/>
                  <a:gd name="T32" fmla="*/ 9 w 9"/>
                  <a:gd name="T33" fmla="*/ 44 h 47"/>
                  <a:gd name="T34" fmla="*/ 9 w 9"/>
                  <a:gd name="T35" fmla="*/ 43 h 47"/>
                  <a:gd name="T36" fmla="*/ 9 w 9"/>
                  <a:gd name="T37" fmla="*/ 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7">
                    <a:moveTo>
                      <a:pt x="9" y="6"/>
                    </a:moveTo>
                    <a:lnTo>
                      <a:pt x="9" y="4"/>
                    </a:lnTo>
                    <a:lnTo>
                      <a:pt x="7" y="3"/>
                    </a:lnTo>
                    <a:lnTo>
                      <a:pt x="6" y="1"/>
                    </a:lnTo>
                    <a:lnTo>
                      <a:pt x="4" y="0"/>
                    </a:lnTo>
                    <a:lnTo>
                      <a:pt x="4" y="0"/>
                    </a:lnTo>
                    <a:lnTo>
                      <a:pt x="3" y="1"/>
                    </a:lnTo>
                    <a:lnTo>
                      <a:pt x="1" y="3"/>
                    </a:lnTo>
                    <a:lnTo>
                      <a:pt x="0" y="4"/>
                    </a:lnTo>
                    <a:lnTo>
                      <a:pt x="0" y="41"/>
                    </a:lnTo>
                    <a:lnTo>
                      <a:pt x="0" y="43"/>
                    </a:lnTo>
                    <a:lnTo>
                      <a:pt x="1" y="44"/>
                    </a:lnTo>
                    <a:lnTo>
                      <a:pt x="3" y="46"/>
                    </a:lnTo>
                    <a:lnTo>
                      <a:pt x="4" y="47"/>
                    </a:lnTo>
                    <a:lnTo>
                      <a:pt x="6" y="47"/>
                    </a:lnTo>
                    <a:lnTo>
                      <a:pt x="7" y="46"/>
                    </a:lnTo>
                    <a:lnTo>
                      <a:pt x="9" y="44"/>
                    </a:lnTo>
                    <a:lnTo>
                      <a:pt x="9" y="43"/>
                    </a:ln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219" name="Freeform 139"/>
              <p:cNvSpPr>
                <a:spLocks/>
              </p:cNvSpPr>
              <p:nvPr/>
            </p:nvSpPr>
            <p:spPr bwMode="auto">
              <a:xfrm>
                <a:off x="4809" y="1782"/>
                <a:ext cx="9" cy="48"/>
              </a:xfrm>
              <a:custGeom>
                <a:avLst/>
                <a:gdLst>
                  <a:gd name="T0" fmla="*/ 9 w 9"/>
                  <a:gd name="T1" fmla="*/ 4 h 48"/>
                  <a:gd name="T2" fmla="*/ 9 w 9"/>
                  <a:gd name="T3" fmla="*/ 3 h 48"/>
                  <a:gd name="T4" fmla="*/ 9 w 9"/>
                  <a:gd name="T5" fmla="*/ 1 h 48"/>
                  <a:gd name="T6" fmla="*/ 7 w 9"/>
                  <a:gd name="T7" fmla="*/ 0 h 48"/>
                  <a:gd name="T8" fmla="*/ 6 w 9"/>
                  <a:gd name="T9" fmla="*/ 0 h 48"/>
                  <a:gd name="T10" fmla="*/ 4 w 9"/>
                  <a:gd name="T11" fmla="*/ 0 h 48"/>
                  <a:gd name="T12" fmla="*/ 3 w 9"/>
                  <a:gd name="T13" fmla="*/ 0 h 48"/>
                  <a:gd name="T14" fmla="*/ 1 w 9"/>
                  <a:gd name="T15" fmla="*/ 1 h 48"/>
                  <a:gd name="T16" fmla="*/ 0 w 9"/>
                  <a:gd name="T17" fmla="*/ 3 h 48"/>
                  <a:gd name="T18" fmla="*/ 0 w 9"/>
                  <a:gd name="T19" fmla="*/ 41 h 48"/>
                  <a:gd name="T20" fmla="*/ 0 w 9"/>
                  <a:gd name="T21" fmla="*/ 43 h 48"/>
                  <a:gd name="T22" fmla="*/ 1 w 9"/>
                  <a:gd name="T23" fmla="*/ 44 h 48"/>
                  <a:gd name="T24" fmla="*/ 3 w 9"/>
                  <a:gd name="T25" fmla="*/ 46 h 48"/>
                  <a:gd name="T26" fmla="*/ 4 w 9"/>
                  <a:gd name="T27" fmla="*/ 48 h 48"/>
                  <a:gd name="T28" fmla="*/ 6 w 9"/>
                  <a:gd name="T29" fmla="*/ 48 h 48"/>
                  <a:gd name="T30" fmla="*/ 7 w 9"/>
                  <a:gd name="T31" fmla="*/ 46 h 48"/>
                  <a:gd name="T32" fmla="*/ 9 w 9"/>
                  <a:gd name="T33" fmla="*/ 44 h 48"/>
                  <a:gd name="T34" fmla="*/ 9 w 9"/>
                  <a:gd name="T35" fmla="*/ 43 h 48"/>
                  <a:gd name="T36" fmla="*/ 9 w 9"/>
                  <a:gd name="T37"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4"/>
                    </a:moveTo>
                    <a:lnTo>
                      <a:pt x="9" y="3"/>
                    </a:lnTo>
                    <a:lnTo>
                      <a:pt x="9" y="1"/>
                    </a:lnTo>
                    <a:lnTo>
                      <a:pt x="7" y="0"/>
                    </a:lnTo>
                    <a:lnTo>
                      <a:pt x="6" y="0"/>
                    </a:lnTo>
                    <a:lnTo>
                      <a:pt x="4" y="0"/>
                    </a:lnTo>
                    <a:lnTo>
                      <a:pt x="3" y="0"/>
                    </a:lnTo>
                    <a:lnTo>
                      <a:pt x="1" y="1"/>
                    </a:lnTo>
                    <a:lnTo>
                      <a:pt x="0" y="3"/>
                    </a:lnTo>
                    <a:lnTo>
                      <a:pt x="0" y="41"/>
                    </a:lnTo>
                    <a:lnTo>
                      <a:pt x="0" y="43"/>
                    </a:lnTo>
                    <a:lnTo>
                      <a:pt x="1" y="44"/>
                    </a:lnTo>
                    <a:lnTo>
                      <a:pt x="3" y="46"/>
                    </a:lnTo>
                    <a:lnTo>
                      <a:pt x="4" y="48"/>
                    </a:lnTo>
                    <a:lnTo>
                      <a:pt x="6" y="48"/>
                    </a:lnTo>
                    <a:lnTo>
                      <a:pt x="7" y="46"/>
                    </a:lnTo>
                    <a:lnTo>
                      <a:pt x="9" y="44"/>
                    </a:lnTo>
                    <a:lnTo>
                      <a:pt x="9" y="43"/>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220" name="Freeform 140"/>
              <p:cNvSpPr>
                <a:spLocks/>
              </p:cNvSpPr>
              <p:nvPr/>
            </p:nvSpPr>
            <p:spPr bwMode="auto">
              <a:xfrm>
                <a:off x="4809" y="1849"/>
                <a:ext cx="9" cy="48"/>
              </a:xfrm>
              <a:custGeom>
                <a:avLst/>
                <a:gdLst>
                  <a:gd name="T0" fmla="*/ 9 w 9"/>
                  <a:gd name="T1" fmla="*/ 5 h 48"/>
                  <a:gd name="T2" fmla="*/ 9 w 9"/>
                  <a:gd name="T3" fmla="*/ 3 h 48"/>
                  <a:gd name="T4" fmla="*/ 9 w 9"/>
                  <a:gd name="T5" fmla="*/ 1 h 48"/>
                  <a:gd name="T6" fmla="*/ 7 w 9"/>
                  <a:gd name="T7" fmla="*/ 0 h 48"/>
                  <a:gd name="T8" fmla="*/ 6 w 9"/>
                  <a:gd name="T9" fmla="*/ 0 h 48"/>
                  <a:gd name="T10" fmla="*/ 4 w 9"/>
                  <a:gd name="T11" fmla="*/ 0 h 48"/>
                  <a:gd name="T12" fmla="*/ 3 w 9"/>
                  <a:gd name="T13" fmla="*/ 0 h 48"/>
                  <a:gd name="T14" fmla="*/ 1 w 9"/>
                  <a:gd name="T15" fmla="*/ 1 h 48"/>
                  <a:gd name="T16" fmla="*/ 0 w 9"/>
                  <a:gd name="T17" fmla="*/ 3 h 48"/>
                  <a:gd name="T18" fmla="*/ 0 w 9"/>
                  <a:gd name="T19" fmla="*/ 41 h 48"/>
                  <a:gd name="T20" fmla="*/ 0 w 9"/>
                  <a:gd name="T21" fmla="*/ 43 h 48"/>
                  <a:gd name="T22" fmla="*/ 1 w 9"/>
                  <a:gd name="T23" fmla="*/ 45 h 48"/>
                  <a:gd name="T24" fmla="*/ 3 w 9"/>
                  <a:gd name="T25" fmla="*/ 46 h 48"/>
                  <a:gd name="T26" fmla="*/ 4 w 9"/>
                  <a:gd name="T27" fmla="*/ 48 h 48"/>
                  <a:gd name="T28" fmla="*/ 6 w 9"/>
                  <a:gd name="T29" fmla="*/ 48 h 48"/>
                  <a:gd name="T30" fmla="*/ 7 w 9"/>
                  <a:gd name="T31" fmla="*/ 46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1"/>
                    </a:lnTo>
                    <a:lnTo>
                      <a:pt x="7" y="0"/>
                    </a:lnTo>
                    <a:lnTo>
                      <a:pt x="6" y="0"/>
                    </a:lnTo>
                    <a:lnTo>
                      <a:pt x="4" y="0"/>
                    </a:lnTo>
                    <a:lnTo>
                      <a:pt x="3" y="0"/>
                    </a:lnTo>
                    <a:lnTo>
                      <a:pt x="1" y="1"/>
                    </a:lnTo>
                    <a:lnTo>
                      <a:pt x="0" y="3"/>
                    </a:lnTo>
                    <a:lnTo>
                      <a:pt x="0" y="41"/>
                    </a:lnTo>
                    <a:lnTo>
                      <a:pt x="0" y="43"/>
                    </a:lnTo>
                    <a:lnTo>
                      <a:pt x="1" y="45"/>
                    </a:lnTo>
                    <a:lnTo>
                      <a:pt x="3" y="46"/>
                    </a:lnTo>
                    <a:lnTo>
                      <a:pt x="4" y="48"/>
                    </a:lnTo>
                    <a:lnTo>
                      <a:pt x="6" y="48"/>
                    </a:lnTo>
                    <a:lnTo>
                      <a:pt x="7" y="46"/>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221" name="Freeform 141"/>
              <p:cNvSpPr>
                <a:spLocks/>
              </p:cNvSpPr>
              <p:nvPr/>
            </p:nvSpPr>
            <p:spPr bwMode="auto">
              <a:xfrm>
                <a:off x="4809" y="1916"/>
                <a:ext cx="9" cy="47"/>
              </a:xfrm>
              <a:custGeom>
                <a:avLst/>
                <a:gdLst>
                  <a:gd name="T0" fmla="*/ 9 w 9"/>
                  <a:gd name="T1" fmla="*/ 5 h 48"/>
                  <a:gd name="T2" fmla="*/ 9 w 9"/>
                  <a:gd name="T3" fmla="*/ 3 h 48"/>
                  <a:gd name="T4" fmla="*/ 9 w 9"/>
                  <a:gd name="T5" fmla="*/ 2 h 48"/>
                  <a:gd name="T6" fmla="*/ 7 w 9"/>
                  <a:gd name="T7" fmla="*/ 0 h 48"/>
                  <a:gd name="T8" fmla="*/ 6 w 9"/>
                  <a:gd name="T9" fmla="*/ 0 h 48"/>
                  <a:gd name="T10" fmla="*/ 4 w 9"/>
                  <a:gd name="T11" fmla="*/ 0 h 48"/>
                  <a:gd name="T12" fmla="*/ 3 w 9"/>
                  <a:gd name="T13" fmla="*/ 0 h 48"/>
                  <a:gd name="T14" fmla="*/ 1 w 9"/>
                  <a:gd name="T15" fmla="*/ 2 h 48"/>
                  <a:gd name="T16" fmla="*/ 0 w 9"/>
                  <a:gd name="T17" fmla="*/ 3 h 48"/>
                  <a:gd name="T18" fmla="*/ 0 w 9"/>
                  <a:gd name="T19" fmla="*/ 42 h 48"/>
                  <a:gd name="T20" fmla="*/ 0 w 9"/>
                  <a:gd name="T21" fmla="*/ 43 h 48"/>
                  <a:gd name="T22" fmla="*/ 1 w 9"/>
                  <a:gd name="T23" fmla="*/ 45 h 48"/>
                  <a:gd name="T24" fmla="*/ 3 w 9"/>
                  <a:gd name="T25" fmla="*/ 46 h 48"/>
                  <a:gd name="T26" fmla="*/ 4 w 9"/>
                  <a:gd name="T27" fmla="*/ 48 h 48"/>
                  <a:gd name="T28" fmla="*/ 6 w 9"/>
                  <a:gd name="T29" fmla="*/ 48 h 48"/>
                  <a:gd name="T30" fmla="*/ 7 w 9"/>
                  <a:gd name="T31" fmla="*/ 46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2"/>
                    </a:lnTo>
                    <a:lnTo>
                      <a:pt x="7" y="0"/>
                    </a:lnTo>
                    <a:lnTo>
                      <a:pt x="6" y="0"/>
                    </a:lnTo>
                    <a:lnTo>
                      <a:pt x="4" y="0"/>
                    </a:lnTo>
                    <a:lnTo>
                      <a:pt x="3" y="0"/>
                    </a:lnTo>
                    <a:lnTo>
                      <a:pt x="1" y="2"/>
                    </a:lnTo>
                    <a:lnTo>
                      <a:pt x="0" y="3"/>
                    </a:lnTo>
                    <a:lnTo>
                      <a:pt x="0" y="42"/>
                    </a:lnTo>
                    <a:lnTo>
                      <a:pt x="0" y="43"/>
                    </a:lnTo>
                    <a:lnTo>
                      <a:pt x="1" y="45"/>
                    </a:lnTo>
                    <a:lnTo>
                      <a:pt x="3" y="46"/>
                    </a:lnTo>
                    <a:lnTo>
                      <a:pt x="4" y="48"/>
                    </a:lnTo>
                    <a:lnTo>
                      <a:pt x="6" y="48"/>
                    </a:lnTo>
                    <a:lnTo>
                      <a:pt x="7" y="46"/>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222" name="Freeform 142"/>
              <p:cNvSpPr>
                <a:spLocks/>
              </p:cNvSpPr>
              <p:nvPr/>
            </p:nvSpPr>
            <p:spPr bwMode="auto">
              <a:xfrm>
                <a:off x="4809" y="1983"/>
                <a:ext cx="9" cy="48"/>
              </a:xfrm>
              <a:custGeom>
                <a:avLst/>
                <a:gdLst>
                  <a:gd name="T0" fmla="*/ 9 w 9"/>
                  <a:gd name="T1" fmla="*/ 5 h 48"/>
                  <a:gd name="T2" fmla="*/ 9 w 9"/>
                  <a:gd name="T3" fmla="*/ 3 h 48"/>
                  <a:gd name="T4" fmla="*/ 9 w 9"/>
                  <a:gd name="T5" fmla="*/ 2 h 48"/>
                  <a:gd name="T6" fmla="*/ 7 w 9"/>
                  <a:gd name="T7" fmla="*/ 0 h 48"/>
                  <a:gd name="T8" fmla="*/ 6 w 9"/>
                  <a:gd name="T9" fmla="*/ 0 h 48"/>
                  <a:gd name="T10" fmla="*/ 4 w 9"/>
                  <a:gd name="T11" fmla="*/ 0 h 48"/>
                  <a:gd name="T12" fmla="*/ 3 w 9"/>
                  <a:gd name="T13" fmla="*/ 0 h 48"/>
                  <a:gd name="T14" fmla="*/ 1 w 9"/>
                  <a:gd name="T15" fmla="*/ 2 h 48"/>
                  <a:gd name="T16" fmla="*/ 0 w 9"/>
                  <a:gd name="T17" fmla="*/ 3 h 48"/>
                  <a:gd name="T18" fmla="*/ 0 w 9"/>
                  <a:gd name="T19" fmla="*/ 42 h 48"/>
                  <a:gd name="T20" fmla="*/ 0 w 9"/>
                  <a:gd name="T21" fmla="*/ 43 h 48"/>
                  <a:gd name="T22" fmla="*/ 1 w 9"/>
                  <a:gd name="T23" fmla="*/ 45 h 48"/>
                  <a:gd name="T24" fmla="*/ 3 w 9"/>
                  <a:gd name="T25" fmla="*/ 47 h 48"/>
                  <a:gd name="T26" fmla="*/ 4 w 9"/>
                  <a:gd name="T27" fmla="*/ 48 h 48"/>
                  <a:gd name="T28" fmla="*/ 6 w 9"/>
                  <a:gd name="T29" fmla="*/ 48 h 48"/>
                  <a:gd name="T30" fmla="*/ 7 w 9"/>
                  <a:gd name="T31" fmla="*/ 47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2"/>
                    </a:lnTo>
                    <a:lnTo>
                      <a:pt x="7" y="0"/>
                    </a:lnTo>
                    <a:lnTo>
                      <a:pt x="6" y="0"/>
                    </a:lnTo>
                    <a:lnTo>
                      <a:pt x="4" y="0"/>
                    </a:lnTo>
                    <a:lnTo>
                      <a:pt x="3" y="0"/>
                    </a:lnTo>
                    <a:lnTo>
                      <a:pt x="1" y="2"/>
                    </a:lnTo>
                    <a:lnTo>
                      <a:pt x="0" y="3"/>
                    </a:lnTo>
                    <a:lnTo>
                      <a:pt x="0" y="42"/>
                    </a:lnTo>
                    <a:lnTo>
                      <a:pt x="0" y="43"/>
                    </a:lnTo>
                    <a:lnTo>
                      <a:pt x="1" y="45"/>
                    </a:lnTo>
                    <a:lnTo>
                      <a:pt x="3" y="47"/>
                    </a:lnTo>
                    <a:lnTo>
                      <a:pt x="4" y="48"/>
                    </a:lnTo>
                    <a:lnTo>
                      <a:pt x="6" y="48"/>
                    </a:lnTo>
                    <a:lnTo>
                      <a:pt x="7" y="47"/>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223" name="Freeform 143"/>
              <p:cNvSpPr>
                <a:spLocks/>
              </p:cNvSpPr>
              <p:nvPr/>
            </p:nvSpPr>
            <p:spPr bwMode="auto">
              <a:xfrm>
                <a:off x="4809" y="2050"/>
                <a:ext cx="9" cy="48"/>
              </a:xfrm>
              <a:custGeom>
                <a:avLst/>
                <a:gdLst>
                  <a:gd name="T0" fmla="*/ 9 w 9"/>
                  <a:gd name="T1" fmla="*/ 5 h 48"/>
                  <a:gd name="T2" fmla="*/ 9 w 9"/>
                  <a:gd name="T3" fmla="*/ 4 h 48"/>
                  <a:gd name="T4" fmla="*/ 9 w 9"/>
                  <a:gd name="T5" fmla="*/ 2 h 48"/>
                  <a:gd name="T6" fmla="*/ 7 w 9"/>
                  <a:gd name="T7" fmla="*/ 0 h 48"/>
                  <a:gd name="T8" fmla="*/ 6 w 9"/>
                  <a:gd name="T9" fmla="*/ 0 h 48"/>
                  <a:gd name="T10" fmla="*/ 4 w 9"/>
                  <a:gd name="T11" fmla="*/ 0 h 48"/>
                  <a:gd name="T12" fmla="*/ 3 w 9"/>
                  <a:gd name="T13" fmla="*/ 0 h 48"/>
                  <a:gd name="T14" fmla="*/ 1 w 9"/>
                  <a:gd name="T15" fmla="*/ 2 h 48"/>
                  <a:gd name="T16" fmla="*/ 0 w 9"/>
                  <a:gd name="T17" fmla="*/ 4 h 48"/>
                  <a:gd name="T18" fmla="*/ 0 w 9"/>
                  <a:gd name="T19" fmla="*/ 42 h 48"/>
                  <a:gd name="T20" fmla="*/ 0 w 9"/>
                  <a:gd name="T21" fmla="*/ 43 h 48"/>
                  <a:gd name="T22" fmla="*/ 1 w 9"/>
                  <a:gd name="T23" fmla="*/ 45 h 48"/>
                  <a:gd name="T24" fmla="*/ 3 w 9"/>
                  <a:gd name="T25" fmla="*/ 47 h 48"/>
                  <a:gd name="T26" fmla="*/ 4 w 9"/>
                  <a:gd name="T27" fmla="*/ 48 h 48"/>
                  <a:gd name="T28" fmla="*/ 6 w 9"/>
                  <a:gd name="T29" fmla="*/ 48 h 48"/>
                  <a:gd name="T30" fmla="*/ 7 w 9"/>
                  <a:gd name="T31" fmla="*/ 47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4"/>
                    </a:lnTo>
                    <a:lnTo>
                      <a:pt x="9" y="2"/>
                    </a:lnTo>
                    <a:lnTo>
                      <a:pt x="7" y="0"/>
                    </a:lnTo>
                    <a:lnTo>
                      <a:pt x="6" y="0"/>
                    </a:lnTo>
                    <a:lnTo>
                      <a:pt x="4" y="0"/>
                    </a:lnTo>
                    <a:lnTo>
                      <a:pt x="3" y="0"/>
                    </a:lnTo>
                    <a:lnTo>
                      <a:pt x="1" y="2"/>
                    </a:lnTo>
                    <a:lnTo>
                      <a:pt x="0" y="4"/>
                    </a:lnTo>
                    <a:lnTo>
                      <a:pt x="0" y="42"/>
                    </a:lnTo>
                    <a:lnTo>
                      <a:pt x="0" y="43"/>
                    </a:lnTo>
                    <a:lnTo>
                      <a:pt x="1" y="45"/>
                    </a:lnTo>
                    <a:lnTo>
                      <a:pt x="3" y="47"/>
                    </a:lnTo>
                    <a:lnTo>
                      <a:pt x="4" y="48"/>
                    </a:lnTo>
                    <a:lnTo>
                      <a:pt x="6" y="48"/>
                    </a:lnTo>
                    <a:lnTo>
                      <a:pt x="7" y="47"/>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224" name="Freeform 144"/>
              <p:cNvSpPr>
                <a:spLocks/>
              </p:cNvSpPr>
              <p:nvPr/>
            </p:nvSpPr>
            <p:spPr bwMode="auto">
              <a:xfrm>
                <a:off x="4809" y="2117"/>
                <a:ext cx="9" cy="23"/>
              </a:xfrm>
              <a:custGeom>
                <a:avLst/>
                <a:gdLst>
                  <a:gd name="T0" fmla="*/ 9 w 9"/>
                  <a:gd name="T1" fmla="*/ 5 h 23"/>
                  <a:gd name="T2" fmla="*/ 9 w 9"/>
                  <a:gd name="T3" fmla="*/ 4 h 23"/>
                  <a:gd name="T4" fmla="*/ 9 w 9"/>
                  <a:gd name="T5" fmla="*/ 2 h 23"/>
                  <a:gd name="T6" fmla="*/ 7 w 9"/>
                  <a:gd name="T7" fmla="*/ 0 h 23"/>
                  <a:gd name="T8" fmla="*/ 6 w 9"/>
                  <a:gd name="T9" fmla="*/ 0 h 23"/>
                  <a:gd name="T10" fmla="*/ 4 w 9"/>
                  <a:gd name="T11" fmla="*/ 0 h 23"/>
                  <a:gd name="T12" fmla="*/ 3 w 9"/>
                  <a:gd name="T13" fmla="*/ 0 h 23"/>
                  <a:gd name="T14" fmla="*/ 1 w 9"/>
                  <a:gd name="T15" fmla="*/ 2 h 23"/>
                  <a:gd name="T16" fmla="*/ 0 w 9"/>
                  <a:gd name="T17" fmla="*/ 4 h 23"/>
                  <a:gd name="T18" fmla="*/ 0 w 9"/>
                  <a:gd name="T19" fmla="*/ 18 h 23"/>
                  <a:gd name="T20" fmla="*/ 0 w 9"/>
                  <a:gd name="T21" fmla="*/ 18 h 23"/>
                  <a:gd name="T22" fmla="*/ 1 w 9"/>
                  <a:gd name="T23" fmla="*/ 20 h 23"/>
                  <a:gd name="T24" fmla="*/ 3 w 9"/>
                  <a:gd name="T25" fmla="*/ 21 h 23"/>
                  <a:gd name="T26" fmla="*/ 4 w 9"/>
                  <a:gd name="T27" fmla="*/ 23 h 23"/>
                  <a:gd name="T28" fmla="*/ 4 w 9"/>
                  <a:gd name="T29" fmla="*/ 23 h 23"/>
                  <a:gd name="T30" fmla="*/ 6 w 9"/>
                  <a:gd name="T31" fmla="*/ 21 h 23"/>
                  <a:gd name="T32" fmla="*/ 7 w 9"/>
                  <a:gd name="T33" fmla="*/ 20 h 23"/>
                  <a:gd name="T34" fmla="*/ 9 w 9"/>
                  <a:gd name="T35" fmla="*/ 20 h 23"/>
                  <a:gd name="T36" fmla="*/ 9 w 9"/>
                  <a:gd name="T37" fmla="*/ 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23">
                    <a:moveTo>
                      <a:pt x="9" y="5"/>
                    </a:moveTo>
                    <a:lnTo>
                      <a:pt x="9" y="4"/>
                    </a:lnTo>
                    <a:lnTo>
                      <a:pt x="9" y="2"/>
                    </a:lnTo>
                    <a:lnTo>
                      <a:pt x="7" y="0"/>
                    </a:lnTo>
                    <a:lnTo>
                      <a:pt x="6" y="0"/>
                    </a:lnTo>
                    <a:lnTo>
                      <a:pt x="4" y="0"/>
                    </a:lnTo>
                    <a:lnTo>
                      <a:pt x="3" y="0"/>
                    </a:lnTo>
                    <a:lnTo>
                      <a:pt x="1" y="2"/>
                    </a:lnTo>
                    <a:lnTo>
                      <a:pt x="0" y="4"/>
                    </a:lnTo>
                    <a:lnTo>
                      <a:pt x="0" y="18"/>
                    </a:lnTo>
                    <a:lnTo>
                      <a:pt x="0" y="18"/>
                    </a:lnTo>
                    <a:lnTo>
                      <a:pt x="1" y="20"/>
                    </a:lnTo>
                    <a:lnTo>
                      <a:pt x="3" y="21"/>
                    </a:lnTo>
                    <a:lnTo>
                      <a:pt x="4" y="23"/>
                    </a:lnTo>
                    <a:lnTo>
                      <a:pt x="4" y="23"/>
                    </a:lnTo>
                    <a:lnTo>
                      <a:pt x="6" y="21"/>
                    </a:lnTo>
                    <a:lnTo>
                      <a:pt x="7" y="20"/>
                    </a:lnTo>
                    <a:lnTo>
                      <a:pt x="9" y="20"/>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52253" name="Group 148"/>
            <p:cNvGrpSpPr>
              <a:grpSpLocks/>
            </p:cNvGrpSpPr>
            <p:nvPr/>
          </p:nvGrpSpPr>
          <p:grpSpPr bwMode="auto">
            <a:xfrm>
              <a:off x="4103" y="889"/>
              <a:ext cx="65" cy="622"/>
              <a:chOff x="4103" y="889"/>
              <a:chExt cx="65" cy="622"/>
            </a:xfrm>
          </p:grpSpPr>
          <p:sp>
            <p:nvSpPr>
              <p:cNvPr id="558226" name="Line 146"/>
              <p:cNvSpPr>
                <a:spLocks noChangeShapeType="1"/>
              </p:cNvSpPr>
              <p:nvPr/>
            </p:nvSpPr>
            <p:spPr bwMode="auto">
              <a:xfrm flipV="1">
                <a:off x="4135" y="989"/>
                <a:ext cx="1" cy="52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58227" name="Freeform 147"/>
              <p:cNvSpPr>
                <a:spLocks/>
              </p:cNvSpPr>
              <p:nvPr/>
            </p:nvSpPr>
            <p:spPr bwMode="auto">
              <a:xfrm>
                <a:off x="4103" y="889"/>
                <a:ext cx="65" cy="104"/>
              </a:xfrm>
              <a:custGeom>
                <a:avLst/>
                <a:gdLst>
                  <a:gd name="T0" fmla="*/ 65 w 65"/>
                  <a:gd name="T1" fmla="*/ 104 h 104"/>
                  <a:gd name="T2" fmla="*/ 32 w 65"/>
                  <a:gd name="T3" fmla="*/ 0 h 104"/>
                  <a:gd name="T4" fmla="*/ 0 w 65"/>
                  <a:gd name="T5" fmla="*/ 104 h 104"/>
                  <a:gd name="T6" fmla="*/ 65 w 65"/>
                  <a:gd name="T7" fmla="*/ 104 h 104"/>
                </a:gdLst>
                <a:ahLst/>
                <a:cxnLst>
                  <a:cxn ang="0">
                    <a:pos x="T0" y="T1"/>
                  </a:cxn>
                  <a:cxn ang="0">
                    <a:pos x="T2" y="T3"/>
                  </a:cxn>
                  <a:cxn ang="0">
                    <a:pos x="T4" y="T5"/>
                  </a:cxn>
                  <a:cxn ang="0">
                    <a:pos x="T6" y="T7"/>
                  </a:cxn>
                </a:cxnLst>
                <a:rect l="0" t="0" r="r" b="b"/>
                <a:pathLst>
                  <a:path w="65" h="104">
                    <a:moveTo>
                      <a:pt x="65" y="104"/>
                    </a:moveTo>
                    <a:lnTo>
                      <a:pt x="32" y="0"/>
                    </a:lnTo>
                    <a:lnTo>
                      <a:pt x="0" y="104"/>
                    </a:lnTo>
                    <a:lnTo>
                      <a:pt x="65" y="1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52254" name="Group 151"/>
            <p:cNvGrpSpPr>
              <a:grpSpLocks/>
            </p:cNvGrpSpPr>
            <p:nvPr/>
          </p:nvGrpSpPr>
          <p:grpSpPr bwMode="auto">
            <a:xfrm>
              <a:off x="4135" y="854"/>
              <a:ext cx="678" cy="69"/>
              <a:chOff x="4135" y="854"/>
              <a:chExt cx="678" cy="69"/>
            </a:xfrm>
          </p:grpSpPr>
          <p:sp>
            <p:nvSpPr>
              <p:cNvPr id="558229" name="Line 149"/>
              <p:cNvSpPr>
                <a:spLocks noChangeShapeType="1"/>
              </p:cNvSpPr>
              <p:nvPr/>
            </p:nvSpPr>
            <p:spPr bwMode="auto">
              <a:xfrm>
                <a:off x="4135" y="888"/>
                <a:ext cx="58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58230" name="Freeform 150"/>
              <p:cNvSpPr>
                <a:spLocks/>
              </p:cNvSpPr>
              <p:nvPr/>
            </p:nvSpPr>
            <p:spPr bwMode="auto">
              <a:xfrm>
                <a:off x="4715" y="854"/>
                <a:ext cx="98" cy="69"/>
              </a:xfrm>
              <a:custGeom>
                <a:avLst/>
                <a:gdLst>
                  <a:gd name="T0" fmla="*/ 0 w 98"/>
                  <a:gd name="T1" fmla="*/ 69 h 69"/>
                  <a:gd name="T2" fmla="*/ 98 w 98"/>
                  <a:gd name="T3" fmla="*/ 35 h 69"/>
                  <a:gd name="T4" fmla="*/ 0 w 98"/>
                  <a:gd name="T5" fmla="*/ 0 h 69"/>
                  <a:gd name="T6" fmla="*/ 0 w 98"/>
                  <a:gd name="T7" fmla="*/ 69 h 69"/>
                </a:gdLst>
                <a:ahLst/>
                <a:cxnLst>
                  <a:cxn ang="0">
                    <a:pos x="T0" y="T1"/>
                  </a:cxn>
                  <a:cxn ang="0">
                    <a:pos x="T2" y="T3"/>
                  </a:cxn>
                  <a:cxn ang="0">
                    <a:pos x="T4" y="T5"/>
                  </a:cxn>
                  <a:cxn ang="0">
                    <a:pos x="T6" y="T7"/>
                  </a:cxn>
                </a:cxnLst>
                <a:rect l="0" t="0" r="r" b="b"/>
                <a:pathLst>
                  <a:path w="98" h="69">
                    <a:moveTo>
                      <a:pt x="0" y="69"/>
                    </a:moveTo>
                    <a:lnTo>
                      <a:pt x="98" y="35"/>
                    </a:lnTo>
                    <a:lnTo>
                      <a:pt x="0" y="0"/>
                    </a:lnTo>
                    <a:lnTo>
                      <a:pt x="0" y="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52255" name="Group 162"/>
            <p:cNvGrpSpPr>
              <a:grpSpLocks/>
            </p:cNvGrpSpPr>
            <p:nvPr/>
          </p:nvGrpSpPr>
          <p:grpSpPr bwMode="auto">
            <a:xfrm>
              <a:off x="4696" y="1507"/>
              <a:ext cx="9" cy="633"/>
              <a:chOff x="4696" y="1507"/>
              <a:chExt cx="9" cy="633"/>
            </a:xfrm>
          </p:grpSpPr>
          <p:sp>
            <p:nvSpPr>
              <p:cNvPr id="558232" name="Freeform 152"/>
              <p:cNvSpPr>
                <a:spLocks/>
              </p:cNvSpPr>
              <p:nvPr/>
            </p:nvSpPr>
            <p:spPr bwMode="auto">
              <a:xfrm>
                <a:off x="4696" y="1507"/>
                <a:ext cx="9" cy="48"/>
              </a:xfrm>
              <a:custGeom>
                <a:avLst/>
                <a:gdLst>
                  <a:gd name="T0" fmla="*/ 9 w 9"/>
                  <a:gd name="T1" fmla="*/ 6 h 48"/>
                  <a:gd name="T2" fmla="*/ 9 w 9"/>
                  <a:gd name="T3" fmla="*/ 4 h 48"/>
                  <a:gd name="T4" fmla="*/ 7 w 9"/>
                  <a:gd name="T5" fmla="*/ 3 h 48"/>
                  <a:gd name="T6" fmla="*/ 6 w 9"/>
                  <a:gd name="T7" fmla="*/ 1 h 48"/>
                  <a:gd name="T8" fmla="*/ 4 w 9"/>
                  <a:gd name="T9" fmla="*/ 0 h 48"/>
                  <a:gd name="T10" fmla="*/ 4 w 9"/>
                  <a:gd name="T11" fmla="*/ 0 h 48"/>
                  <a:gd name="T12" fmla="*/ 3 w 9"/>
                  <a:gd name="T13" fmla="*/ 1 h 48"/>
                  <a:gd name="T14" fmla="*/ 1 w 9"/>
                  <a:gd name="T15" fmla="*/ 3 h 48"/>
                  <a:gd name="T16" fmla="*/ 0 w 9"/>
                  <a:gd name="T17" fmla="*/ 4 h 48"/>
                  <a:gd name="T18" fmla="*/ 0 w 9"/>
                  <a:gd name="T19" fmla="*/ 41 h 48"/>
                  <a:gd name="T20" fmla="*/ 0 w 9"/>
                  <a:gd name="T21" fmla="*/ 43 h 48"/>
                  <a:gd name="T22" fmla="*/ 1 w 9"/>
                  <a:gd name="T23" fmla="*/ 44 h 48"/>
                  <a:gd name="T24" fmla="*/ 3 w 9"/>
                  <a:gd name="T25" fmla="*/ 46 h 48"/>
                  <a:gd name="T26" fmla="*/ 4 w 9"/>
                  <a:gd name="T27" fmla="*/ 48 h 48"/>
                  <a:gd name="T28" fmla="*/ 6 w 9"/>
                  <a:gd name="T29" fmla="*/ 48 h 48"/>
                  <a:gd name="T30" fmla="*/ 7 w 9"/>
                  <a:gd name="T31" fmla="*/ 46 h 48"/>
                  <a:gd name="T32" fmla="*/ 9 w 9"/>
                  <a:gd name="T33" fmla="*/ 44 h 48"/>
                  <a:gd name="T34" fmla="*/ 9 w 9"/>
                  <a:gd name="T35" fmla="*/ 43 h 48"/>
                  <a:gd name="T36" fmla="*/ 9 w 9"/>
                  <a:gd name="T37" fmla="*/ 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6"/>
                    </a:moveTo>
                    <a:lnTo>
                      <a:pt x="9" y="4"/>
                    </a:lnTo>
                    <a:lnTo>
                      <a:pt x="7" y="3"/>
                    </a:lnTo>
                    <a:lnTo>
                      <a:pt x="6" y="1"/>
                    </a:lnTo>
                    <a:lnTo>
                      <a:pt x="4" y="0"/>
                    </a:lnTo>
                    <a:lnTo>
                      <a:pt x="4" y="0"/>
                    </a:lnTo>
                    <a:lnTo>
                      <a:pt x="3" y="1"/>
                    </a:lnTo>
                    <a:lnTo>
                      <a:pt x="1" y="3"/>
                    </a:lnTo>
                    <a:lnTo>
                      <a:pt x="0" y="4"/>
                    </a:lnTo>
                    <a:lnTo>
                      <a:pt x="0" y="41"/>
                    </a:lnTo>
                    <a:lnTo>
                      <a:pt x="0" y="43"/>
                    </a:lnTo>
                    <a:lnTo>
                      <a:pt x="1" y="44"/>
                    </a:lnTo>
                    <a:lnTo>
                      <a:pt x="3" y="46"/>
                    </a:lnTo>
                    <a:lnTo>
                      <a:pt x="4" y="48"/>
                    </a:lnTo>
                    <a:lnTo>
                      <a:pt x="6" y="48"/>
                    </a:lnTo>
                    <a:lnTo>
                      <a:pt x="7" y="46"/>
                    </a:lnTo>
                    <a:lnTo>
                      <a:pt x="9" y="44"/>
                    </a:lnTo>
                    <a:lnTo>
                      <a:pt x="9" y="43"/>
                    </a:ln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233" name="Freeform 153"/>
              <p:cNvSpPr>
                <a:spLocks/>
              </p:cNvSpPr>
              <p:nvPr/>
            </p:nvSpPr>
            <p:spPr bwMode="auto">
              <a:xfrm>
                <a:off x="4696" y="1574"/>
                <a:ext cx="9" cy="48"/>
              </a:xfrm>
              <a:custGeom>
                <a:avLst/>
                <a:gdLst>
                  <a:gd name="T0" fmla="*/ 9 w 9"/>
                  <a:gd name="T1" fmla="*/ 5 h 48"/>
                  <a:gd name="T2" fmla="*/ 9 w 9"/>
                  <a:gd name="T3" fmla="*/ 3 h 48"/>
                  <a:gd name="T4" fmla="*/ 9 w 9"/>
                  <a:gd name="T5" fmla="*/ 1 h 48"/>
                  <a:gd name="T6" fmla="*/ 7 w 9"/>
                  <a:gd name="T7" fmla="*/ 0 h 48"/>
                  <a:gd name="T8" fmla="*/ 6 w 9"/>
                  <a:gd name="T9" fmla="*/ 0 h 48"/>
                  <a:gd name="T10" fmla="*/ 4 w 9"/>
                  <a:gd name="T11" fmla="*/ 0 h 48"/>
                  <a:gd name="T12" fmla="*/ 3 w 9"/>
                  <a:gd name="T13" fmla="*/ 0 h 48"/>
                  <a:gd name="T14" fmla="*/ 1 w 9"/>
                  <a:gd name="T15" fmla="*/ 1 h 48"/>
                  <a:gd name="T16" fmla="*/ 0 w 9"/>
                  <a:gd name="T17" fmla="*/ 3 h 48"/>
                  <a:gd name="T18" fmla="*/ 0 w 9"/>
                  <a:gd name="T19" fmla="*/ 41 h 48"/>
                  <a:gd name="T20" fmla="*/ 0 w 9"/>
                  <a:gd name="T21" fmla="*/ 43 h 48"/>
                  <a:gd name="T22" fmla="*/ 1 w 9"/>
                  <a:gd name="T23" fmla="*/ 45 h 48"/>
                  <a:gd name="T24" fmla="*/ 3 w 9"/>
                  <a:gd name="T25" fmla="*/ 46 h 48"/>
                  <a:gd name="T26" fmla="*/ 4 w 9"/>
                  <a:gd name="T27" fmla="*/ 48 h 48"/>
                  <a:gd name="T28" fmla="*/ 6 w 9"/>
                  <a:gd name="T29" fmla="*/ 48 h 48"/>
                  <a:gd name="T30" fmla="*/ 7 w 9"/>
                  <a:gd name="T31" fmla="*/ 46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1"/>
                    </a:lnTo>
                    <a:lnTo>
                      <a:pt x="7" y="0"/>
                    </a:lnTo>
                    <a:lnTo>
                      <a:pt x="6" y="0"/>
                    </a:lnTo>
                    <a:lnTo>
                      <a:pt x="4" y="0"/>
                    </a:lnTo>
                    <a:lnTo>
                      <a:pt x="3" y="0"/>
                    </a:lnTo>
                    <a:lnTo>
                      <a:pt x="1" y="1"/>
                    </a:lnTo>
                    <a:lnTo>
                      <a:pt x="0" y="3"/>
                    </a:lnTo>
                    <a:lnTo>
                      <a:pt x="0" y="41"/>
                    </a:lnTo>
                    <a:lnTo>
                      <a:pt x="0" y="43"/>
                    </a:lnTo>
                    <a:lnTo>
                      <a:pt x="1" y="45"/>
                    </a:lnTo>
                    <a:lnTo>
                      <a:pt x="3" y="46"/>
                    </a:lnTo>
                    <a:lnTo>
                      <a:pt x="4" y="48"/>
                    </a:lnTo>
                    <a:lnTo>
                      <a:pt x="6" y="48"/>
                    </a:lnTo>
                    <a:lnTo>
                      <a:pt x="7" y="46"/>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234" name="Freeform 154"/>
              <p:cNvSpPr>
                <a:spLocks/>
              </p:cNvSpPr>
              <p:nvPr/>
            </p:nvSpPr>
            <p:spPr bwMode="auto">
              <a:xfrm>
                <a:off x="4696" y="1641"/>
                <a:ext cx="9" cy="48"/>
              </a:xfrm>
              <a:custGeom>
                <a:avLst/>
                <a:gdLst>
                  <a:gd name="T0" fmla="*/ 9 w 9"/>
                  <a:gd name="T1" fmla="*/ 5 h 48"/>
                  <a:gd name="T2" fmla="*/ 9 w 9"/>
                  <a:gd name="T3" fmla="*/ 3 h 48"/>
                  <a:gd name="T4" fmla="*/ 9 w 9"/>
                  <a:gd name="T5" fmla="*/ 2 h 48"/>
                  <a:gd name="T6" fmla="*/ 7 w 9"/>
                  <a:gd name="T7" fmla="*/ 0 h 48"/>
                  <a:gd name="T8" fmla="*/ 6 w 9"/>
                  <a:gd name="T9" fmla="*/ 0 h 48"/>
                  <a:gd name="T10" fmla="*/ 4 w 9"/>
                  <a:gd name="T11" fmla="*/ 0 h 48"/>
                  <a:gd name="T12" fmla="*/ 3 w 9"/>
                  <a:gd name="T13" fmla="*/ 0 h 48"/>
                  <a:gd name="T14" fmla="*/ 1 w 9"/>
                  <a:gd name="T15" fmla="*/ 2 h 48"/>
                  <a:gd name="T16" fmla="*/ 0 w 9"/>
                  <a:gd name="T17" fmla="*/ 3 h 48"/>
                  <a:gd name="T18" fmla="*/ 0 w 9"/>
                  <a:gd name="T19" fmla="*/ 42 h 48"/>
                  <a:gd name="T20" fmla="*/ 0 w 9"/>
                  <a:gd name="T21" fmla="*/ 43 h 48"/>
                  <a:gd name="T22" fmla="*/ 1 w 9"/>
                  <a:gd name="T23" fmla="*/ 45 h 48"/>
                  <a:gd name="T24" fmla="*/ 3 w 9"/>
                  <a:gd name="T25" fmla="*/ 46 h 48"/>
                  <a:gd name="T26" fmla="*/ 4 w 9"/>
                  <a:gd name="T27" fmla="*/ 48 h 48"/>
                  <a:gd name="T28" fmla="*/ 6 w 9"/>
                  <a:gd name="T29" fmla="*/ 48 h 48"/>
                  <a:gd name="T30" fmla="*/ 7 w 9"/>
                  <a:gd name="T31" fmla="*/ 46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2"/>
                    </a:lnTo>
                    <a:lnTo>
                      <a:pt x="7" y="0"/>
                    </a:lnTo>
                    <a:lnTo>
                      <a:pt x="6" y="0"/>
                    </a:lnTo>
                    <a:lnTo>
                      <a:pt x="4" y="0"/>
                    </a:lnTo>
                    <a:lnTo>
                      <a:pt x="3" y="0"/>
                    </a:lnTo>
                    <a:lnTo>
                      <a:pt x="1" y="2"/>
                    </a:lnTo>
                    <a:lnTo>
                      <a:pt x="0" y="3"/>
                    </a:lnTo>
                    <a:lnTo>
                      <a:pt x="0" y="42"/>
                    </a:lnTo>
                    <a:lnTo>
                      <a:pt x="0" y="43"/>
                    </a:lnTo>
                    <a:lnTo>
                      <a:pt x="1" y="45"/>
                    </a:lnTo>
                    <a:lnTo>
                      <a:pt x="3" y="46"/>
                    </a:lnTo>
                    <a:lnTo>
                      <a:pt x="4" y="48"/>
                    </a:lnTo>
                    <a:lnTo>
                      <a:pt x="6" y="48"/>
                    </a:lnTo>
                    <a:lnTo>
                      <a:pt x="7" y="46"/>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235" name="Freeform 155"/>
              <p:cNvSpPr>
                <a:spLocks/>
              </p:cNvSpPr>
              <p:nvPr/>
            </p:nvSpPr>
            <p:spPr bwMode="auto">
              <a:xfrm>
                <a:off x="4696" y="1708"/>
                <a:ext cx="9" cy="48"/>
              </a:xfrm>
              <a:custGeom>
                <a:avLst/>
                <a:gdLst>
                  <a:gd name="T0" fmla="*/ 9 w 9"/>
                  <a:gd name="T1" fmla="*/ 5 h 48"/>
                  <a:gd name="T2" fmla="*/ 9 w 9"/>
                  <a:gd name="T3" fmla="*/ 3 h 48"/>
                  <a:gd name="T4" fmla="*/ 9 w 9"/>
                  <a:gd name="T5" fmla="*/ 2 h 48"/>
                  <a:gd name="T6" fmla="*/ 7 w 9"/>
                  <a:gd name="T7" fmla="*/ 0 h 48"/>
                  <a:gd name="T8" fmla="*/ 6 w 9"/>
                  <a:gd name="T9" fmla="*/ 0 h 48"/>
                  <a:gd name="T10" fmla="*/ 4 w 9"/>
                  <a:gd name="T11" fmla="*/ 0 h 48"/>
                  <a:gd name="T12" fmla="*/ 3 w 9"/>
                  <a:gd name="T13" fmla="*/ 0 h 48"/>
                  <a:gd name="T14" fmla="*/ 1 w 9"/>
                  <a:gd name="T15" fmla="*/ 2 h 48"/>
                  <a:gd name="T16" fmla="*/ 0 w 9"/>
                  <a:gd name="T17" fmla="*/ 3 h 48"/>
                  <a:gd name="T18" fmla="*/ 0 w 9"/>
                  <a:gd name="T19" fmla="*/ 42 h 48"/>
                  <a:gd name="T20" fmla="*/ 0 w 9"/>
                  <a:gd name="T21" fmla="*/ 43 h 48"/>
                  <a:gd name="T22" fmla="*/ 1 w 9"/>
                  <a:gd name="T23" fmla="*/ 45 h 48"/>
                  <a:gd name="T24" fmla="*/ 3 w 9"/>
                  <a:gd name="T25" fmla="*/ 46 h 48"/>
                  <a:gd name="T26" fmla="*/ 4 w 9"/>
                  <a:gd name="T27" fmla="*/ 48 h 48"/>
                  <a:gd name="T28" fmla="*/ 6 w 9"/>
                  <a:gd name="T29" fmla="*/ 48 h 48"/>
                  <a:gd name="T30" fmla="*/ 7 w 9"/>
                  <a:gd name="T31" fmla="*/ 46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2"/>
                    </a:lnTo>
                    <a:lnTo>
                      <a:pt x="7" y="0"/>
                    </a:lnTo>
                    <a:lnTo>
                      <a:pt x="6" y="0"/>
                    </a:lnTo>
                    <a:lnTo>
                      <a:pt x="4" y="0"/>
                    </a:lnTo>
                    <a:lnTo>
                      <a:pt x="3" y="0"/>
                    </a:lnTo>
                    <a:lnTo>
                      <a:pt x="1" y="2"/>
                    </a:lnTo>
                    <a:lnTo>
                      <a:pt x="0" y="3"/>
                    </a:lnTo>
                    <a:lnTo>
                      <a:pt x="0" y="42"/>
                    </a:lnTo>
                    <a:lnTo>
                      <a:pt x="0" y="43"/>
                    </a:lnTo>
                    <a:lnTo>
                      <a:pt x="1" y="45"/>
                    </a:lnTo>
                    <a:lnTo>
                      <a:pt x="3" y="46"/>
                    </a:lnTo>
                    <a:lnTo>
                      <a:pt x="4" y="48"/>
                    </a:lnTo>
                    <a:lnTo>
                      <a:pt x="6" y="48"/>
                    </a:lnTo>
                    <a:lnTo>
                      <a:pt x="7" y="46"/>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236" name="Freeform 156"/>
              <p:cNvSpPr>
                <a:spLocks/>
              </p:cNvSpPr>
              <p:nvPr/>
            </p:nvSpPr>
            <p:spPr bwMode="auto">
              <a:xfrm>
                <a:off x="4696" y="1775"/>
                <a:ext cx="9" cy="48"/>
              </a:xfrm>
              <a:custGeom>
                <a:avLst/>
                <a:gdLst>
                  <a:gd name="T0" fmla="*/ 9 w 9"/>
                  <a:gd name="T1" fmla="*/ 5 h 48"/>
                  <a:gd name="T2" fmla="*/ 9 w 9"/>
                  <a:gd name="T3" fmla="*/ 3 h 48"/>
                  <a:gd name="T4" fmla="*/ 9 w 9"/>
                  <a:gd name="T5" fmla="*/ 2 h 48"/>
                  <a:gd name="T6" fmla="*/ 7 w 9"/>
                  <a:gd name="T7" fmla="*/ 0 h 48"/>
                  <a:gd name="T8" fmla="*/ 6 w 9"/>
                  <a:gd name="T9" fmla="*/ 0 h 48"/>
                  <a:gd name="T10" fmla="*/ 4 w 9"/>
                  <a:gd name="T11" fmla="*/ 0 h 48"/>
                  <a:gd name="T12" fmla="*/ 3 w 9"/>
                  <a:gd name="T13" fmla="*/ 0 h 48"/>
                  <a:gd name="T14" fmla="*/ 1 w 9"/>
                  <a:gd name="T15" fmla="*/ 2 h 48"/>
                  <a:gd name="T16" fmla="*/ 0 w 9"/>
                  <a:gd name="T17" fmla="*/ 3 h 48"/>
                  <a:gd name="T18" fmla="*/ 0 w 9"/>
                  <a:gd name="T19" fmla="*/ 42 h 48"/>
                  <a:gd name="T20" fmla="*/ 0 w 9"/>
                  <a:gd name="T21" fmla="*/ 43 h 48"/>
                  <a:gd name="T22" fmla="*/ 1 w 9"/>
                  <a:gd name="T23" fmla="*/ 45 h 48"/>
                  <a:gd name="T24" fmla="*/ 3 w 9"/>
                  <a:gd name="T25" fmla="*/ 47 h 48"/>
                  <a:gd name="T26" fmla="*/ 4 w 9"/>
                  <a:gd name="T27" fmla="*/ 48 h 48"/>
                  <a:gd name="T28" fmla="*/ 6 w 9"/>
                  <a:gd name="T29" fmla="*/ 48 h 48"/>
                  <a:gd name="T30" fmla="*/ 7 w 9"/>
                  <a:gd name="T31" fmla="*/ 47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2"/>
                    </a:lnTo>
                    <a:lnTo>
                      <a:pt x="7" y="0"/>
                    </a:lnTo>
                    <a:lnTo>
                      <a:pt x="6" y="0"/>
                    </a:lnTo>
                    <a:lnTo>
                      <a:pt x="4" y="0"/>
                    </a:lnTo>
                    <a:lnTo>
                      <a:pt x="3" y="0"/>
                    </a:lnTo>
                    <a:lnTo>
                      <a:pt x="1" y="2"/>
                    </a:lnTo>
                    <a:lnTo>
                      <a:pt x="0" y="3"/>
                    </a:lnTo>
                    <a:lnTo>
                      <a:pt x="0" y="42"/>
                    </a:lnTo>
                    <a:lnTo>
                      <a:pt x="0" y="43"/>
                    </a:lnTo>
                    <a:lnTo>
                      <a:pt x="1" y="45"/>
                    </a:lnTo>
                    <a:lnTo>
                      <a:pt x="3" y="47"/>
                    </a:lnTo>
                    <a:lnTo>
                      <a:pt x="4" y="48"/>
                    </a:lnTo>
                    <a:lnTo>
                      <a:pt x="6" y="48"/>
                    </a:lnTo>
                    <a:lnTo>
                      <a:pt x="7" y="47"/>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237" name="Freeform 157"/>
              <p:cNvSpPr>
                <a:spLocks/>
              </p:cNvSpPr>
              <p:nvPr/>
            </p:nvSpPr>
            <p:spPr bwMode="auto">
              <a:xfrm>
                <a:off x="4696" y="1842"/>
                <a:ext cx="9" cy="48"/>
              </a:xfrm>
              <a:custGeom>
                <a:avLst/>
                <a:gdLst>
                  <a:gd name="T0" fmla="*/ 9 w 9"/>
                  <a:gd name="T1" fmla="*/ 5 h 48"/>
                  <a:gd name="T2" fmla="*/ 9 w 9"/>
                  <a:gd name="T3" fmla="*/ 4 h 48"/>
                  <a:gd name="T4" fmla="*/ 9 w 9"/>
                  <a:gd name="T5" fmla="*/ 2 h 48"/>
                  <a:gd name="T6" fmla="*/ 7 w 9"/>
                  <a:gd name="T7" fmla="*/ 0 h 48"/>
                  <a:gd name="T8" fmla="*/ 6 w 9"/>
                  <a:gd name="T9" fmla="*/ 0 h 48"/>
                  <a:gd name="T10" fmla="*/ 4 w 9"/>
                  <a:gd name="T11" fmla="*/ 0 h 48"/>
                  <a:gd name="T12" fmla="*/ 3 w 9"/>
                  <a:gd name="T13" fmla="*/ 0 h 48"/>
                  <a:gd name="T14" fmla="*/ 1 w 9"/>
                  <a:gd name="T15" fmla="*/ 2 h 48"/>
                  <a:gd name="T16" fmla="*/ 0 w 9"/>
                  <a:gd name="T17" fmla="*/ 4 h 48"/>
                  <a:gd name="T18" fmla="*/ 0 w 9"/>
                  <a:gd name="T19" fmla="*/ 42 h 48"/>
                  <a:gd name="T20" fmla="*/ 0 w 9"/>
                  <a:gd name="T21" fmla="*/ 44 h 48"/>
                  <a:gd name="T22" fmla="*/ 1 w 9"/>
                  <a:gd name="T23" fmla="*/ 45 h 48"/>
                  <a:gd name="T24" fmla="*/ 3 w 9"/>
                  <a:gd name="T25" fmla="*/ 47 h 48"/>
                  <a:gd name="T26" fmla="*/ 4 w 9"/>
                  <a:gd name="T27" fmla="*/ 48 h 48"/>
                  <a:gd name="T28" fmla="*/ 6 w 9"/>
                  <a:gd name="T29" fmla="*/ 48 h 48"/>
                  <a:gd name="T30" fmla="*/ 7 w 9"/>
                  <a:gd name="T31" fmla="*/ 47 h 48"/>
                  <a:gd name="T32" fmla="*/ 9 w 9"/>
                  <a:gd name="T33" fmla="*/ 45 h 48"/>
                  <a:gd name="T34" fmla="*/ 9 w 9"/>
                  <a:gd name="T35" fmla="*/ 44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4"/>
                    </a:lnTo>
                    <a:lnTo>
                      <a:pt x="9" y="2"/>
                    </a:lnTo>
                    <a:lnTo>
                      <a:pt x="7" y="0"/>
                    </a:lnTo>
                    <a:lnTo>
                      <a:pt x="6" y="0"/>
                    </a:lnTo>
                    <a:lnTo>
                      <a:pt x="4" y="0"/>
                    </a:lnTo>
                    <a:lnTo>
                      <a:pt x="3" y="0"/>
                    </a:lnTo>
                    <a:lnTo>
                      <a:pt x="1" y="2"/>
                    </a:lnTo>
                    <a:lnTo>
                      <a:pt x="0" y="4"/>
                    </a:lnTo>
                    <a:lnTo>
                      <a:pt x="0" y="42"/>
                    </a:lnTo>
                    <a:lnTo>
                      <a:pt x="0" y="44"/>
                    </a:lnTo>
                    <a:lnTo>
                      <a:pt x="1" y="45"/>
                    </a:lnTo>
                    <a:lnTo>
                      <a:pt x="3" y="47"/>
                    </a:lnTo>
                    <a:lnTo>
                      <a:pt x="4" y="48"/>
                    </a:lnTo>
                    <a:lnTo>
                      <a:pt x="6" y="48"/>
                    </a:lnTo>
                    <a:lnTo>
                      <a:pt x="7" y="47"/>
                    </a:lnTo>
                    <a:lnTo>
                      <a:pt x="9" y="45"/>
                    </a:lnTo>
                    <a:lnTo>
                      <a:pt x="9" y="44"/>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238" name="Freeform 158"/>
              <p:cNvSpPr>
                <a:spLocks/>
              </p:cNvSpPr>
              <p:nvPr/>
            </p:nvSpPr>
            <p:spPr bwMode="auto">
              <a:xfrm>
                <a:off x="4696" y="1910"/>
                <a:ext cx="9" cy="48"/>
              </a:xfrm>
              <a:custGeom>
                <a:avLst/>
                <a:gdLst>
                  <a:gd name="T0" fmla="*/ 9 w 9"/>
                  <a:gd name="T1" fmla="*/ 4 h 48"/>
                  <a:gd name="T2" fmla="*/ 9 w 9"/>
                  <a:gd name="T3" fmla="*/ 3 h 48"/>
                  <a:gd name="T4" fmla="*/ 9 w 9"/>
                  <a:gd name="T5" fmla="*/ 1 h 48"/>
                  <a:gd name="T6" fmla="*/ 7 w 9"/>
                  <a:gd name="T7" fmla="*/ 0 h 48"/>
                  <a:gd name="T8" fmla="*/ 6 w 9"/>
                  <a:gd name="T9" fmla="*/ 0 h 48"/>
                  <a:gd name="T10" fmla="*/ 4 w 9"/>
                  <a:gd name="T11" fmla="*/ 0 h 48"/>
                  <a:gd name="T12" fmla="*/ 3 w 9"/>
                  <a:gd name="T13" fmla="*/ 0 h 48"/>
                  <a:gd name="T14" fmla="*/ 1 w 9"/>
                  <a:gd name="T15" fmla="*/ 1 h 48"/>
                  <a:gd name="T16" fmla="*/ 0 w 9"/>
                  <a:gd name="T17" fmla="*/ 3 h 48"/>
                  <a:gd name="T18" fmla="*/ 0 w 9"/>
                  <a:gd name="T19" fmla="*/ 41 h 48"/>
                  <a:gd name="T20" fmla="*/ 0 w 9"/>
                  <a:gd name="T21" fmla="*/ 43 h 48"/>
                  <a:gd name="T22" fmla="*/ 1 w 9"/>
                  <a:gd name="T23" fmla="*/ 44 h 48"/>
                  <a:gd name="T24" fmla="*/ 3 w 9"/>
                  <a:gd name="T25" fmla="*/ 46 h 48"/>
                  <a:gd name="T26" fmla="*/ 4 w 9"/>
                  <a:gd name="T27" fmla="*/ 48 h 48"/>
                  <a:gd name="T28" fmla="*/ 6 w 9"/>
                  <a:gd name="T29" fmla="*/ 48 h 48"/>
                  <a:gd name="T30" fmla="*/ 7 w 9"/>
                  <a:gd name="T31" fmla="*/ 46 h 48"/>
                  <a:gd name="T32" fmla="*/ 9 w 9"/>
                  <a:gd name="T33" fmla="*/ 44 h 48"/>
                  <a:gd name="T34" fmla="*/ 9 w 9"/>
                  <a:gd name="T35" fmla="*/ 43 h 48"/>
                  <a:gd name="T36" fmla="*/ 9 w 9"/>
                  <a:gd name="T37"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4"/>
                    </a:moveTo>
                    <a:lnTo>
                      <a:pt x="9" y="3"/>
                    </a:lnTo>
                    <a:lnTo>
                      <a:pt x="9" y="1"/>
                    </a:lnTo>
                    <a:lnTo>
                      <a:pt x="7" y="0"/>
                    </a:lnTo>
                    <a:lnTo>
                      <a:pt x="6" y="0"/>
                    </a:lnTo>
                    <a:lnTo>
                      <a:pt x="4" y="0"/>
                    </a:lnTo>
                    <a:lnTo>
                      <a:pt x="3" y="0"/>
                    </a:lnTo>
                    <a:lnTo>
                      <a:pt x="1" y="1"/>
                    </a:lnTo>
                    <a:lnTo>
                      <a:pt x="0" y="3"/>
                    </a:lnTo>
                    <a:lnTo>
                      <a:pt x="0" y="41"/>
                    </a:lnTo>
                    <a:lnTo>
                      <a:pt x="0" y="43"/>
                    </a:lnTo>
                    <a:lnTo>
                      <a:pt x="1" y="44"/>
                    </a:lnTo>
                    <a:lnTo>
                      <a:pt x="3" y="46"/>
                    </a:lnTo>
                    <a:lnTo>
                      <a:pt x="4" y="48"/>
                    </a:lnTo>
                    <a:lnTo>
                      <a:pt x="6" y="48"/>
                    </a:lnTo>
                    <a:lnTo>
                      <a:pt x="7" y="46"/>
                    </a:lnTo>
                    <a:lnTo>
                      <a:pt x="9" y="44"/>
                    </a:lnTo>
                    <a:lnTo>
                      <a:pt x="9" y="43"/>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239" name="Freeform 159"/>
              <p:cNvSpPr>
                <a:spLocks/>
              </p:cNvSpPr>
              <p:nvPr/>
            </p:nvSpPr>
            <p:spPr bwMode="auto">
              <a:xfrm>
                <a:off x="4696" y="1977"/>
                <a:ext cx="9" cy="48"/>
              </a:xfrm>
              <a:custGeom>
                <a:avLst/>
                <a:gdLst>
                  <a:gd name="T0" fmla="*/ 9 w 9"/>
                  <a:gd name="T1" fmla="*/ 5 h 48"/>
                  <a:gd name="T2" fmla="*/ 9 w 9"/>
                  <a:gd name="T3" fmla="*/ 3 h 48"/>
                  <a:gd name="T4" fmla="*/ 9 w 9"/>
                  <a:gd name="T5" fmla="*/ 1 h 48"/>
                  <a:gd name="T6" fmla="*/ 7 w 9"/>
                  <a:gd name="T7" fmla="*/ 0 h 48"/>
                  <a:gd name="T8" fmla="*/ 6 w 9"/>
                  <a:gd name="T9" fmla="*/ 0 h 48"/>
                  <a:gd name="T10" fmla="*/ 4 w 9"/>
                  <a:gd name="T11" fmla="*/ 0 h 48"/>
                  <a:gd name="T12" fmla="*/ 3 w 9"/>
                  <a:gd name="T13" fmla="*/ 0 h 48"/>
                  <a:gd name="T14" fmla="*/ 1 w 9"/>
                  <a:gd name="T15" fmla="*/ 1 h 48"/>
                  <a:gd name="T16" fmla="*/ 0 w 9"/>
                  <a:gd name="T17" fmla="*/ 3 h 48"/>
                  <a:gd name="T18" fmla="*/ 0 w 9"/>
                  <a:gd name="T19" fmla="*/ 41 h 48"/>
                  <a:gd name="T20" fmla="*/ 0 w 9"/>
                  <a:gd name="T21" fmla="*/ 43 h 48"/>
                  <a:gd name="T22" fmla="*/ 1 w 9"/>
                  <a:gd name="T23" fmla="*/ 45 h 48"/>
                  <a:gd name="T24" fmla="*/ 3 w 9"/>
                  <a:gd name="T25" fmla="*/ 46 h 48"/>
                  <a:gd name="T26" fmla="*/ 4 w 9"/>
                  <a:gd name="T27" fmla="*/ 48 h 48"/>
                  <a:gd name="T28" fmla="*/ 6 w 9"/>
                  <a:gd name="T29" fmla="*/ 48 h 48"/>
                  <a:gd name="T30" fmla="*/ 7 w 9"/>
                  <a:gd name="T31" fmla="*/ 46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1"/>
                    </a:lnTo>
                    <a:lnTo>
                      <a:pt x="7" y="0"/>
                    </a:lnTo>
                    <a:lnTo>
                      <a:pt x="6" y="0"/>
                    </a:lnTo>
                    <a:lnTo>
                      <a:pt x="4" y="0"/>
                    </a:lnTo>
                    <a:lnTo>
                      <a:pt x="3" y="0"/>
                    </a:lnTo>
                    <a:lnTo>
                      <a:pt x="1" y="1"/>
                    </a:lnTo>
                    <a:lnTo>
                      <a:pt x="0" y="3"/>
                    </a:lnTo>
                    <a:lnTo>
                      <a:pt x="0" y="41"/>
                    </a:lnTo>
                    <a:lnTo>
                      <a:pt x="0" y="43"/>
                    </a:lnTo>
                    <a:lnTo>
                      <a:pt x="1" y="45"/>
                    </a:lnTo>
                    <a:lnTo>
                      <a:pt x="3" y="46"/>
                    </a:lnTo>
                    <a:lnTo>
                      <a:pt x="4" y="48"/>
                    </a:lnTo>
                    <a:lnTo>
                      <a:pt x="6" y="48"/>
                    </a:lnTo>
                    <a:lnTo>
                      <a:pt x="7" y="46"/>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240" name="Freeform 160"/>
              <p:cNvSpPr>
                <a:spLocks/>
              </p:cNvSpPr>
              <p:nvPr/>
            </p:nvSpPr>
            <p:spPr bwMode="auto">
              <a:xfrm>
                <a:off x="4696" y="2044"/>
                <a:ext cx="9" cy="48"/>
              </a:xfrm>
              <a:custGeom>
                <a:avLst/>
                <a:gdLst>
                  <a:gd name="T0" fmla="*/ 9 w 9"/>
                  <a:gd name="T1" fmla="*/ 5 h 48"/>
                  <a:gd name="T2" fmla="*/ 9 w 9"/>
                  <a:gd name="T3" fmla="*/ 3 h 48"/>
                  <a:gd name="T4" fmla="*/ 9 w 9"/>
                  <a:gd name="T5" fmla="*/ 2 h 48"/>
                  <a:gd name="T6" fmla="*/ 7 w 9"/>
                  <a:gd name="T7" fmla="*/ 0 h 48"/>
                  <a:gd name="T8" fmla="*/ 6 w 9"/>
                  <a:gd name="T9" fmla="*/ 0 h 48"/>
                  <a:gd name="T10" fmla="*/ 4 w 9"/>
                  <a:gd name="T11" fmla="*/ 0 h 48"/>
                  <a:gd name="T12" fmla="*/ 3 w 9"/>
                  <a:gd name="T13" fmla="*/ 0 h 48"/>
                  <a:gd name="T14" fmla="*/ 1 w 9"/>
                  <a:gd name="T15" fmla="*/ 2 h 48"/>
                  <a:gd name="T16" fmla="*/ 0 w 9"/>
                  <a:gd name="T17" fmla="*/ 3 h 48"/>
                  <a:gd name="T18" fmla="*/ 0 w 9"/>
                  <a:gd name="T19" fmla="*/ 41 h 48"/>
                  <a:gd name="T20" fmla="*/ 0 w 9"/>
                  <a:gd name="T21" fmla="*/ 43 h 48"/>
                  <a:gd name="T22" fmla="*/ 1 w 9"/>
                  <a:gd name="T23" fmla="*/ 45 h 48"/>
                  <a:gd name="T24" fmla="*/ 3 w 9"/>
                  <a:gd name="T25" fmla="*/ 46 h 48"/>
                  <a:gd name="T26" fmla="*/ 4 w 9"/>
                  <a:gd name="T27" fmla="*/ 48 h 48"/>
                  <a:gd name="T28" fmla="*/ 6 w 9"/>
                  <a:gd name="T29" fmla="*/ 48 h 48"/>
                  <a:gd name="T30" fmla="*/ 7 w 9"/>
                  <a:gd name="T31" fmla="*/ 46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2"/>
                    </a:lnTo>
                    <a:lnTo>
                      <a:pt x="7" y="0"/>
                    </a:lnTo>
                    <a:lnTo>
                      <a:pt x="6" y="0"/>
                    </a:lnTo>
                    <a:lnTo>
                      <a:pt x="4" y="0"/>
                    </a:lnTo>
                    <a:lnTo>
                      <a:pt x="3" y="0"/>
                    </a:lnTo>
                    <a:lnTo>
                      <a:pt x="1" y="2"/>
                    </a:lnTo>
                    <a:lnTo>
                      <a:pt x="0" y="3"/>
                    </a:lnTo>
                    <a:lnTo>
                      <a:pt x="0" y="41"/>
                    </a:lnTo>
                    <a:lnTo>
                      <a:pt x="0" y="43"/>
                    </a:lnTo>
                    <a:lnTo>
                      <a:pt x="1" y="45"/>
                    </a:lnTo>
                    <a:lnTo>
                      <a:pt x="3" y="46"/>
                    </a:lnTo>
                    <a:lnTo>
                      <a:pt x="4" y="48"/>
                    </a:lnTo>
                    <a:lnTo>
                      <a:pt x="6" y="48"/>
                    </a:lnTo>
                    <a:lnTo>
                      <a:pt x="7" y="46"/>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241" name="Freeform 161"/>
              <p:cNvSpPr>
                <a:spLocks/>
              </p:cNvSpPr>
              <p:nvPr/>
            </p:nvSpPr>
            <p:spPr bwMode="auto">
              <a:xfrm>
                <a:off x="4696" y="2111"/>
                <a:ext cx="9" cy="29"/>
              </a:xfrm>
              <a:custGeom>
                <a:avLst/>
                <a:gdLst>
                  <a:gd name="T0" fmla="*/ 9 w 9"/>
                  <a:gd name="T1" fmla="*/ 5 h 29"/>
                  <a:gd name="T2" fmla="*/ 9 w 9"/>
                  <a:gd name="T3" fmla="*/ 3 h 29"/>
                  <a:gd name="T4" fmla="*/ 9 w 9"/>
                  <a:gd name="T5" fmla="*/ 2 h 29"/>
                  <a:gd name="T6" fmla="*/ 7 w 9"/>
                  <a:gd name="T7" fmla="*/ 0 h 29"/>
                  <a:gd name="T8" fmla="*/ 6 w 9"/>
                  <a:gd name="T9" fmla="*/ 0 h 29"/>
                  <a:gd name="T10" fmla="*/ 4 w 9"/>
                  <a:gd name="T11" fmla="*/ 0 h 29"/>
                  <a:gd name="T12" fmla="*/ 3 w 9"/>
                  <a:gd name="T13" fmla="*/ 0 h 29"/>
                  <a:gd name="T14" fmla="*/ 1 w 9"/>
                  <a:gd name="T15" fmla="*/ 2 h 29"/>
                  <a:gd name="T16" fmla="*/ 0 w 9"/>
                  <a:gd name="T17" fmla="*/ 3 h 29"/>
                  <a:gd name="T18" fmla="*/ 0 w 9"/>
                  <a:gd name="T19" fmla="*/ 24 h 29"/>
                  <a:gd name="T20" fmla="*/ 0 w 9"/>
                  <a:gd name="T21" fmla="*/ 24 h 29"/>
                  <a:gd name="T22" fmla="*/ 1 w 9"/>
                  <a:gd name="T23" fmla="*/ 26 h 29"/>
                  <a:gd name="T24" fmla="*/ 3 w 9"/>
                  <a:gd name="T25" fmla="*/ 27 h 29"/>
                  <a:gd name="T26" fmla="*/ 4 w 9"/>
                  <a:gd name="T27" fmla="*/ 29 h 29"/>
                  <a:gd name="T28" fmla="*/ 4 w 9"/>
                  <a:gd name="T29" fmla="*/ 29 h 29"/>
                  <a:gd name="T30" fmla="*/ 6 w 9"/>
                  <a:gd name="T31" fmla="*/ 27 h 29"/>
                  <a:gd name="T32" fmla="*/ 7 w 9"/>
                  <a:gd name="T33" fmla="*/ 26 h 29"/>
                  <a:gd name="T34" fmla="*/ 9 w 9"/>
                  <a:gd name="T35" fmla="*/ 26 h 29"/>
                  <a:gd name="T36" fmla="*/ 9 w 9"/>
                  <a:gd name="T37" fmla="*/ 5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29">
                    <a:moveTo>
                      <a:pt x="9" y="5"/>
                    </a:moveTo>
                    <a:lnTo>
                      <a:pt x="9" y="3"/>
                    </a:lnTo>
                    <a:lnTo>
                      <a:pt x="9" y="2"/>
                    </a:lnTo>
                    <a:lnTo>
                      <a:pt x="7" y="0"/>
                    </a:lnTo>
                    <a:lnTo>
                      <a:pt x="6" y="0"/>
                    </a:lnTo>
                    <a:lnTo>
                      <a:pt x="4" y="0"/>
                    </a:lnTo>
                    <a:lnTo>
                      <a:pt x="3" y="0"/>
                    </a:lnTo>
                    <a:lnTo>
                      <a:pt x="1" y="2"/>
                    </a:lnTo>
                    <a:lnTo>
                      <a:pt x="0" y="3"/>
                    </a:lnTo>
                    <a:lnTo>
                      <a:pt x="0" y="24"/>
                    </a:lnTo>
                    <a:lnTo>
                      <a:pt x="0" y="24"/>
                    </a:lnTo>
                    <a:lnTo>
                      <a:pt x="1" y="26"/>
                    </a:lnTo>
                    <a:lnTo>
                      <a:pt x="3" y="27"/>
                    </a:lnTo>
                    <a:lnTo>
                      <a:pt x="4" y="29"/>
                    </a:lnTo>
                    <a:lnTo>
                      <a:pt x="4" y="29"/>
                    </a:lnTo>
                    <a:lnTo>
                      <a:pt x="6" y="27"/>
                    </a:lnTo>
                    <a:lnTo>
                      <a:pt x="7" y="26"/>
                    </a:lnTo>
                    <a:lnTo>
                      <a:pt x="9" y="26"/>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52256" name="Group 165"/>
            <p:cNvGrpSpPr>
              <a:grpSpLocks/>
            </p:cNvGrpSpPr>
            <p:nvPr/>
          </p:nvGrpSpPr>
          <p:grpSpPr bwMode="auto">
            <a:xfrm>
              <a:off x="4135" y="1478"/>
              <a:ext cx="565" cy="69"/>
              <a:chOff x="4135" y="1478"/>
              <a:chExt cx="565" cy="69"/>
            </a:xfrm>
          </p:grpSpPr>
          <p:sp>
            <p:nvSpPr>
              <p:cNvPr id="558243" name="Line 163"/>
              <p:cNvSpPr>
                <a:spLocks noChangeShapeType="1"/>
              </p:cNvSpPr>
              <p:nvPr/>
            </p:nvSpPr>
            <p:spPr bwMode="auto">
              <a:xfrm flipH="1">
                <a:off x="4230" y="1511"/>
                <a:ext cx="470"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58244" name="Freeform 164"/>
              <p:cNvSpPr>
                <a:spLocks/>
              </p:cNvSpPr>
              <p:nvPr/>
            </p:nvSpPr>
            <p:spPr bwMode="auto">
              <a:xfrm>
                <a:off x="4135" y="1478"/>
                <a:ext cx="99" cy="69"/>
              </a:xfrm>
              <a:custGeom>
                <a:avLst/>
                <a:gdLst>
                  <a:gd name="T0" fmla="*/ 99 w 99"/>
                  <a:gd name="T1" fmla="*/ 0 h 69"/>
                  <a:gd name="T2" fmla="*/ 0 w 99"/>
                  <a:gd name="T3" fmla="*/ 35 h 69"/>
                  <a:gd name="T4" fmla="*/ 99 w 99"/>
                  <a:gd name="T5" fmla="*/ 69 h 69"/>
                  <a:gd name="T6" fmla="*/ 99 w 99"/>
                  <a:gd name="T7" fmla="*/ 0 h 69"/>
                </a:gdLst>
                <a:ahLst/>
                <a:cxnLst>
                  <a:cxn ang="0">
                    <a:pos x="T0" y="T1"/>
                  </a:cxn>
                  <a:cxn ang="0">
                    <a:pos x="T2" y="T3"/>
                  </a:cxn>
                  <a:cxn ang="0">
                    <a:pos x="T4" y="T5"/>
                  </a:cxn>
                  <a:cxn ang="0">
                    <a:pos x="T6" y="T7"/>
                  </a:cxn>
                </a:cxnLst>
                <a:rect l="0" t="0" r="r" b="b"/>
                <a:pathLst>
                  <a:path w="99" h="69">
                    <a:moveTo>
                      <a:pt x="99" y="0"/>
                    </a:moveTo>
                    <a:lnTo>
                      <a:pt x="0" y="35"/>
                    </a:lnTo>
                    <a:lnTo>
                      <a:pt x="99" y="69"/>
                    </a:lnTo>
                    <a:lnTo>
                      <a:pt x="9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52257" name="Group 180"/>
            <p:cNvGrpSpPr>
              <a:grpSpLocks/>
            </p:cNvGrpSpPr>
            <p:nvPr/>
          </p:nvGrpSpPr>
          <p:grpSpPr bwMode="auto">
            <a:xfrm>
              <a:off x="4469" y="1195"/>
              <a:ext cx="9" cy="921"/>
              <a:chOff x="4469" y="1195"/>
              <a:chExt cx="9" cy="921"/>
            </a:xfrm>
          </p:grpSpPr>
          <p:sp>
            <p:nvSpPr>
              <p:cNvPr id="558246" name="Freeform 166"/>
              <p:cNvSpPr>
                <a:spLocks/>
              </p:cNvSpPr>
              <p:nvPr/>
            </p:nvSpPr>
            <p:spPr bwMode="auto">
              <a:xfrm>
                <a:off x="4469" y="1195"/>
                <a:ext cx="9" cy="48"/>
              </a:xfrm>
              <a:custGeom>
                <a:avLst/>
                <a:gdLst>
                  <a:gd name="T0" fmla="*/ 9 w 9"/>
                  <a:gd name="T1" fmla="*/ 6 h 48"/>
                  <a:gd name="T2" fmla="*/ 9 w 9"/>
                  <a:gd name="T3" fmla="*/ 5 h 48"/>
                  <a:gd name="T4" fmla="*/ 8 w 9"/>
                  <a:gd name="T5" fmla="*/ 3 h 48"/>
                  <a:gd name="T6" fmla="*/ 6 w 9"/>
                  <a:gd name="T7" fmla="*/ 1 h 48"/>
                  <a:gd name="T8" fmla="*/ 5 w 9"/>
                  <a:gd name="T9" fmla="*/ 0 h 48"/>
                  <a:gd name="T10" fmla="*/ 5 w 9"/>
                  <a:gd name="T11" fmla="*/ 0 h 48"/>
                  <a:gd name="T12" fmla="*/ 3 w 9"/>
                  <a:gd name="T13" fmla="*/ 1 h 48"/>
                  <a:gd name="T14" fmla="*/ 2 w 9"/>
                  <a:gd name="T15" fmla="*/ 3 h 48"/>
                  <a:gd name="T16" fmla="*/ 0 w 9"/>
                  <a:gd name="T17" fmla="*/ 5 h 48"/>
                  <a:gd name="T18" fmla="*/ 0 w 9"/>
                  <a:gd name="T19" fmla="*/ 41 h 48"/>
                  <a:gd name="T20" fmla="*/ 0 w 9"/>
                  <a:gd name="T21" fmla="*/ 43 h 48"/>
                  <a:gd name="T22" fmla="*/ 2 w 9"/>
                  <a:gd name="T23" fmla="*/ 45 h 48"/>
                  <a:gd name="T24" fmla="*/ 3 w 9"/>
                  <a:gd name="T25" fmla="*/ 46 h 48"/>
                  <a:gd name="T26" fmla="*/ 5 w 9"/>
                  <a:gd name="T27" fmla="*/ 48 h 48"/>
                  <a:gd name="T28" fmla="*/ 6 w 9"/>
                  <a:gd name="T29" fmla="*/ 48 h 48"/>
                  <a:gd name="T30" fmla="*/ 8 w 9"/>
                  <a:gd name="T31" fmla="*/ 46 h 48"/>
                  <a:gd name="T32" fmla="*/ 9 w 9"/>
                  <a:gd name="T33" fmla="*/ 45 h 48"/>
                  <a:gd name="T34" fmla="*/ 9 w 9"/>
                  <a:gd name="T35" fmla="*/ 43 h 48"/>
                  <a:gd name="T36" fmla="*/ 9 w 9"/>
                  <a:gd name="T37" fmla="*/ 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6"/>
                    </a:moveTo>
                    <a:lnTo>
                      <a:pt x="9" y="5"/>
                    </a:lnTo>
                    <a:lnTo>
                      <a:pt x="8" y="3"/>
                    </a:lnTo>
                    <a:lnTo>
                      <a:pt x="6" y="1"/>
                    </a:lnTo>
                    <a:lnTo>
                      <a:pt x="5" y="0"/>
                    </a:lnTo>
                    <a:lnTo>
                      <a:pt x="5" y="0"/>
                    </a:lnTo>
                    <a:lnTo>
                      <a:pt x="3" y="1"/>
                    </a:lnTo>
                    <a:lnTo>
                      <a:pt x="2" y="3"/>
                    </a:lnTo>
                    <a:lnTo>
                      <a:pt x="0" y="5"/>
                    </a:lnTo>
                    <a:lnTo>
                      <a:pt x="0" y="41"/>
                    </a:lnTo>
                    <a:lnTo>
                      <a:pt x="0" y="43"/>
                    </a:lnTo>
                    <a:lnTo>
                      <a:pt x="2" y="45"/>
                    </a:lnTo>
                    <a:lnTo>
                      <a:pt x="3" y="46"/>
                    </a:lnTo>
                    <a:lnTo>
                      <a:pt x="5" y="48"/>
                    </a:lnTo>
                    <a:lnTo>
                      <a:pt x="6" y="48"/>
                    </a:lnTo>
                    <a:lnTo>
                      <a:pt x="8" y="46"/>
                    </a:lnTo>
                    <a:lnTo>
                      <a:pt x="9" y="45"/>
                    </a:lnTo>
                    <a:lnTo>
                      <a:pt x="9" y="43"/>
                    </a:ln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247" name="Freeform 167"/>
              <p:cNvSpPr>
                <a:spLocks/>
              </p:cNvSpPr>
              <p:nvPr/>
            </p:nvSpPr>
            <p:spPr bwMode="auto">
              <a:xfrm>
                <a:off x="4469" y="1262"/>
                <a:ext cx="9" cy="48"/>
              </a:xfrm>
              <a:custGeom>
                <a:avLst/>
                <a:gdLst>
                  <a:gd name="T0" fmla="*/ 9 w 9"/>
                  <a:gd name="T1" fmla="*/ 5 h 48"/>
                  <a:gd name="T2" fmla="*/ 9 w 9"/>
                  <a:gd name="T3" fmla="*/ 3 h 48"/>
                  <a:gd name="T4" fmla="*/ 9 w 9"/>
                  <a:gd name="T5" fmla="*/ 2 h 48"/>
                  <a:gd name="T6" fmla="*/ 8 w 9"/>
                  <a:gd name="T7" fmla="*/ 0 h 48"/>
                  <a:gd name="T8" fmla="*/ 6 w 9"/>
                  <a:gd name="T9" fmla="*/ 0 h 48"/>
                  <a:gd name="T10" fmla="*/ 5 w 9"/>
                  <a:gd name="T11" fmla="*/ 0 h 48"/>
                  <a:gd name="T12" fmla="*/ 3 w 9"/>
                  <a:gd name="T13" fmla="*/ 0 h 48"/>
                  <a:gd name="T14" fmla="*/ 2 w 9"/>
                  <a:gd name="T15" fmla="*/ 2 h 48"/>
                  <a:gd name="T16" fmla="*/ 0 w 9"/>
                  <a:gd name="T17" fmla="*/ 3 h 48"/>
                  <a:gd name="T18" fmla="*/ 0 w 9"/>
                  <a:gd name="T19" fmla="*/ 42 h 48"/>
                  <a:gd name="T20" fmla="*/ 0 w 9"/>
                  <a:gd name="T21" fmla="*/ 43 h 48"/>
                  <a:gd name="T22" fmla="*/ 2 w 9"/>
                  <a:gd name="T23" fmla="*/ 45 h 48"/>
                  <a:gd name="T24" fmla="*/ 3 w 9"/>
                  <a:gd name="T25" fmla="*/ 46 h 48"/>
                  <a:gd name="T26" fmla="*/ 5 w 9"/>
                  <a:gd name="T27" fmla="*/ 48 h 48"/>
                  <a:gd name="T28" fmla="*/ 6 w 9"/>
                  <a:gd name="T29" fmla="*/ 48 h 48"/>
                  <a:gd name="T30" fmla="*/ 8 w 9"/>
                  <a:gd name="T31" fmla="*/ 46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2"/>
                    </a:lnTo>
                    <a:lnTo>
                      <a:pt x="8" y="0"/>
                    </a:lnTo>
                    <a:lnTo>
                      <a:pt x="6" y="0"/>
                    </a:lnTo>
                    <a:lnTo>
                      <a:pt x="5" y="0"/>
                    </a:lnTo>
                    <a:lnTo>
                      <a:pt x="3" y="0"/>
                    </a:lnTo>
                    <a:lnTo>
                      <a:pt x="2" y="2"/>
                    </a:lnTo>
                    <a:lnTo>
                      <a:pt x="0" y="3"/>
                    </a:lnTo>
                    <a:lnTo>
                      <a:pt x="0" y="42"/>
                    </a:lnTo>
                    <a:lnTo>
                      <a:pt x="0" y="43"/>
                    </a:lnTo>
                    <a:lnTo>
                      <a:pt x="2" y="45"/>
                    </a:lnTo>
                    <a:lnTo>
                      <a:pt x="3" y="46"/>
                    </a:lnTo>
                    <a:lnTo>
                      <a:pt x="5" y="48"/>
                    </a:lnTo>
                    <a:lnTo>
                      <a:pt x="6" y="48"/>
                    </a:lnTo>
                    <a:lnTo>
                      <a:pt x="8" y="46"/>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248" name="Freeform 168"/>
              <p:cNvSpPr>
                <a:spLocks/>
              </p:cNvSpPr>
              <p:nvPr/>
            </p:nvSpPr>
            <p:spPr bwMode="auto">
              <a:xfrm>
                <a:off x="4469" y="1329"/>
                <a:ext cx="9" cy="48"/>
              </a:xfrm>
              <a:custGeom>
                <a:avLst/>
                <a:gdLst>
                  <a:gd name="T0" fmla="*/ 9 w 9"/>
                  <a:gd name="T1" fmla="*/ 5 h 48"/>
                  <a:gd name="T2" fmla="*/ 9 w 9"/>
                  <a:gd name="T3" fmla="*/ 3 h 48"/>
                  <a:gd name="T4" fmla="*/ 9 w 9"/>
                  <a:gd name="T5" fmla="*/ 2 h 48"/>
                  <a:gd name="T6" fmla="*/ 8 w 9"/>
                  <a:gd name="T7" fmla="*/ 0 h 48"/>
                  <a:gd name="T8" fmla="*/ 6 w 9"/>
                  <a:gd name="T9" fmla="*/ 0 h 48"/>
                  <a:gd name="T10" fmla="*/ 5 w 9"/>
                  <a:gd name="T11" fmla="*/ 0 h 48"/>
                  <a:gd name="T12" fmla="*/ 3 w 9"/>
                  <a:gd name="T13" fmla="*/ 0 h 48"/>
                  <a:gd name="T14" fmla="*/ 2 w 9"/>
                  <a:gd name="T15" fmla="*/ 2 h 48"/>
                  <a:gd name="T16" fmla="*/ 0 w 9"/>
                  <a:gd name="T17" fmla="*/ 3 h 48"/>
                  <a:gd name="T18" fmla="*/ 0 w 9"/>
                  <a:gd name="T19" fmla="*/ 42 h 48"/>
                  <a:gd name="T20" fmla="*/ 0 w 9"/>
                  <a:gd name="T21" fmla="*/ 43 h 48"/>
                  <a:gd name="T22" fmla="*/ 2 w 9"/>
                  <a:gd name="T23" fmla="*/ 45 h 48"/>
                  <a:gd name="T24" fmla="*/ 3 w 9"/>
                  <a:gd name="T25" fmla="*/ 47 h 48"/>
                  <a:gd name="T26" fmla="*/ 5 w 9"/>
                  <a:gd name="T27" fmla="*/ 48 h 48"/>
                  <a:gd name="T28" fmla="*/ 6 w 9"/>
                  <a:gd name="T29" fmla="*/ 48 h 48"/>
                  <a:gd name="T30" fmla="*/ 8 w 9"/>
                  <a:gd name="T31" fmla="*/ 47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2"/>
                    </a:lnTo>
                    <a:lnTo>
                      <a:pt x="8" y="0"/>
                    </a:lnTo>
                    <a:lnTo>
                      <a:pt x="6" y="0"/>
                    </a:lnTo>
                    <a:lnTo>
                      <a:pt x="5" y="0"/>
                    </a:lnTo>
                    <a:lnTo>
                      <a:pt x="3" y="0"/>
                    </a:lnTo>
                    <a:lnTo>
                      <a:pt x="2" y="2"/>
                    </a:lnTo>
                    <a:lnTo>
                      <a:pt x="0" y="3"/>
                    </a:lnTo>
                    <a:lnTo>
                      <a:pt x="0" y="42"/>
                    </a:lnTo>
                    <a:lnTo>
                      <a:pt x="0" y="43"/>
                    </a:lnTo>
                    <a:lnTo>
                      <a:pt x="2" y="45"/>
                    </a:lnTo>
                    <a:lnTo>
                      <a:pt x="3" y="47"/>
                    </a:lnTo>
                    <a:lnTo>
                      <a:pt x="5" y="48"/>
                    </a:lnTo>
                    <a:lnTo>
                      <a:pt x="6" y="48"/>
                    </a:lnTo>
                    <a:lnTo>
                      <a:pt x="8" y="47"/>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249" name="Freeform 169"/>
              <p:cNvSpPr>
                <a:spLocks/>
              </p:cNvSpPr>
              <p:nvPr/>
            </p:nvSpPr>
            <p:spPr bwMode="auto">
              <a:xfrm>
                <a:off x="4469" y="1396"/>
                <a:ext cx="9" cy="48"/>
              </a:xfrm>
              <a:custGeom>
                <a:avLst/>
                <a:gdLst>
                  <a:gd name="T0" fmla="*/ 9 w 9"/>
                  <a:gd name="T1" fmla="*/ 5 h 48"/>
                  <a:gd name="T2" fmla="*/ 9 w 9"/>
                  <a:gd name="T3" fmla="*/ 4 h 48"/>
                  <a:gd name="T4" fmla="*/ 9 w 9"/>
                  <a:gd name="T5" fmla="*/ 2 h 48"/>
                  <a:gd name="T6" fmla="*/ 8 w 9"/>
                  <a:gd name="T7" fmla="*/ 0 h 48"/>
                  <a:gd name="T8" fmla="*/ 6 w 9"/>
                  <a:gd name="T9" fmla="*/ 0 h 48"/>
                  <a:gd name="T10" fmla="*/ 5 w 9"/>
                  <a:gd name="T11" fmla="*/ 0 h 48"/>
                  <a:gd name="T12" fmla="*/ 3 w 9"/>
                  <a:gd name="T13" fmla="*/ 0 h 48"/>
                  <a:gd name="T14" fmla="*/ 2 w 9"/>
                  <a:gd name="T15" fmla="*/ 2 h 48"/>
                  <a:gd name="T16" fmla="*/ 0 w 9"/>
                  <a:gd name="T17" fmla="*/ 4 h 48"/>
                  <a:gd name="T18" fmla="*/ 0 w 9"/>
                  <a:gd name="T19" fmla="*/ 42 h 48"/>
                  <a:gd name="T20" fmla="*/ 0 w 9"/>
                  <a:gd name="T21" fmla="*/ 43 h 48"/>
                  <a:gd name="T22" fmla="*/ 2 w 9"/>
                  <a:gd name="T23" fmla="*/ 45 h 48"/>
                  <a:gd name="T24" fmla="*/ 3 w 9"/>
                  <a:gd name="T25" fmla="*/ 47 h 48"/>
                  <a:gd name="T26" fmla="*/ 5 w 9"/>
                  <a:gd name="T27" fmla="*/ 48 h 48"/>
                  <a:gd name="T28" fmla="*/ 6 w 9"/>
                  <a:gd name="T29" fmla="*/ 48 h 48"/>
                  <a:gd name="T30" fmla="*/ 8 w 9"/>
                  <a:gd name="T31" fmla="*/ 47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4"/>
                    </a:lnTo>
                    <a:lnTo>
                      <a:pt x="9" y="2"/>
                    </a:lnTo>
                    <a:lnTo>
                      <a:pt x="8" y="0"/>
                    </a:lnTo>
                    <a:lnTo>
                      <a:pt x="6" y="0"/>
                    </a:lnTo>
                    <a:lnTo>
                      <a:pt x="5" y="0"/>
                    </a:lnTo>
                    <a:lnTo>
                      <a:pt x="3" y="0"/>
                    </a:lnTo>
                    <a:lnTo>
                      <a:pt x="2" y="2"/>
                    </a:lnTo>
                    <a:lnTo>
                      <a:pt x="0" y="4"/>
                    </a:lnTo>
                    <a:lnTo>
                      <a:pt x="0" y="42"/>
                    </a:lnTo>
                    <a:lnTo>
                      <a:pt x="0" y="43"/>
                    </a:lnTo>
                    <a:lnTo>
                      <a:pt x="2" y="45"/>
                    </a:lnTo>
                    <a:lnTo>
                      <a:pt x="3" y="47"/>
                    </a:lnTo>
                    <a:lnTo>
                      <a:pt x="5" y="48"/>
                    </a:lnTo>
                    <a:lnTo>
                      <a:pt x="6" y="48"/>
                    </a:lnTo>
                    <a:lnTo>
                      <a:pt x="8" y="47"/>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250" name="Freeform 170"/>
              <p:cNvSpPr>
                <a:spLocks/>
              </p:cNvSpPr>
              <p:nvPr/>
            </p:nvSpPr>
            <p:spPr bwMode="auto">
              <a:xfrm>
                <a:off x="4469" y="1463"/>
                <a:ext cx="9" cy="48"/>
              </a:xfrm>
              <a:custGeom>
                <a:avLst/>
                <a:gdLst>
                  <a:gd name="T0" fmla="*/ 9 w 9"/>
                  <a:gd name="T1" fmla="*/ 5 h 48"/>
                  <a:gd name="T2" fmla="*/ 9 w 9"/>
                  <a:gd name="T3" fmla="*/ 4 h 48"/>
                  <a:gd name="T4" fmla="*/ 9 w 9"/>
                  <a:gd name="T5" fmla="*/ 2 h 48"/>
                  <a:gd name="T6" fmla="*/ 8 w 9"/>
                  <a:gd name="T7" fmla="*/ 0 h 48"/>
                  <a:gd name="T8" fmla="*/ 6 w 9"/>
                  <a:gd name="T9" fmla="*/ 0 h 48"/>
                  <a:gd name="T10" fmla="*/ 5 w 9"/>
                  <a:gd name="T11" fmla="*/ 0 h 48"/>
                  <a:gd name="T12" fmla="*/ 3 w 9"/>
                  <a:gd name="T13" fmla="*/ 0 h 48"/>
                  <a:gd name="T14" fmla="*/ 2 w 9"/>
                  <a:gd name="T15" fmla="*/ 2 h 48"/>
                  <a:gd name="T16" fmla="*/ 0 w 9"/>
                  <a:gd name="T17" fmla="*/ 4 h 48"/>
                  <a:gd name="T18" fmla="*/ 0 w 9"/>
                  <a:gd name="T19" fmla="*/ 42 h 48"/>
                  <a:gd name="T20" fmla="*/ 0 w 9"/>
                  <a:gd name="T21" fmla="*/ 44 h 48"/>
                  <a:gd name="T22" fmla="*/ 2 w 9"/>
                  <a:gd name="T23" fmla="*/ 45 h 48"/>
                  <a:gd name="T24" fmla="*/ 3 w 9"/>
                  <a:gd name="T25" fmla="*/ 47 h 48"/>
                  <a:gd name="T26" fmla="*/ 5 w 9"/>
                  <a:gd name="T27" fmla="*/ 48 h 48"/>
                  <a:gd name="T28" fmla="*/ 6 w 9"/>
                  <a:gd name="T29" fmla="*/ 48 h 48"/>
                  <a:gd name="T30" fmla="*/ 8 w 9"/>
                  <a:gd name="T31" fmla="*/ 47 h 48"/>
                  <a:gd name="T32" fmla="*/ 9 w 9"/>
                  <a:gd name="T33" fmla="*/ 45 h 48"/>
                  <a:gd name="T34" fmla="*/ 9 w 9"/>
                  <a:gd name="T35" fmla="*/ 44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4"/>
                    </a:lnTo>
                    <a:lnTo>
                      <a:pt x="9" y="2"/>
                    </a:lnTo>
                    <a:lnTo>
                      <a:pt x="8" y="0"/>
                    </a:lnTo>
                    <a:lnTo>
                      <a:pt x="6" y="0"/>
                    </a:lnTo>
                    <a:lnTo>
                      <a:pt x="5" y="0"/>
                    </a:lnTo>
                    <a:lnTo>
                      <a:pt x="3" y="0"/>
                    </a:lnTo>
                    <a:lnTo>
                      <a:pt x="2" y="2"/>
                    </a:lnTo>
                    <a:lnTo>
                      <a:pt x="0" y="4"/>
                    </a:lnTo>
                    <a:lnTo>
                      <a:pt x="0" y="42"/>
                    </a:lnTo>
                    <a:lnTo>
                      <a:pt x="0" y="44"/>
                    </a:lnTo>
                    <a:lnTo>
                      <a:pt x="2" y="45"/>
                    </a:lnTo>
                    <a:lnTo>
                      <a:pt x="3" y="47"/>
                    </a:lnTo>
                    <a:lnTo>
                      <a:pt x="5" y="48"/>
                    </a:lnTo>
                    <a:lnTo>
                      <a:pt x="6" y="48"/>
                    </a:lnTo>
                    <a:lnTo>
                      <a:pt x="8" y="47"/>
                    </a:lnTo>
                    <a:lnTo>
                      <a:pt x="9" y="45"/>
                    </a:lnTo>
                    <a:lnTo>
                      <a:pt x="9" y="44"/>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251" name="Freeform 171"/>
              <p:cNvSpPr>
                <a:spLocks/>
              </p:cNvSpPr>
              <p:nvPr/>
            </p:nvSpPr>
            <p:spPr bwMode="auto">
              <a:xfrm>
                <a:off x="4469" y="1531"/>
                <a:ext cx="9" cy="48"/>
              </a:xfrm>
              <a:custGeom>
                <a:avLst/>
                <a:gdLst>
                  <a:gd name="T0" fmla="*/ 9 w 9"/>
                  <a:gd name="T1" fmla="*/ 4 h 48"/>
                  <a:gd name="T2" fmla="*/ 9 w 9"/>
                  <a:gd name="T3" fmla="*/ 3 h 48"/>
                  <a:gd name="T4" fmla="*/ 9 w 9"/>
                  <a:gd name="T5" fmla="*/ 1 h 48"/>
                  <a:gd name="T6" fmla="*/ 8 w 9"/>
                  <a:gd name="T7" fmla="*/ 0 h 48"/>
                  <a:gd name="T8" fmla="*/ 6 w 9"/>
                  <a:gd name="T9" fmla="*/ 0 h 48"/>
                  <a:gd name="T10" fmla="*/ 5 w 9"/>
                  <a:gd name="T11" fmla="*/ 0 h 48"/>
                  <a:gd name="T12" fmla="*/ 3 w 9"/>
                  <a:gd name="T13" fmla="*/ 0 h 48"/>
                  <a:gd name="T14" fmla="*/ 2 w 9"/>
                  <a:gd name="T15" fmla="*/ 1 h 48"/>
                  <a:gd name="T16" fmla="*/ 0 w 9"/>
                  <a:gd name="T17" fmla="*/ 3 h 48"/>
                  <a:gd name="T18" fmla="*/ 0 w 9"/>
                  <a:gd name="T19" fmla="*/ 41 h 48"/>
                  <a:gd name="T20" fmla="*/ 0 w 9"/>
                  <a:gd name="T21" fmla="*/ 43 h 48"/>
                  <a:gd name="T22" fmla="*/ 2 w 9"/>
                  <a:gd name="T23" fmla="*/ 44 h 48"/>
                  <a:gd name="T24" fmla="*/ 3 w 9"/>
                  <a:gd name="T25" fmla="*/ 46 h 48"/>
                  <a:gd name="T26" fmla="*/ 5 w 9"/>
                  <a:gd name="T27" fmla="*/ 48 h 48"/>
                  <a:gd name="T28" fmla="*/ 6 w 9"/>
                  <a:gd name="T29" fmla="*/ 48 h 48"/>
                  <a:gd name="T30" fmla="*/ 8 w 9"/>
                  <a:gd name="T31" fmla="*/ 46 h 48"/>
                  <a:gd name="T32" fmla="*/ 9 w 9"/>
                  <a:gd name="T33" fmla="*/ 44 h 48"/>
                  <a:gd name="T34" fmla="*/ 9 w 9"/>
                  <a:gd name="T35" fmla="*/ 43 h 48"/>
                  <a:gd name="T36" fmla="*/ 9 w 9"/>
                  <a:gd name="T37"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4"/>
                    </a:moveTo>
                    <a:lnTo>
                      <a:pt x="9" y="3"/>
                    </a:lnTo>
                    <a:lnTo>
                      <a:pt x="9" y="1"/>
                    </a:lnTo>
                    <a:lnTo>
                      <a:pt x="8" y="0"/>
                    </a:lnTo>
                    <a:lnTo>
                      <a:pt x="6" y="0"/>
                    </a:lnTo>
                    <a:lnTo>
                      <a:pt x="5" y="0"/>
                    </a:lnTo>
                    <a:lnTo>
                      <a:pt x="3" y="0"/>
                    </a:lnTo>
                    <a:lnTo>
                      <a:pt x="2" y="1"/>
                    </a:lnTo>
                    <a:lnTo>
                      <a:pt x="0" y="3"/>
                    </a:lnTo>
                    <a:lnTo>
                      <a:pt x="0" y="41"/>
                    </a:lnTo>
                    <a:lnTo>
                      <a:pt x="0" y="43"/>
                    </a:lnTo>
                    <a:lnTo>
                      <a:pt x="2" y="44"/>
                    </a:lnTo>
                    <a:lnTo>
                      <a:pt x="3" y="46"/>
                    </a:lnTo>
                    <a:lnTo>
                      <a:pt x="5" y="48"/>
                    </a:lnTo>
                    <a:lnTo>
                      <a:pt x="6" y="48"/>
                    </a:lnTo>
                    <a:lnTo>
                      <a:pt x="8" y="46"/>
                    </a:lnTo>
                    <a:lnTo>
                      <a:pt x="9" y="44"/>
                    </a:lnTo>
                    <a:lnTo>
                      <a:pt x="9" y="43"/>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252" name="Freeform 172"/>
              <p:cNvSpPr>
                <a:spLocks/>
              </p:cNvSpPr>
              <p:nvPr/>
            </p:nvSpPr>
            <p:spPr bwMode="auto">
              <a:xfrm>
                <a:off x="4469" y="1598"/>
                <a:ext cx="9" cy="48"/>
              </a:xfrm>
              <a:custGeom>
                <a:avLst/>
                <a:gdLst>
                  <a:gd name="T0" fmla="*/ 9 w 9"/>
                  <a:gd name="T1" fmla="*/ 5 h 48"/>
                  <a:gd name="T2" fmla="*/ 9 w 9"/>
                  <a:gd name="T3" fmla="*/ 3 h 48"/>
                  <a:gd name="T4" fmla="*/ 9 w 9"/>
                  <a:gd name="T5" fmla="*/ 1 h 48"/>
                  <a:gd name="T6" fmla="*/ 8 w 9"/>
                  <a:gd name="T7" fmla="*/ 0 h 48"/>
                  <a:gd name="T8" fmla="*/ 6 w 9"/>
                  <a:gd name="T9" fmla="*/ 0 h 48"/>
                  <a:gd name="T10" fmla="*/ 5 w 9"/>
                  <a:gd name="T11" fmla="*/ 0 h 48"/>
                  <a:gd name="T12" fmla="*/ 3 w 9"/>
                  <a:gd name="T13" fmla="*/ 0 h 48"/>
                  <a:gd name="T14" fmla="*/ 2 w 9"/>
                  <a:gd name="T15" fmla="*/ 1 h 48"/>
                  <a:gd name="T16" fmla="*/ 0 w 9"/>
                  <a:gd name="T17" fmla="*/ 3 h 48"/>
                  <a:gd name="T18" fmla="*/ 0 w 9"/>
                  <a:gd name="T19" fmla="*/ 41 h 48"/>
                  <a:gd name="T20" fmla="*/ 0 w 9"/>
                  <a:gd name="T21" fmla="*/ 43 h 48"/>
                  <a:gd name="T22" fmla="*/ 2 w 9"/>
                  <a:gd name="T23" fmla="*/ 45 h 48"/>
                  <a:gd name="T24" fmla="*/ 3 w 9"/>
                  <a:gd name="T25" fmla="*/ 46 h 48"/>
                  <a:gd name="T26" fmla="*/ 5 w 9"/>
                  <a:gd name="T27" fmla="*/ 48 h 48"/>
                  <a:gd name="T28" fmla="*/ 6 w 9"/>
                  <a:gd name="T29" fmla="*/ 48 h 48"/>
                  <a:gd name="T30" fmla="*/ 8 w 9"/>
                  <a:gd name="T31" fmla="*/ 46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1"/>
                    </a:lnTo>
                    <a:lnTo>
                      <a:pt x="8" y="0"/>
                    </a:lnTo>
                    <a:lnTo>
                      <a:pt x="6" y="0"/>
                    </a:lnTo>
                    <a:lnTo>
                      <a:pt x="5" y="0"/>
                    </a:lnTo>
                    <a:lnTo>
                      <a:pt x="3" y="0"/>
                    </a:lnTo>
                    <a:lnTo>
                      <a:pt x="2" y="1"/>
                    </a:lnTo>
                    <a:lnTo>
                      <a:pt x="0" y="3"/>
                    </a:lnTo>
                    <a:lnTo>
                      <a:pt x="0" y="41"/>
                    </a:lnTo>
                    <a:lnTo>
                      <a:pt x="0" y="43"/>
                    </a:lnTo>
                    <a:lnTo>
                      <a:pt x="2" y="45"/>
                    </a:lnTo>
                    <a:lnTo>
                      <a:pt x="3" y="46"/>
                    </a:lnTo>
                    <a:lnTo>
                      <a:pt x="5" y="48"/>
                    </a:lnTo>
                    <a:lnTo>
                      <a:pt x="6" y="48"/>
                    </a:lnTo>
                    <a:lnTo>
                      <a:pt x="8" y="46"/>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253" name="Freeform 173"/>
              <p:cNvSpPr>
                <a:spLocks/>
              </p:cNvSpPr>
              <p:nvPr/>
            </p:nvSpPr>
            <p:spPr bwMode="auto">
              <a:xfrm>
                <a:off x="4469" y="1665"/>
                <a:ext cx="9" cy="48"/>
              </a:xfrm>
              <a:custGeom>
                <a:avLst/>
                <a:gdLst>
                  <a:gd name="T0" fmla="*/ 9 w 9"/>
                  <a:gd name="T1" fmla="*/ 5 h 48"/>
                  <a:gd name="T2" fmla="*/ 9 w 9"/>
                  <a:gd name="T3" fmla="*/ 3 h 48"/>
                  <a:gd name="T4" fmla="*/ 9 w 9"/>
                  <a:gd name="T5" fmla="*/ 2 h 48"/>
                  <a:gd name="T6" fmla="*/ 8 w 9"/>
                  <a:gd name="T7" fmla="*/ 0 h 48"/>
                  <a:gd name="T8" fmla="*/ 6 w 9"/>
                  <a:gd name="T9" fmla="*/ 0 h 48"/>
                  <a:gd name="T10" fmla="*/ 5 w 9"/>
                  <a:gd name="T11" fmla="*/ 0 h 48"/>
                  <a:gd name="T12" fmla="*/ 3 w 9"/>
                  <a:gd name="T13" fmla="*/ 0 h 48"/>
                  <a:gd name="T14" fmla="*/ 2 w 9"/>
                  <a:gd name="T15" fmla="*/ 2 h 48"/>
                  <a:gd name="T16" fmla="*/ 0 w 9"/>
                  <a:gd name="T17" fmla="*/ 3 h 48"/>
                  <a:gd name="T18" fmla="*/ 0 w 9"/>
                  <a:gd name="T19" fmla="*/ 42 h 48"/>
                  <a:gd name="T20" fmla="*/ 0 w 9"/>
                  <a:gd name="T21" fmla="*/ 43 h 48"/>
                  <a:gd name="T22" fmla="*/ 2 w 9"/>
                  <a:gd name="T23" fmla="*/ 45 h 48"/>
                  <a:gd name="T24" fmla="*/ 3 w 9"/>
                  <a:gd name="T25" fmla="*/ 46 h 48"/>
                  <a:gd name="T26" fmla="*/ 5 w 9"/>
                  <a:gd name="T27" fmla="*/ 48 h 48"/>
                  <a:gd name="T28" fmla="*/ 6 w 9"/>
                  <a:gd name="T29" fmla="*/ 48 h 48"/>
                  <a:gd name="T30" fmla="*/ 8 w 9"/>
                  <a:gd name="T31" fmla="*/ 46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2"/>
                    </a:lnTo>
                    <a:lnTo>
                      <a:pt x="8" y="0"/>
                    </a:lnTo>
                    <a:lnTo>
                      <a:pt x="6" y="0"/>
                    </a:lnTo>
                    <a:lnTo>
                      <a:pt x="5" y="0"/>
                    </a:lnTo>
                    <a:lnTo>
                      <a:pt x="3" y="0"/>
                    </a:lnTo>
                    <a:lnTo>
                      <a:pt x="2" y="2"/>
                    </a:lnTo>
                    <a:lnTo>
                      <a:pt x="0" y="3"/>
                    </a:lnTo>
                    <a:lnTo>
                      <a:pt x="0" y="42"/>
                    </a:lnTo>
                    <a:lnTo>
                      <a:pt x="0" y="43"/>
                    </a:lnTo>
                    <a:lnTo>
                      <a:pt x="2" y="45"/>
                    </a:lnTo>
                    <a:lnTo>
                      <a:pt x="3" y="46"/>
                    </a:lnTo>
                    <a:lnTo>
                      <a:pt x="5" y="48"/>
                    </a:lnTo>
                    <a:lnTo>
                      <a:pt x="6" y="48"/>
                    </a:lnTo>
                    <a:lnTo>
                      <a:pt x="8" y="46"/>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254" name="Freeform 174"/>
              <p:cNvSpPr>
                <a:spLocks/>
              </p:cNvSpPr>
              <p:nvPr/>
            </p:nvSpPr>
            <p:spPr bwMode="auto">
              <a:xfrm>
                <a:off x="4469" y="1732"/>
                <a:ext cx="9" cy="48"/>
              </a:xfrm>
              <a:custGeom>
                <a:avLst/>
                <a:gdLst>
                  <a:gd name="T0" fmla="*/ 9 w 9"/>
                  <a:gd name="T1" fmla="*/ 5 h 48"/>
                  <a:gd name="T2" fmla="*/ 9 w 9"/>
                  <a:gd name="T3" fmla="*/ 3 h 48"/>
                  <a:gd name="T4" fmla="*/ 9 w 9"/>
                  <a:gd name="T5" fmla="*/ 2 h 48"/>
                  <a:gd name="T6" fmla="*/ 8 w 9"/>
                  <a:gd name="T7" fmla="*/ 0 h 48"/>
                  <a:gd name="T8" fmla="*/ 6 w 9"/>
                  <a:gd name="T9" fmla="*/ 0 h 48"/>
                  <a:gd name="T10" fmla="*/ 5 w 9"/>
                  <a:gd name="T11" fmla="*/ 0 h 48"/>
                  <a:gd name="T12" fmla="*/ 3 w 9"/>
                  <a:gd name="T13" fmla="*/ 0 h 48"/>
                  <a:gd name="T14" fmla="*/ 2 w 9"/>
                  <a:gd name="T15" fmla="*/ 2 h 48"/>
                  <a:gd name="T16" fmla="*/ 0 w 9"/>
                  <a:gd name="T17" fmla="*/ 3 h 48"/>
                  <a:gd name="T18" fmla="*/ 0 w 9"/>
                  <a:gd name="T19" fmla="*/ 42 h 48"/>
                  <a:gd name="T20" fmla="*/ 0 w 9"/>
                  <a:gd name="T21" fmla="*/ 43 h 48"/>
                  <a:gd name="T22" fmla="*/ 2 w 9"/>
                  <a:gd name="T23" fmla="*/ 45 h 48"/>
                  <a:gd name="T24" fmla="*/ 3 w 9"/>
                  <a:gd name="T25" fmla="*/ 46 h 48"/>
                  <a:gd name="T26" fmla="*/ 5 w 9"/>
                  <a:gd name="T27" fmla="*/ 48 h 48"/>
                  <a:gd name="T28" fmla="*/ 6 w 9"/>
                  <a:gd name="T29" fmla="*/ 48 h 48"/>
                  <a:gd name="T30" fmla="*/ 8 w 9"/>
                  <a:gd name="T31" fmla="*/ 46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2"/>
                    </a:lnTo>
                    <a:lnTo>
                      <a:pt x="8" y="0"/>
                    </a:lnTo>
                    <a:lnTo>
                      <a:pt x="6" y="0"/>
                    </a:lnTo>
                    <a:lnTo>
                      <a:pt x="5" y="0"/>
                    </a:lnTo>
                    <a:lnTo>
                      <a:pt x="3" y="0"/>
                    </a:lnTo>
                    <a:lnTo>
                      <a:pt x="2" y="2"/>
                    </a:lnTo>
                    <a:lnTo>
                      <a:pt x="0" y="3"/>
                    </a:lnTo>
                    <a:lnTo>
                      <a:pt x="0" y="42"/>
                    </a:lnTo>
                    <a:lnTo>
                      <a:pt x="0" y="43"/>
                    </a:lnTo>
                    <a:lnTo>
                      <a:pt x="2" y="45"/>
                    </a:lnTo>
                    <a:lnTo>
                      <a:pt x="3" y="46"/>
                    </a:lnTo>
                    <a:lnTo>
                      <a:pt x="5" y="48"/>
                    </a:lnTo>
                    <a:lnTo>
                      <a:pt x="6" y="48"/>
                    </a:lnTo>
                    <a:lnTo>
                      <a:pt x="8" y="46"/>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255" name="Freeform 175"/>
              <p:cNvSpPr>
                <a:spLocks/>
              </p:cNvSpPr>
              <p:nvPr/>
            </p:nvSpPr>
            <p:spPr bwMode="auto">
              <a:xfrm>
                <a:off x="4469" y="1799"/>
                <a:ext cx="9" cy="48"/>
              </a:xfrm>
              <a:custGeom>
                <a:avLst/>
                <a:gdLst>
                  <a:gd name="T0" fmla="*/ 9 w 9"/>
                  <a:gd name="T1" fmla="*/ 5 h 48"/>
                  <a:gd name="T2" fmla="*/ 9 w 9"/>
                  <a:gd name="T3" fmla="*/ 3 h 48"/>
                  <a:gd name="T4" fmla="*/ 9 w 9"/>
                  <a:gd name="T5" fmla="*/ 2 h 48"/>
                  <a:gd name="T6" fmla="*/ 8 w 9"/>
                  <a:gd name="T7" fmla="*/ 0 h 48"/>
                  <a:gd name="T8" fmla="*/ 6 w 9"/>
                  <a:gd name="T9" fmla="*/ 0 h 48"/>
                  <a:gd name="T10" fmla="*/ 5 w 9"/>
                  <a:gd name="T11" fmla="*/ 0 h 48"/>
                  <a:gd name="T12" fmla="*/ 3 w 9"/>
                  <a:gd name="T13" fmla="*/ 0 h 48"/>
                  <a:gd name="T14" fmla="*/ 2 w 9"/>
                  <a:gd name="T15" fmla="*/ 2 h 48"/>
                  <a:gd name="T16" fmla="*/ 0 w 9"/>
                  <a:gd name="T17" fmla="*/ 3 h 48"/>
                  <a:gd name="T18" fmla="*/ 0 w 9"/>
                  <a:gd name="T19" fmla="*/ 42 h 48"/>
                  <a:gd name="T20" fmla="*/ 0 w 9"/>
                  <a:gd name="T21" fmla="*/ 43 h 48"/>
                  <a:gd name="T22" fmla="*/ 2 w 9"/>
                  <a:gd name="T23" fmla="*/ 45 h 48"/>
                  <a:gd name="T24" fmla="*/ 3 w 9"/>
                  <a:gd name="T25" fmla="*/ 47 h 48"/>
                  <a:gd name="T26" fmla="*/ 5 w 9"/>
                  <a:gd name="T27" fmla="*/ 48 h 48"/>
                  <a:gd name="T28" fmla="*/ 6 w 9"/>
                  <a:gd name="T29" fmla="*/ 48 h 48"/>
                  <a:gd name="T30" fmla="*/ 8 w 9"/>
                  <a:gd name="T31" fmla="*/ 47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2"/>
                    </a:lnTo>
                    <a:lnTo>
                      <a:pt x="8" y="0"/>
                    </a:lnTo>
                    <a:lnTo>
                      <a:pt x="6" y="0"/>
                    </a:lnTo>
                    <a:lnTo>
                      <a:pt x="5" y="0"/>
                    </a:lnTo>
                    <a:lnTo>
                      <a:pt x="3" y="0"/>
                    </a:lnTo>
                    <a:lnTo>
                      <a:pt x="2" y="2"/>
                    </a:lnTo>
                    <a:lnTo>
                      <a:pt x="0" y="3"/>
                    </a:lnTo>
                    <a:lnTo>
                      <a:pt x="0" y="42"/>
                    </a:lnTo>
                    <a:lnTo>
                      <a:pt x="0" y="43"/>
                    </a:lnTo>
                    <a:lnTo>
                      <a:pt x="2" y="45"/>
                    </a:lnTo>
                    <a:lnTo>
                      <a:pt x="3" y="47"/>
                    </a:lnTo>
                    <a:lnTo>
                      <a:pt x="5" y="48"/>
                    </a:lnTo>
                    <a:lnTo>
                      <a:pt x="6" y="48"/>
                    </a:lnTo>
                    <a:lnTo>
                      <a:pt x="8" y="47"/>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256" name="Freeform 176"/>
              <p:cNvSpPr>
                <a:spLocks/>
              </p:cNvSpPr>
              <p:nvPr/>
            </p:nvSpPr>
            <p:spPr bwMode="auto">
              <a:xfrm>
                <a:off x="4469" y="1866"/>
                <a:ext cx="9" cy="48"/>
              </a:xfrm>
              <a:custGeom>
                <a:avLst/>
                <a:gdLst>
                  <a:gd name="T0" fmla="*/ 9 w 9"/>
                  <a:gd name="T1" fmla="*/ 5 h 48"/>
                  <a:gd name="T2" fmla="*/ 9 w 9"/>
                  <a:gd name="T3" fmla="*/ 4 h 48"/>
                  <a:gd name="T4" fmla="*/ 9 w 9"/>
                  <a:gd name="T5" fmla="*/ 2 h 48"/>
                  <a:gd name="T6" fmla="*/ 8 w 9"/>
                  <a:gd name="T7" fmla="*/ 0 h 48"/>
                  <a:gd name="T8" fmla="*/ 6 w 9"/>
                  <a:gd name="T9" fmla="*/ 0 h 48"/>
                  <a:gd name="T10" fmla="*/ 5 w 9"/>
                  <a:gd name="T11" fmla="*/ 0 h 48"/>
                  <a:gd name="T12" fmla="*/ 3 w 9"/>
                  <a:gd name="T13" fmla="*/ 0 h 48"/>
                  <a:gd name="T14" fmla="*/ 2 w 9"/>
                  <a:gd name="T15" fmla="*/ 2 h 48"/>
                  <a:gd name="T16" fmla="*/ 0 w 9"/>
                  <a:gd name="T17" fmla="*/ 4 h 48"/>
                  <a:gd name="T18" fmla="*/ 0 w 9"/>
                  <a:gd name="T19" fmla="*/ 42 h 48"/>
                  <a:gd name="T20" fmla="*/ 0 w 9"/>
                  <a:gd name="T21" fmla="*/ 44 h 48"/>
                  <a:gd name="T22" fmla="*/ 2 w 9"/>
                  <a:gd name="T23" fmla="*/ 45 h 48"/>
                  <a:gd name="T24" fmla="*/ 3 w 9"/>
                  <a:gd name="T25" fmla="*/ 47 h 48"/>
                  <a:gd name="T26" fmla="*/ 5 w 9"/>
                  <a:gd name="T27" fmla="*/ 48 h 48"/>
                  <a:gd name="T28" fmla="*/ 6 w 9"/>
                  <a:gd name="T29" fmla="*/ 48 h 48"/>
                  <a:gd name="T30" fmla="*/ 8 w 9"/>
                  <a:gd name="T31" fmla="*/ 47 h 48"/>
                  <a:gd name="T32" fmla="*/ 9 w 9"/>
                  <a:gd name="T33" fmla="*/ 45 h 48"/>
                  <a:gd name="T34" fmla="*/ 9 w 9"/>
                  <a:gd name="T35" fmla="*/ 44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4"/>
                    </a:lnTo>
                    <a:lnTo>
                      <a:pt x="9" y="2"/>
                    </a:lnTo>
                    <a:lnTo>
                      <a:pt x="8" y="0"/>
                    </a:lnTo>
                    <a:lnTo>
                      <a:pt x="6" y="0"/>
                    </a:lnTo>
                    <a:lnTo>
                      <a:pt x="5" y="0"/>
                    </a:lnTo>
                    <a:lnTo>
                      <a:pt x="3" y="0"/>
                    </a:lnTo>
                    <a:lnTo>
                      <a:pt x="2" y="2"/>
                    </a:lnTo>
                    <a:lnTo>
                      <a:pt x="0" y="4"/>
                    </a:lnTo>
                    <a:lnTo>
                      <a:pt x="0" y="42"/>
                    </a:lnTo>
                    <a:lnTo>
                      <a:pt x="0" y="44"/>
                    </a:lnTo>
                    <a:lnTo>
                      <a:pt x="2" y="45"/>
                    </a:lnTo>
                    <a:lnTo>
                      <a:pt x="3" y="47"/>
                    </a:lnTo>
                    <a:lnTo>
                      <a:pt x="5" y="48"/>
                    </a:lnTo>
                    <a:lnTo>
                      <a:pt x="6" y="48"/>
                    </a:lnTo>
                    <a:lnTo>
                      <a:pt x="8" y="47"/>
                    </a:lnTo>
                    <a:lnTo>
                      <a:pt x="9" y="45"/>
                    </a:lnTo>
                    <a:lnTo>
                      <a:pt x="9" y="44"/>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257" name="Freeform 177"/>
              <p:cNvSpPr>
                <a:spLocks/>
              </p:cNvSpPr>
              <p:nvPr/>
            </p:nvSpPr>
            <p:spPr bwMode="auto">
              <a:xfrm>
                <a:off x="4469" y="1934"/>
                <a:ext cx="9" cy="48"/>
              </a:xfrm>
              <a:custGeom>
                <a:avLst/>
                <a:gdLst>
                  <a:gd name="T0" fmla="*/ 9 w 9"/>
                  <a:gd name="T1" fmla="*/ 4 h 48"/>
                  <a:gd name="T2" fmla="*/ 9 w 9"/>
                  <a:gd name="T3" fmla="*/ 3 h 48"/>
                  <a:gd name="T4" fmla="*/ 9 w 9"/>
                  <a:gd name="T5" fmla="*/ 1 h 48"/>
                  <a:gd name="T6" fmla="*/ 8 w 9"/>
                  <a:gd name="T7" fmla="*/ 0 h 48"/>
                  <a:gd name="T8" fmla="*/ 6 w 9"/>
                  <a:gd name="T9" fmla="*/ 0 h 48"/>
                  <a:gd name="T10" fmla="*/ 5 w 9"/>
                  <a:gd name="T11" fmla="*/ 0 h 48"/>
                  <a:gd name="T12" fmla="*/ 3 w 9"/>
                  <a:gd name="T13" fmla="*/ 0 h 48"/>
                  <a:gd name="T14" fmla="*/ 2 w 9"/>
                  <a:gd name="T15" fmla="*/ 1 h 48"/>
                  <a:gd name="T16" fmla="*/ 0 w 9"/>
                  <a:gd name="T17" fmla="*/ 3 h 48"/>
                  <a:gd name="T18" fmla="*/ 0 w 9"/>
                  <a:gd name="T19" fmla="*/ 41 h 48"/>
                  <a:gd name="T20" fmla="*/ 0 w 9"/>
                  <a:gd name="T21" fmla="*/ 43 h 48"/>
                  <a:gd name="T22" fmla="*/ 2 w 9"/>
                  <a:gd name="T23" fmla="*/ 44 h 48"/>
                  <a:gd name="T24" fmla="*/ 3 w 9"/>
                  <a:gd name="T25" fmla="*/ 46 h 48"/>
                  <a:gd name="T26" fmla="*/ 5 w 9"/>
                  <a:gd name="T27" fmla="*/ 48 h 48"/>
                  <a:gd name="T28" fmla="*/ 6 w 9"/>
                  <a:gd name="T29" fmla="*/ 48 h 48"/>
                  <a:gd name="T30" fmla="*/ 8 w 9"/>
                  <a:gd name="T31" fmla="*/ 46 h 48"/>
                  <a:gd name="T32" fmla="*/ 9 w 9"/>
                  <a:gd name="T33" fmla="*/ 44 h 48"/>
                  <a:gd name="T34" fmla="*/ 9 w 9"/>
                  <a:gd name="T35" fmla="*/ 43 h 48"/>
                  <a:gd name="T36" fmla="*/ 9 w 9"/>
                  <a:gd name="T37"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4"/>
                    </a:moveTo>
                    <a:lnTo>
                      <a:pt x="9" y="3"/>
                    </a:lnTo>
                    <a:lnTo>
                      <a:pt x="9" y="1"/>
                    </a:lnTo>
                    <a:lnTo>
                      <a:pt x="8" y="0"/>
                    </a:lnTo>
                    <a:lnTo>
                      <a:pt x="6" y="0"/>
                    </a:lnTo>
                    <a:lnTo>
                      <a:pt x="5" y="0"/>
                    </a:lnTo>
                    <a:lnTo>
                      <a:pt x="3" y="0"/>
                    </a:lnTo>
                    <a:lnTo>
                      <a:pt x="2" y="1"/>
                    </a:lnTo>
                    <a:lnTo>
                      <a:pt x="0" y="3"/>
                    </a:lnTo>
                    <a:lnTo>
                      <a:pt x="0" y="41"/>
                    </a:lnTo>
                    <a:lnTo>
                      <a:pt x="0" y="43"/>
                    </a:lnTo>
                    <a:lnTo>
                      <a:pt x="2" y="44"/>
                    </a:lnTo>
                    <a:lnTo>
                      <a:pt x="3" y="46"/>
                    </a:lnTo>
                    <a:lnTo>
                      <a:pt x="5" y="48"/>
                    </a:lnTo>
                    <a:lnTo>
                      <a:pt x="6" y="48"/>
                    </a:lnTo>
                    <a:lnTo>
                      <a:pt x="8" y="46"/>
                    </a:lnTo>
                    <a:lnTo>
                      <a:pt x="9" y="44"/>
                    </a:lnTo>
                    <a:lnTo>
                      <a:pt x="9" y="43"/>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258" name="Freeform 178"/>
              <p:cNvSpPr>
                <a:spLocks/>
              </p:cNvSpPr>
              <p:nvPr/>
            </p:nvSpPr>
            <p:spPr bwMode="auto">
              <a:xfrm>
                <a:off x="4469" y="2001"/>
                <a:ext cx="9" cy="48"/>
              </a:xfrm>
              <a:custGeom>
                <a:avLst/>
                <a:gdLst>
                  <a:gd name="T0" fmla="*/ 9 w 9"/>
                  <a:gd name="T1" fmla="*/ 5 h 48"/>
                  <a:gd name="T2" fmla="*/ 9 w 9"/>
                  <a:gd name="T3" fmla="*/ 3 h 48"/>
                  <a:gd name="T4" fmla="*/ 9 w 9"/>
                  <a:gd name="T5" fmla="*/ 1 h 48"/>
                  <a:gd name="T6" fmla="*/ 8 w 9"/>
                  <a:gd name="T7" fmla="*/ 0 h 48"/>
                  <a:gd name="T8" fmla="*/ 6 w 9"/>
                  <a:gd name="T9" fmla="*/ 0 h 48"/>
                  <a:gd name="T10" fmla="*/ 5 w 9"/>
                  <a:gd name="T11" fmla="*/ 0 h 48"/>
                  <a:gd name="T12" fmla="*/ 3 w 9"/>
                  <a:gd name="T13" fmla="*/ 0 h 48"/>
                  <a:gd name="T14" fmla="*/ 2 w 9"/>
                  <a:gd name="T15" fmla="*/ 1 h 48"/>
                  <a:gd name="T16" fmla="*/ 0 w 9"/>
                  <a:gd name="T17" fmla="*/ 3 h 48"/>
                  <a:gd name="T18" fmla="*/ 0 w 9"/>
                  <a:gd name="T19" fmla="*/ 41 h 48"/>
                  <a:gd name="T20" fmla="*/ 0 w 9"/>
                  <a:gd name="T21" fmla="*/ 43 h 48"/>
                  <a:gd name="T22" fmla="*/ 2 w 9"/>
                  <a:gd name="T23" fmla="*/ 45 h 48"/>
                  <a:gd name="T24" fmla="*/ 3 w 9"/>
                  <a:gd name="T25" fmla="*/ 46 h 48"/>
                  <a:gd name="T26" fmla="*/ 5 w 9"/>
                  <a:gd name="T27" fmla="*/ 48 h 48"/>
                  <a:gd name="T28" fmla="*/ 6 w 9"/>
                  <a:gd name="T29" fmla="*/ 48 h 48"/>
                  <a:gd name="T30" fmla="*/ 8 w 9"/>
                  <a:gd name="T31" fmla="*/ 46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1"/>
                    </a:lnTo>
                    <a:lnTo>
                      <a:pt x="8" y="0"/>
                    </a:lnTo>
                    <a:lnTo>
                      <a:pt x="6" y="0"/>
                    </a:lnTo>
                    <a:lnTo>
                      <a:pt x="5" y="0"/>
                    </a:lnTo>
                    <a:lnTo>
                      <a:pt x="3" y="0"/>
                    </a:lnTo>
                    <a:lnTo>
                      <a:pt x="2" y="1"/>
                    </a:lnTo>
                    <a:lnTo>
                      <a:pt x="0" y="3"/>
                    </a:lnTo>
                    <a:lnTo>
                      <a:pt x="0" y="41"/>
                    </a:lnTo>
                    <a:lnTo>
                      <a:pt x="0" y="43"/>
                    </a:lnTo>
                    <a:lnTo>
                      <a:pt x="2" y="45"/>
                    </a:lnTo>
                    <a:lnTo>
                      <a:pt x="3" y="46"/>
                    </a:lnTo>
                    <a:lnTo>
                      <a:pt x="5" y="48"/>
                    </a:lnTo>
                    <a:lnTo>
                      <a:pt x="6" y="48"/>
                    </a:lnTo>
                    <a:lnTo>
                      <a:pt x="8" y="46"/>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259" name="Freeform 179"/>
              <p:cNvSpPr>
                <a:spLocks/>
              </p:cNvSpPr>
              <p:nvPr/>
            </p:nvSpPr>
            <p:spPr bwMode="auto">
              <a:xfrm>
                <a:off x="4469" y="2068"/>
                <a:ext cx="9" cy="48"/>
              </a:xfrm>
              <a:custGeom>
                <a:avLst/>
                <a:gdLst>
                  <a:gd name="T0" fmla="*/ 9 w 9"/>
                  <a:gd name="T1" fmla="*/ 5 h 48"/>
                  <a:gd name="T2" fmla="*/ 9 w 9"/>
                  <a:gd name="T3" fmla="*/ 3 h 48"/>
                  <a:gd name="T4" fmla="*/ 9 w 9"/>
                  <a:gd name="T5" fmla="*/ 1 h 48"/>
                  <a:gd name="T6" fmla="*/ 8 w 9"/>
                  <a:gd name="T7" fmla="*/ 0 h 48"/>
                  <a:gd name="T8" fmla="*/ 6 w 9"/>
                  <a:gd name="T9" fmla="*/ 0 h 48"/>
                  <a:gd name="T10" fmla="*/ 5 w 9"/>
                  <a:gd name="T11" fmla="*/ 0 h 48"/>
                  <a:gd name="T12" fmla="*/ 3 w 9"/>
                  <a:gd name="T13" fmla="*/ 0 h 48"/>
                  <a:gd name="T14" fmla="*/ 2 w 9"/>
                  <a:gd name="T15" fmla="*/ 1 h 48"/>
                  <a:gd name="T16" fmla="*/ 0 w 9"/>
                  <a:gd name="T17" fmla="*/ 3 h 48"/>
                  <a:gd name="T18" fmla="*/ 0 w 9"/>
                  <a:gd name="T19" fmla="*/ 41 h 48"/>
                  <a:gd name="T20" fmla="*/ 0 w 9"/>
                  <a:gd name="T21" fmla="*/ 43 h 48"/>
                  <a:gd name="T22" fmla="*/ 2 w 9"/>
                  <a:gd name="T23" fmla="*/ 45 h 48"/>
                  <a:gd name="T24" fmla="*/ 3 w 9"/>
                  <a:gd name="T25" fmla="*/ 46 h 48"/>
                  <a:gd name="T26" fmla="*/ 5 w 9"/>
                  <a:gd name="T27" fmla="*/ 48 h 48"/>
                  <a:gd name="T28" fmla="*/ 6 w 9"/>
                  <a:gd name="T29" fmla="*/ 48 h 48"/>
                  <a:gd name="T30" fmla="*/ 8 w 9"/>
                  <a:gd name="T31" fmla="*/ 46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1"/>
                    </a:lnTo>
                    <a:lnTo>
                      <a:pt x="8" y="0"/>
                    </a:lnTo>
                    <a:lnTo>
                      <a:pt x="6" y="0"/>
                    </a:lnTo>
                    <a:lnTo>
                      <a:pt x="5" y="0"/>
                    </a:lnTo>
                    <a:lnTo>
                      <a:pt x="3" y="0"/>
                    </a:lnTo>
                    <a:lnTo>
                      <a:pt x="2" y="1"/>
                    </a:lnTo>
                    <a:lnTo>
                      <a:pt x="0" y="3"/>
                    </a:lnTo>
                    <a:lnTo>
                      <a:pt x="0" y="41"/>
                    </a:lnTo>
                    <a:lnTo>
                      <a:pt x="0" y="43"/>
                    </a:lnTo>
                    <a:lnTo>
                      <a:pt x="2" y="45"/>
                    </a:lnTo>
                    <a:lnTo>
                      <a:pt x="3" y="46"/>
                    </a:lnTo>
                    <a:lnTo>
                      <a:pt x="5" y="48"/>
                    </a:lnTo>
                    <a:lnTo>
                      <a:pt x="6" y="48"/>
                    </a:lnTo>
                    <a:lnTo>
                      <a:pt x="8" y="46"/>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sp>
          <p:nvSpPr>
            <p:cNvPr id="558261" name="Rectangle 181"/>
            <p:cNvSpPr>
              <a:spLocks noChangeArrowheads="1"/>
            </p:cNvSpPr>
            <p:nvPr/>
          </p:nvSpPr>
          <p:spPr bwMode="auto">
            <a:xfrm>
              <a:off x="4021" y="2135"/>
              <a:ext cx="341"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a:p>
          </p:txBody>
        </p:sp>
        <p:sp>
          <p:nvSpPr>
            <p:cNvPr id="558262" name="Rectangle 182"/>
            <p:cNvSpPr>
              <a:spLocks noChangeArrowheads="1"/>
            </p:cNvSpPr>
            <p:nvPr/>
          </p:nvSpPr>
          <p:spPr bwMode="auto">
            <a:xfrm>
              <a:off x="4112" y="2209"/>
              <a:ext cx="3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800" b="1" i="1">
                  <a:solidFill>
                    <a:srgbClr val="000000"/>
                  </a:solidFill>
                  <a:effectLst/>
                </a:rPr>
                <a:t>x</a:t>
              </a:r>
              <a:endParaRPr lang="en-US" altLang="zh-CN" b="1">
                <a:effectLst>
                  <a:outerShdw blurRad="38100" dist="38100" dir="2700000" algn="tl">
                    <a:srgbClr val="C0C0C0"/>
                  </a:outerShdw>
                </a:effectLst>
              </a:endParaRPr>
            </a:p>
          </p:txBody>
        </p:sp>
        <p:sp>
          <p:nvSpPr>
            <p:cNvPr id="558263" name="Rectangle 183"/>
            <p:cNvSpPr>
              <a:spLocks noChangeArrowheads="1"/>
            </p:cNvSpPr>
            <p:nvPr/>
          </p:nvSpPr>
          <p:spPr bwMode="auto">
            <a:xfrm>
              <a:off x="4174" y="2271"/>
              <a:ext cx="23"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200" b="1">
                  <a:solidFill>
                    <a:srgbClr val="000000"/>
                  </a:solidFill>
                  <a:effectLst/>
                </a:rPr>
                <a:t>1</a:t>
              </a:r>
              <a:endParaRPr lang="en-US" altLang="zh-CN" b="1">
                <a:effectLst>
                  <a:outerShdw blurRad="38100" dist="38100" dir="2700000" algn="tl">
                    <a:srgbClr val="C0C0C0"/>
                  </a:outerShdw>
                </a:effectLst>
              </a:endParaRPr>
            </a:p>
          </p:txBody>
        </p:sp>
        <p:sp>
          <p:nvSpPr>
            <p:cNvPr id="558264" name="Rectangle 184"/>
            <p:cNvSpPr>
              <a:spLocks noChangeArrowheads="1"/>
            </p:cNvSpPr>
            <p:nvPr/>
          </p:nvSpPr>
          <p:spPr bwMode="auto">
            <a:xfrm>
              <a:off x="4308" y="2271"/>
              <a:ext cx="12"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200" b="1">
                  <a:solidFill>
                    <a:srgbClr val="000000"/>
                  </a:solidFill>
                  <a:effectLst/>
                </a:rPr>
                <a:t> </a:t>
              </a:r>
              <a:endParaRPr lang="zh-CN" altLang="en-US" b="1">
                <a:effectLst>
                  <a:outerShdw blurRad="38100" dist="38100" dir="2700000" algn="tl">
                    <a:srgbClr val="C0C0C0"/>
                  </a:outerShdw>
                </a:effectLst>
              </a:endParaRPr>
            </a:p>
          </p:txBody>
        </p:sp>
        <p:sp>
          <p:nvSpPr>
            <p:cNvPr id="558266" name="Rectangle 186"/>
            <p:cNvSpPr>
              <a:spLocks noChangeArrowheads="1"/>
            </p:cNvSpPr>
            <p:nvPr/>
          </p:nvSpPr>
          <p:spPr bwMode="auto">
            <a:xfrm>
              <a:off x="4791" y="2209"/>
              <a:ext cx="3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800" b="1" i="1">
                  <a:solidFill>
                    <a:srgbClr val="000000"/>
                  </a:solidFill>
                  <a:effectLst/>
                </a:rPr>
                <a:t>x</a:t>
              </a:r>
              <a:endParaRPr lang="en-US" altLang="zh-CN" b="1">
                <a:effectLst>
                  <a:outerShdw blurRad="38100" dist="38100" dir="2700000" algn="tl">
                    <a:srgbClr val="C0C0C0"/>
                  </a:outerShdw>
                </a:effectLst>
              </a:endParaRPr>
            </a:p>
          </p:txBody>
        </p:sp>
        <p:sp>
          <p:nvSpPr>
            <p:cNvPr id="558267" name="Rectangle 187"/>
            <p:cNvSpPr>
              <a:spLocks noChangeArrowheads="1"/>
            </p:cNvSpPr>
            <p:nvPr/>
          </p:nvSpPr>
          <p:spPr bwMode="auto">
            <a:xfrm>
              <a:off x="4854" y="2271"/>
              <a:ext cx="23"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200" b="1">
                  <a:solidFill>
                    <a:srgbClr val="000000"/>
                  </a:solidFill>
                  <a:effectLst/>
                </a:rPr>
                <a:t>2</a:t>
              </a:r>
              <a:endParaRPr lang="en-US" altLang="zh-CN" b="1">
                <a:effectLst>
                  <a:outerShdw blurRad="38100" dist="38100" dir="2700000" algn="tl">
                    <a:srgbClr val="C0C0C0"/>
                  </a:outerShdw>
                </a:effectLst>
              </a:endParaRPr>
            </a:p>
          </p:txBody>
        </p:sp>
        <p:sp>
          <p:nvSpPr>
            <p:cNvPr id="558268" name="Rectangle 188"/>
            <p:cNvSpPr>
              <a:spLocks noChangeArrowheads="1"/>
            </p:cNvSpPr>
            <p:nvPr/>
          </p:nvSpPr>
          <p:spPr bwMode="auto">
            <a:xfrm>
              <a:off x="4897" y="2271"/>
              <a:ext cx="12"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200" b="1">
                  <a:solidFill>
                    <a:srgbClr val="000000"/>
                  </a:solidFill>
                  <a:effectLst/>
                </a:rPr>
                <a:t> </a:t>
              </a:r>
              <a:endParaRPr lang="zh-CN" altLang="en-US" b="1">
                <a:effectLst>
                  <a:outerShdw blurRad="38100" dist="38100" dir="2700000" algn="tl">
                    <a:srgbClr val="C0C0C0"/>
                  </a:outerShdw>
                </a:effectLst>
              </a:endParaRPr>
            </a:p>
          </p:txBody>
        </p:sp>
        <p:sp>
          <p:nvSpPr>
            <p:cNvPr id="558269" name="Rectangle 189"/>
            <p:cNvSpPr>
              <a:spLocks noChangeArrowheads="1"/>
            </p:cNvSpPr>
            <p:nvPr/>
          </p:nvSpPr>
          <p:spPr bwMode="auto">
            <a:xfrm>
              <a:off x="3795" y="2135"/>
              <a:ext cx="341"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a:p>
          </p:txBody>
        </p:sp>
        <p:sp>
          <p:nvSpPr>
            <p:cNvPr id="558270" name="Rectangle 190"/>
            <p:cNvSpPr>
              <a:spLocks noChangeArrowheads="1"/>
            </p:cNvSpPr>
            <p:nvPr/>
          </p:nvSpPr>
          <p:spPr bwMode="auto">
            <a:xfrm>
              <a:off x="3886" y="2209"/>
              <a:ext cx="3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800" b="1" i="1">
                  <a:solidFill>
                    <a:srgbClr val="000000"/>
                  </a:solidFill>
                  <a:effectLst/>
                </a:rPr>
                <a:t>x</a:t>
              </a:r>
              <a:endParaRPr lang="en-US" altLang="zh-CN" b="1">
                <a:effectLst>
                  <a:outerShdw blurRad="38100" dist="38100" dir="2700000" algn="tl">
                    <a:srgbClr val="C0C0C0"/>
                  </a:outerShdw>
                </a:effectLst>
              </a:endParaRPr>
            </a:p>
          </p:txBody>
        </p:sp>
        <p:sp>
          <p:nvSpPr>
            <p:cNvPr id="558271" name="Rectangle 191"/>
            <p:cNvSpPr>
              <a:spLocks noChangeArrowheads="1"/>
            </p:cNvSpPr>
            <p:nvPr/>
          </p:nvSpPr>
          <p:spPr bwMode="auto">
            <a:xfrm>
              <a:off x="3944" y="2271"/>
              <a:ext cx="23"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200" b="1">
                  <a:solidFill>
                    <a:srgbClr val="000000"/>
                  </a:solidFill>
                  <a:effectLst/>
                </a:rPr>
                <a:t>3</a:t>
              </a:r>
              <a:endParaRPr lang="en-US" altLang="zh-CN" b="1">
                <a:effectLst>
                  <a:outerShdw blurRad="38100" dist="38100" dir="2700000" algn="tl">
                    <a:srgbClr val="C0C0C0"/>
                  </a:outerShdw>
                </a:effectLst>
              </a:endParaRPr>
            </a:p>
          </p:txBody>
        </p:sp>
        <p:sp>
          <p:nvSpPr>
            <p:cNvPr id="558272" name="Rectangle 192"/>
            <p:cNvSpPr>
              <a:spLocks noChangeArrowheads="1"/>
            </p:cNvSpPr>
            <p:nvPr/>
          </p:nvSpPr>
          <p:spPr bwMode="auto">
            <a:xfrm>
              <a:off x="3988" y="2271"/>
              <a:ext cx="11"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200" b="1">
                  <a:solidFill>
                    <a:srgbClr val="000000"/>
                  </a:solidFill>
                  <a:effectLst/>
                </a:rPr>
                <a:t> </a:t>
              </a:r>
              <a:endParaRPr lang="zh-CN" altLang="en-US" b="1">
                <a:effectLst>
                  <a:outerShdw blurRad="38100" dist="38100" dir="2700000" algn="tl">
                    <a:srgbClr val="C0C0C0"/>
                  </a:outerShdw>
                </a:effectLst>
              </a:endParaRPr>
            </a:p>
          </p:txBody>
        </p:sp>
        <p:sp>
          <p:nvSpPr>
            <p:cNvPr id="558273" name="Rectangle 193"/>
            <p:cNvSpPr>
              <a:spLocks noChangeArrowheads="1"/>
            </p:cNvSpPr>
            <p:nvPr/>
          </p:nvSpPr>
          <p:spPr bwMode="auto">
            <a:xfrm>
              <a:off x="4248" y="2135"/>
              <a:ext cx="341"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a:p>
          </p:txBody>
        </p:sp>
        <p:sp>
          <p:nvSpPr>
            <p:cNvPr id="558274" name="Rectangle 194"/>
            <p:cNvSpPr>
              <a:spLocks noChangeArrowheads="1"/>
            </p:cNvSpPr>
            <p:nvPr/>
          </p:nvSpPr>
          <p:spPr bwMode="auto">
            <a:xfrm>
              <a:off x="4432" y="2209"/>
              <a:ext cx="3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800" b="1" i="1">
                  <a:solidFill>
                    <a:srgbClr val="000000"/>
                  </a:solidFill>
                  <a:effectLst/>
                </a:rPr>
                <a:t>x</a:t>
              </a:r>
              <a:endParaRPr lang="en-US" altLang="zh-CN" b="1">
                <a:effectLst>
                  <a:outerShdw blurRad="38100" dist="38100" dir="2700000" algn="tl">
                    <a:srgbClr val="C0C0C0"/>
                  </a:outerShdw>
                </a:effectLst>
              </a:endParaRPr>
            </a:p>
          </p:txBody>
        </p:sp>
        <p:sp>
          <p:nvSpPr>
            <p:cNvPr id="558275" name="Rectangle 195"/>
            <p:cNvSpPr>
              <a:spLocks noChangeArrowheads="1"/>
            </p:cNvSpPr>
            <p:nvPr/>
          </p:nvSpPr>
          <p:spPr bwMode="auto">
            <a:xfrm>
              <a:off x="4491" y="2183"/>
              <a:ext cx="23"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200" b="1">
                  <a:solidFill>
                    <a:srgbClr val="000000"/>
                  </a:solidFill>
                  <a:effectLst/>
                </a:rPr>
                <a:t>*</a:t>
              </a:r>
              <a:endParaRPr lang="zh-CN" altLang="en-US" b="1">
                <a:effectLst>
                  <a:outerShdw blurRad="38100" dist="38100" dir="2700000" algn="tl">
                    <a:srgbClr val="C0C0C0"/>
                  </a:outerShdw>
                </a:effectLst>
              </a:endParaRPr>
            </a:p>
          </p:txBody>
        </p:sp>
        <p:sp>
          <p:nvSpPr>
            <p:cNvPr id="558276" name="Rectangle 196"/>
            <p:cNvSpPr>
              <a:spLocks noChangeArrowheads="1"/>
            </p:cNvSpPr>
            <p:nvPr/>
          </p:nvSpPr>
          <p:spPr bwMode="auto">
            <a:xfrm>
              <a:off x="4532" y="2183"/>
              <a:ext cx="11"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200" b="1">
                  <a:solidFill>
                    <a:srgbClr val="000000"/>
                  </a:solidFill>
                  <a:effectLst/>
                </a:rPr>
                <a:t> </a:t>
              </a:r>
              <a:endParaRPr lang="zh-CN" altLang="en-US" b="1">
                <a:effectLst>
                  <a:outerShdw blurRad="38100" dist="38100" dir="2700000" algn="tl">
                    <a:srgbClr val="C0C0C0"/>
                  </a:outerShdw>
                </a:effectLst>
              </a:endParaRPr>
            </a:p>
          </p:txBody>
        </p:sp>
        <p:sp>
          <p:nvSpPr>
            <p:cNvPr id="558277" name="Rectangle 197"/>
            <p:cNvSpPr>
              <a:spLocks noChangeArrowheads="1"/>
            </p:cNvSpPr>
            <p:nvPr/>
          </p:nvSpPr>
          <p:spPr bwMode="auto">
            <a:xfrm>
              <a:off x="4021" y="576"/>
              <a:ext cx="681"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a:p>
          </p:txBody>
        </p:sp>
        <p:sp>
          <p:nvSpPr>
            <p:cNvPr id="558278" name="Rectangle 198"/>
            <p:cNvSpPr>
              <a:spLocks noChangeArrowheads="1"/>
            </p:cNvSpPr>
            <p:nvPr/>
          </p:nvSpPr>
          <p:spPr bwMode="auto">
            <a:xfrm>
              <a:off x="4112" y="637"/>
              <a:ext cx="31" cy="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800" b="1" i="1">
                  <a:solidFill>
                    <a:srgbClr val="000000"/>
                  </a:solidFill>
                  <a:effectLst/>
                </a:rPr>
                <a:t>y</a:t>
              </a:r>
              <a:endParaRPr lang="en-US" altLang="zh-CN" b="1">
                <a:effectLst>
                  <a:outerShdw blurRad="38100" dist="38100" dir="2700000" algn="tl">
                    <a:srgbClr val="C0C0C0"/>
                  </a:outerShdw>
                </a:effectLst>
              </a:endParaRPr>
            </a:p>
          </p:txBody>
        </p:sp>
        <p:sp>
          <p:nvSpPr>
            <p:cNvPr id="558279" name="Rectangle 199"/>
            <p:cNvSpPr>
              <a:spLocks noChangeArrowheads="1"/>
            </p:cNvSpPr>
            <p:nvPr/>
          </p:nvSpPr>
          <p:spPr bwMode="auto">
            <a:xfrm>
              <a:off x="4171" y="637"/>
              <a:ext cx="39" cy="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800" b="1">
                  <a:solidFill>
                    <a:srgbClr val="000000"/>
                  </a:solidFill>
                  <a:effectLst/>
                </a:rPr>
                <a:t>=</a:t>
              </a:r>
              <a:endParaRPr lang="en-US" altLang="zh-CN" b="1">
                <a:effectLst>
                  <a:outerShdw blurRad="38100" dist="38100" dir="2700000" algn="tl">
                    <a:srgbClr val="C0C0C0"/>
                  </a:outerShdw>
                </a:effectLst>
              </a:endParaRPr>
            </a:p>
          </p:txBody>
        </p:sp>
        <p:grpSp>
          <p:nvGrpSpPr>
            <p:cNvPr id="52276" name="Group 204"/>
            <p:cNvGrpSpPr>
              <a:grpSpLocks/>
            </p:cNvGrpSpPr>
            <p:nvPr/>
          </p:nvGrpSpPr>
          <p:grpSpPr bwMode="auto">
            <a:xfrm>
              <a:off x="4302" y="611"/>
              <a:ext cx="254" cy="137"/>
              <a:chOff x="4302" y="611"/>
              <a:chExt cx="254" cy="137"/>
            </a:xfrm>
          </p:grpSpPr>
          <p:sp>
            <p:nvSpPr>
              <p:cNvPr id="558280" name="Rectangle 200"/>
              <p:cNvSpPr>
                <a:spLocks noChangeArrowheads="1"/>
              </p:cNvSpPr>
              <p:nvPr/>
            </p:nvSpPr>
            <p:spPr bwMode="auto">
              <a:xfrm>
                <a:off x="4531" y="628"/>
                <a:ext cx="25"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900" b="1">
                    <a:solidFill>
                      <a:srgbClr val="000000"/>
                    </a:solidFill>
                    <a:effectLst/>
                  </a:rPr>
                  <a:t>)</a:t>
                </a:r>
                <a:endParaRPr lang="en-US" altLang="zh-CN" b="1">
                  <a:effectLst>
                    <a:outerShdw blurRad="38100" dist="38100" dir="2700000" algn="tl">
                      <a:srgbClr val="C0C0C0"/>
                    </a:outerShdw>
                  </a:effectLst>
                </a:endParaRPr>
              </a:p>
            </p:txBody>
          </p:sp>
          <p:sp>
            <p:nvSpPr>
              <p:cNvPr id="558281" name="Rectangle 201"/>
              <p:cNvSpPr>
                <a:spLocks noChangeArrowheads="1"/>
              </p:cNvSpPr>
              <p:nvPr/>
            </p:nvSpPr>
            <p:spPr bwMode="auto">
              <a:xfrm>
                <a:off x="4404" y="628"/>
                <a:ext cx="25"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900" b="1">
                    <a:solidFill>
                      <a:srgbClr val="000000"/>
                    </a:solidFill>
                    <a:effectLst/>
                  </a:rPr>
                  <a:t>(</a:t>
                </a:r>
                <a:endParaRPr lang="en-US" altLang="zh-CN" b="1">
                  <a:effectLst>
                    <a:outerShdw blurRad="38100" dist="38100" dir="2700000" algn="tl">
                      <a:srgbClr val="C0C0C0"/>
                    </a:outerShdw>
                  </a:effectLst>
                </a:endParaRPr>
              </a:p>
            </p:txBody>
          </p:sp>
          <p:sp>
            <p:nvSpPr>
              <p:cNvPr id="558282" name="Rectangle 202"/>
              <p:cNvSpPr>
                <a:spLocks noChangeArrowheads="1"/>
              </p:cNvSpPr>
              <p:nvPr/>
            </p:nvSpPr>
            <p:spPr bwMode="auto">
              <a:xfrm>
                <a:off x="4463" y="628"/>
                <a:ext cx="37"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900" b="1" i="1">
                    <a:solidFill>
                      <a:srgbClr val="000000"/>
                    </a:solidFill>
                    <a:effectLst/>
                  </a:rPr>
                  <a:t>x</a:t>
                </a:r>
                <a:endParaRPr lang="en-US" altLang="zh-CN" b="1">
                  <a:effectLst>
                    <a:outerShdw blurRad="38100" dist="38100" dir="2700000" algn="tl">
                      <a:srgbClr val="C0C0C0"/>
                    </a:outerShdw>
                  </a:effectLst>
                </a:endParaRPr>
              </a:p>
            </p:txBody>
          </p:sp>
          <p:sp>
            <p:nvSpPr>
              <p:cNvPr id="558283" name="Rectangle 203"/>
              <p:cNvSpPr>
                <a:spLocks noChangeArrowheads="1"/>
              </p:cNvSpPr>
              <p:nvPr/>
            </p:nvSpPr>
            <p:spPr bwMode="auto">
              <a:xfrm>
                <a:off x="4302" y="611"/>
                <a:ext cx="44"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900" b="1" i="1">
                    <a:solidFill>
                      <a:srgbClr val="000000"/>
                    </a:solidFill>
                    <a:effectLst/>
                    <a:latin typeface="Symbol" pitchFamily="18" charset="2"/>
                  </a:rPr>
                  <a:t>j</a:t>
                </a:r>
                <a:endParaRPr lang="en-US" altLang="zh-CN" b="1">
                  <a:effectLst>
                    <a:outerShdw blurRad="38100" dist="38100" dir="2700000" algn="tl">
                      <a:srgbClr val="C0C0C0"/>
                    </a:outerShdw>
                  </a:effectLst>
                </a:endParaRPr>
              </a:p>
            </p:txBody>
          </p:sp>
        </p:grpSp>
        <p:grpSp>
          <p:nvGrpSpPr>
            <p:cNvPr id="52277" name="Group 209"/>
            <p:cNvGrpSpPr>
              <a:grpSpLocks/>
            </p:cNvGrpSpPr>
            <p:nvPr/>
          </p:nvGrpSpPr>
          <p:grpSpPr bwMode="auto">
            <a:xfrm>
              <a:off x="4119" y="918"/>
              <a:ext cx="264" cy="145"/>
              <a:chOff x="4119" y="918"/>
              <a:chExt cx="264" cy="145"/>
            </a:xfrm>
          </p:grpSpPr>
          <p:sp>
            <p:nvSpPr>
              <p:cNvPr id="558285" name="Rectangle 205"/>
              <p:cNvSpPr>
                <a:spLocks noChangeArrowheads="1"/>
              </p:cNvSpPr>
              <p:nvPr/>
            </p:nvSpPr>
            <p:spPr bwMode="auto">
              <a:xfrm>
                <a:off x="4357" y="937"/>
                <a:ext cx="26"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000" b="1">
                    <a:solidFill>
                      <a:srgbClr val="000000"/>
                    </a:solidFill>
                    <a:effectLst/>
                  </a:rPr>
                  <a:t>)</a:t>
                </a:r>
                <a:endParaRPr lang="en-US" altLang="zh-CN" b="1">
                  <a:effectLst>
                    <a:outerShdw blurRad="38100" dist="38100" dir="2700000" algn="tl">
                      <a:srgbClr val="C0C0C0"/>
                    </a:outerShdw>
                  </a:effectLst>
                </a:endParaRPr>
              </a:p>
            </p:txBody>
          </p:sp>
          <p:sp>
            <p:nvSpPr>
              <p:cNvPr id="558286" name="Rectangle 206"/>
              <p:cNvSpPr>
                <a:spLocks noChangeArrowheads="1"/>
              </p:cNvSpPr>
              <p:nvPr/>
            </p:nvSpPr>
            <p:spPr bwMode="auto">
              <a:xfrm>
                <a:off x="4225" y="937"/>
                <a:ext cx="25"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000" b="1">
                    <a:solidFill>
                      <a:srgbClr val="000000"/>
                    </a:solidFill>
                    <a:effectLst/>
                  </a:rPr>
                  <a:t>(</a:t>
                </a:r>
                <a:endParaRPr lang="en-US" altLang="zh-CN" b="1">
                  <a:effectLst>
                    <a:outerShdw blurRad="38100" dist="38100" dir="2700000" algn="tl">
                      <a:srgbClr val="C0C0C0"/>
                    </a:outerShdw>
                  </a:effectLst>
                </a:endParaRPr>
              </a:p>
            </p:txBody>
          </p:sp>
          <p:sp>
            <p:nvSpPr>
              <p:cNvPr id="558287" name="Rectangle 207"/>
              <p:cNvSpPr>
                <a:spLocks noChangeArrowheads="1"/>
              </p:cNvSpPr>
              <p:nvPr/>
            </p:nvSpPr>
            <p:spPr bwMode="auto">
              <a:xfrm>
                <a:off x="4286" y="937"/>
                <a:ext cx="38"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000" b="1" i="1">
                    <a:solidFill>
                      <a:srgbClr val="000000"/>
                    </a:solidFill>
                    <a:effectLst/>
                  </a:rPr>
                  <a:t>x</a:t>
                </a:r>
                <a:endParaRPr lang="en-US" altLang="zh-CN" b="1">
                  <a:effectLst>
                    <a:outerShdw blurRad="38100" dist="38100" dir="2700000" algn="tl">
                      <a:srgbClr val="C0C0C0"/>
                    </a:outerShdw>
                  </a:effectLst>
                </a:endParaRPr>
              </a:p>
            </p:txBody>
          </p:sp>
          <p:sp>
            <p:nvSpPr>
              <p:cNvPr id="558288" name="Rectangle 208"/>
              <p:cNvSpPr>
                <a:spLocks noChangeArrowheads="1"/>
              </p:cNvSpPr>
              <p:nvPr/>
            </p:nvSpPr>
            <p:spPr bwMode="auto">
              <a:xfrm>
                <a:off x="4119" y="918"/>
                <a:ext cx="46"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000" b="1" i="1">
                    <a:solidFill>
                      <a:srgbClr val="000000"/>
                    </a:solidFill>
                    <a:effectLst/>
                    <a:latin typeface="Symbol" pitchFamily="18" charset="2"/>
                  </a:rPr>
                  <a:t>j</a:t>
                </a:r>
                <a:endParaRPr lang="en-US" altLang="zh-CN" b="1">
                  <a:effectLst>
                    <a:outerShdw blurRad="38100" dist="38100" dir="2700000" algn="tl">
                      <a:srgbClr val="C0C0C0"/>
                    </a:outerShdw>
                  </a:effectLst>
                </a:endParaRPr>
              </a:p>
            </p:txBody>
          </p:sp>
        </p:grpSp>
        <p:sp>
          <p:nvSpPr>
            <p:cNvPr id="558290" name="Rectangle 210"/>
            <p:cNvSpPr>
              <a:spLocks noChangeArrowheads="1"/>
            </p:cNvSpPr>
            <p:nvPr/>
          </p:nvSpPr>
          <p:spPr bwMode="auto">
            <a:xfrm>
              <a:off x="4439" y="952"/>
              <a:ext cx="17" cy="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800" b="1">
                  <a:solidFill>
                    <a:srgbClr val="000000"/>
                  </a:solidFill>
                  <a:effectLst/>
                </a:rPr>
                <a:t> </a:t>
              </a:r>
              <a:endParaRPr lang="zh-CN" altLang="en-US" b="1">
                <a:effectLst>
                  <a:outerShdw blurRad="38100" dist="38100" dir="2700000" algn="tl">
                    <a:srgbClr val="C0C0C0"/>
                  </a:outerShdw>
                </a:effectLst>
              </a:endParaRPr>
            </a:p>
          </p:txBody>
        </p:sp>
        <p:sp>
          <p:nvSpPr>
            <p:cNvPr id="558315" name="Freeform 235"/>
            <p:cNvSpPr>
              <a:spLocks/>
            </p:cNvSpPr>
            <p:nvPr/>
          </p:nvSpPr>
          <p:spPr bwMode="auto">
            <a:xfrm>
              <a:off x="3791" y="570"/>
              <a:ext cx="1143" cy="1466"/>
            </a:xfrm>
            <a:custGeom>
              <a:avLst/>
              <a:gdLst>
                <a:gd name="T0" fmla="*/ 0 w 1143"/>
                <a:gd name="T1" fmla="*/ 12 h 1466"/>
                <a:gd name="T2" fmla="*/ 74 w 1143"/>
                <a:gd name="T3" fmla="*/ 78 h 1466"/>
                <a:gd name="T4" fmla="*/ 132 w 1143"/>
                <a:gd name="T5" fmla="*/ 131 h 1466"/>
                <a:gd name="T6" fmla="*/ 206 w 1143"/>
                <a:gd name="T7" fmla="*/ 196 h 1466"/>
                <a:gd name="T8" fmla="*/ 252 w 1143"/>
                <a:gd name="T9" fmla="*/ 236 h 1466"/>
                <a:gd name="T10" fmla="*/ 303 w 1143"/>
                <a:gd name="T11" fmla="*/ 281 h 1466"/>
                <a:gd name="T12" fmla="*/ 365 w 1143"/>
                <a:gd name="T13" fmla="*/ 332 h 1466"/>
                <a:gd name="T14" fmla="*/ 502 w 1143"/>
                <a:gd name="T15" fmla="*/ 446 h 1466"/>
                <a:gd name="T16" fmla="*/ 639 w 1143"/>
                <a:gd name="T17" fmla="*/ 567 h 1466"/>
                <a:gd name="T18" fmla="*/ 701 w 1143"/>
                <a:gd name="T19" fmla="*/ 626 h 1466"/>
                <a:gd name="T20" fmla="*/ 754 w 1143"/>
                <a:gd name="T21" fmla="*/ 686 h 1466"/>
                <a:gd name="T22" fmla="*/ 837 w 1143"/>
                <a:gd name="T23" fmla="*/ 799 h 1466"/>
                <a:gd name="T24" fmla="*/ 902 w 1143"/>
                <a:gd name="T25" fmla="*/ 916 h 1466"/>
                <a:gd name="T26" fmla="*/ 956 w 1143"/>
                <a:gd name="T27" fmla="*/ 1028 h 1466"/>
                <a:gd name="T28" fmla="*/ 1004 w 1143"/>
                <a:gd name="T29" fmla="*/ 1130 h 1466"/>
                <a:gd name="T30" fmla="*/ 1046 w 1143"/>
                <a:gd name="T31" fmla="*/ 1226 h 1466"/>
                <a:gd name="T32" fmla="*/ 1069 w 1143"/>
                <a:gd name="T33" fmla="*/ 1264 h 1466"/>
                <a:gd name="T34" fmla="*/ 1077 w 1143"/>
                <a:gd name="T35" fmla="*/ 1306 h 1466"/>
                <a:gd name="T36" fmla="*/ 1129 w 1143"/>
                <a:gd name="T37" fmla="*/ 1466 h 1466"/>
                <a:gd name="T38" fmla="*/ 1119 w 1143"/>
                <a:gd name="T39" fmla="*/ 1386 h 1466"/>
                <a:gd name="T40" fmla="*/ 1077 w 1143"/>
                <a:gd name="T41" fmla="*/ 1264 h 1466"/>
                <a:gd name="T42" fmla="*/ 1057 w 1143"/>
                <a:gd name="T43" fmla="*/ 1215 h 1466"/>
                <a:gd name="T44" fmla="*/ 1016 w 1143"/>
                <a:gd name="T45" fmla="*/ 1124 h 1466"/>
                <a:gd name="T46" fmla="*/ 967 w 1143"/>
                <a:gd name="T47" fmla="*/ 1017 h 1466"/>
                <a:gd name="T48" fmla="*/ 912 w 1143"/>
                <a:gd name="T49" fmla="*/ 905 h 1466"/>
                <a:gd name="T50" fmla="*/ 847 w 1143"/>
                <a:gd name="T51" fmla="*/ 788 h 1466"/>
                <a:gd name="T52" fmla="*/ 764 w 1143"/>
                <a:gd name="T53" fmla="*/ 674 h 1466"/>
                <a:gd name="T54" fmla="*/ 712 w 1143"/>
                <a:gd name="T55" fmla="*/ 615 h 1466"/>
                <a:gd name="T56" fmla="*/ 650 w 1143"/>
                <a:gd name="T57" fmla="*/ 556 h 1466"/>
                <a:gd name="T58" fmla="*/ 512 w 1143"/>
                <a:gd name="T59" fmla="*/ 435 h 1466"/>
                <a:gd name="T60" fmla="*/ 375 w 1143"/>
                <a:gd name="T61" fmla="*/ 321 h 1466"/>
                <a:gd name="T62" fmla="*/ 313 w 1143"/>
                <a:gd name="T63" fmla="*/ 270 h 1466"/>
                <a:gd name="T64" fmla="*/ 261 w 1143"/>
                <a:gd name="T65" fmla="*/ 225 h 1466"/>
                <a:gd name="T66" fmla="*/ 217 w 1143"/>
                <a:gd name="T67" fmla="*/ 185 h 1466"/>
                <a:gd name="T68" fmla="*/ 143 w 1143"/>
                <a:gd name="T69" fmla="*/ 120 h 1466"/>
                <a:gd name="T70" fmla="*/ 84 w 1143"/>
                <a:gd name="T71" fmla="*/ 67 h 1466"/>
                <a:gd name="T72" fmla="*/ 9 w 1143"/>
                <a:gd name="T73" fmla="*/ 0 h 1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143" h="1466">
                  <a:moveTo>
                    <a:pt x="9" y="0"/>
                  </a:moveTo>
                  <a:lnTo>
                    <a:pt x="0" y="12"/>
                  </a:lnTo>
                  <a:lnTo>
                    <a:pt x="48" y="54"/>
                  </a:lnTo>
                  <a:lnTo>
                    <a:pt x="74" y="78"/>
                  </a:lnTo>
                  <a:lnTo>
                    <a:pt x="101" y="102"/>
                  </a:lnTo>
                  <a:lnTo>
                    <a:pt x="132" y="131"/>
                  </a:lnTo>
                  <a:lnTo>
                    <a:pt x="167" y="161"/>
                  </a:lnTo>
                  <a:lnTo>
                    <a:pt x="206" y="196"/>
                  </a:lnTo>
                  <a:lnTo>
                    <a:pt x="227" y="215"/>
                  </a:lnTo>
                  <a:lnTo>
                    <a:pt x="252" y="236"/>
                  </a:lnTo>
                  <a:lnTo>
                    <a:pt x="276" y="257"/>
                  </a:lnTo>
                  <a:lnTo>
                    <a:pt x="303" y="281"/>
                  </a:lnTo>
                  <a:lnTo>
                    <a:pt x="333" y="305"/>
                  </a:lnTo>
                  <a:lnTo>
                    <a:pt x="365" y="332"/>
                  </a:lnTo>
                  <a:lnTo>
                    <a:pt x="431" y="387"/>
                  </a:lnTo>
                  <a:lnTo>
                    <a:pt x="502" y="446"/>
                  </a:lnTo>
                  <a:lnTo>
                    <a:pt x="573" y="506"/>
                  </a:lnTo>
                  <a:lnTo>
                    <a:pt x="639" y="567"/>
                  </a:lnTo>
                  <a:lnTo>
                    <a:pt x="671" y="598"/>
                  </a:lnTo>
                  <a:lnTo>
                    <a:pt x="701" y="626"/>
                  </a:lnTo>
                  <a:lnTo>
                    <a:pt x="728" y="657"/>
                  </a:lnTo>
                  <a:lnTo>
                    <a:pt x="754" y="686"/>
                  </a:lnTo>
                  <a:lnTo>
                    <a:pt x="798" y="742"/>
                  </a:lnTo>
                  <a:lnTo>
                    <a:pt x="837" y="799"/>
                  </a:lnTo>
                  <a:lnTo>
                    <a:pt x="872" y="857"/>
                  </a:lnTo>
                  <a:lnTo>
                    <a:pt x="902" y="916"/>
                  </a:lnTo>
                  <a:lnTo>
                    <a:pt x="930" y="972"/>
                  </a:lnTo>
                  <a:lnTo>
                    <a:pt x="956" y="1028"/>
                  </a:lnTo>
                  <a:lnTo>
                    <a:pt x="982" y="1082"/>
                  </a:lnTo>
                  <a:lnTo>
                    <a:pt x="1004" y="1130"/>
                  </a:lnTo>
                  <a:lnTo>
                    <a:pt x="1027" y="1180"/>
                  </a:lnTo>
                  <a:lnTo>
                    <a:pt x="1046" y="1226"/>
                  </a:lnTo>
                  <a:lnTo>
                    <a:pt x="1063" y="1269"/>
                  </a:lnTo>
                  <a:lnTo>
                    <a:pt x="1069" y="1264"/>
                  </a:lnTo>
                  <a:lnTo>
                    <a:pt x="1062" y="1264"/>
                  </a:lnTo>
                  <a:lnTo>
                    <a:pt x="1077" y="1306"/>
                  </a:lnTo>
                  <a:lnTo>
                    <a:pt x="1104" y="1386"/>
                  </a:lnTo>
                  <a:lnTo>
                    <a:pt x="1129" y="1466"/>
                  </a:lnTo>
                  <a:lnTo>
                    <a:pt x="1143" y="1461"/>
                  </a:lnTo>
                  <a:lnTo>
                    <a:pt x="1119" y="1386"/>
                  </a:lnTo>
                  <a:lnTo>
                    <a:pt x="1092" y="1306"/>
                  </a:lnTo>
                  <a:lnTo>
                    <a:pt x="1077" y="1264"/>
                  </a:lnTo>
                  <a:lnTo>
                    <a:pt x="1074" y="1258"/>
                  </a:lnTo>
                  <a:lnTo>
                    <a:pt x="1057" y="1215"/>
                  </a:lnTo>
                  <a:lnTo>
                    <a:pt x="1037" y="1168"/>
                  </a:lnTo>
                  <a:lnTo>
                    <a:pt x="1016" y="1124"/>
                  </a:lnTo>
                  <a:lnTo>
                    <a:pt x="992" y="1071"/>
                  </a:lnTo>
                  <a:lnTo>
                    <a:pt x="967" y="1017"/>
                  </a:lnTo>
                  <a:lnTo>
                    <a:pt x="941" y="961"/>
                  </a:lnTo>
                  <a:lnTo>
                    <a:pt x="912" y="905"/>
                  </a:lnTo>
                  <a:lnTo>
                    <a:pt x="882" y="845"/>
                  </a:lnTo>
                  <a:lnTo>
                    <a:pt x="847" y="788"/>
                  </a:lnTo>
                  <a:lnTo>
                    <a:pt x="808" y="730"/>
                  </a:lnTo>
                  <a:lnTo>
                    <a:pt x="764" y="674"/>
                  </a:lnTo>
                  <a:lnTo>
                    <a:pt x="739" y="646"/>
                  </a:lnTo>
                  <a:lnTo>
                    <a:pt x="712" y="615"/>
                  </a:lnTo>
                  <a:lnTo>
                    <a:pt x="681" y="586"/>
                  </a:lnTo>
                  <a:lnTo>
                    <a:pt x="650" y="556"/>
                  </a:lnTo>
                  <a:lnTo>
                    <a:pt x="583" y="495"/>
                  </a:lnTo>
                  <a:lnTo>
                    <a:pt x="512" y="435"/>
                  </a:lnTo>
                  <a:lnTo>
                    <a:pt x="442" y="375"/>
                  </a:lnTo>
                  <a:lnTo>
                    <a:pt x="375" y="321"/>
                  </a:lnTo>
                  <a:lnTo>
                    <a:pt x="344" y="294"/>
                  </a:lnTo>
                  <a:lnTo>
                    <a:pt x="313" y="270"/>
                  </a:lnTo>
                  <a:lnTo>
                    <a:pt x="286" y="246"/>
                  </a:lnTo>
                  <a:lnTo>
                    <a:pt x="261" y="225"/>
                  </a:lnTo>
                  <a:lnTo>
                    <a:pt x="238" y="204"/>
                  </a:lnTo>
                  <a:lnTo>
                    <a:pt x="217" y="185"/>
                  </a:lnTo>
                  <a:lnTo>
                    <a:pt x="178" y="150"/>
                  </a:lnTo>
                  <a:lnTo>
                    <a:pt x="143" y="120"/>
                  </a:lnTo>
                  <a:lnTo>
                    <a:pt x="111" y="91"/>
                  </a:lnTo>
                  <a:lnTo>
                    <a:pt x="84" y="67"/>
                  </a:lnTo>
                  <a:lnTo>
                    <a:pt x="58" y="43"/>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nvGrpSpPr>
            <p:cNvPr id="52280" name="Group 246"/>
            <p:cNvGrpSpPr>
              <a:grpSpLocks/>
            </p:cNvGrpSpPr>
            <p:nvPr/>
          </p:nvGrpSpPr>
          <p:grpSpPr bwMode="auto">
            <a:xfrm>
              <a:off x="4130" y="1507"/>
              <a:ext cx="9" cy="633"/>
              <a:chOff x="4130" y="1507"/>
              <a:chExt cx="9" cy="633"/>
            </a:xfrm>
          </p:grpSpPr>
          <p:sp>
            <p:nvSpPr>
              <p:cNvPr id="558316" name="Freeform 236"/>
              <p:cNvSpPr>
                <a:spLocks/>
              </p:cNvSpPr>
              <p:nvPr/>
            </p:nvSpPr>
            <p:spPr bwMode="auto">
              <a:xfrm>
                <a:off x="4130" y="1507"/>
                <a:ext cx="9" cy="48"/>
              </a:xfrm>
              <a:custGeom>
                <a:avLst/>
                <a:gdLst>
                  <a:gd name="T0" fmla="*/ 9 w 9"/>
                  <a:gd name="T1" fmla="*/ 6 h 48"/>
                  <a:gd name="T2" fmla="*/ 9 w 9"/>
                  <a:gd name="T3" fmla="*/ 4 h 48"/>
                  <a:gd name="T4" fmla="*/ 8 w 9"/>
                  <a:gd name="T5" fmla="*/ 3 h 48"/>
                  <a:gd name="T6" fmla="*/ 6 w 9"/>
                  <a:gd name="T7" fmla="*/ 1 h 48"/>
                  <a:gd name="T8" fmla="*/ 5 w 9"/>
                  <a:gd name="T9" fmla="*/ 0 h 48"/>
                  <a:gd name="T10" fmla="*/ 5 w 9"/>
                  <a:gd name="T11" fmla="*/ 0 h 48"/>
                  <a:gd name="T12" fmla="*/ 3 w 9"/>
                  <a:gd name="T13" fmla="*/ 1 h 48"/>
                  <a:gd name="T14" fmla="*/ 2 w 9"/>
                  <a:gd name="T15" fmla="*/ 3 h 48"/>
                  <a:gd name="T16" fmla="*/ 0 w 9"/>
                  <a:gd name="T17" fmla="*/ 4 h 48"/>
                  <a:gd name="T18" fmla="*/ 0 w 9"/>
                  <a:gd name="T19" fmla="*/ 41 h 48"/>
                  <a:gd name="T20" fmla="*/ 0 w 9"/>
                  <a:gd name="T21" fmla="*/ 43 h 48"/>
                  <a:gd name="T22" fmla="*/ 2 w 9"/>
                  <a:gd name="T23" fmla="*/ 44 h 48"/>
                  <a:gd name="T24" fmla="*/ 3 w 9"/>
                  <a:gd name="T25" fmla="*/ 46 h 48"/>
                  <a:gd name="T26" fmla="*/ 5 w 9"/>
                  <a:gd name="T27" fmla="*/ 48 h 48"/>
                  <a:gd name="T28" fmla="*/ 6 w 9"/>
                  <a:gd name="T29" fmla="*/ 48 h 48"/>
                  <a:gd name="T30" fmla="*/ 8 w 9"/>
                  <a:gd name="T31" fmla="*/ 46 h 48"/>
                  <a:gd name="T32" fmla="*/ 9 w 9"/>
                  <a:gd name="T33" fmla="*/ 44 h 48"/>
                  <a:gd name="T34" fmla="*/ 9 w 9"/>
                  <a:gd name="T35" fmla="*/ 43 h 48"/>
                  <a:gd name="T36" fmla="*/ 9 w 9"/>
                  <a:gd name="T37" fmla="*/ 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6"/>
                    </a:moveTo>
                    <a:lnTo>
                      <a:pt x="9" y="4"/>
                    </a:lnTo>
                    <a:lnTo>
                      <a:pt x="8" y="3"/>
                    </a:lnTo>
                    <a:lnTo>
                      <a:pt x="6" y="1"/>
                    </a:lnTo>
                    <a:lnTo>
                      <a:pt x="5" y="0"/>
                    </a:lnTo>
                    <a:lnTo>
                      <a:pt x="5" y="0"/>
                    </a:lnTo>
                    <a:lnTo>
                      <a:pt x="3" y="1"/>
                    </a:lnTo>
                    <a:lnTo>
                      <a:pt x="2" y="3"/>
                    </a:lnTo>
                    <a:lnTo>
                      <a:pt x="0" y="4"/>
                    </a:lnTo>
                    <a:lnTo>
                      <a:pt x="0" y="41"/>
                    </a:lnTo>
                    <a:lnTo>
                      <a:pt x="0" y="43"/>
                    </a:lnTo>
                    <a:lnTo>
                      <a:pt x="2" y="44"/>
                    </a:lnTo>
                    <a:lnTo>
                      <a:pt x="3" y="46"/>
                    </a:lnTo>
                    <a:lnTo>
                      <a:pt x="5" y="48"/>
                    </a:lnTo>
                    <a:lnTo>
                      <a:pt x="6" y="48"/>
                    </a:lnTo>
                    <a:lnTo>
                      <a:pt x="8" y="46"/>
                    </a:lnTo>
                    <a:lnTo>
                      <a:pt x="9" y="44"/>
                    </a:lnTo>
                    <a:lnTo>
                      <a:pt x="9" y="43"/>
                    </a:ln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317" name="Freeform 237"/>
              <p:cNvSpPr>
                <a:spLocks/>
              </p:cNvSpPr>
              <p:nvPr/>
            </p:nvSpPr>
            <p:spPr bwMode="auto">
              <a:xfrm>
                <a:off x="4130" y="1574"/>
                <a:ext cx="9" cy="48"/>
              </a:xfrm>
              <a:custGeom>
                <a:avLst/>
                <a:gdLst>
                  <a:gd name="T0" fmla="*/ 9 w 9"/>
                  <a:gd name="T1" fmla="*/ 5 h 48"/>
                  <a:gd name="T2" fmla="*/ 9 w 9"/>
                  <a:gd name="T3" fmla="*/ 3 h 48"/>
                  <a:gd name="T4" fmla="*/ 9 w 9"/>
                  <a:gd name="T5" fmla="*/ 1 h 48"/>
                  <a:gd name="T6" fmla="*/ 8 w 9"/>
                  <a:gd name="T7" fmla="*/ 0 h 48"/>
                  <a:gd name="T8" fmla="*/ 6 w 9"/>
                  <a:gd name="T9" fmla="*/ 0 h 48"/>
                  <a:gd name="T10" fmla="*/ 5 w 9"/>
                  <a:gd name="T11" fmla="*/ 0 h 48"/>
                  <a:gd name="T12" fmla="*/ 3 w 9"/>
                  <a:gd name="T13" fmla="*/ 0 h 48"/>
                  <a:gd name="T14" fmla="*/ 2 w 9"/>
                  <a:gd name="T15" fmla="*/ 1 h 48"/>
                  <a:gd name="T16" fmla="*/ 0 w 9"/>
                  <a:gd name="T17" fmla="*/ 3 h 48"/>
                  <a:gd name="T18" fmla="*/ 0 w 9"/>
                  <a:gd name="T19" fmla="*/ 41 h 48"/>
                  <a:gd name="T20" fmla="*/ 0 w 9"/>
                  <a:gd name="T21" fmla="*/ 43 h 48"/>
                  <a:gd name="T22" fmla="*/ 2 w 9"/>
                  <a:gd name="T23" fmla="*/ 45 h 48"/>
                  <a:gd name="T24" fmla="*/ 3 w 9"/>
                  <a:gd name="T25" fmla="*/ 46 h 48"/>
                  <a:gd name="T26" fmla="*/ 5 w 9"/>
                  <a:gd name="T27" fmla="*/ 48 h 48"/>
                  <a:gd name="T28" fmla="*/ 6 w 9"/>
                  <a:gd name="T29" fmla="*/ 48 h 48"/>
                  <a:gd name="T30" fmla="*/ 8 w 9"/>
                  <a:gd name="T31" fmla="*/ 46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1"/>
                    </a:lnTo>
                    <a:lnTo>
                      <a:pt x="8" y="0"/>
                    </a:lnTo>
                    <a:lnTo>
                      <a:pt x="6" y="0"/>
                    </a:lnTo>
                    <a:lnTo>
                      <a:pt x="5" y="0"/>
                    </a:lnTo>
                    <a:lnTo>
                      <a:pt x="3" y="0"/>
                    </a:lnTo>
                    <a:lnTo>
                      <a:pt x="2" y="1"/>
                    </a:lnTo>
                    <a:lnTo>
                      <a:pt x="0" y="3"/>
                    </a:lnTo>
                    <a:lnTo>
                      <a:pt x="0" y="41"/>
                    </a:lnTo>
                    <a:lnTo>
                      <a:pt x="0" y="43"/>
                    </a:lnTo>
                    <a:lnTo>
                      <a:pt x="2" y="45"/>
                    </a:lnTo>
                    <a:lnTo>
                      <a:pt x="3" y="46"/>
                    </a:lnTo>
                    <a:lnTo>
                      <a:pt x="5" y="48"/>
                    </a:lnTo>
                    <a:lnTo>
                      <a:pt x="6" y="48"/>
                    </a:lnTo>
                    <a:lnTo>
                      <a:pt x="8" y="46"/>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318" name="Freeform 238"/>
              <p:cNvSpPr>
                <a:spLocks/>
              </p:cNvSpPr>
              <p:nvPr/>
            </p:nvSpPr>
            <p:spPr bwMode="auto">
              <a:xfrm>
                <a:off x="4130" y="1641"/>
                <a:ext cx="9" cy="48"/>
              </a:xfrm>
              <a:custGeom>
                <a:avLst/>
                <a:gdLst>
                  <a:gd name="T0" fmla="*/ 9 w 9"/>
                  <a:gd name="T1" fmla="*/ 5 h 48"/>
                  <a:gd name="T2" fmla="*/ 9 w 9"/>
                  <a:gd name="T3" fmla="*/ 3 h 48"/>
                  <a:gd name="T4" fmla="*/ 9 w 9"/>
                  <a:gd name="T5" fmla="*/ 2 h 48"/>
                  <a:gd name="T6" fmla="*/ 8 w 9"/>
                  <a:gd name="T7" fmla="*/ 0 h 48"/>
                  <a:gd name="T8" fmla="*/ 6 w 9"/>
                  <a:gd name="T9" fmla="*/ 0 h 48"/>
                  <a:gd name="T10" fmla="*/ 5 w 9"/>
                  <a:gd name="T11" fmla="*/ 0 h 48"/>
                  <a:gd name="T12" fmla="*/ 3 w 9"/>
                  <a:gd name="T13" fmla="*/ 0 h 48"/>
                  <a:gd name="T14" fmla="*/ 2 w 9"/>
                  <a:gd name="T15" fmla="*/ 2 h 48"/>
                  <a:gd name="T16" fmla="*/ 0 w 9"/>
                  <a:gd name="T17" fmla="*/ 3 h 48"/>
                  <a:gd name="T18" fmla="*/ 0 w 9"/>
                  <a:gd name="T19" fmla="*/ 42 h 48"/>
                  <a:gd name="T20" fmla="*/ 0 w 9"/>
                  <a:gd name="T21" fmla="*/ 43 h 48"/>
                  <a:gd name="T22" fmla="*/ 2 w 9"/>
                  <a:gd name="T23" fmla="*/ 45 h 48"/>
                  <a:gd name="T24" fmla="*/ 3 w 9"/>
                  <a:gd name="T25" fmla="*/ 46 h 48"/>
                  <a:gd name="T26" fmla="*/ 5 w 9"/>
                  <a:gd name="T27" fmla="*/ 48 h 48"/>
                  <a:gd name="T28" fmla="*/ 6 w 9"/>
                  <a:gd name="T29" fmla="*/ 48 h 48"/>
                  <a:gd name="T30" fmla="*/ 8 w 9"/>
                  <a:gd name="T31" fmla="*/ 46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2"/>
                    </a:lnTo>
                    <a:lnTo>
                      <a:pt x="8" y="0"/>
                    </a:lnTo>
                    <a:lnTo>
                      <a:pt x="6" y="0"/>
                    </a:lnTo>
                    <a:lnTo>
                      <a:pt x="5" y="0"/>
                    </a:lnTo>
                    <a:lnTo>
                      <a:pt x="3" y="0"/>
                    </a:lnTo>
                    <a:lnTo>
                      <a:pt x="2" y="2"/>
                    </a:lnTo>
                    <a:lnTo>
                      <a:pt x="0" y="3"/>
                    </a:lnTo>
                    <a:lnTo>
                      <a:pt x="0" y="42"/>
                    </a:lnTo>
                    <a:lnTo>
                      <a:pt x="0" y="43"/>
                    </a:lnTo>
                    <a:lnTo>
                      <a:pt x="2" y="45"/>
                    </a:lnTo>
                    <a:lnTo>
                      <a:pt x="3" y="46"/>
                    </a:lnTo>
                    <a:lnTo>
                      <a:pt x="5" y="48"/>
                    </a:lnTo>
                    <a:lnTo>
                      <a:pt x="6" y="48"/>
                    </a:lnTo>
                    <a:lnTo>
                      <a:pt x="8" y="46"/>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319" name="Freeform 239"/>
              <p:cNvSpPr>
                <a:spLocks/>
              </p:cNvSpPr>
              <p:nvPr/>
            </p:nvSpPr>
            <p:spPr bwMode="auto">
              <a:xfrm>
                <a:off x="4130" y="1708"/>
                <a:ext cx="9" cy="48"/>
              </a:xfrm>
              <a:custGeom>
                <a:avLst/>
                <a:gdLst>
                  <a:gd name="T0" fmla="*/ 9 w 9"/>
                  <a:gd name="T1" fmla="*/ 5 h 48"/>
                  <a:gd name="T2" fmla="*/ 9 w 9"/>
                  <a:gd name="T3" fmla="*/ 3 h 48"/>
                  <a:gd name="T4" fmla="*/ 9 w 9"/>
                  <a:gd name="T5" fmla="*/ 2 h 48"/>
                  <a:gd name="T6" fmla="*/ 8 w 9"/>
                  <a:gd name="T7" fmla="*/ 0 h 48"/>
                  <a:gd name="T8" fmla="*/ 6 w 9"/>
                  <a:gd name="T9" fmla="*/ 0 h 48"/>
                  <a:gd name="T10" fmla="*/ 5 w 9"/>
                  <a:gd name="T11" fmla="*/ 0 h 48"/>
                  <a:gd name="T12" fmla="*/ 3 w 9"/>
                  <a:gd name="T13" fmla="*/ 0 h 48"/>
                  <a:gd name="T14" fmla="*/ 2 w 9"/>
                  <a:gd name="T15" fmla="*/ 2 h 48"/>
                  <a:gd name="T16" fmla="*/ 0 w 9"/>
                  <a:gd name="T17" fmla="*/ 3 h 48"/>
                  <a:gd name="T18" fmla="*/ 0 w 9"/>
                  <a:gd name="T19" fmla="*/ 42 h 48"/>
                  <a:gd name="T20" fmla="*/ 0 w 9"/>
                  <a:gd name="T21" fmla="*/ 43 h 48"/>
                  <a:gd name="T22" fmla="*/ 2 w 9"/>
                  <a:gd name="T23" fmla="*/ 45 h 48"/>
                  <a:gd name="T24" fmla="*/ 3 w 9"/>
                  <a:gd name="T25" fmla="*/ 46 h 48"/>
                  <a:gd name="T26" fmla="*/ 5 w 9"/>
                  <a:gd name="T27" fmla="*/ 48 h 48"/>
                  <a:gd name="T28" fmla="*/ 6 w 9"/>
                  <a:gd name="T29" fmla="*/ 48 h 48"/>
                  <a:gd name="T30" fmla="*/ 8 w 9"/>
                  <a:gd name="T31" fmla="*/ 46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2"/>
                    </a:lnTo>
                    <a:lnTo>
                      <a:pt x="8" y="0"/>
                    </a:lnTo>
                    <a:lnTo>
                      <a:pt x="6" y="0"/>
                    </a:lnTo>
                    <a:lnTo>
                      <a:pt x="5" y="0"/>
                    </a:lnTo>
                    <a:lnTo>
                      <a:pt x="3" y="0"/>
                    </a:lnTo>
                    <a:lnTo>
                      <a:pt x="2" y="2"/>
                    </a:lnTo>
                    <a:lnTo>
                      <a:pt x="0" y="3"/>
                    </a:lnTo>
                    <a:lnTo>
                      <a:pt x="0" y="42"/>
                    </a:lnTo>
                    <a:lnTo>
                      <a:pt x="0" y="43"/>
                    </a:lnTo>
                    <a:lnTo>
                      <a:pt x="2" y="45"/>
                    </a:lnTo>
                    <a:lnTo>
                      <a:pt x="3" y="46"/>
                    </a:lnTo>
                    <a:lnTo>
                      <a:pt x="5" y="48"/>
                    </a:lnTo>
                    <a:lnTo>
                      <a:pt x="6" y="48"/>
                    </a:lnTo>
                    <a:lnTo>
                      <a:pt x="8" y="46"/>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320" name="Freeform 240"/>
              <p:cNvSpPr>
                <a:spLocks/>
              </p:cNvSpPr>
              <p:nvPr/>
            </p:nvSpPr>
            <p:spPr bwMode="auto">
              <a:xfrm>
                <a:off x="4130" y="1775"/>
                <a:ext cx="9" cy="48"/>
              </a:xfrm>
              <a:custGeom>
                <a:avLst/>
                <a:gdLst>
                  <a:gd name="T0" fmla="*/ 9 w 9"/>
                  <a:gd name="T1" fmla="*/ 5 h 48"/>
                  <a:gd name="T2" fmla="*/ 9 w 9"/>
                  <a:gd name="T3" fmla="*/ 3 h 48"/>
                  <a:gd name="T4" fmla="*/ 9 w 9"/>
                  <a:gd name="T5" fmla="*/ 2 h 48"/>
                  <a:gd name="T6" fmla="*/ 8 w 9"/>
                  <a:gd name="T7" fmla="*/ 0 h 48"/>
                  <a:gd name="T8" fmla="*/ 6 w 9"/>
                  <a:gd name="T9" fmla="*/ 0 h 48"/>
                  <a:gd name="T10" fmla="*/ 5 w 9"/>
                  <a:gd name="T11" fmla="*/ 0 h 48"/>
                  <a:gd name="T12" fmla="*/ 3 w 9"/>
                  <a:gd name="T13" fmla="*/ 0 h 48"/>
                  <a:gd name="T14" fmla="*/ 2 w 9"/>
                  <a:gd name="T15" fmla="*/ 2 h 48"/>
                  <a:gd name="T16" fmla="*/ 0 w 9"/>
                  <a:gd name="T17" fmla="*/ 3 h 48"/>
                  <a:gd name="T18" fmla="*/ 0 w 9"/>
                  <a:gd name="T19" fmla="*/ 42 h 48"/>
                  <a:gd name="T20" fmla="*/ 0 w 9"/>
                  <a:gd name="T21" fmla="*/ 43 h 48"/>
                  <a:gd name="T22" fmla="*/ 2 w 9"/>
                  <a:gd name="T23" fmla="*/ 45 h 48"/>
                  <a:gd name="T24" fmla="*/ 3 w 9"/>
                  <a:gd name="T25" fmla="*/ 47 h 48"/>
                  <a:gd name="T26" fmla="*/ 5 w 9"/>
                  <a:gd name="T27" fmla="*/ 48 h 48"/>
                  <a:gd name="T28" fmla="*/ 6 w 9"/>
                  <a:gd name="T29" fmla="*/ 48 h 48"/>
                  <a:gd name="T30" fmla="*/ 8 w 9"/>
                  <a:gd name="T31" fmla="*/ 47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2"/>
                    </a:lnTo>
                    <a:lnTo>
                      <a:pt x="8" y="0"/>
                    </a:lnTo>
                    <a:lnTo>
                      <a:pt x="6" y="0"/>
                    </a:lnTo>
                    <a:lnTo>
                      <a:pt x="5" y="0"/>
                    </a:lnTo>
                    <a:lnTo>
                      <a:pt x="3" y="0"/>
                    </a:lnTo>
                    <a:lnTo>
                      <a:pt x="2" y="2"/>
                    </a:lnTo>
                    <a:lnTo>
                      <a:pt x="0" y="3"/>
                    </a:lnTo>
                    <a:lnTo>
                      <a:pt x="0" y="42"/>
                    </a:lnTo>
                    <a:lnTo>
                      <a:pt x="0" y="43"/>
                    </a:lnTo>
                    <a:lnTo>
                      <a:pt x="2" y="45"/>
                    </a:lnTo>
                    <a:lnTo>
                      <a:pt x="3" y="47"/>
                    </a:lnTo>
                    <a:lnTo>
                      <a:pt x="5" y="48"/>
                    </a:lnTo>
                    <a:lnTo>
                      <a:pt x="6" y="48"/>
                    </a:lnTo>
                    <a:lnTo>
                      <a:pt x="8" y="47"/>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321" name="Freeform 241"/>
              <p:cNvSpPr>
                <a:spLocks/>
              </p:cNvSpPr>
              <p:nvPr/>
            </p:nvSpPr>
            <p:spPr bwMode="auto">
              <a:xfrm>
                <a:off x="4130" y="1842"/>
                <a:ext cx="9" cy="48"/>
              </a:xfrm>
              <a:custGeom>
                <a:avLst/>
                <a:gdLst>
                  <a:gd name="T0" fmla="*/ 9 w 9"/>
                  <a:gd name="T1" fmla="*/ 5 h 48"/>
                  <a:gd name="T2" fmla="*/ 9 w 9"/>
                  <a:gd name="T3" fmla="*/ 4 h 48"/>
                  <a:gd name="T4" fmla="*/ 9 w 9"/>
                  <a:gd name="T5" fmla="*/ 2 h 48"/>
                  <a:gd name="T6" fmla="*/ 8 w 9"/>
                  <a:gd name="T7" fmla="*/ 0 h 48"/>
                  <a:gd name="T8" fmla="*/ 6 w 9"/>
                  <a:gd name="T9" fmla="*/ 0 h 48"/>
                  <a:gd name="T10" fmla="*/ 5 w 9"/>
                  <a:gd name="T11" fmla="*/ 0 h 48"/>
                  <a:gd name="T12" fmla="*/ 3 w 9"/>
                  <a:gd name="T13" fmla="*/ 0 h 48"/>
                  <a:gd name="T14" fmla="*/ 2 w 9"/>
                  <a:gd name="T15" fmla="*/ 2 h 48"/>
                  <a:gd name="T16" fmla="*/ 0 w 9"/>
                  <a:gd name="T17" fmla="*/ 4 h 48"/>
                  <a:gd name="T18" fmla="*/ 0 w 9"/>
                  <a:gd name="T19" fmla="*/ 42 h 48"/>
                  <a:gd name="T20" fmla="*/ 0 w 9"/>
                  <a:gd name="T21" fmla="*/ 44 h 48"/>
                  <a:gd name="T22" fmla="*/ 2 w 9"/>
                  <a:gd name="T23" fmla="*/ 45 h 48"/>
                  <a:gd name="T24" fmla="*/ 3 w 9"/>
                  <a:gd name="T25" fmla="*/ 47 h 48"/>
                  <a:gd name="T26" fmla="*/ 5 w 9"/>
                  <a:gd name="T27" fmla="*/ 48 h 48"/>
                  <a:gd name="T28" fmla="*/ 6 w 9"/>
                  <a:gd name="T29" fmla="*/ 48 h 48"/>
                  <a:gd name="T30" fmla="*/ 8 w 9"/>
                  <a:gd name="T31" fmla="*/ 47 h 48"/>
                  <a:gd name="T32" fmla="*/ 9 w 9"/>
                  <a:gd name="T33" fmla="*/ 45 h 48"/>
                  <a:gd name="T34" fmla="*/ 9 w 9"/>
                  <a:gd name="T35" fmla="*/ 44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4"/>
                    </a:lnTo>
                    <a:lnTo>
                      <a:pt x="9" y="2"/>
                    </a:lnTo>
                    <a:lnTo>
                      <a:pt x="8" y="0"/>
                    </a:lnTo>
                    <a:lnTo>
                      <a:pt x="6" y="0"/>
                    </a:lnTo>
                    <a:lnTo>
                      <a:pt x="5" y="0"/>
                    </a:lnTo>
                    <a:lnTo>
                      <a:pt x="3" y="0"/>
                    </a:lnTo>
                    <a:lnTo>
                      <a:pt x="2" y="2"/>
                    </a:lnTo>
                    <a:lnTo>
                      <a:pt x="0" y="4"/>
                    </a:lnTo>
                    <a:lnTo>
                      <a:pt x="0" y="42"/>
                    </a:lnTo>
                    <a:lnTo>
                      <a:pt x="0" y="44"/>
                    </a:lnTo>
                    <a:lnTo>
                      <a:pt x="2" y="45"/>
                    </a:lnTo>
                    <a:lnTo>
                      <a:pt x="3" y="47"/>
                    </a:lnTo>
                    <a:lnTo>
                      <a:pt x="5" y="48"/>
                    </a:lnTo>
                    <a:lnTo>
                      <a:pt x="6" y="48"/>
                    </a:lnTo>
                    <a:lnTo>
                      <a:pt x="8" y="47"/>
                    </a:lnTo>
                    <a:lnTo>
                      <a:pt x="9" y="45"/>
                    </a:lnTo>
                    <a:lnTo>
                      <a:pt x="9" y="44"/>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322" name="Freeform 242"/>
              <p:cNvSpPr>
                <a:spLocks/>
              </p:cNvSpPr>
              <p:nvPr/>
            </p:nvSpPr>
            <p:spPr bwMode="auto">
              <a:xfrm>
                <a:off x="4130" y="1910"/>
                <a:ext cx="9" cy="48"/>
              </a:xfrm>
              <a:custGeom>
                <a:avLst/>
                <a:gdLst>
                  <a:gd name="T0" fmla="*/ 9 w 9"/>
                  <a:gd name="T1" fmla="*/ 4 h 48"/>
                  <a:gd name="T2" fmla="*/ 9 w 9"/>
                  <a:gd name="T3" fmla="*/ 3 h 48"/>
                  <a:gd name="T4" fmla="*/ 9 w 9"/>
                  <a:gd name="T5" fmla="*/ 1 h 48"/>
                  <a:gd name="T6" fmla="*/ 8 w 9"/>
                  <a:gd name="T7" fmla="*/ 0 h 48"/>
                  <a:gd name="T8" fmla="*/ 6 w 9"/>
                  <a:gd name="T9" fmla="*/ 0 h 48"/>
                  <a:gd name="T10" fmla="*/ 5 w 9"/>
                  <a:gd name="T11" fmla="*/ 0 h 48"/>
                  <a:gd name="T12" fmla="*/ 3 w 9"/>
                  <a:gd name="T13" fmla="*/ 0 h 48"/>
                  <a:gd name="T14" fmla="*/ 2 w 9"/>
                  <a:gd name="T15" fmla="*/ 1 h 48"/>
                  <a:gd name="T16" fmla="*/ 0 w 9"/>
                  <a:gd name="T17" fmla="*/ 3 h 48"/>
                  <a:gd name="T18" fmla="*/ 0 w 9"/>
                  <a:gd name="T19" fmla="*/ 41 h 48"/>
                  <a:gd name="T20" fmla="*/ 0 w 9"/>
                  <a:gd name="T21" fmla="*/ 43 h 48"/>
                  <a:gd name="T22" fmla="*/ 2 w 9"/>
                  <a:gd name="T23" fmla="*/ 44 h 48"/>
                  <a:gd name="T24" fmla="*/ 3 w 9"/>
                  <a:gd name="T25" fmla="*/ 46 h 48"/>
                  <a:gd name="T26" fmla="*/ 5 w 9"/>
                  <a:gd name="T27" fmla="*/ 48 h 48"/>
                  <a:gd name="T28" fmla="*/ 6 w 9"/>
                  <a:gd name="T29" fmla="*/ 48 h 48"/>
                  <a:gd name="T30" fmla="*/ 8 w 9"/>
                  <a:gd name="T31" fmla="*/ 46 h 48"/>
                  <a:gd name="T32" fmla="*/ 9 w 9"/>
                  <a:gd name="T33" fmla="*/ 44 h 48"/>
                  <a:gd name="T34" fmla="*/ 9 w 9"/>
                  <a:gd name="T35" fmla="*/ 43 h 48"/>
                  <a:gd name="T36" fmla="*/ 9 w 9"/>
                  <a:gd name="T37"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4"/>
                    </a:moveTo>
                    <a:lnTo>
                      <a:pt x="9" y="3"/>
                    </a:lnTo>
                    <a:lnTo>
                      <a:pt x="9" y="1"/>
                    </a:lnTo>
                    <a:lnTo>
                      <a:pt x="8" y="0"/>
                    </a:lnTo>
                    <a:lnTo>
                      <a:pt x="6" y="0"/>
                    </a:lnTo>
                    <a:lnTo>
                      <a:pt x="5" y="0"/>
                    </a:lnTo>
                    <a:lnTo>
                      <a:pt x="3" y="0"/>
                    </a:lnTo>
                    <a:lnTo>
                      <a:pt x="2" y="1"/>
                    </a:lnTo>
                    <a:lnTo>
                      <a:pt x="0" y="3"/>
                    </a:lnTo>
                    <a:lnTo>
                      <a:pt x="0" y="41"/>
                    </a:lnTo>
                    <a:lnTo>
                      <a:pt x="0" y="43"/>
                    </a:lnTo>
                    <a:lnTo>
                      <a:pt x="2" y="44"/>
                    </a:lnTo>
                    <a:lnTo>
                      <a:pt x="3" y="46"/>
                    </a:lnTo>
                    <a:lnTo>
                      <a:pt x="5" y="48"/>
                    </a:lnTo>
                    <a:lnTo>
                      <a:pt x="6" y="48"/>
                    </a:lnTo>
                    <a:lnTo>
                      <a:pt x="8" y="46"/>
                    </a:lnTo>
                    <a:lnTo>
                      <a:pt x="9" y="44"/>
                    </a:lnTo>
                    <a:lnTo>
                      <a:pt x="9" y="43"/>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323" name="Freeform 243"/>
              <p:cNvSpPr>
                <a:spLocks/>
              </p:cNvSpPr>
              <p:nvPr/>
            </p:nvSpPr>
            <p:spPr bwMode="auto">
              <a:xfrm>
                <a:off x="4130" y="1977"/>
                <a:ext cx="9" cy="48"/>
              </a:xfrm>
              <a:custGeom>
                <a:avLst/>
                <a:gdLst>
                  <a:gd name="T0" fmla="*/ 9 w 9"/>
                  <a:gd name="T1" fmla="*/ 5 h 48"/>
                  <a:gd name="T2" fmla="*/ 9 w 9"/>
                  <a:gd name="T3" fmla="*/ 3 h 48"/>
                  <a:gd name="T4" fmla="*/ 9 w 9"/>
                  <a:gd name="T5" fmla="*/ 1 h 48"/>
                  <a:gd name="T6" fmla="*/ 8 w 9"/>
                  <a:gd name="T7" fmla="*/ 0 h 48"/>
                  <a:gd name="T8" fmla="*/ 6 w 9"/>
                  <a:gd name="T9" fmla="*/ 0 h 48"/>
                  <a:gd name="T10" fmla="*/ 5 w 9"/>
                  <a:gd name="T11" fmla="*/ 0 h 48"/>
                  <a:gd name="T12" fmla="*/ 3 w 9"/>
                  <a:gd name="T13" fmla="*/ 0 h 48"/>
                  <a:gd name="T14" fmla="*/ 2 w 9"/>
                  <a:gd name="T15" fmla="*/ 1 h 48"/>
                  <a:gd name="T16" fmla="*/ 0 w 9"/>
                  <a:gd name="T17" fmla="*/ 3 h 48"/>
                  <a:gd name="T18" fmla="*/ 0 w 9"/>
                  <a:gd name="T19" fmla="*/ 41 h 48"/>
                  <a:gd name="T20" fmla="*/ 0 w 9"/>
                  <a:gd name="T21" fmla="*/ 43 h 48"/>
                  <a:gd name="T22" fmla="*/ 2 w 9"/>
                  <a:gd name="T23" fmla="*/ 45 h 48"/>
                  <a:gd name="T24" fmla="*/ 3 w 9"/>
                  <a:gd name="T25" fmla="*/ 46 h 48"/>
                  <a:gd name="T26" fmla="*/ 5 w 9"/>
                  <a:gd name="T27" fmla="*/ 48 h 48"/>
                  <a:gd name="T28" fmla="*/ 6 w 9"/>
                  <a:gd name="T29" fmla="*/ 48 h 48"/>
                  <a:gd name="T30" fmla="*/ 8 w 9"/>
                  <a:gd name="T31" fmla="*/ 46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1"/>
                    </a:lnTo>
                    <a:lnTo>
                      <a:pt x="8" y="0"/>
                    </a:lnTo>
                    <a:lnTo>
                      <a:pt x="6" y="0"/>
                    </a:lnTo>
                    <a:lnTo>
                      <a:pt x="5" y="0"/>
                    </a:lnTo>
                    <a:lnTo>
                      <a:pt x="3" y="0"/>
                    </a:lnTo>
                    <a:lnTo>
                      <a:pt x="2" y="1"/>
                    </a:lnTo>
                    <a:lnTo>
                      <a:pt x="0" y="3"/>
                    </a:lnTo>
                    <a:lnTo>
                      <a:pt x="0" y="41"/>
                    </a:lnTo>
                    <a:lnTo>
                      <a:pt x="0" y="43"/>
                    </a:lnTo>
                    <a:lnTo>
                      <a:pt x="2" y="45"/>
                    </a:lnTo>
                    <a:lnTo>
                      <a:pt x="3" y="46"/>
                    </a:lnTo>
                    <a:lnTo>
                      <a:pt x="5" y="48"/>
                    </a:lnTo>
                    <a:lnTo>
                      <a:pt x="6" y="48"/>
                    </a:lnTo>
                    <a:lnTo>
                      <a:pt x="8" y="46"/>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324" name="Freeform 244"/>
              <p:cNvSpPr>
                <a:spLocks/>
              </p:cNvSpPr>
              <p:nvPr/>
            </p:nvSpPr>
            <p:spPr bwMode="auto">
              <a:xfrm>
                <a:off x="4130" y="2044"/>
                <a:ext cx="9" cy="48"/>
              </a:xfrm>
              <a:custGeom>
                <a:avLst/>
                <a:gdLst>
                  <a:gd name="T0" fmla="*/ 9 w 9"/>
                  <a:gd name="T1" fmla="*/ 5 h 48"/>
                  <a:gd name="T2" fmla="*/ 9 w 9"/>
                  <a:gd name="T3" fmla="*/ 3 h 48"/>
                  <a:gd name="T4" fmla="*/ 9 w 9"/>
                  <a:gd name="T5" fmla="*/ 2 h 48"/>
                  <a:gd name="T6" fmla="*/ 8 w 9"/>
                  <a:gd name="T7" fmla="*/ 0 h 48"/>
                  <a:gd name="T8" fmla="*/ 6 w 9"/>
                  <a:gd name="T9" fmla="*/ 0 h 48"/>
                  <a:gd name="T10" fmla="*/ 5 w 9"/>
                  <a:gd name="T11" fmla="*/ 0 h 48"/>
                  <a:gd name="T12" fmla="*/ 3 w 9"/>
                  <a:gd name="T13" fmla="*/ 0 h 48"/>
                  <a:gd name="T14" fmla="*/ 2 w 9"/>
                  <a:gd name="T15" fmla="*/ 2 h 48"/>
                  <a:gd name="T16" fmla="*/ 0 w 9"/>
                  <a:gd name="T17" fmla="*/ 3 h 48"/>
                  <a:gd name="T18" fmla="*/ 0 w 9"/>
                  <a:gd name="T19" fmla="*/ 41 h 48"/>
                  <a:gd name="T20" fmla="*/ 0 w 9"/>
                  <a:gd name="T21" fmla="*/ 43 h 48"/>
                  <a:gd name="T22" fmla="*/ 2 w 9"/>
                  <a:gd name="T23" fmla="*/ 45 h 48"/>
                  <a:gd name="T24" fmla="*/ 3 w 9"/>
                  <a:gd name="T25" fmla="*/ 46 h 48"/>
                  <a:gd name="T26" fmla="*/ 5 w 9"/>
                  <a:gd name="T27" fmla="*/ 48 h 48"/>
                  <a:gd name="T28" fmla="*/ 6 w 9"/>
                  <a:gd name="T29" fmla="*/ 48 h 48"/>
                  <a:gd name="T30" fmla="*/ 8 w 9"/>
                  <a:gd name="T31" fmla="*/ 46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2"/>
                    </a:lnTo>
                    <a:lnTo>
                      <a:pt x="8" y="0"/>
                    </a:lnTo>
                    <a:lnTo>
                      <a:pt x="6" y="0"/>
                    </a:lnTo>
                    <a:lnTo>
                      <a:pt x="5" y="0"/>
                    </a:lnTo>
                    <a:lnTo>
                      <a:pt x="3" y="0"/>
                    </a:lnTo>
                    <a:lnTo>
                      <a:pt x="2" y="2"/>
                    </a:lnTo>
                    <a:lnTo>
                      <a:pt x="0" y="3"/>
                    </a:lnTo>
                    <a:lnTo>
                      <a:pt x="0" y="41"/>
                    </a:lnTo>
                    <a:lnTo>
                      <a:pt x="0" y="43"/>
                    </a:lnTo>
                    <a:lnTo>
                      <a:pt x="2" y="45"/>
                    </a:lnTo>
                    <a:lnTo>
                      <a:pt x="3" y="46"/>
                    </a:lnTo>
                    <a:lnTo>
                      <a:pt x="5" y="48"/>
                    </a:lnTo>
                    <a:lnTo>
                      <a:pt x="6" y="48"/>
                    </a:lnTo>
                    <a:lnTo>
                      <a:pt x="8" y="46"/>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325" name="Freeform 245"/>
              <p:cNvSpPr>
                <a:spLocks/>
              </p:cNvSpPr>
              <p:nvPr/>
            </p:nvSpPr>
            <p:spPr bwMode="auto">
              <a:xfrm>
                <a:off x="4130" y="2111"/>
                <a:ext cx="9" cy="29"/>
              </a:xfrm>
              <a:custGeom>
                <a:avLst/>
                <a:gdLst>
                  <a:gd name="T0" fmla="*/ 9 w 9"/>
                  <a:gd name="T1" fmla="*/ 5 h 29"/>
                  <a:gd name="T2" fmla="*/ 9 w 9"/>
                  <a:gd name="T3" fmla="*/ 3 h 29"/>
                  <a:gd name="T4" fmla="*/ 9 w 9"/>
                  <a:gd name="T5" fmla="*/ 2 h 29"/>
                  <a:gd name="T6" fmla="*/ 8 w 9"/>
                  <a:gd name="T7" fmla="*/ 0 h 29"/>
                  <a:gd name="T8" fmla="*/ 6 w 9"/>
                  <a:gd name="T9" fmla="*/ 0 h 29"/>
                  <a:gd name="T10" fmla="*/ 5 w 9"/>
                  <a:gd name="T11" fmla="*/ 0 h 29"/>
                  <a:gd name="T12" fmla="*/ 3 w 9"/>
                  <a:gd name="T13" fmla="*/ 0 h 29"/>
                  <a:gd name="T14" fmla="*/ 2 w 9"/>
                  <a:gd name="T15" fmla="*/ 2 h 29"/>
                  <a:gd name="T16" fmla="*/ 0 w 9"/>
                  <a:gd name="T17" fmla="*/ 3 h 29"/>
                  <a:gd name="T18" fmla="*/ 0 w 9"/>
                  <a:gd name="T19" fmla="*/ 24 h 29"/>
                  <a:gd name="T20" fmla="*/ 0 w 9"/>
                  <a:gd name="T21" fmla="*/ 24 h 29"/>
                  <a:gd name="T22" fmla="*/ 2 w 9"/>
                  <a:gd name="T23" fmla="*/ 26 h 29"/>
                  <a:gd name="T24" fmla="*/ 3 w 9"/>
                  <a:gd name="T25" fmla="*/ 27 h 29"/>
                  <a:gd name="T26" fmla="*/ 5 w 9"/>
                  <a:gd name="T27" fmla="*/ 29 h 29"/>
                  <a:gd name="T28" fmla="*/ 5 w 9"/>
                  <a:gd name="T29" fmla="*/ 29 h 29"/>
                  <a:gd name="T30" fmla="*/ 6 w 9"/>
                  <a:gd name="T31" fmla="*/ 27 h 29"/>
                  <a:gd name="T32" fmla="*/ 8 w 9"/>
                  <a:gd name="T33" fmla="*/ 26 h 29"/>
                  <a:gd name="T34" fmla="*/ 9 w 9"/>
                  <a:gd name="T35" fmla="*/ 26 h 29"/>
                  <a:gd name="T36" fmla="*/ 9 w 9"/>
                  <a:gd name="T37" fmla="*/ 5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29">
                    <a:moveTo>
                      <a:pt x="9" y="5"/>
                    </a:moveTo>
                    <a:lnTo>
                      <a:pt x="9" y="3"/>
                    </a:lnTo>
                    <a:lnTo>
                      <a:pt x="9" y="2"/>
                    </a:lnTo>
                    <a:lnTo>
                      <a:pt x="8" y="0"/>
                    </a:lnTo>
                    <a:lnTo>
                      <a:pt x="6" y="0"/>
                    </a:lnTo>
                    <a:lnTo>
                      <a:pt x="5" y="0"/>
                    </a:lnTo>
                    <a:lnTo>
                      <a:pt x="3" y="0"/>
                    </a:lnTo>
                    <a:lnTo>
                      <a:pt x="2" y="2"/>
                    </a:lnTo>
                    <a:lnTo>
                      <a:pt x="0" y="3"/>
                    </a:lnTo>
                    <a:lnTo>
                      <a:pt x="0" y="24"/>
                    </a:lnTo>
                    <a:lnTo>
                      <a:pt x="0" y="24"/>
                    </a:lnTo>
                    <a:lnTo>
                      <a:pt x="2" y="26"/>
                    </a:lnTo>
                    <a:lnTo>
                      <a:pt x="3" y="27"/>
                    </a:lnTo>
                    <a:lnTo>
                      <a:pt x="5" y="29"/>
                    </a:lnTo>
                    <a:lnTo>
                      <a:pt x="5" y="29"/>
                    </a:lnTo>
                    <a:lnTo>
                      <a:pt x="6" y="27"/>
                    </a:lnTo>
                    <a:lnTo>
                      <a:pt x="8" y="26"/>
                    </a:lnTo>
                    <a:lnTo>
                      <a:pt x="9" y="26"/>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52281" name="Group 249"/>
            <p:cNvGrpSpPr>
              <a:grpSpLocks/>
            </p:cNvGrpSpPr>
            <p:nvPr/>
          </p:nvGrpSpPr>
          <p:grpSpPr bwMode="auto">
            <a:xfrm>
              <a:off x="3908" y="1686"/>
              <a:ext cx="905" cy="68"/>
              <a:chOff x="3908" y="1686"/>
              <a:chExt cx="905" cy="68"/>
            </a:xfrm>
          </p:grpSpPr>
          <p:sp>
            <p:nvSpPr>
              <p:cNvPr id="558327" name="Line 247"/>
              <p:cNvSpPr>
                <a:spLocks noChangeShapeType="1"/>
              </p:cNvSpPr>
              <p:nvPr/>
            </p:nvSpPr>
            <p:spPr bwMode="auto">
              <a:xfrm flipH="1">
                <a:off x="4003" y="1719"/>
                <a:ext cx="810"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58328" name="Freeform 248"/>
              <p:cNvSpPr>
                <a:spLocks/>
              </p:cNvSpPr>
              <p:nvPr/>
            </p:nvSpPr>
            <p:spPr bwMode="auto">
              <a:xfrm>
                <a:off x="3908" y="1686"/>
                <a:ext cx="100" cy="68"/>
              </a:xfrm>
              <a:custGeom>
                <a:avLst/>
                <a:gdLst>
                  <a:gd name="T0" fmla="*/ 100 w 100"/>
                  <a:gd name="T1" fmla="*/ 0 h 68"/>
                  <a:gd name="T2" fmla="*/ 0 w 100"/>
                  <a:gd name="T3" fmla="*/ 35 h 68"/>
                  <a:gd name="T4" fmla="*/ 100 w 100"/>
                  <a:gd name="T5" fmla="*/ 68 h 68"/>
                  <a:gd name="T6" fmla="*/ 100 w 100"/>
                  <a:gd name="T7" fmla="*/ 0 h 68"/>
                </a:gdLst>
                <a:ahLst/>
                <a:cxnLst>
                  <a:cxn ang="0">
                    <a:pos x="T0" y="T1"/>
                  </a:cxn>
                  <a:cxn ang="0">
                    <a:pos x="T2" y="T3"/>
                  </a:cxn>
                  <a:cxn ang="0">
                    <a:pos x="T4" y="T5"/>
                  </a:cxn>
                  <a:cxn ang="0">
                    <a:pos x="T6" y="T7"/>
                  </a:cxn>
                </a:cxnLst>
                <a:rect l="0" t="0" r="r" b="b"/>
                <a:pathLst>
                  <a:path w="100" h="68">
                    <a:moveTo>
                      <a:pt x="100" y="0"/>
                    </a:moveTo>
                    <a:lnTo>
                      <a:pt x="0" y="35"/>
                    </a:lnTo>
                    <a:lnTo>
                      <a:pt x="100" y="68"/>
                    </a:lnTo>
                    <a:lnTo>
                      <a:pt x="10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52282" name="Group 252"/>
            <p:cNvGrpSpPr>
              <a:grpSpLocks/>
            </p:cNvGrpSpPr>
            <p:nvPr/>
          </p:nvGrpSpPr>
          <p:grpSpPr bwMode="auto">
            <a:xfrm>
              <a:off x="3877" y="682"/>
              <a:ext cx="64" cy="1037"/>
              <a:chOff x="3877" y="682"/>
              <a:chExt cx="64" cy="1037"/>
            </a:xfrm>
          </p:grpSpPr>
          <p:sp>
            <p:nvSpPr>
              <p:cNvPr id="558330" name="Line 250"/>
              <p:cNvSpPr>
                <a:spLocks noChangeShapeType="1"/>
              </p:cNvSpPr>
              <p:nvPr/>
            </p:nvSpPr>
            <p:spPr bwMode="auto">
              <a:xfrm flipV="1">
                <a:off x="3908" y="781"/>
                <a:ext cx="1" cy="93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58331" name="Freeform 251"/>
              <p:cNvSpPr>
                <a:spLocks/>
              </p:cNvSpPr>
              <p:nvPr/>
            </p:nvSpPr>
            <p:spPr bwMode="auto">
              <a:xfrm>
                <a:off x="3877" y="682"/>
                <a:ext cx="64" cy="103"/>
              </a:xfrm>
              <a:custGeom>
                <a:avLst/>
                <a:gdLst>
                  <a:gd name="T0" fmla="*/ 64 w 64"/>
                  <a:gd name="T1" fmla="*/ 103 h 103"/>
                  <a:gd name="T2" fmla="*/ 31 w 64"/>
                  <a:gd name="T3" fmla="*/ 0 h 103"/>
                  <a:gd name="T4" fmla="*/ 0 w 64"/>
                  <a:gd name="T5" fmla="*/ 103 h 103"/>
                  <a:gd name="T6" fmla="*/ 64 w 64"/>
                  <a:gd name="T7" fmla="*/ 103 h 103"/>
                </a:gdLst>
                <a:ahLst/>
                <a:cxnLst>
                  <a:cxn ang="0">
                    <a:pos x="T0" y="T1"/>
                  </a:cxn>
                  <a:cxn ang="0">
                    <a:pos x="T2" y="T3"/>
                  </a:cxn>
                  <a:cxn ang="0">
                    <a:pos x="T4" y="T5"/>
                  </a:cxn>
                  <a:cxn ang="0">
                    <a:pos x="T6" y="T7"/>
                  </a:cxn>
                </a:cxnLst>
                <a:rect l="0" t="0" r="r" b="b"/>
                <a:pathLst>
                  <a:path w="64" h="103">
                    <a:moveTo>
                      <a:pt x="64" y="103"/>
                    </a:moveTo>
                    <a:lnTo>
                      <a:pt x="31" y="0"/>
                    </a:lnTo>
                    <a:lnTo>
                      <a:pt x="0" y="103"/>
                    </a:lnTo>
                    <a:lnTo>
                      <a:pt x="64" y="10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grpSp>
          <p:nvGrpSpPr>
            <p:cNvPr id="52283" name="Group 260"/>
            <p:cNvGrpSpPr>
              <a:grpSpLocks/>
            </p:cNvGrpSpPr>
            <p:nvPr/>
          </p:nvGrpSpPr>
          <p:grpSpPr bwMode="auto">
            <a:xfrm>
              <a:off x="3904" y="1715"/>
              <a:ext cx="9" cy="425"/>
              <a:chOff x="3904" y="1715"/>
              <a:chExt cx="9" cy="425"/>
            </a:xfrm>
          </p:grpSpPr>
          <p:sp>
            <p:nvSpPr>
              <p:cNvPr id="558333" name="Freeform 253"/>
              <p:cNvSpPr>
                <a:spLocks/>
              </p:cNvSpPr>
              <p:nvPr/>
            </p:nvSpPr>
            <p:spPr bwMode="auto">
              <a:xfrm>
                <a:off x="3904" y="1715"/>
                <a:ext cx="9" cy="47"/>
              </a:xfrm>
              <a:custGeom>
                <a:avLst/>
                <a:gdLst>
                  <a:gd name="T0" fmla="*/ 9 w 9"/>
                  <a:gd name="T1" fmla="*/ 6 h 47"/>
                  <a:gd name="T2" fmla="*/ 9 w 9"/>
                  <a:gd name="T3" fmla="*/ 4 h 47"/>
                  <a:gd name="T4" fmla="*/ 7 w 9"/>
                  <a:gd name="T5" fmla="*/ 3 h 47"/>
                  <a:gd name="T6" fmla="*/ 6 w 9"/>
                  <a:gd name="T7" fmla="*/ 1 h 47"/>
                  <a:gd name="T8" fmla="*/ 4 w 9"/>
                  <a:gd name="T9" fmla="*/ 0 h 47"/>
                  <a:gd name="T10" fmla="*/ 4 w 9"/>
                  <a:gd name="T11" fmla="*/ 0 h 47"/>
                  <a:gd name="T12" fmla="*/ 3 w 9"/>
                  <a:gd name="T13" fmla="*/ 1 h 47"/>
                  <a:gd name="T14" fmla="*/ 1 w 9"/>
                  <a:gd name="T15" fmla="*/ 3 h 47"/>
                  <a:gd name="T16" fmla="*/ 0 w 9"/>
                  <a:gd name="T17" fmla="*/ 4 h 47"/>
                  <a:gd name="T18" fmla="*/ 0 w 9"/>
                  <a:gd name="T19" fmla="*/ 41 h 47"/>
                  <a:gd name="T20" fmla="*/ 0 w 9"/>
                  <a:gd name="T21" fmla="*/ 43 h 47"/>
                  <a:gd name="T22" fmla="*/ 1 w 9"/>
                  <a:gd name="T23" fmla="*/ 44 h 47"/>
                  <a:gd name="T24" fmla="*/ 3 w 9"/>
                  <a:gd name="T25" fmla="*/ 46 h 47"/>
                  <a:gd name="T26" fmla="*/ 4 w 9"/>
                  <a:gd name="T27" fmla="*/ 47 h 47"/>
                  <a:gd name="T28" fmla="*/ 6 w 9"/>
                  <a:gd name="T29" fmla="*/ 47 h 47"/>
                  <a:gd name="T30" fmla="*/ 7 w 9"/>
                  <a:gd name="T31" fmla="*/ 46 h 47"/>
                  <a:gd name="T32" fmla="*/ 9 w 9"/>
                  <a:gd name="T33" fmla="*/ 44 h 47"/>
                  <a:gd name="T34" fmla="*/ 9 w 9"/>
                  <a:gd name="T35" fmla="*/ 43 h 47"/>
                  <a:gd name="T36" fmla="*/ 9 w 9"/>
                  <a:gd name="T37" fmla="*/ 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7">
                    <a:moveTo>
                      <a:pt x="9" y="6"/>
                    </a:moveTo>
                    <a:lnTo>
                      <a:pt x="9" y="4"/>
                    </a:lnTo>
                    <a:lnTo>
                      <a:pt x="7" y="3"/>
                    </a:lnTo>
                    <a:lnTo>
                      <a:pt x="6" y="1"/>
                    </a:lnTo>
                    <a:lnTo>
                      <a:pt x="4" y="0"/>
                    </a:lnTo>
                    <a:lnTo>
                      <a:pt x="4" y="0"/>
                    </a:lnTo>
                    <a:lnTo>
                      <a:pt x="3" y="1"/>
                    </a:lnTo>
                    <a:lnTo>
                      <a:pt x="1" y="3"/>
                    </a:lnTo>
                    <a:lnTo>
                      <a:pt x="0" y="4"/>
                    </a:lnTo>
                    <a:lnTo>
                      <a:pt x="0" y="41"/>
                    </a:lnTo>
                    <a:lnTo>
                      <a:pt x="0" y="43"/>
                    </a:lnTo>
                    <a:lnTo>
                      <a:pt x="1" y="44"/>
                    </a:lnTo>
                    <a:lnTo>
                      <a:pt x="3" y="46"/>
                    </a:lnTo>
                    <a:lnTo>
                      <a:pt x="4" y="47"/>
                    </a:lnTo>
                    <a:lnTo>
                      <a:pt x="6" y="47"/>
                    </a:lnTo>
                    <a:lnTo>
                      <a:pt x="7" y="46"/>
                    </a:lnTo>
                    <a:lnTo>
                      <a:pt x="9" y="44"/>
                    </a:lnTo>
                    <a:lnTo>
                      <a:pt x="9" y="43"/>
                    </a:ln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334" name="Freeform 254"/>
              <p:cNvSpPr>
                <a:spLocks/>
              </p:cNvSpPr>
              <p:nvPr/>
            </p:nvSpPr>
            <p:spPr bwMode="auto">
              <a:xfrm>
                <a:off x="3904" y="1782"/>
                <a:ext cx="9" cy="48"/>
              </a:xfrm>
              <a:custGeom>
                <a:avLst/>
                <a:gdLst>
                  <a:gd name="T0" fmla="*/ 9 w 9"/>
                  <a:gd name="T1" fmla="*/ 4 h 48"/>
                  <a:gd name="T2" fmla="*/ 9 w 9"/>
                  <a:gd name="T3" fmla="*/ 3 h 48"/>
                  <a:gd name="T4" fmla="*/ 9 w 9"/>
                  <a:gd name="T5" fmla="*/ 1 h 48"/>
                  <a:gd name="T6" fmla="*/ 7 w 9"/>
                  <a:gd name="T7" fmla="*/ 0 h 48"/>
                  <a:gd name="T8" fmla="*/ 6 w 9"/>
                  <a:gd name="T9" fmla="*/ 0 h 48"/>
                  <a:gd name="T10" fmla="*/ 4 w 9"/>
                  <a:gd name="T11" fmla="*/ 0 h 48"/>
                  <a:gd name="T12" fmla="*/ 3 w 9"/>
                  <a:gd name="T13" fmla="*/ 0 h 48"/>
                  <a:gd name="T14" fmla="*/ 1 w 9"/>
                  <a:gd name="T15" fmla="*/ 1 h 48"/>
                  <a:gd name="T16" fmla="*/ 0 w 9"/>
                  <a:gd name="T17" fmla="*/ 3 h 48"/>
                  <a:gd name="T18" fmla="*/ 0 w 9"/>
                  <a:gd name="T19" fmla="*/ 41 h 48"/>
                  <a:gd name="T20" fmla="*/ 0 w 9"/>
                  <a:gd name="T21" fmla="*/ 43 h 48"/>
                  <a:gd name="T22" fmla="*/ 1 w 9"/>
                  <a:gd name="T23" fmla="*/ 44 h 48"/>
                  <a:gd name="T24" fmla="*/ 3 w 9"/>
                  <a:gd name="T25" fmla="*/ 46 h 48"/>
                  <a:gd name="T26" fmla="*/ 4 w 9"/>
                  <a:gd name="T27" fmla="*/ 48 h 48"/>
                  <a:gd name="T28" fmla="*/ 6 w 9"/>
                  <a:gd name="T29" fmla="*/ 48 h 48"/>
                  <a:gd name="T30" fmla="*/ 7 w 9"/>
                  <a:gd name="T31" fmla="*/ 46 h 48"/>
                  <a:gd name="T32" fmla="*/ 9 w 9"/>
                  <a:gd name="T33" fmla="*/ 44 h 48"/>
                  <a:gd name="T34" fmla="*/ 9 w 9"/>
                  <a:gd name="T35" fmla="*/ 43 h 48"/>
                  <a:gd name="T36" fmla="*/ 9 w 9"/>
                  <a:gd name="T37"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4"/>
                    </a:moveTo>
                    <a:lnTo>
                      <a:pt x="9" y="3"/>
                    </a:lnTo>
                    <a:lnTo>
                      <a:pt x="9" y="1"/>
                    </a:lnTo>
                    <a:lnTo>
                      <a:pt x="7" y="0"/>
                    </a:lnTo>
                    <a:lnTo>
                      <a:pt x="6" y="0"/>
                    </a:lnTo>
                    <a:lnTo>
                      <a:pt x="4" y="0"/>
                    </a:lnTo>
                    <a:lnTo>
                      <a:pt x="3" y="0"/>
                    </a:lnTo>
                    <a:lnTo>
                      <a:pt x="1" y="1"/>
                    </a:lnTo>
                    <a:lnTo>
                      <a:pt x="0" y="3"/>
                    </a:lnTo>
                    <a:lnTo>
                      <a:pt x="0" y="41"/>
                    </a:lnTo>
                    <a:lnTo>
                      <a:pt x="0" y="43"/>
                    </a:lnTo>
                    <a:lnTo>
                      <a:pt x="1" y="44"/>
                    </a:lnTo>
                    <a:lnTo>
                      <a:pt x="3" y="46"/>
                    </a:lnTo>
                    <a:lnTo>
                      <a:pt x="4" y="48"/>
                    </a:lnTo>
                    <a:lnTo>
                      <a:pt x="6" y="48"/>
                    </a:lnTo>
                    <a:lnTo>
                      <a:pt x="7" y="46"/>
                    </a:lnTo>
                    <a:lnTo>
                      <a:pt x="9" y="44"/>
                    </a:lnTo>
                    <a:lnTo>
                      <a:pt x="9" y="43"/>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335" name="Freeform 255"/>
              <p:cNvSpPr>
                <a:spLocks/>
              </p:cNvSpPr>
              <p:nvPr/>
            </p:nvSpPr>
            <p:spPr bwMode="auto">
              <a:xfrm>
                <a:off x="3904" y="1849"/>
                <a:ext cx="9" cy="48"/>
              </a:xfrm>
              <a:custGeom>
                <a:avLst/>
                <a:gdLst>
                  <a:gd name="T0" fmla="*/ 9 w 9"/>
                  <a:gd name="T1" fmla="*/ 5 h 48"/>
                  <a:gd name="T2" fmla="*/ 9 w 9"/>
                  <a:gd name="T3" fmla="*/ 3 h 48"/>
                  <a:gd name="T4" fmla="*/ 9 w 9"/>
                  <a:gd name="T5" fmla="*/ 1 h 48"/>
                  <a:gd name="T6" fmla="*/ 7 w 9"/>
                  <a:gd name="T7" fmla="*/ 0 h 48"/>
                  <a:gd name="T8" fmla="*/ 6 w 9"/>
                  <a:gd name="T9" fmla="*/ 0 h 48"/>
                  <a:gd name="T10" fmla="*/ 4 w 9"/>
                  <a:gd name="T11" fmla="*/ 0 h 48"/>
                  <a:gd name="T12" fmla="*/ 3 w 9"/>
                  <a:gd name="T13" fmla="*/ 0 h 48"/>
                  <a:gd name="T14" fmla="*/ 1 w 9"/>
                  <a:gd name="T15" fmla="*/ 1 h 48"/>
                  <a:gd name="T16" fmla="*/ 0 w 9"/>
                  <a:gd name="T17" fmla="*/ 3 h 48"/>
                  <a:gd name="T18" fmla="*/ 0 w 9"/>
                  <a:gd name="T19" fmla="*/ 41 h 48"/>
                  <a:gd name="T20" fmla="*/ 0 w 9"/>
                  <a:gd name="T21" fmla="*/ 43 h 48"/>
                  <a:gd name="T22" fmla="*/ 1 w 9"/>
                  <a:gd name="T23" fmla="*/ 45 h 48"/>
                  <a:gd name="T24" fmla="*/ 3 w 9"/>
                  <a:gd name="T25" fmla="*/ 46 h 48"/>
                  <a:gd name="T26" fmla="*/ 4 w 9"/>
                  <a:gd name="T27" fmla="*/ 48 h 48"/>
                  <a:gd name="T28" fmla="*/ 6 w 9"/>
                  <a:gd name="T29" fmla="*/ 48 h 48"/>
                  <a:gd name="T30" fmla="*/ 7 w 9"/>
                  <a:gd name="T31" fmla="*/ 46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1"/>
                    </a:lnTo>
                    <a:lnTo>
                      <a:pt x="7" y="0"/>
                    </a:lnTo>
                    <a:lnTo>
                      <a:pt x="6" y="0"/>
                    </a:lnTo>
                    <a:lnTo>
                      <a:pt x="4" y="0"/>
                    </a:lnTo>
                    <a:lnTo>
                      <a:pt x="3" y="0"/>
                    </a:lnTo>
                    <a:lnTo>
                      <a:pt x="1" y="1"/>
                    </a:lnTo>
                    <a:lnTo>
                      <a:pt x="0" y="3"/>
                    </a:lnTo>
                    <a:lnTo>
                      <a:pt x="0" y="41"/>
                    </a:lnTo>
                    <a:lnTo>
                      <a:pt x="0" y="43"/>
                    </a:lnTo>
                    <a:lnTo>
                      <a:pt x="1" y="45"/>
                    </a:lnTo>
                    <a:lnTo>
                      <a:pt x="3" y="46"/>
                    </a:lnTo>
                    <a:lnTo>
                      <a:pt x="4" y="48"/>
                    </a:lnTo>
                    <a:lnTo>
                      <a:pt x="6" y="48"/>
                    </a:lnTo>
                    <a:lnTo>
                      <a:pt x="7" y="46"/>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336" name="Freeform 256"/>
              <p:cNvSpPr>
                <a:spLocks/>
              </p:cNvSpPr>
              <p:nvPr/>
            </p:nvSpPr>
            <p:spPr bwMode="auto">
              <a:xfrm>
                <a:off x="3904" y="1916"/>
                <a:ext cx="9" cy="47"/>
              </a:xfrm>
              <a:custGeom>
                <a:avLst/>
                <a:gdLst>
                  <a:gd name="T0" fmla="*/ 9 w 9"/>
                  <a:gd name="T1" fmla="*/ 5 h 48"/>
                  <a:gd name="T2" fmla="*/ 9 w 9"/>
                  <a:gd name="T3" fmla="*/ 3 h 48"/>
                  <a:gd name="T4" fmla="*/ 9 w 9"/>
                  <a:gd name="T5" fmla="*/ 2 h 48"/>
                  <a:gd name="T6" fmla="*/ 7 w 9"/>
                  <a:gd name="T7" fmla="*/ 0 h 48"/>
                  <a:gd name="T8" fmla="*/ 6 w 9"/>
                  <a:gd name="T9" fmla="*/ 0 h 48"/>
                  <a:gd name="T10" fmla="*/ 4 w 9"/>
                  <a:gd name="T11" fmla="*/ 0 h 48"/>
                  <a:gd name="T12" fmla="*/ 3 w 9"/>
                  <a:gd name="T13" fmla="*/ 0 h 48"/>
                  <a:gd name="T14" fmla="*/ 1 w 9"/>
                  <a:gd name="T15" fmla="*/ 2 h 48"/>
                  <a:gd name="T16" fmla="*/ 0 w 9"/>
                  <a:gd name="T17" fmla="*/ 3 h 48"/>
                  <a:gd name="T18" fmla="*/ 0 w 9"/>
                  <a:gd name="T19" fmla="*/ 42 h 48"/>
                  <a:gd name="T20" fmla="*/ 0 w 9"/>
                  <a:gd name="T21" fmla="*/ 43 h 48"/>
                  <a:gd name="T22" fmla="*/ 1 w 9"/>
                  <a:gd name="T23" fmla="*/ 45 h 48"/>
                  <a:gd name="T24" fmla="*/ 3 w 9"/>
                  <a:gd name="T25" fmla="*/ 46 h 48"/>
                  <a:gd name="T26" fmla="*/ 4 w 9"/>
                  <a:gd name="T27" fmla="*/ 48 h 48"/>
                  <a:gd name="T28" fmla="*/ 6 w 9"/>
                  <a:gd name="T29" fmla="*/ 48 h 48"/>
                  <a:gd name="T30" fmla="*/ 7 w 9"/>
                  <a:gd name="T31" fmla="*/ 46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2"/>
                    </a:lnTo>
                    <a:lnTo>
                      <a:pt x="7" y="0"/>
                    </a:lnTo>
                    <a:lnTo>
                      <a:pt x="6" y="0"/>
                    </a:lnTo>
                    <a:lnTo>
                      <a:pt x="4" y="0"/>
                    </a:lnTo>
                    <a:lnTo>
                      <a:pt x="3" y="0"/>
                    </a:lnTo>
                    <a:lnTo>
                      <a:pt x="1" y="2"/>
                    </a:lnTo>
                    <a:lnTo>
                      <a:pt x="0" y="3"/>
                    </a:lnTo>
                    <a:lnTo>
                      <a:pt x="0" y="42"/>
                    </a:lnTo>
                    <a:lnTo>
                      <a:pt x="0" y="43"/>
                    </a:lnTo>
                    <a:lnTo>
                      <a:pt x="1" y="45"/>
                    </a:lnTo>
                    <a:lnTo>
                      <a:pt x="3" y="46"/>
                    </a:lnTo>
                    <a:lnTo>
                      <a:pt x="4" y="48"/>
                    </a:lnTo>
                    <a:lnTo>
                      <a:pt x="6" y="48"/>
                    </a:lnTo>
                    <a:lnTo>
                      <a:pt x="7" y="46"/>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337" name="Freeform 257"/>
              <p:cNvSpPr>
                <a:spLocks/>
              </p:cNvSpPr>
              <p:nvPr/>
            </p:nvSpPr>
            <p:spPr bwMode="auto">
              <a:xfrm>
                <a:off x="3904" y="1983"/>
                <a:ext cx="9" cy="48"/>
              </a:xfrm>
              <a:custGeom>
                <a:avLst/>
                <a:gdLst>
                  <a:gd name="T0" fmla="*/ 9 w 9"/>
                  <a:gd name="T1" fmla="*/ 5 h 48"/>
                  <a:gd name="T2" fmla="*/ 9 w 9"/>
                  <a:gd name="T3" fmla="*/ 3 h 48"/>
                  <a:gd name="T4" fmla="*/ 9 w 9"/>
                  <a:gd name="T5" fmla="*/ 2 h 48"/>
                  <a:gd name="T6" fmla="*/ 7 w 9"/>
                  <a:gd name="T7" fmla="*/ 0 h 48"/>
                  <a:gd name="T8" fmla="*/ 6 w 9"/>
                  <a:gd name="T9" fmla="*/ 0 h 48"/>
                  <a:gd name="T10" fmla="*/ 4 w 9"/>
                  <a:gd name="T11" fmla="*/ 0 h 48"/>
                  <a:gd name="T12" fmla="*/ 3 w 9"/>
                  <a:gd name="T13" fmla="*/ 0 h 48"/>
                  <a:gd name="T14" fmla="*/ 1 w 9"/>
                  <a:gd name="T15" fmla="*/ 2 h 48"/>
                  <a:gd name="T16" fmla="*/ 0 w 9"/>
                  <a:gd name="T17" fmla="*/ 3 h 48"/>
                  <a:gd name="T18" fmla="*/ 0 w 9"/>
                  <a:gd name="T19" fmla="*/ 42 h 48"/>
                  <a:gd name="T20" fmla="*/ 0 w 9"/>
                  <a:gd name="T21" fmla="*/ 43 h 48"/>
                  <a:gd name="T22" fmla="*/ 1 w 9"/>
                  <a:gd name="T23" fmla="*/ 45 h 48"/>
                  <a:gd name="T24" fmla="*/ 3 w 9"/>
                  <a:gd name="T25" fmla="*/ 47 h 48"/>
                  <a:gd name="T26" fmla="*/ 4 w 9"/>
                  <a:gd name="T27" fmla="*/ 48 h 48"/>
                  <a:gd name="T28" fmla="*/ 6 w 9"/>
                  <a:gd name="T29" fmla="*/ 48 h 48"/>
                  <a:gd name="T30" fmla="*/ 7 w 9"/>
                  <a:gd name="T31" fmla="*/ 47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3"/>
                    </a:lnTo>
                    <a:lnTo>
                      <a:pt x="9" y="2"/>
                    </a:lnTo>
                    <a:lnTo>
                      <a:pt x="7" y="0"/>
                    </a:lnTo>
                    <a:lnTo>
                      <a:pt x="6" y="0"/>
                    </a:lnTo>
                    <a:lnTo>
                      <a:pt x="4" y="0"/>
                    </a:lnTo>
                    <a:lnTo>
                      <a:pt x="3" y="0"/>
                    </a:lnTo>
                    <a:lnTo>
                      <a:pt x="1" y="2"/>
                    </a:lnTo>
                    <a:lnTo>
                      <a:pt x="0" y="3"/>
                    </a:lnTo>
                    <a:lnTo>
                      <a:pt x="0" y="42"/>
                    </a:lnTo>
                    <a:lnTo>
                      <a:pt x="0" y="43"/>
                    </a:lnTo>
                    <a:lnTo>
                      <a:pt x="1" y="45"/>
                    </a:lnTo>
                    <a:lnTo>
                      <a:pt x="3" y="47"/>
                    </a:lnTo>
                    <a:lnTo>
                      <a:pt x="4" y="48"/>
                    </a:lnTo>
                    <a:lnTo>
                      <a:pt x="6" y="48"/>
                    </a:lnTo>
                    <a:lnTo>
                      <a:pt x="7" y="47"/>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338" name="Freeform 258"/>
              <p:cNvSpPr>
                <a:spLocks/>
              </p:cNvSpPr>
              <p:nvPr/>
            </p:nvSpPr>
            <p:spPr bwMode="auto">
              <a:xfrm>
                <a:off x="3904" y="2050"/>
                <a:ext cx="9" cy="48"/>
              </a:xfrm>
              <a:custGeom>
                <a:avLst/>
                <a:gdLst>
                  <a:gd name="T0" fmla="*/ 9 w 9"/>
                  <a:gd name="T1" fmla="*/ 5 h 48"/>
                  <a:gd name="T2" fmla="*/ 9 w 9"/>
                  <a:gd name="T3" fmla="*/ 4 h 48"/>
                  <a:gd name="T4" fmla="*/ 9 w 9"/>
                  <a:gd name="T5" fmla="*/ 2 h 48"/>
                  <a:gd name="T6" fmla="*/ 7 w 9"/>
                  <a:gd name="T7" fmla="*/ 0 h 48"/>
                  <a:gd name="T8" fmla="*/ 6 w 9"/>
                  <a:gd name="T9" fmla="*/ 0 h 48"/>
                  <a:gd name="T10" fmla="*/ 4 w 9"/>
                  <a:gd name="T11" fmla="*/ 0 h 48"/>
                  <a:gd name="T12" fmla="*/ 3 w 9"/>
                  <a:gd name="T13" fmla="*/ 0 h 48"/>
                  <a:gd name="T14" fmla="*/ 1 w 9"/>
                  <a:gd name="T15" fmla="*/ 2 h 48"/>
                  <a:gd name="T16" fmla="*/ 0 w 9"/>
                  <a:gd name="T17" fmla="*/ 4 h 48"/>
                  <a:gd name="T18" fmla="*/ 0 w 9"/>
                  <a:gd name="T19" fmla="*/ 42 h 48"/>
                  <a:gd name="T20" fmla="*/ 0 w 9"/>
                  <a:gd name="T21" fmla="*/ 43 h 48"/>
                  <a:gd name="T22" fmla="*/ 1 w 9"/>
                  <a:gd name="T23" fmla="*/ 45 h 48"/>
                  <a:gd name="T24" fmla="*/ 3 w 9"/>
                  <a:gd name="T25" fmla="*/ 47 h 48"/>
                  <a:gd name="T26" fmla="*/ 4 w 9"/>
                  <a:gd name="T27" fmla="*/ 48 h 48"/>
                  <a:gd name="T28" fmla="*/ 6 w 9"/>
                  <a:gd name="T29" fmla="*/ 48 h 48"/>
                  <a:gd name="T30" fmla="*/ 7 w 9"/>
                  <a:gd name="T31" fmla="*/ 47 h 48"/>
                  <a:gd name="T32" fmla="*/ 9 w 9"/>
                  <a:gd name="T33" fmla="*/ 45 h 48"/>
                  <a:gd name="T34" fmla="*/ 9 w 9"/>
                  <a:gd name="T35" fmla="*/ 43 h 48"/>
                  <a:gd name="T36" fmla="*/ 9 w 9"/>
                  <a:gd name="T3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8">
                    <a:moveTo>
                      <a:pt x="9" y="5"/>
                    </a:moveTo>
                    <a:lnTo>
                      <a:pt x="9" y="4"/>
                    </a:lnTo>
                    <a:lnTo>
                      <a:pt x="9" y="2"/>
                    </a:lnTo>
                    <a:lnTo>
                      <a:pt x="7" y="0"/>
                    </a:lnTo>
                    <a:lnTo>
                      <a:pt x="6" y="0"/>
                    </a:lnTo>
                    <a:lnTo>
                      <a:pt x="4" y="0"/>
                    </a:lnTo>
                    <a:lnTo>
                      <a:pt x="3" y="0"/>
                    </a:lnTo>
                    <a:lnTo>
                      <a:pt x="1" y="2"/>
                    </a:lnTo>
                    <a:lnTo>
                      <a:pt x="0" y="4"/>
                    </a:lnTo>
                    <a:lnTo>
                      <a:pt x="0" y="42"/>
                    </a:lnTo>
                    <a:lnTo>
                      <a:pt x="0" y="43"/>
                    </a:lnTo>
                    <a:lnTo>
                      <a:pt x="1" y="45"/>
                    </a:lnTo>
                    <a:lnTo>
                      <a:pt x="3" y="47"/>
                    </a:lnTo>
                    <a:lnTo>
                      <a:pt x="4" y="48"/>
                    </a:lnTo>
                    <a:lnTo>
                      <a:pt x="6" y="48"/>
                    </a:lnTo>
                    <a:lnTo>
                      <a:pt x="7" y="47"/>
                    </a:lnTo>
                    <a:lnTo>
                      <a:pt x="9" y="45"/>
                    </a:lnTo>
                    <a:lnTo>
                      <a:pt x="9" y="43"/>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558339" name="Freeform 259"/>
              <p:cNvSpPr>
                <a:spLocks/>
              </p:cNvSpPr>
              <p:nvPr/>
            </p:nvSpPr>
            <p:spPr bwMode="auto">
              <a:xfrm>
                <a:off x="3904" y="2117"/>
                <a:ext cx="9" cy="23"/>
              </a:xfrm>
              <a:custGeom>
                <a:avLst/>
                <a:gdLst>
                  <a:gd name="T0" fmla="*/ 9 w 9"/>
                  <a:gd name="T1" fmla="*/ 5 h 23"/>
                  <a:gd name="T2" fmla="*/ 9 w 9"/>
                  <a:gd name="T3" fmla="*/ 4 h 23"/>
                  <a:gd name="T4" fmla="*/ 9 w 9"/>
                  <a:gd name="T5" fmla="*/ 2 h 23"/>
                  <a:gd name="T6" fmla="*/ 7 w 9"/>
                  <a:gd name="T7" fmla="*/ 0 h 23"/>
                  <a:gd name="T8" fmla="*/ 6 w 9"/>
                  <a:gd name="T9" fmla="*/ 0 h 23"/>
                  <a:gd name="T10" fmla="*/ 4 w 9"/>
                  <a:gd name="T11" fmla="*/ 0 h 23"/>
                  <a:gd name="T12" fmla="*/ 3 w 9"/>
                  <a:gd name="T13" fmla="*/ 0 h 23"/>
                  <a:gd name="T14" fmla="*/ 1 w 9"/>
                  <a:gd name="T15" fmla="*/ 2 h 23"/>
                  <a:gd name="T16" fmla="*/ 0 w 9"/>
                  <a:gd name="T17" fmla="*/ 4 h 23"/>
                  <a:gd name="T18" fmla="*/ 0 w 9"/>
                  <a:gd name="T19" fmla="*/ 18 h 23"/>
                  <a:gd name="T20" fmla="*/ 0 w 9"/>
                  <a:gd name="T21" fmla="*/ 18 h 23"/>
                  <a:gd name="T22" fmla="*/ 1 w 9"/>
                  <a:gd name="T23" fmla="*/ 20 h 23"/>
                  <a:gd name="T24" fmla="*/ 3 w 9"/>
                  <a:gd name="T25" fmla="*/ 21 h 23"/>
                  <a:gd name="T26" fmla="*/ 4 w 9"/>
                  <a:gd name="T27" fmla="*/ 23 h 23"/>
                  <a:gd name="T28" fmla="*/ 4 w 9"/>
                  <a:gd name="T29" fmla="*/ 23 h 23"/>
                  <a:gd name="T30" fmla="*/ 6 w 9"/>
                  <a:gd name="T31" fmla="*/ 21 h 23"/>
                  <a:gd name="T32" fmla="*/ 7 w 9"/>
                  <a:gd name="T33" fmla="*/ 20 h 23"/>
                  <a:gd name="T34" fmla="*/ 9 w 9"/>
                  <a:gd name="T35" fmla="*/ 20 h 23"/>
                  <a:gd name="T36" fmla="*/ 9 w 9"/>
                  <a:gd name="T37" fmla="*/ 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23">
                    <a:moveTo>
                      <a:pt x="9" y="5"/>
                    </a:moveTo>
                    <a:lnTo>
                      <a:pt x="9" y="4"/>
                    </a:lnTo>
                    <a:lnTo>
                      <a:pt x="9" y="2"/>
                    </a:lnTo>
                    <a:lnTo>
                      <a:pt x="7" y="0"/>
                    </a:lnTo>
                    <a:lnTo>
                      <a:pt x="6" y="0"/>
                    </a:lnTo>
                    <a:lnTo>
                      <a:pt x="4" y="0"/>
                    </a:lnTo>
                    <a:lnTo>
                      <a:pt x="3" y="0"/>
                    </a:lnTo>
                    <a:lnTo>
                      <a:pt x="1" y="2"/>
                    </a:lnTo>
                    <a:lnTo>
                      <a:pt x="0" y="4"/>
                    </a:lnTo>
                    <a:lnTo>
                      <a:pt x="0" y="18"/>
                    </a:lnTo>
                    <a:lnTo>
                      <a:pt x="0" y="18"/>
                    </a:lnTo>
                    <a:lnTo>
                      <a:pt x="1" y="20"/>
                    </a:lnTo>
                    <a:lnTo>
                      <a:pt x="3" y="21"/>
                    </a:lnTo>
                    <a:lnTo>
                      <a:pt x="4" y="23"/>
                    </a:lnTo>
                    <a:lnTo>
                      <a:pt x="4" y="23"/>
                    </a:lnTo>
                    <a:lnTo>
                      <a:pt x="6" y="21"/>
                    </a:lnTo>
                    <a:lnTo>
                      <a:pt x="7" y="20"/>
                    </a:lnTo>
                    <a:lnTo>
                      <a:pt x="9" y="20"/>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sp>
          <p:nvSpPr>
            <p:cNvPr id="558341" name="Rectangle 261"/>
            <p:cNvSpPr>
              <a:spLocks noChangeArrowheads="1"/>
            </p:cNvSpPr>
            <p:nvPr/>
          </p:nvSpPr>
          <p:spPr bwMode="auto">
            <a:xfrm>
              <a:off x="4135" y="1096"/>
              <a:ext cx="454"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a:p>
          </p:txBody>
        </p:sp>
        <p:sp>
          <p:nvSpPr>
            <p:cNvPr id="558342" name="Rectangle 262"/>
            <p:cNvSpPr>
              <a:spLocks noChangeArrowheads="1"/>
            </p:cNvSpPr>
            <p:nvPr/>
          </p:nvSpPr>
          <p:spPr bwMode="auto">
            <a:xfrm>
              <a:off x="4225" y="1169"/>
              <a:ext cx="42" cy="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800" b="1" i="1">
                  <a:solidFill>
                    <a:srgbClr val="000000"/>
                  </a:solidFill>
                  <a:effectLst/>
                </a:rPr>
                <a:t>P</a:t>
              </a:r>
              <a:endParaRPr lang="en-US" altLang="zh-CN" b="1">
                <a:effectLst>
                  <a:outerShdw blurRad="38100" dist="38100" dir="2700000" algn="tl">
                    <a:srgbClr val="C0C0C0"/>
                  </a:outerShdw>
                </a:effectLst>
              </a:endParaRPr>
            </a:p>
          </p:txBody>
        </p:sp>
        <p:sp>
          <p:nvSpPr>
            <p:cNvPr id="558343" name="Rectangle 263"/>
            <p:cNvSpPr>
              <a:spLocks noChangeArrowheads="1"/>
            </p:cNvSpPr>
            <p:nvPr/>
          </p:nvSpPr>
          <p:spPr bwMode="auto">
            <a:xfrm>
              <a:off x="4307" y="1145"/>
              <a:ext cx="23"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200" b="1" i="1">
                  <a:solidFill>
                    <a:srgbClr val="000000"/>
                  </a:solidFill>
                  <a:effectLst/>
                </a:rPr>
                <a:t>*</a:t>
              </a:r>
              <a:endParaRPr lang="zh-CN" altLang="en-US" b="1">
                <a:effectLst>
                  <a:outerShdw blurRad="38100" dist="38100" dir="2700000" algn="tl">
                    <a:srgbClr val="C0C0C0"/>
                  </a:outerShdw>
                </a:effectLst>
              </a:endParaRPr>
            </a:p>
          </p:txBody>
        </p:sp>
        <p:sp>
          <p:nvSpPr>
            <p:cNvPr id="558344" name="Rectangle 264"/>
            <p:cNvSpPr>
              <a:spLocks noChangeArrowheads="1"/>
            </p:cNvSpPr>
            <p:nvPr/>
          </p:nvSpPr>
          <p:spPr bwMode="auto">
            <a:xfrm>
              <a:off x="4350" y="1144"/>
              <a:ext cx="12" cy="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200" b="1">
                  <a:solidFill>
                    <a:srgbClr val="000000"/>
                  </a:solidFill>
                  <a:effectLst/>
                </a:rPr>
                <a:t> </a:t>
              </a:r>
              <a:endParaRPr lang="zh-CN" altLang="en-US" b="1">
                <a:effectLst>
                  <a:outerShdw blurRad="38100" dist="38100" dir="2700000" algn="tl">
                    <a:srgbClr val="C0C0C0"/>
                  </a:outerShdw>
                </a:effectLst>
              </a:endParaRPr>
            </a:p>
          </p:txBody>
        </p:sp>
        <p:sp>
          <p:nvSpPr>
            <p:cNvPr id="558345" name="Rectangle 265"/>
            <p:cNvSpPr>
              <a:spLocks noChangeArrowheads="1"/>
            </p:cNvSpPr>
            <p:nvPr/>
          </p:nvSpPr>
          <p:spPr bwMode="auto">
            <a:xfrm>
              <a:off x="5057" y="663"/>
              <a:ext cx="157"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800" b="1" i="1">
                  <a:solidFill>
                    <a:srgbClr val="000000"/>
                  </a:solidFill>
                  <a:effectLst/>
                </a:rPr>
                <a:t>   y=x</a:t>
              </a:r>
              <a:endParaRPr lang="en-US" altLang="zh-CN" b="1">
                <a:effectLst>
                  <a:outerShdw blurRad="38100" dist="38100" dir="2700000" algn="tl">
                    <a:srgbClr val="C0C0C0"/>
                  </a:outerShdw>
                </a:effectLst>
              </a:endParaRPr>
            </a:p>
          </p:txBody>
        </p:sp>
      </p:grpSp>
      <p:grpSp>
        <p:nvGrpSpPr>
          <p:cNvPr id="52231" name="Group 276"/>
          <p:cNvGrpSpPr>
            <a:grpSpLocks/>
          </p:cNvGrpSpPr>
          <p:nvPr/>
        </p:nvGrpSpPr>
        <p:grpSpPr bwMode="auto">
          <a:xfrm>
            <a:off x="3635375" y="5180013"/>
            <a:ext cx="2278063" cy="552450"/>
            <a:chOff x="2290" y="3263"/>
            <a:chExt cx="1435" cy="348"/>
          </a:xfrm>
        </p:grpSpPr>
        <p:sp>
          <p:nvSpPr>
            <p:cNvPr id="558348" name="Rectangle 268"/>
            <p:cNvSpPr>
              <a:spLocks noChangeArrowheads="1"/>
            </p:cNvSpPr>
            <p:nvPr/>
          </p:nvSpPr>
          <p:spPr bwMode="auto">
            <a:xfrm>
              <a:off x="3538" y="3342"/>
              <a:ext cx="18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800" b="1">
                  <a:solidFill>
                    <a:srgbClr val="000000"/>
                  </a:solidFill>
                  <a:effectLst/>
                </a:rPr>
                <a:t>-1</a:t>
              </a:r>
              <a:endParaRPr lang="en-US" altLang="zh-CN" sz="2800" b="1">
                <a:effectLst>
                  <a:outerShdw blurRad="38100" dist="38100" dir="2700000" algn="tl">
                    <a:srgbClr val="C0C0C0"/>
                  </a:outerShdw>
                </a:effectLst>
              </a:endParaRPr>
            </a:p>
          </p:txBody>
        </p:sp>
        <p:sp>
          <p:nvSpPr>
            <p:cNvPr id="558349" name="Rectangle 269"/>
            <p:cNvSpPr>
              <a:spLocks noChangeArrowheads="1"/>
            </p:cNvSpPr>
            <p:nvPr/>
          </p:nvSpPr>
          <p:spPr bwMode="auto">
            <a:xfrm>
              <a:off x="3075" y="3342"/>
              <a:ext cx="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000" b="1">
                  <a:solidFill>
                    <a:srgbClr val="000000"/>
                  </a:solidFill>
                  <a:effectLst/>
                </a:rPr>
                <a:t>)</a:t>
              </a:r>
              <a:endParaRPr lang="en-US" altLang="zh-CN" b="1">
                <a:effectLst>
                  <a:outerShdw blurRad="38100" dist="38100" dir="2700000" algn="tl">
                    <a:srgbClr val="C0C0C0"/>
                  </a:outerShdw>
                </a:effectLst>
              </a:endParaRPr>
            </a:p>
          </p:txBody>
        </p:sp>
        <p:sp>
          <p:nvSpPr>
            <p:cNvPr id="558350" name="Rectangle 270"/>
            <p:cNvSpPr>
              <a:spLocks noChangeArrowheads="1"/>
            </p:cNvSpPr>
            <p:nvPr/>
          </p:nvSpPr>
          <p:spPr bwMode="auto">
            <a:xfrm>
              <a:off x="2608" y="3342"/>
              <a:ext cx="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000" b="1">
                  <a:solidFill>
                    <a:srgbClr val="000000"/>
                  </a:solidFill>
                  <a:effectLst/>
                </a:rPr>
                <a:t>(</a:t>
              </a:r>
              <a:endParaRPr lang="en-US" altLang="zh-CN" b="1">
                <a:effectLst>
                  <a:outerShdw blurRad="38100" dist="38100" dir="2700000" algn="tl">
                    <a:srgbClr val="C0C0C0"/>
                  </a:outerShdw>
                </a:effectLst>
              </a:endParaRPr>
            </a:p>
          </p:txBody>
        </p:sp>
        <p:sp>
          <p:nvSpPr>
            <p:cNvPr id="558351" name="Rectangle 271"/>
            <p:cNvSpPr>
              <a:spLocks noChangeArrowheads="1"/>
            </p:cNvSpPr>
            <p:nvPr/>
          </p:nvSpPr>
          <p:spPr bwMode="auto">
            <a:xfrm>
              <a:off x="2931" y="3341"/>
              <a:ext cx="47" cy="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200" b="1">
                  <a:solidFill>
                    <a:srgbClr val="000000"/>
                  </a:solidFill>
                  <a:effectLst/>
                </a:rPr>
                <a:t>*</a:t>
              </a:r>
              <a:endParaRPr lang="zh-CN" altLang="en-US" b="1">
                <a:effectLst>
                  <a:outerShdw blurRad="38100" dist="38100" dir="2700000" algn="tl">
                    <a:srgbClr val="C0C0C0"/>
                  </a:outerShdw>
                </a:effectLst>
              </a:endParaRPr>
            </a:p>
          </p:txBody>
        </p:sp>
        <p:sp>
          <p:nvSpPr>
            <p:cNvPr id="558352" name="Rectangle 272"/>
            <p:cNvSpPr>
              <a:spLocks noChangeArrowheads="1"/>
            </p:cNvSpPr>
            <p:nvPr/>
          </p:nvSpPr>
          <p:spPr bwMode="auto">
            <a:xfrm>
              <a:off x="3266" y="3319"/>
              <a:ext cx="12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800" b="1">
                  <a:solidFill>
                    <a:srgbClr val="000000"/>
                  </a:solidFill>
                  <a:effectLst/>
                  <a:latin typeface="Symbol" pitchFamily="18" charset="2"/>
                </a:rPr>
                <a:t>&lt;</a:t>
              </a:r>
              <a:endParaRPr lang="en-US" altLang="zh-CN" sz="2800" b="1">
                <a:effectLst>
                  <a:outerShdw blurRad="38100" dist="38100" dir="2700000" algn="tl">
                    <a:srgbClr val="C0C0C0"/>
                  </a:outerShdw>
                </a:effectLst>
              </a:endParaRPr>
            </a:p>
          </p:txBody>
        </p:sp>
        <p:sp>
          <p:nvSpPr>
            <p:cNvPr id="558353" name="Rectangle 273"/>
            <p:cNvSpPr>
              <a:spLocks noChangeArrowheads="1"/>
            </p:cNvSpPr>
            <p:nvPr/>
          </p:nvSpPr>
          <p:spPr bwMode="auto">
            <a:xfrm>
              <a:off x="2545" y="3263"/>
              <a:ext cx="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000" b="1">
                  <a:solidFill>
                    <a:srgbClr val="000000"/>
                  </a:solidFill>
                  <a:effectLst/>
                  <a:latin typeface="Symbol" pitchFamily="18" charset="2"/>
                </a:rPr>
                <a:t>¢</a:t>
              </a:r>
              <a:endParaRPr lang="en-US" altLang="zh-CN" b="1">
                <a:effectLst>
                  <a:outerShdw blurRad="38100" dist="38100" dir="2700000" algn="tl">
                    <a:srgbClr val="C0C0C0"/>
                  </a:outerShdw>
                </a:effectLst>
              </a:endParaRPr>
            </a:p>
          </p:txBody>
        </p:sp>
        <p:sp>
          <p:nvSpPr>
            <p:cNvPr id="558354" name="Rectangle 274"/>
            <p:cNvSpPr>
              <a:spLocks noChangeArrowheads="1"/>
            </p:cNvSpPr>
            <p:nvPr/>
          </p:nvSpPr>
          <p:spPr bwMode="auto">
            <a:xfrm>
              <a:off x="2767" y="3319"/>
              <a:ext cx="113"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800" b="1" i="1">
                  <a:solidFill>
                    <a:srgbClr val="000000"/>
                  </a:solidFill>
                  <a:effectLst/>
                </a:rPr>
                <a:t>x</a:t>
              </a:r>
              <a:endParaRPr lang="en-US" altLang="zh-CN" sz="2800" b="1">
                <a:effectLst>
                  <a:outerShdw blurRad="38100" dist="38100" dir="2700000" algn="tl">
                    <a:srgbClr val="C0C0C0"/>
                  </a:outerShdw>
                </a:effectLst>
              </a:endParaRPr>
            </a:p>
          </p:txBody>
        </p:sp>
        <p:sp>
          <p:nvSpPr>
            <p:cNvPr id="558355" name="Rectangle 275"/>
            <p:cNvSpPr>
              <a:spLocks noChangeArrowheads="1"/>
            </p:cNvSpPr>
            <p:nvPr/>
          </p:nvSpPr>
          <p:spPr bwMode="auto">
            <a:xfrm>
              <a:off x="2290" y="3266"/>
              <a:ext cx="13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2800" b="1" i="1">
                  <a:solidFill>
                    <a:srgbClr val="000000"/>
                  </a:solidFill>
                  <a:effectLst/>
                  <a:latin typeface="Symbol" pitchFamily="18" charset="2"/>
                </a:rPr>
                <a:t>j</a:t>
              </a:r>
              <a:endParaRPr lang="en-US" altLang="zh-CN" sz="2800" b="1">
                <a:effectLst>
                  <a:outerShdw blurRad="38100" dist="38100" dir="2700000" algn="tl">
                    <a:srgbClr val="C0C0C0"/>
                  </a:outerShdw>
                </a:effectLst>
              </a:endParaRPr>
            </a:p>
          </p:txBody>
        </p:sp>
      </p:grpSp>
    </p:spTree>
    <p:extLst>
      <p:ext uri="{BB962C8B-B14F-4D97-AF65-F5344CB8AC3E}">
        <p14:creationId xmlns:p14="http://schemas.microsoft.com/office/powerpoint/2010/main" val="235802921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12"/>
          </p:nvPr>
        </p:nvSpPr>
        <p:spPr/>
        <p:txBody>
          <a:bodyPr/>
          <a:lstStyle/>
          <a:p>
            <a:pPr>
              <a:defRPr/>
            </a:pPr>
            <a:fld id="{A449FCDB-0A9F-4A51-ABCB-9B38B64B1E8D}" type="slidenum">
              <a:rPr lang="zh-CN" altLang="en-US"/>
              <a:pPr>
                <a:defRPr/>
              </a:pPr>
              <a:t>51</a:t>
            </a:fld>
            <a:endParaRPr lang="en-US" altLang="zh-CN"/>
          </a:p>
        </p:txBody>
      </p:sp>
      <p:sp>
        <p:nvSpPr>
          <p:cNvPr id="544770" name="Text Box 2"/>
          <p:cNvSpPr txBox="1">
            <a:spLocks noChangeArrowheads="1"/>
          </p:cNvSpPr>
          <p:nvPr/>
        </p:nvSpPr>
        <p:spPr bwMode="auto">
          <a:xfrm>
            <a:off x="179388" y="1196975"/>
            <a:ext cx="8424862" cy="301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defRPr/>
            </a:pPr>
            <a:r>
              <a:rPr lang="zh-CN" altLang="en-US" sz="3200" b="1">
                <a:solidFill>
                  <a:schemeClr val="tx1"/>
                </a:solidFill>
                <a:effectLst>
                  <a:outerShdw blurRad="38100" dist="38100" dir="2700000" algn="tl">
                    <a:srgbClr val="C0C0C0"/>
                  </a:outerShdw>
                </a:effectLst>
              </a:rPr>
              <a:t>由以上图形可以看出，序列</a:t>
            </a:r>
            <a:r>
              <a:rPr lang="en-US" altLang="zh-CN" sz="3200" b="1">
                <a:solidFill>
                  <a:schemeClr val="tx1"/>
                </a:solidFill>
                <a:effectLst>
                  <a:outerShdw blurRad="38100" dist="38100" dir="2700000" algn="tl">
                    <a:srgbClr val="C0C0C0"/>
                  </a:outerShdw>
                </a:effectLst>
              </a:rPr>
              <a:t>{x</a:t>
            </a:r>
            <a:r>
              <a:rPr lang="en-US" altLang="zh-CN" sz="3200" b="1" baseline="-25000">
                <a:solidFill>
                  <a:schemeClr val="tx1"/>
                </a:solidFill>
                <a:effectLst>
                  <a:outerShdw blurRad="38100" dist="38100" dir="2700000" algn="tl">
                    <a:srgbClr val="C0C0C0"/>
                  </a:outerShdw>
                </a:effectLst>
              </a:rPr>
              <a:t>k</a:t>
            </a:r>
            <a:r>
              <a:rPr lang="en-US" altLang="zh-CN" sz="3200" b="1">
                <a:solidFill>
                  <a:schemeClr val="tx1"/>
                </a:solidFill>
                <a:effectLst>
                  <a:outerShdw blurRad="38100" dist="38100" dir="2700000" algn="tl">
                    <a:srgbClr val="C0C0C0"/>
                  </a:outerShdw>
                </a:effectLst>
              </a:rPr>
              <a:t>}</a:t>
            </a:r>
            <a:r>
              <a:rPr lang="zh-CN" altLang="en-US" sz="3200" b="1">
                <a:solidFill>
                  <a:schemeClr val="tx1"/>
                </a:solidFill>
                <a:effectLst>
                  <a:outerShdw blurRad="38100" dist="38100" dir="2700000" algn="tl">
                    <a:srgbClr val="C0C0C0"/>
                  </a:outerShdw>
                </a:effectLst>
              </a:rPr>
              <a:t>的收敛速度，取决于曲线在根附近的斜率，所以在根</a:t>
            </a:r>
            <a:r>
              <a:rPr lang="en-US" altLang="zh-CN" sz="3200" b="1" i="1">
                <a:solidFill>
                  <a:schemeClr val="tx1"/>
                </a:solidFill>
                <a:effectLst>
                  <a:outerShdw blurRad="38100" dist="38100" dir="2700000" algn="tl">
                    <a:srgbClr val="C0C0C0"/>
                  </a:outerShdw>
                </a:effectLst>
              </a:rPr>
              <a:t>x</a:t>
            </a:r>
            <a:r>
              <a:rPr lang="en-US" altLang="zh-CN" sz="3200" b="1">
                <a:solidFill>
                  <a:schemeClr val="tx1"/>
                </a:solidFill>
                <a:effectLst>
                  <a:outerShdw blurRad="38100" dist="38100" dir="2700000" algn="tl">
                    <a:srgbClr val="C0C0C0"/>
                  </a:outerShdw>
                </a:effectLst>
              </a:rPr>
              <a:t>*</a:t>
            </a:r>
            <a:r>
              <a:rPr lang="zh-CN" altLang="en-US" sz="3200" b="1">
                <a:solidFill>
                  <a:schemeClr val="tx1"/>
                </a:solidFill>
                <a:effectLst>
                  <a:outerShdw blurRad="38100" dist="38100" dir="2700000" algn="tl">
                    <a:srgbClr val="C0C0C0"/>
                  </a:outerShdw>
                </a:effectLst>
              </a:rPr>
              <a:t>附近</a:t>
            </a:r>
            <a:r>
              <a:rPr lang="zh-CN" altLang="en-US" sz="3200" b="1">
                <a:solidFill>
                  <a:schemeClr val="tx1"/>
                </a:solidFill>
                <a:effectLst>
                  <a:outerShdw blurRad="38100" dist="38100" dir="2700000" algn="tl">
                    <a:srgbClr val="C0C0C0"/>
                  </a:outerShdw>
                </a:effectLst>
                <a:sym typeface="Symbol" pitchFamily="18" charset="2"/>
              </a:rPr>
              <a:t></a:t>
            </a:r>
            <a:r>
              <a:rPr lang="zh-CN" altLang="en-US" sz="3200" b="1">
                <a:solidFill>
                  <a:schemeClr val="tx1"/>
                </a:solidFill>
                <a:effectLst>
                  <a:outerShdw blurRad="38100" dist="38100" dir="2700000" algn="tl">
                    <a:srgbClr val="C0C0C0"/>
                  </a:outerShdw>
                </a:effectLst>
              </a:rPr>
              <a:t>’</a:t>
            </a:r>
            <a:r>
              <a:rPr lang="en-US" altLang="zh-CN" sz="3200" b="1">
                <a:solidFill>
                  <a:schemeClr val="tx1"/>
                </a:solidFill>
                <a:effectLst>
                  <a:outerShdw blurRad="38100" dist="38100" dir="2700000" algn="tl">
                    <a:srgbClr val="C0C0C0"/>
                  </a:outerShdw>
                </a:effectLst>
              </a:rPr>
              <a:t>(</a:t>
            </a:r>
            <a:r>
              <a:rPr lang="en-US" altLang="zh-CN" sz="3200" b="1" i="1">
                <a:solidFill>
                  <a:schemeClr val="tx1"/>
                </a:solidFill>
                <a:effectLst>
                  <a:outerShdw blurRad="38100" dist="38100" dir="2700000" algn="tl">
                    <a:srgbClr val="C0C0C0"/>
                  </a:outerShdw>
                </a:effectLst>
              </a:rPr>
              <a:t>x*</a:t>
            </a:r>
            <a:r>
              <a:rPr lang="en-US" altLang="zh-CN" sz="3200" b="1">
                <a:solidFill>
                  <a:schemeClr val="tx1"/>
                </a:solidFill>
                <a:effectLst>
                  <a:outerShdw blurRad="38100" dist="38100" dir="2700000" algn="tl">
                    <a:srgbClr val="C0C0C0"/>
                  </a:outerShdw>
                </a:effectLst>
              </a:rPr>
              <a:t>) </a:t>
            </a:r>
            <a:r>
              <a:rPr lang="en-US" altLang="zh-CN" sz="3200" b="1">
                <a:solidFill>
                  <a:schemeClr val="tx1"/>
                </a:solidFill>
                <a:effectLst>
                  <a:outerShdw blurRad="38100" dist="38100" dir="2700000" algn="tl">
                    <a:srgbClr val="C0C0C0"/>
                  </a:outerShdw>
                </a:effectLst>
                <a:sym typeface="Symbol" pitchFamily="18" charset="2"/>
              </a:rPr>
              <a:t></a:t>
            </a:r>
            <a:r>
              <a:rPr lang="zh-CN" altLang="en-US" sz="3200" b="1">
                <a:solidFill>
                  <a:schemeClr val="tx1"/>
                </a:solidFill>
                <a:effectLst>
                  <a:outerShdw blurRad="38100" dist="38100" dir="2700000" algn="tl">
                    <a:srgbClr val="C0C0C0"/>
                  </a:outerShdw>
                </a:effectLst>
              </a:rPr>
              <a:t>恒小于</a:t>
            </a:r>
            <a:r>
              <a:rPr lang="en-US" altLang="zh-CN" sz="3200" b="1">
                <a:solidFill>
                  <a:schemeClr val="tx1"/>
                </a:solidFill>
                <a:effectLst>
                  <a:outerShdw blurRad="38100" dist="38100" dir="2700000" algn="tl">
                    <a:srgbClr val="C0C0C0"/>
                  </a:outerShdw>
                </a:effectLst>
              </a:rPr>
              <a:t>1</a:t>
            </a:r>
            <a:r>
              <a:rPr lang="zh-CN" altLang="en-US" sz="3200" b="1">
                <a:solidFill>
                  <a:schemeClr val="tx1"/>
                </a:solidFill>
                <a:effectLst>
                  <a:outerShdw blurRad="38100" dist="38100" dir="2700000" algn="tl">
                    <a:srgbClr val="C0C0C0"/>
                  </a:outerShdw>
                </a:effectLst>
              </a:rPr>
              <a:t>，则此迭代序列收敛，</a:t>
            </a:r>
          </a:p>
          <a:p>
            <a:pPr>
              <a:lnSpc>
                <a:spcPct val="150000"/>
              </a:lnSpc>
              <a:defRPr/>
            </a:pPr>
            <a:r>
              <a:rPr lang="zh-CN" altLang="en-US" sz="3200" b="1">
                <a:solidFill>
                  <a:schemeClr val="tx1"/>
                </a:solidFill>
                <a:effectLst>
                  <a:outerShdw blurRad="38100" dist="38100" dir="2700000" algn="tl">
                    <a:srgbClr val="C0C0C0"/>
                  </a:outerShdw>
                </a:effectLst>
              </a:rPr>
              <a:t>若</a:t>
            </a:r>
            <a:r>
              <a:rPr lang="zh-CN" altLang="en-US" sz="3200" b="1">
                <a:solidFill>
                  <a:schemeClr val="tx1"/>
                </a:solidFill>
                <a:effectLst>
                  <a:outerShdw blurRad="38100" dist="38100" dir="2700000" algn="tl">
                    <a:srgbClr val="C0C0C0"/>
                  </a:outerShdw>
                </a:effectLst>
                <a:sym typeface="Symbol" pitchFamily="18" charset="2"/>
              </a:rPr>
              <a:t></a:t>
            </a:r>
            <a:r>
              <a:rPr lang="zh-CN" altLang="en-US" sz="3200" b="1">
                <a:solidFill>
                  <a:schemeClr val="tx1"/>
                </a:solidFill>
                <a:effectLst>
                  <a:outerShdw blurRad="38100" dist="38100" dir="2700000" algn="tl">
                    <a:srgbClr val="C0C0C0"/>
                  </a:outerShdw>
                </a:effectLst>
              </a:rPr>
              <a:t>’</a:t>
            </a:r>
            <a:r>
              <a:rPr lang="en-US" altLang="zh-CN" sz="3200" b="1">
                <a:solidFill>
                  <a:schemeClr val="tx1"/>
                </a:solidFill>
                <a:effectLst>
                  <a:outerShdw blurRad="38100" dist="38100" dir="2700000" algn="tl">
                    <a:srgbClr val="C0C0C0"/>
                  </a:outerShdw>
                </a:effectLst>
              </a:rPr>
              <a:t>(</a:t>
            </a:r>
            <a:r>
              <a:rPr lang="en-US" altLang="zh-CN" sz="3200" b="1" i="1">
                <a:solidFill>
                  <a:schemeClr val="tx1"/>
                </a:solidFill>
                <a:effectLst>
                  <a:outerShdw blurRad="38100" dist="38100" dir="2700000" algn="tl">
                    <a:srgbClr val="C0C0C0"/>
                  </a:outerShdw>
                </a:effectLst>
              </a:rPr>
              <a:t>x*</a:t>
            </a:r>
            <a:r>
              <a:rPr lang="en-US" altLang="zh-CN" sz="3200" b="1">
                <a:solidFill>
                  <a:schemeClr val="tx1"/>
                </a:solidFill>
                <a:effectLst>
                  <a:outerShdw blurRad="38100" dist="38100" dir="2700000" algn="tl">
                    <a:srgbClr val="C0C0C0"/>
                  </a:outerShdw>
                </a:effectLst>
              </a:rPr>
              <a:t>) </a:t>
            </a:r>
            <a:r>
              <a:rPr lang="en-US" altLang="zh-CN" sz="3200" b="1">
                <a:solidFill>
                  <a:schemeClr val="tx1"/>
                </a:solidFill>
                <a:effectLst>
                  <a:outerShdw blurRad="38100" dist="38100" dir="2700000" algn="tl">
                    <a:srgbClr val="C0C0C0"/>
                  </a:outerShdw>
                </a:effectLst>
                <a:sym typeface="Symbol" pitchFamily="18" charset="2"/>
              </a:rPr>
              <a:t>&gt;</a:t>
            </a:r>
            <a:r>
              <a:rPr lang="en-US" altLang="zh-CN" sz="3200" b="1">
                <a:solidFill>
                  <a:schemeClr val="tx1"/>
                </a:solidFill>
                <a:effectLst>
                  <a:outerShdw blurRad="38100" dist="38100" dir="2700000" algn="tl">
                    <a:srgbClr val="C0C0C0"/>
                  </a:outerShdw>
                </a:effectLst>
              </a:rPr>
              <a:t>1</a:t>
            </a:r>
            <a:r>
              <a:rPr lang="zh-CN" altLang="en-US" sz="3200" b="1">
                <a:solidFill>
                  <a:schemeClr val="tx1"/>
                </a:solidFill>
                <a:effectLst>
                  <a:outerShdw blurRad="38100" dist="38100" dir="2700000" algn="tl">
                    <a:srgbClr val="C0C0C0"/>
                  </a:outerShdw>
                </a:effectLst>
              </a:rPr>
              <a:t>，则此序列发散。 </a:t>
            </a:r>
          </a:p>
        </p:txBody>
      </p:sp>
    </p:spTree>
  </p:cSld>
  <p:clrMapOvr>
    <a:masterClrMapping/>
  </p:clrMapOvr>
  <p:transition>
    <p:cover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3"/>
          <p:cNvSpPr>
            <a:spLocks noGrp="1"/>
          </p:cNvSpPr>
          <p:nvPr>
            <p:ph type="sldNum" sz="quarter" idx="12"/>
          </p:nvPr>
        </p:nvSpPr>
        <p:spPr/>
        <p:txBody>
          <a:bodyPr/>
          <a:lstStyle/>
          <a:p>
            <a:pPr>
              <a:defRPr/>
            </a:pPr>
            <a:fld id="{2E2B9D7F-6EA0-4F70-869D-D3C2B75D791C}" type="slidenum">
              <a:rPr lang="zh-CN" altLang="en-US"/>
              <a:pPr>
                <a:defRPr/>
              </a:pPr>
              <a:t>52</a:t>
            </a:fld>
            <a:endParaRPr lang="en-US" altLang="zh-CN"/>
          </a:p>
        </p:txBody>
      </p:sp>
      <p:sp>
        <p:nvSpPr>
          <p:cNvPr id="542722" name="Rectangle 2"/>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graphicFrame>
        <p:nvGraphicFramePr>
          <p:cNvPr id="54276" name="Object 3"/>
          <p:cNvGraphicFramePr>
            <a:graphicFrameLocks noChangeAspect="1"/>
          </p:cNvGraphicFramePr>
          <p:nvPr/>
        </p:nvGraphicFramePr>
        <p:xfrm>
          <a:off x="1692275" y="692150"/>
          <a:ext cx="4535488" cy="739775"/>
        </p:xfrm>
        <a:graphic>
          <a:graphicData uri="http://schemas.openxmlformats.org/presentationml/2006/ole">
            <mc:AlternateContent xmlns:mc="http://schemas.openxmlformats.org/markup-compatibility/2006">
              <mc:Choice xmlns:v="urn:schemas-microsoft-com:vml" Requires="v">
                <p:oleObj spid="_x0000_s54428" name="公式" r:id="rId3" imgW="1397000" imgH="228600" progId="Equation.3">
                  <p:embed/>
                </p:oleObj>
              </mc:Choice>
              <mc:Fallback>
                <p:oleObj name="公式" r:id="rId3" imgW="1397000" imgH="2286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275" y="692150"/>
                        <a:ext cx="4535488"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42725" name="Text Box 5"/>
          <p:cNvSpPr txBox="1">
            <a:spLocks noChangeArrowheads="1"/>
          </p:cNvSpPr>
          <p:nvPr/>
        </p:nvSpPr>
        <p:spPr bwMode="auto">
          <a:xfrm>
            <a:off x="179388" y="1844675"/>
            <a:ext cx="46720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3200" b="1">
                <a:solidFill>
                  <a:schemeClr val="tx1"/>
                </a:solidFill>
                <a:effectLst>
                  <a:outerShdw blurRad="38100" dist="38100" dir="2700000" algn="tl">
                    <a:srgbClr val="C0C0C0"/>
                  </a:outerShdw>
                </a:effectLst>
              </a:rPr>
              <a:t>现将原方程改为同解方程</a:t>
            </a:r>
          </a:p>
        </p:txBody>
      </p:sp>
      <p:sp>
        <p:nvSpPr>
          <p:cNvPr id="542726" name="Text Box 6"/>
          <p:cNvSpPr txBox="1">
            <a:spLocks noChangeArrowheads="1"/>
          </p:cNvSpPr>
          <p:nvPr/>
        </p:nvSpPr>
        <p:spPr bwMode="auto">
          <a:xfrm>
            <a:off x="2700338" y="2708275"/>
            <a:ext cx="304006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3200" b="1">
                <a:solidFill>
                  <a:schemeClr val="tx1"/>
                </a:solidFill>
                <a:effectLst>
                  <a:outerShdw blurRad="38100" dist="38100" dir="2700000" algn="tl">
                    <a:srgbClr val="C0C0C0"/>
                  </a:outerShdw>
                </a:effectLst>
              </a:rPr>
              <a:t>由此得迭代格式</a:t>
            </a:r>
          </a:p>
        </p:txBody>
      </p:sp>
      <p:sp>
        <p:nvSpPr>
          <p:cNvPr id="542727" name="Rectangle 7"/>
          <p:cNvSpPr>
            <a:spLocks noChangeArrowheads="1"/>
          </p:cNvSpPr>
          <p:nvPr/>
        </p:nvSpPr>
        <p:spPr bwMode="auto">
          <a:xfrm>
            <a:off x="0" y="3324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graphicFrame>
        <p:nvGraphicFramePr>
          <p:cNvPr id="542728" name="Object 8"/>
          <p:cNvGraphicFramePr>
            <a:graphicFrameLocks noChangeAspect="1"/>
          </p:cNvGraphicFramePr>
          <p:nvPr/>
        </p:nvGraphicFramePr>
        <p:xfrm>
          <a:off x="5076825" y="1700213"/>
          <a:ext cx="2374900" cy="687387"/>
        </p:xfrm>
        <a:graphic>
          <a:graphicData uri="http://schemas.openxmlformats.org/presentationml/2006/ole">
            <mc:AlternateContent xmlns:mc="http://schemas.openxmlformats.org/markup-compatibility/2006">
              <mc:Choice xmlns:v="urn:schemas-microsoft-com:vml" Requires="v">
                <p:oleObj spid="_x0000_s54429" name="公式" r:id="rId5" imgW="723586" imgH="203112" progId="Equation.3">
                  <p:embed/>
                </p:oleObj>
              </mc:Choice>
              <mc:Fallback>
                <p:oleObj name="公式" r:id="rId5" imgW="723586" imgH="203112"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76825" y="1700213"/>
                        <a:ext cx="2374900" cy="68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42729" name="Rectangle 9"/>
          <p:cNvSpPr>
            <a:spLocks noChangeArrowheads="1"/>
          </p:cNvSpPr>
          <p:nvPr/>
        </p:nvSpPr>
        <p:spPr bwMode="auto">
          <a:xfrm>
            <a:off x="0" y="3324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graphicFrame>
        <p:nvGraphicFramePr>
          <p:cNvPr id="542730" name="Object 10"/>
          <p:cNvGraphicFramePr>
            <a:graphicFrameLocks noChangeAspect="1"/>
          </p:cNvGraphicFramePr>
          <p:nvPr/>
        </p:nvGraphicFramePr>
        <p:xfrm>
          <a:off x="179388" y="2708275"/>
          <a:ext cx="2376487" cy="609600"/>
        </p:xfrm>
        <a:graphic>
          <a:graphicData uri="http://schemas.openxmlformats.org/presentationml/2006/ole">
            <mc:AlternateContent xmlns:mc="http://schemas.openxmlformats.org/markup-compatibility/2006">
              <mc:Choice xmlns:v="urn:schemas-microsoft-com:vml" Requires="v">
                <p:oleObj spid="_x0000_s54430" name="公式" r:id="rId7" imgW="825500" imgH="203200" progId="Equation.3">
                  <p:embed/>
                </p:oleObj>
              </mc:Choice>
              <mc:Fallback>
                <p:oleObj name="公式" r:id="rId7" imgW="825500" imgH="2032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9388" y="2708275"/>
                        <a:ext cx="237648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42731" name="Text Box 11"/>
          <p:cNvSpPr txBox="1">
            <a:spLocks noChangeArrowheads="1"/>
          </p:cNvSpPr>
          <p:nvPr/>
        </p:nvSpPr>
        <p:spPr bwMode="auto">
          <a:xfrm>
            <a:off x="684213" y="3644900"/>
            <a:ext cx="5238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zh-CN" altLang="en-US" sz="3200" b="1">
                <a:solidFill>
                  <a:schemeClr val="tx1"/>
                </a:solidFill>
                <a:effectLst/>
              </a:rPr>
              <a:t>取初始值</a:t>
            </a:r>
            <a:r>
              <a:rPr lang="en-US" altLang="zh-CN" sz="3200" b="1" i="1">
                <a:solidFill>
                  <a:schemeClr val="tx1"/>
                </a:solidFill>
                <a:effectLst/>
              </a:rPr>
              <a:t>x</a:t>
            </a:r>
            <a:r>
              <a:rPr lang="en-US" altLang="zh-CN" sz="3200" b="1" i="1" baseline="-25000">
                <a:solidFill>
                  <a:schemeClr val="tx1"/>
                </a:solidFill>
                <a:effectLst/>
              </a:rPr>
              <a:t>0</a:t>
            </a:r>
            <a:r>
              <a:rPr lang="en-US" altLang="zh-CN" sz="3200" b="1" i="1">
                <a:solidFill>
                  <a:schemeClr val="tx1"/>
                </a:solidFill>
                <a:effectLst/>
              </a:rPr>
              <a:t> = 1</a:t>
            </a:r>
            <a:r>
              <a:rPr lang="zh-CN" altLang="en-US" sz="3200" b="1">
                <a:solidFill>
                  <a:schemeClr val="tx1"/>
                </a:solidFill>
                <a:effectLst/>
              </a:rPr>
              <a:t>，可逐次算得</a:t>
            </a:r>
          </a:p>
        </p:txBody>
      </p:sp>
      <p:sp>
        <p:nvSpPr>
          <p:cNvPr id="542732" name="Rectangle 12"/>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graphicFrame>
        <p:nvGraphicFramePr>
          <p:cNvPr id="542733" name="Object 13"/>
          <p:cNvGraphicFramePr>
            <a:graphicFrameLocks noChangeAspect="1"/>
          </p:cNvGraphicFramePr>
          <p:nvPr/>
        </p:nvGraphicFramePr>
        <p:xfrm>
          <a:off x="6011863" y="2708275"/>
          <a:ext cx="2881312" cy="628650"/>
        </p:xfrm>
        <a:graphic>
          <a:graphicData uri="http://schemas.openxmlformats.org/presentationml/2006/ole">
            <mc:AlternateContent xmlns:mc="http://schemas.openxmlformats.org/markup-compatibility/2006">
              <mc:Choice xmlns:v="urn:schemas-microsoft-com:vml" Requires="v">
                <p:oleObj spid="_x0000_s54431" name="公式" r:id="rId9" imgW="1040948" imgH="228501" progId="Equation.3">
                  <p:embed/>
                </p:oleObj>
              </mc:Choice>
              <mc:Fallback>
                <p:oleObj name="公式" r:id="rId9" imgW="1040948" imgH="228501" progId="Equation.3">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11863" y="2708275"/>
                        <a:ext cx="2881312"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2736" name="Object 16"/>
          <p:cNvGraphicFramePr>
            <a:graphicFrameLocks noChangeAspect="1"/>
          </p:cNvGraphicFramePr>
          <p:nvPr/>
        </p:nvGraphicFramePr>
        <p:xfrm>
          <a:off x="593725" y="4546600"/>
          <a:ext cx="6065838" cy="1584325"/>
        </p:xfrm>
        <a:graphic>
          <a:graphicData uri="http://schemas.openxmlformats.org/presentationml/2006/ole">
            <mc:AlternateContent xmlns:mc="http://schemas.openxmlformats.org/markup-compatibility/2006">
              <mc:Choice xmlns:v="urn:schemas-microsoft-com:vml" Requires="v">
                <p:oleObj spid="_x0000_s54432" name="公式" r:id="rId11" imgW="1586811" imgH="406224" progId="Equation.3">
                  <p:embed/>
                </p:oleObj>
              </mc:Choice>
              <mc:Fallback>
                <p:oleObj name="公式" r:id="rId11" imgW="1586811" imgH="406224" progId="Equation.3">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93725" y="4546600"/>
                        <a:ext cx="6065838"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4287" name="Rectangle 17"/>
          <p:cNvSpPr>
            <a:spLocks noChangeArrowheads="1"/>
          </p:cNvSpPr>
          <p:nvPr/>
        </p:nvSpPr>
        <p:spPr bwMode="auto">
          <a:xfrm>
            <a:off x="6948488" y="692150"/>
            <a:ext cx="13700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3200" b="1">
                <a:solidFill>
                  <a:schemeClr val="tx1"/>
                </a:solidFill>
                <a:effectLst/>
              </a:rPr>
              <a:t>[0,1]</a:t>
            </a:r>
            <a:r>
              <a:rPr lang="zh-CN" altLang="en-US" sz="3200" b="1">
                <a:solidFill>
                  <a:schemeClr val="tx1"/>
                </a:solidFill>
                <a:effectLst/>
              </a:rPr>
              <a:t>内</a:t>
            </a:r>
          </a:p>
        </p:txBody>
      </p:sp>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42725"/>
                                        </p:tgtEl>
                                        <p:attrNameLst>
                                          <p:attrName>style.visibility</p:attrName>
                                        </p:attrNameLst>
                                      </p:cBhvr>
                                      <p:to>
                                        <p:strVal val="visible"/>
                                      </p:to>
                                    </p:set>
                                    <p:anim calcmode="lin" valueType="num">
                                      <p:cBhvr additive="base">
                                        <p:cTn id="7" dur="500" fill="hold"/>
                                        <p:tgtEl>
                                          <p:spTgt spid="542725"/>
                                        </p:tgtEl>
                                        <p:attrNameLst>
                                          <p:attrName>ppt_x</p:attrName>
                                        </p:attrNameLst>
                                      </p:cBhvr>
                                      <p:tavLst>
                                        <p:tav tm="0">
                                          <p:val>
                                            <p:strVal val="#ppt_x"/>
                                          </p:val>
                                        </p:tav>
                                        <p:tav tm="100000">
                                          <p:val>
                                            <p:strVal val="#ppt_x"/>
                                          </p:val>
                                        </p:tav>
                                      </p:tavLst>
                                    </p:anim>
                                    <p:anim calcmode="lin" valueType="num">
                                      <p:cBhvr additive="base">
                                        <p:cTn id="8" dur="500" fill="hold"/>
                                        <p:tgtEl>
                                          <p:spTgt spid="54272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42728"/>
                                        </p:tgtEl>
                                        <p:attrNameLst>
                                          <p:attrName>style.visibility</p:attrName>
                                        </p:attrNameLst>
                                      </p:cBhvr>
                                      <p:to>
                                        <p:strVal val="visible"/>
                                      </p:to>
                                    </p:set>
                                    <p:anim calcmode="lin" valueType="num">
                                      <p:cBhvr additive="base">
                                        <p:cTn id="11" dur="500" fill="hold"/>
                                        <p:tgtEl>
                                          <p:spTgt spid="542728"/>
                                        </p:tgtEl>
                                        <p:attrNameLst>
                                          <p:attrName>ppt_x</p:attrName>
                                        </p:attrNameLst>
                                      </p:cBhvr>
                                      <p:tavLst>
                                        <p:tav tm="0">
                                          <p:val>
                                            <p:strVal val="#ppt_x"/>
                                          </p:val>
                                        </p:tav>
                                        <p:tav tm="100000">
                                          <p:val>
                                            <p:strVal val="#ppt_x"/>
                                          </p:val>
                                        </p:tav>
                                      </p:tavLst>
                                    </p:anim>
                                    <p:anim calcmode="lin" valueType="num">
                                      <p:cBhvr additive="base">
                                        <p:cTn id="12" dur="500" fill="hold"/>
                                        <p:tgtEl>
                                          <p:spTgt spid="542728"/>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542730"/>
                                        </p:tgtEl>
                                        <p:attrNameLst>
                                          <p:attrName>style.visibility</p:attrName>
                                        </p:attrNameLst>
                                      </p:cBhvr>
                                      <p:to>
                                        <p:strVal val="visible"/>
                                      </p:to>
                                    </p:set>
                                    <p:anim calcmode="lin" valueType="num">
                                      <p:cBhvr additive="base">
                                        <p:cTn id="17" dur="500" fill="hold"/>
                                        <p:tgtEl>
                                          <p:spTgt spid="542730"/>
                                        </p:tgtEl>
                                        <p:attrNameLst>
                                          <p:attrName>ppt_x</p:attrName>
                                        </p:attrNameLst>
                                      </p:cBhvr>
                                      <p:tavLst>
                                        <p:tav tm="0">
                                          <p:val>
                                            <p:strVal val="#ppt_x"/>
                                          </p:val>
                                        </p:tav>
                                        <p:tav tm="100000">
                                          <p:val>
                                            <p:strVal val="#ppt_x"/>
                                          </p:val>
                                        </p:tav>
                                      </p:tavLst>
                                    </p:anim>
                                    <p:anim calcmode="lin" valueType="num">
                                      <p:cBhvr additive="base">
                                        <p:cTn id="18" dur="500" fill="hold"/>
                                        <p:tgtEl>
                                          <p:spTgt spid="542730"/>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542726"/>
                                        </p:tgtEl>
                                        <p:attrNameLst>
                                          <p:attrName>style.visibility</p:attrName>
                                        </p:attrNameLst>
                                      </p:cBhvr>
                                      <p:to>
                                        <p:strVal val="visible"/>
                                      </p:to>
                                    </p:set>
                                    <p:anim calcmode="lin" valueType="num">
                                      <p:cBhvr additive="base">
                                        <p:cTn id="23" dur="500" fill="hold"/>
                                        <p:tgtEl>
                                          <p:spTgt spid="542726"/>
                                        </p:tgtEl>
                                        <p:attrNameLst>
                                          <p:attrName>ppt_x</p:attrName>
                                        </p:attrNameLst>
                                      </p:cBhvr>
                                      <p:tavLst>
                                        <p:tav tm="0">
                                          <p:val>
                                            <p:strVal val="#ppt_x"/>
                                          </p:val>
                                        </p:tav>
                                        <p:tav tm="100000">
                                          <p:val>
                                            <p:strVal val="#ppt_x"/>
                                          </p:val>
                                        </p:tav>
                                      </p:tavLst>
                                    </p:anim>
                                    <p:anim calcmode="lin" valueType="num">
                                      <p:cBhvr additive="base">
                                        <p:cTn id="24" dur="500" fill="hold"/>
                                        <p:tgtEl>
                                          <p:spTgt spid="542726"/>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542733"/>
                                        </p:tgtEl>
                                        <p:attrNameLst>
                                          <p:attrName>style.visibility</p:attrName>
                                        </p:attrNameLst>
                                      </p:cBhvr>
                                      <p:to>
                                        <p:strVal val="visible"/>
                                      </p:to>
                                    </p:set>
                                    <p:anim calcmode="lin" valueType="num">
                                      <p:cBhvr additive="base">
                                        <p:cTn id="27" dur="500" fill="hold"/>
                                        <p:tgtEl>
                                          <p:spTgt spid="542733"/>
                                        </p:tgtEl>
                                        <p:attrNameLst>
                                          <p:attrName>ppt_x</p:attrName>
                                        </p:attrNameLst>
                                      </p:cBhvr>
                                      <p:tavLst>
                                        <p:tav tm="0">
                                          <p:val>
                                            <p:strVal val="#ppt_x"/>
                                          </p:val>
                                        </p:tav>
                                        <p:tav tm="100000">
                                          <p:val>
                                            <p:strVal val="#ppt_x"/>
                                          </p:val>
                                        </p:tav>
                                      </p:tavLst>
                                    </p:anim>
                                    <p:anim calcmode="lin" valueType="num">
                                      <p:cBhvr additive="base">
                                        <p:cTn id="28" dur="500" fill="hold"/>
                                        <p:tgtEl>
                                          <p:spTgt spid="542733"/>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542731"/>
                                        </p:tgtEl>
                                        <p:attrNameLst>
                                          <p:attrName>style.visibility</p:attrName>
                                        </p:attrNameLst>
                                      </p:cBhvr>
                                      <p:to>
                                        <p:strVal val="visible"/>
                                      </p:to>
                                    </p:set>
                                    <p:anim calcmode="lin" valueType="num">
                                      <p:cBhvr additive="base">
                                        <p:cTn id="33" dur="500" fill="hold"/>
                                        <p:tgtEl>
                                          <p:spTgt spid="542731"/>
                                        </p:tgtEl>
                                        <p:attrNameLst>
                                          <p:attrName>ppt_x</p:attrName>
                                        </p:attrNameLst>
                                      </p:cBhvr>
                                      <p:tavLst>
                                        <p:tav tm="0">
                                          <p:val>
                                            <p:strVal val="#ppt_x"/>
                                          </p:val>
                                        </p:tav>
                                        <p:tav tm="100000">
                                          <p:val>
                                            <p:strVal val="#ppt_x"/>
                                          </p:val>
                                        </p:tav>
                                      </p:tavLst>
                                    </p:anim>
                                    <p:anim calcmode="lin" valueType="num">
                                      <p:cBhvr additive="base">
                                        <p:cTn id="34" dur="500" fill="hold"/>
                                        <p:tgtEl>
                                          <p:spTgt spid="542731"/>
                                        </p:tgtEl>
                                        <p:attrNameLst>
                                          <p:attrName>ppt_y</p:attrName>
                                        </p:attrNameLst>
                                      </p:cBhvr>
                                      <p:tavLst>
                                        <p:tav tm="0">
                                          <p:val>
                                            <p:strVal val="1+#ppt_h/2"/>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nodeType="clickEffect">
                                  <p:stCondLst>
                                    <p:cond delay="0"/>
                                  </p:stCondLst>
                                  <p:childTnLst>
                                    <p:set>
                                      <p:cBhvr>
                                        <p:cTn id="38" dur="1" fill="hold">
                                          <p:stCondLst>
                                            <p:cond delay="0"/>
                                          </p:stCondLst>
                                        </p:cTn>
                                        <p:tgtEl>
                                          <p:spTgt spid="542736"/>
                                        </p:tgtEl>
                                        <p:attrNameLst>
                                          <p:attrName>style.visibility</p:attrName>
                                        </p:attrNameLst>
                                      </p:cBhvr>
                                      <p:to>
                                        <p:strVal val="visible"/>
                                      </p:to>
                                    </p:set>
                                    <p:anim calcmode="lin" valueType="num">
                                      <p:cBhvr additive="base">
                                        <p:cTn id="39" dur="500" fill="hold"/>
                                        <p:tgtEl>
                                          <p:spTgt spid="542736"/>
                                        </p:tgtEl>
                                        <p:attrNameLst>
                                          <p:attrName>ppt_x</p:attrName>
                                        </p:attrNameLst>
                                      </p:cBhvr>
                                      <p:tavLst>
                                        <p:tav tm="0">
                                          <p:val>
                                            <p:strVal val="#ppt_x"/>
                                          </p:val>
                                        </p:tav>
                                        <p:tav tm="100000">
                                          <p:val>
                                            <p:strVal val="#ppt_x"/>
                                          </p:val>
                                        </p:tav>
                                      </p:tavLst>
                                    </p:anim>
                                    <p:anim calcmode="lin" valueType="num">
                                      <p:cBhvr additive="base">
                                        <p:cTn id="40" dur="500" fill="hold"/>
                                        <p:tgtEl>
                                          <p:spTgt spid="5427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25" grpId="0"/>
      <p:bldP spid="542726" grpId="0"/>
      <p:bldP spid="542731"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3"/>
          <p:cNvSpPr>
            <a:spLocks noGrp="1"/>
          </p:cNvSpPr>
          <p:nvPr>
            <p:ph type="sldNum" sz="quarter" idx="12"/>
          </p:nvPr>
        </p:nvSpPr>
        <p:spPr/>
        <p:txBody>
          <a:bodyPr/>
          <a:lstStyle/>
          <a:p>
            <a:pPr>
              <a:defRPr/>
            </a:pPr>
            <a:fld id="{AE719F1C-F33A-42BF-BE32-8AD29DF306C5}" type="slidenum">
              <a:rPr lang="zh-CN" altLang="en-US"/>
              <a:pPr>
                <a:defRPr/>
              </a:pPr>
              <a:t>53</a:t>
            </a:fld>
            <a:endParaRPr lang="en-US" altLang="zh-CN"/>
          </a:p>
        </p:txBody>
      </p:sp>
      <p:graphicFrame>
        <p:nvGraphicFramePr>
          <p:cNvPr id="55299" name="Object 7"/>
          <p:cNvGraphicFramePr>
            <a:graphicFrameLocks noChangeAspect="1"/>
          </p:cNvGraphicFramePr>
          <p:nvPr/>
        </p:nvGraphicFramePr>
        <p:xfrm>
          <a:off x="2916238" y="1773238"/>
          <a:ext cx="2303462" cy="666750"/>
        </p:xfrm>
        <a:graphic>
          <a:graphicData uri="http://schemas.openxmlformats.org/presentationml/2006/ole">
            <mc:AlternateContent xmlns:mc="http://schemas.openxmlformats.org/markup-compatibility/2006">
              <mc:Choice xmlns:v="urn:schemas-microsoft-com:vml" Requires="v">
                <p:oleObj spid="_x0000_s55420" name="公式" r:id="rId3" imgW="723586" imgH="203112" progId="Equation.3">
                  <p:embed/>
                </p:oleObj>
              </mc:Choice>
              <mc:Fallback>
                <p:oleObj name="公式" r:id="rId3" imgW="723586" imgH="203112"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6238" y="1773238"/>
                        <a:ext cx="2303462"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43752" name="Rectangle 8"/>
          <p:cNvSpPr>
            <a:spLocks noChangeArrowheads="1"/>
          </p:cNvSpPr>
          <p:nvPr/>
        </p:nvSpPr>
        <p:spPr bwMode="auto">
          <a:xfrm>
            <a:off x="0" y="33051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sp>
        <p:nvSpPr>
          <p:cNvPr id="543757" name="Rectangle 13"/>
          <p:cNvSpPr>
            <a:spLocks noChangeArrowheads="1"/>
          </p:cNvSpPr>
          <p:nvPr/>
        </p:nvSpPr>
        <p:spPr bwMode="auto">
          <a:xfrm>
            <a:off x="0" y="28321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sp>
        <p:nvSpPr>
          <p:cNvPr id="543758" name="Text Box 14"/>
          <p:cNvSpPr txBox="1">
            <a:spLocks noChangeArrowheads="1"/>
          </p:cNvSpPr>
          <p:nvPr/>
        </p:nvSpPr>
        <p:spPr bwMode="auto">
          <a:xfrm>
            <a:off x="971550" y="2924175"/>
            <a:ext cx="5238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zh-CN" altLang="en-US" sz="3200" b="1">
                <a:solidFill>
                  <a:schemeClr val="tx1"/>
                </a:solidFill>
                <a:effectLst/>
              </a:rPr>
              <a:t>取初始值</a:t>
            </a:r>
            <a:r>
              <a:rPr lang="en-US" altLang="zh-CN" sz="3200" b="1" i="1">
                <a:solidFill>
                  <a:schemeClr val="tx1"/>
                </a:solidFill>
                <a:effectLst/>
              </a:rPr>
              <a:t>x</a:t>
            </a:r>
            <a:r>
              <a:rPr lang="en-US" altLang="zh-CN" sz="3200" b="1" i="1" baseline="-25000">
                <a:solidFill>
                  <a:schemeClr val="tx1"/>
                </a:solidFill>
                <a:effectLst/>
              </a:rPr>
              <a:t>0</a:t>
            </a:r>
            <a:r>
              <a:rPr lang="en-US" altLang="zh-CN" sz="3200" b="1" i="1">
                <a:solidFill>
                  <a:schemeClr val="tx1"/>
                </a:solidFill>
                <a:effectLst/>
              </a:rPr>
              <a:t> = 1</a:t>
            </a:r>
            <a:r>
              <a:rPr lang="zh-CN" altLang="en-US" sz="3200" b="1">
                <a:solidFill>
                  <a:schemeClr val="tx1"/>
                </a:solidFill>
                <a:effectLst/>
              </a:rPr>
              <a:t>，可逐次算得</a:t>
            </a:r>
          </a:p>
        </p:txBody>
      </p:sp>
      <p:graphicFrame>
        <p:nvGraphicFramePr>
          <p:cNvPr id="543759" name="Object 15"/>
          <p:cNvGraphicFramePr>
            <a:graphicFrameLocks noChangeAspect="1"/>
          </p:cNvGraphicFramePr>
          <p:nvPr/>
        </p:nvGraphicFramePr>
        <p:xfrm>
          <a:off x="434975" y="3644900"/>
          <a:ext cx="7521575" cy="939800"/>
        </p:xfrm>
        <a:graphic>
          <a:graphicData uri="http://schemas.openxmlformats.org/presentationml/2006/ole">
            <mc:AlternateContent xmlns:mc="http://schemas.openxmlformats.org/markup-compatibility/2006">
              <mc:Choice xmlns:v="urn:schemas-microsoft-com:vml" Requires="v">
                <p:oleObj spid="_x0000_s55421" name="公式" r:id="rId5" imgW="1968500" imgH="241300" progId="Equation.3">
                  <p:embed/>
                </p:oleObj>
              </mc:Choice>
              <mc:Fallback>
                <p:oleObj name="公式" r:id="rId5" imgW="1968500" imgH="241300" progId="Equation.3">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4975" y="3644900"/>
                        <a:ext cx="7521575"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304" name="Object 16"/>
          <p:cNvGraphicFramePr>
            <a:graphicFrameLocks noChangeAspect="1"/>
          </p:cNvGraphicFramePr>
          <p:nvPr/>
        </p:nvGraphicFramePr>
        <p:xfrm>
          <a:off x="1692275" y="692150"/>
          <a:ext cx="4535488" cy="739775"/>
        </p:xfrm>
        <a:graphic>
          <a:graphicData uri="http://schemas.openxmlformats.org/presentationml/2006/ole">
            <mc:AlternateContent xmlns:mc="http://schemas.openxmlformats.org/markup-compatibility/2006">
              <mc:Choice xmlns:v="urn:schemas-microsoft-com:vml" Requires="v">
                <p:oleObj spid="_x0000_s55422" name="公式" r:id="rId7" imgW="1397000" imgH="228600" progId="Equation.3">
                  <p:embed/>
                </p:oleObj>
              </mc:Choice>
              <mc:Fallback>
                <p:oleObj name="公式" r:id="rId7" imgW="1397000" imgH="228600" progId="Equation.3">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92275" y="692150"/>
                        <a:ext cx="4535488"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5305" name="Rectangle 17"/>
          <p:cNvSpPr>
            <a:spLocks noChangeArrowheads="1"/>
          </p:cNvSpPr>
          <p:nvPr/>
        </p:nvSpPr>
        <p:spPr bwMode="auto">
          <a:xfrm>
            <a:off x="7019925" y="1125538"/>
            <a:ext cx="13700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en-US" altLang="zh-CN" sz="3200" b="1">
                <a:solidFill>
                  <a:schemeClr val="tx1"/>
                </a:solidFill>
                <a:effectLst/>
              </a:rPr>
              <a:t>[0,1]</a:t>
            </a:r>
            <a:r>
              <a:rPr lang="zh-CN" altLang="en-US" sz="3200" b="1">
                <a:solidFill>
                  <a:schemeClr val="tx1"/>
                </a:solidFill>
                <a:effectLst/>
              </a:rPr>
              <a:t>内</a:t>
            </a:r>
          </a:p>
        </p:txBody>
      </p:sp>
      <p:sp>
        <p:nvSpPr>
          <p:cNvPr id="543762" name="Text Box 18"/>
          <p:cNvSpPr txBox="1">
            <a:spLocks noChangeArrowheads="1"/>
          </p:cNvSpPr>
          <p:nvPr/>
        </p:nvSpPr>
        <p:spPr bwMode="auto">
          <a:xfrm>
            <a:off x="969963" y="4937125"/>
            <a:ext cx="5238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zh-CN" altLang="en-US" sz="3200" b="1" dirty="0">
                <a:solidFill>
                  <a:schemeClr val="tx1"/>
                </a:solidFill>
                <a:effectLst/>
              </a:rPr>
              <a:t>取初始值</a:t>
            </a:r>
            <a:r>
              <a:rPr lang="en-US" altLang="zh-CN" sz="3200" b="1" i="1" dirty="0">
                <a:solidFill>
                  <a:schemeClr val="tx1"/>
                </a:solidFill>
                <a:effectLst/>
              </a:rPr>
              <a:t>x</a:t>
            </a:r>
            <a:r>
              <a:rPr lang="en-US" altLang="zh-CN" sz="3200" b="1" i="1" baseline="-25000" dirty="0">
                <a:solidFill>
                  <a:schemeClr val="tx1"/>
                </a:solidFill>
                <a:effectLst/>
              </a:rPr>
              <a:t>0</a:t>
            </a:r>
            <a:r>
              <a:rPr lang="en-US" altLang="zh-CN" sz="3200" b="1" i="1" dirty="0">
                <a:solidFill>
                  <a:schemeClr val="tx1"/>
                </a:solidFill>
                <a:effectLst/>
              </a:rPr>
              <a:t> = 0</a:t>
            </a:r>
            <a:r>
              <a:rPr lang="zh-CN" altLang="en-US" sz="3200" b="1" dirty="0">
                <a:solidFill>
                  <a:schemeClr val="tx1"/>
                </a:solidFill>
                <a:effectLst/>
              </a:rPr>
              <a:t>，可逐次算得</a:t>
            </a:r>
          </a:p>
        </p:txBody>
      </p:sp>
      <p:graphicFrame>
        <p:nvGraphicFramePr>
          <p:cNvPr id="543763" name="Object 19"/>
          <p:cNvGraphicFramePr>
            <a:graphicFrameLocks noChangeAspect="1"/>
          </p:cNvGraphicFramePr>
          <p:nvPr/>
        </p:nvGraphicFramePr>
        <p:xfrm>
          <a:off x="463550" y="5805488"/>
          <a:ext cx="6503988" cy="939800"/>
        </p:xfrm>
        <a:graphic>
          <a:graphicData uri="http://schemas.openxmlformats.org/presentationml/2006/ole">
            <mc:AlternateContent xmlns:mc="http://schemas.openxmlformats.org/markup-compatibility/2006">
              <mc:Choice xmlns:v="urn:schemas-microsoft-com:vml" Requires="v">
                <p:oleObj spid="_x0000_s55423" name="公式" r:id="rId9" imgW="1701800" imgH="241300" progId="Equation.3">
                  <p:embed/>
                </p:oleObj>
              </mc:Choice>
              <mc:Fallback>
                <p:oleObj name="公式" r:id="rId9" imgW="1701800" imgH="241300" progId="Equation.3">
                  <p:embed/>
                  <p:pic>
                    <p:nvPicPr>
                      <p:cNvPr id="0"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3550" y="5805488"/>
                        <a:ext cx="6503988"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矩形 1"/>
          <p:cNvSpPr/>
          <p:nvPr/>
        </p:nvSpPr>
        <p:spPr>
          <a:xfrm>
            <a:off x="6516216" y="2400955"/>
            <a:ext cx="2448272" cy="523220"/>
          </a:xfrm>
          <a:prstGeom prst="rect">
            <a:avLst/>
          </a:prstGeom>
        </p:spPr>
        <p:txBody>
          <a:bodyPr wrap="square">
            <a:spAutoFit/>
          </a:bodyPr>
          <a:lstStyle/>
          <a:p>
            <a:r>
              <a:rPr lang="en-US" altLang="zh-CN" sz="2800" dirty="0">
                <a:solidFill>
                  <a:srgbClr val="0070C0"/>
                </a:solidFill>
                <a:effectLst/>
              </a:rPr>
              <a:t>(</a:t>
            </a:r>
            <a:r>
              <a:rPr lang="en-US" altLang="zh-CN" sz="2800" dirty="0" err="1">
                <a:solidFill>
                  <a:srgbClr val="0070C0"/>
                </a:solidFill>
                <a:effectLst/>
              </a:rPr>
              <a:t>a^x</a:t>
            </a:r>
            <a:r>
              <a:rPr lang="en-US" altLang="zh-CN" sz="2800" dirty="0">
                <a:solidFill>
                  <a:srgbClr val="0070C0"/>
                </a:solidFill>
                <a:effectLst/>
              </a:rPr>
              <a:t>)'=</a:t>
            </a:r>
            <a:r>
              <a:rPr lang="en-US" altLang="zh-CN" sz="2800" dirty="0" err="1">
                <a:solidFill>
                  <a:srgbClr val="0070C0"/>
                </a:solidFill>
                <a:effectLst/>
              </a:rPr>
              <a:t>lna</a:t>
            </a:r>
            <a:r>
              <a:rPr lang="en-US" altLang="zh-CN" sz="2800" dirty="0">
                <a:solidFill>
                  <a:srgbClr val="0070C0"/>
                </a:solidFill>
                <a:effectLst/>
              </a:rPr>
              <a:t> *</a:t>
            </a:r>
            <a:r>
              <a:rPr lang="en-US" altLang="zh-CN" sz="2800" dirty="0" err="1">
                <a:solidFill>
                  <a:srgbClr val="0070C0"/>
                </a:solidFill>
                <a:effectLst/>
              </a:rPr>
              <a:t>a^x</a:t>
            </a:r>
            <a:endParaRPr lang="zh-CN" altLang="en-US" sz="2800" dirty="0">
              <a:solidFill>
                <a:srgbClr val="0070C0"/>
              </a:solidFill>
            </a:endParaRPr>
          </a:p>
        </p:txBody>
      </p:sp>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43758"/>
                                        </p:tgtEl>
                                        <p:attrNameLst>
                                          <p:attrName>style.visibility</p:attrName>
                                        </p:attrNameLst>
                                      </p:cBhvr>
                                      <p:to>
                                        <p:strVal val="visible"/>
                                      </p:to>
                                    </p:set>
                                    <p:anim calcmode="lin" valueType="num">
                                      <p:cBhvr additive="base">
                                        <p:cTn id="7" dur="500" fill="hold"/>
                                        <p:tgtEl>
                                          <p:spTgt spid="543758"/>
                                        </p:tgtEl>
                                        <p:attrNameLst>
                                          <p:attrName>ppt_x</p:attrName>
                                        </p:attrNameLst>
                                      </p:cBhvr>
                                      <p:tavLst>
                                        <p:tav tm="0">
                                          <p:val>
                                            <p:strVal val="#ppt_x"/>
                                          </p:val>
                                        </p:tav>
                                        <p:tav tm="100000">
                                          <p:val>
                                            <p:strVal val="#ppt_x"/>
                                          </p:val>
                                        </p:tav>
                                      </p:tavLst>
                                    </p:anim>
                                    <p:anim calcmode="lin" valueType="num">
                                      <p:cBhvr additive="base">
                                        <p:cTn id="8" dur="500" fill="hold"/>
                                        <p:tgtEl>
                                          <p:spTgt spid="54375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543759"/>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43762"/>
                                        </p:tgtEl>
                                        <p:attrNameLst>
                                          <p:attrName>style.visibility</p:attrName>
                                        </p:attrNameLst>
                                      </p:cBhvr>
                                      <p:to>
                                        <p:strVal val="visible"/>
                                      </p:to>
                                    </p:set>
                                    <p:anim calcmode="lin" valueType="num">
                                      <p:cBhvr additive="base">
                                        <p:cTn id="17" dur="500" fill="hold"/>
                                        <p:tgtEl>
                                          <p:spTgt spid="543762"/>
                                        </p:tgtEl>
                                        <p:attrNameLst>
                                          <p:attrName>ppt_x</p:attrName>
                                        </p:attrNameLst>
                                      </p:cBhvr>
                                      <p:tavLst>
                                        <p:tav tm="0">
                                          <p:val>
                                            <p:strVal val="#ppt_x"/>
                                          </p:val>
                                        </p:tav>
                                        <p:tav tm="100000">
                                          <p:val>
                                            <p:strVal val="#ppt_x"/>
                                          </p:val>
                                        </p:tav>
                                      </p:tavLst>
                                    </p:anim>
                                    <p:anim calcmode="lin" valueType="num">
                                      <p:cBhvr additive="base">
                                        <p:cTn id="18" dur="500" fill="hold"/>
                                        <p:tgtEl>
                                          <p:spTgt spid="543762"/>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437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758" grpId="0"/>
      <p:bldP spid="54376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3"/>
          <p:cNvSpPr>
            <a:spLocks noGrp="1"/>
          </p:cNvSpPr>
          <p:nvPr>
            <p:ph type="sldNum" sz="quarter" idx="12"/>
          </p:nvPr>
        </p:nvSpPr>
        <p:spPr/>
        <p:txBody>
          <a:bodyPr/>
          <a:lstStyle/>
          <a:p>
            <a:pPr>
              <a:defRPr/>
            </a:pPr>
            <a:fld id="{9F242C70-9645-4AC5-A139-259F75BC9E11}" type="slidenum">
              <a:rPr lang="zh-CN" altLang="en-US"/>
              <a:pPr>
                <a:defRPr/>
              </a:pPr>
              <a:t>54</a:t>
            </a:fld>
            <a:endParaRPr lang="en-US" altLang="zh-CN"/>
          </a:p>
        </p:txBody>
      </p:sp>
      <p:sp>
        <p:nvSpPr>
          <p:cNvPr id="56323" name="Text Box 2"/>
          <p:cNvSpPr txBox="1">
            <a:spLocks noChangeArrowheads="1"/>
          </p:cNvSpPr>
          <p:nvPr/>
        </p:nvSpPr>
        <p:spPr bwMode="auto">
          <a:xfrm>
            <a:off x="323850" y="333375"/>
            <a:ext cx="8208963"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pPr>
              <a:lnSpc>
                <a:spcPct val="140000"/>
              </a:lnSpc>
            </a:pPr>
            <a:r>
              <a:rPr lang="zh-CN" altLang="en-US" sz="3200" b="1">
                <a:solidFill>
                  <a:schemeClr val="tx1"/>
                </a:solidFill>
                <a:effectLst/>
                <a:latin typeface="楷体_GB2312" pitchFamily="49" charset="-122"/>
              </a:rPr>
              <a:t>求以下方程在</a:t>
            </a:r>
            <a:r>
              <a:rPr lang="en-US" altLang="zh-CN" sz="3200" b="1">
                <a:solidFill>
                  <a:schemeClr val="tx1"/>
                </a:solidFill>
                <a:effectLst/>
                <a:latin typeface="楷体_GB2312" pitchFamily="49" charset="-122"/>
              </a:rPr>
              <a:t>[0, 0.5]</a:t>
            </a:r>
            <a:r>
              <a:rPr lang="zh-CN" altLang="en-US" sz="3200" b="1">
                <a:solidFill>
                  <a:schemeClr val="tx1"/>
                </a:solidFill>
                <a:effectLst/>
                <a:latin typeface="楷体_GB2312" pitchFamily="49" charset="-122"/>
              </a:rPr>
              <a:t>内的根的近似值</a:t>
            </a:r>
          </a:p>
        </p:txBody>
      </p:sp>
      <p:sp>
        <p:nvSpPr>
          <p:cNvPr id="539651" name="Rectangle 3"/>
          <p:cNvSpPr>
            <a:spLocks noChangeArrowheads="1"/>
          </p:cNvSpPr>
          <p:nvPr/>
        </p:nvSpPr>
        <p:spPr bwMode="auto">
          <a:xfrm>
            <a:off x="0" y="3324225"/>
            <a:ext cx="9144000" cy="1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graphicFrame>
        <p:nvGraphicFramePr>
          <p:cNvPr id="56325" name="Object 4"/>
          <p:cNvGraphicFramePr>
            <a:graphicFrameLocks noChangeAspect="1"/>
          </p:cNvGraphicFramePr>
          <p:nvPr/>
        </p:nvGraphicFramePr>
        <p:xfrm>
          <a:off x="1258888" y="1341438"/>
          <a:ext cx="3816350" cy="882650"/>
        </p:xfrm>
        <a:graphic>
          <a:graphicData uri="http://schemas.openxmlformats.org/presentationml/2006/ole">
            <mc:AlternateContent xmlns:mc="http://schemas.openxmlformats.org/markup-compatibility/2006">
              <mc:Choice xmlns:v="urn:schemas-microsoft-com:vml" Requires="v">
                <p:oleObj spid="_x0000_s56445" name="公式" r:id="rId3" imgW="901309" imgH="203112" progId="Equation.3">
                  <p:embed/>
                </p:oleObj>
              </mc:Choice>
              <mc:Fallback>
                <p:oleObj name="公式" r:id="rId3" imgW="901309" imgH="203112"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1341438"/>
                        <a:ext cx="3816350"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9653" name="Rectangle 5"/>
          <p:cNvSpPr>
            <a:spLocks noChangeArrowheads="1"/>
          </p:cNvSpPr>
          <p:nvPr/>
        </p:nvSpPr>
        <p:spPr bwMode="auto">
          <a:xfrm>
            <a:off x="0" y="3228975"/>
            <a:ext cx="9144000" cy="1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graphicFrame>
        <p:nvGraphicFramePr>
          <p:cNvPr id="539654" name="Object 6"/>
          <p:cNvGraphicFramePr>
            <a:graphicFrameLocks noChangeAspect="1"/>
          </p:cNvGraphicFramePr>
          <p:nvPr/>
        </p:nvGraphicFramePr>
        <p:xfrm>
          <a:off x="1763713" y="2276475"/>
          <a:ext cx="3024187" cy="919163"/>
        </p:xfrm>
        <a:graphic>
          <a:graphicData uri="http://schemas.openxmlformats.org/presentationml/2006/ole">
            <mc:AlternateContent xmlns:mc="http://schemas.openxmlformats.org/markup-compatibility/2006">
              <mc:Choice xmlns:v="urn:schemas-microsoft-com:vml" Requires="v">
                <p:oleObj spid="_x0000_s56446" name="公式" r:id="rId5" imgW="1320227" imgH="393529" progId="Equation.3">
                  <p:embed/>
                </p:oleObj>
              </mc:Choice>
              <mc:Fallback>
                <p:oleObj name="公式" r:id="rId5" imgW="1320227" imgH="393529"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3713" y="2276475"/>
                        <a:ext cx="3024187" cy="919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9655" name="Object 7"/>
          <p:cNvGraphicFramePr>
            <a:graphicFrameLocks noChangeAspect="1"/>
          </p:cNvGraphicFramePr>
          <p:nvPr/>
        </p:nvGraphicFramePr>
        <p:xfrm>
          <a:off x="1573213" y="3284538"/>
          <a:ext cx="2181225" cy="581025"/>
        </p:xfrm>
        <a:graphic>
          <a:graphicData uri="http://schemas.openxmlformats.org/presentationml/2006/ole">
            <mc:AlternateContent xmlns:mc="http://schemas.openxmlformats.org/markup-compatibility/2006">
              <mc:Choice xmlns:v="urn:schemas-microsoft-com:vml" Requires="v">
                <p:oleObj spid="_x0000_s56447" name="公式" r:id="rId7" imgW="863225" imgH="228501" progId="Equation.3">
                  <p:embed/>
                </p:oleObj>
              </mc:Choice>
              <mc:Fallback>
                <p:oleObj name="公式" r:id="rId7" imgW="863225" imgH="228501"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73213" y="3284538"/>
                        <a:ext cx="218122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9656" name="Object 8"/>
          <p:cNvGraphicFramePr>
            <a:graphicFrameLocks noChangeAspect="1"/>
          </p:cNvGraphicFramePr>
          <p:nvPr/>
        </p:nvGraphicFramePr>
        <p:xfrm>
          <a:off x="900113" y="4389438"/>
          <a:ext cx="5400675" cy="668337"/>
        </p:xfrm>
        <a:graphic>
          <a:graphicData uri="http://schemas.openxmlformats.org/presentationml/2006/ole">
            <mc:AlternateContent xmlns:mc="http://schemas.openxmlformats.org/markup-compatibility/2006">
              <mc:Choice xmlns:v="urn:schemas-microsoft-com:vml" Requires="v">
                <p:oleObj spid="_x0000_s56448" name="公式" r:id="rId9" imgW="2005729" imgH="253890" progId="Equation.3">
                  <p:embed/>
                </p:oleObj>
              </mc:Choice>
              <mc:Fallback>
                <p:oleObj name="公式" r:id="rId9" imgW="2005729" imgH="253890"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00113" y="4389438"/>
                        <a:ext cx="5400675"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9657" name="Rectangle 9"/>
          <p:cNvSpPr>
            <a:spLocks noChangeArrowheads="1"/>
          </p:cNvSpPr>
          <p:nvPr/>
        </p:nvSpPr>
        <p:spPr bwMode="auto">
          <a:xfrm>
            <a:off x="11113" y="3167063"/>
            <a:ext cx="139223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zh-CN" altLang="en-US" sz="3200" b="1">
                <a:solidFill>
                  <a:schemeClr val="tx1"/>
                </a:solidFill>
                <a:effectLst/>
              </a:rPr>
              <a:t>因为</a:t>
            </a:r>
          </a:p>
        </p:txBody>
      </p:sp>
      <p:sp>
        <p:nvSpPr>
          <p:cNvPr id="539658" name="Rectangle 10"/>
          <p:cNvSpPr>
            <a:spLocks noChangeArrowheads="1"/>
          </p:cNvSpPr>
          <p:nvPr/>
        </p:nvSpPr>
        <p:spPr bwMode="auto">
          <a:xfrm>
            <a:off x="3779838" y="3314700"/>
            <a:ext cx="51847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zh-CN" altLang="en-US" sz="2800" b="1">
                <a:solidFill>
                  <a:schemeClr val="tx1"/>
                </a:solidFill>
                <a:effectLst/>
                <a:ea typeface="宋体" charset="-122"/>
              </a:rPr>
              <a:t>，在</a:t>
            </a:r>
            <a:r>
              <a:rPr lang="en-US" altLang="zh-CN" sz="2800" b="1">
                <a:solidFill>
                  <a:schemeClr val="tx1"/>
                </a:solidFill>
                <a:effectLst/>
                <a:ea typeface="宋体" charset="-122"/>
              </a:rPr>
              <a:t>[0, 0.5]</a:t>
            </a:r>
            <a:r>
              <a:rPr lang="zh-CN" altLang="en-US" sz="2800" b="1">
                <a:solidFill>
                  <a:schemeClr val="tx1"/>
                </a:solidFill>
                <a:effectLst/>
                <a:ea typeface="宋体" charset="-122"/>
              </a:rPr>
              <a:t>内为增函数，所以</a:t>
            </a:r>
          </a:p>
        </p:txBody>
      </p:sp>
      <p:sp>
        <p:nvSpPr>
          <p:cNvPr id="539659" name="Rectangle 11"/>
          <p:cNvSpPr>
            <a:spLocks noChangeArrowheads="1"/>
          </p:cNvSpPr>
          <p:nvPr/>
        </p:nvSpPr>
        <p:spPr bwMode="auto">
          <a:xfrm>
            <a:off x="179388" y="5370513"/>
            <a:ext cx="615473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r>
              <a:rPr lang="zh-CN" altLang="en-US" sz="3200" b="1">
                <a:solidFill>
                  <a:schemeClr val="tx1"/>
                </a:solidFill>
                <a:effectLst/>
                <a:ea typeface="宋体" charset="-122"/>
              </a:rPr>
              <a:t>满足收敛条件，取</a:t>
            </a:r>
            <a:r>
              <a:rPr lang="en-US" altLang="zh-CN" sz="3200" b="1" i="1">
                <a:solidFill>
                  <a:schemeClr val="tx1"/>
                </a:solidFill>
                <a:effectLst/>
                <a:ea typeface="宋体" charset="-122"/>
              </a:rPr>
              <a:t>x</a:t>
            </a:r>
            <a:r>
              <a:rPr lang="en-US" altLang="zh-CN" sz="3200" b="1" baseline="-30000">
                <a:solidFill>
                  <a:schemeClr val="tx1"/>
                </a:solidFill>
                <a:effectLst/>
                <a:ea typeface="宋体" charset="-122"/>
              </a:rPr>
              <a:t>0</a:t>
            </a:r>
            <a:r>
              <a:rPr lang="en-US" altLang="zh-CN" sz="3200" b="1">
                <a:solidFill>
                  <a:schemeClr val="tx1"/>
                </a:solidFill>
                <a:effectLst/>
                <a:ea typeface="宋体" charset="-122"/>
              </a:rPr>
              <a:t> = 0.25</a:t>
            </a:r>
            <a:r>
              <a:rPr lang="zh-CN" altLang="en-US" sz="3200" b="1">
                <a:solidFill>
                  <a:schemeClr val="tx1"/>
                </a:solidFill>
                <a:effectLst/>
                <a:ea typeface="宋体" charset="-122"/>
              </a:rPr>
              <a:t>，算得</a:t>
            </a:r>
          </a:p>
        </p:txBody>
      </p:sp>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39654"/>
                                        </p:tgtEl>
                                        <p:attrNameLst>
                                          <p:attrName>style.visibility</p:attrName>
                                        </p:attrNameLst>
                                      </p:cBhvr>
                                      <p:to>
                                        <p:strVal val="visible"/>
                                      </p:to>
                                    </p:set>
                                    <p:anim calcmode="lin" valueType="num">
                                      <p:cBhvr additive="base">
                                        <p:cTn id="7" dur="500" fill="hold"/>
                                        <p:tgtEl>
                                          <p:spTgt spid="539654"/>
                                        </p:tgtEl>
                                        <p:attrNameLst>
                                          <p:attrName>ppt_x</p:attrName>
                                        </p:attrNameLst>
                                      </p:cBhvr>
                                      <p:tavLst>
                                        <p:tav tm="0">
                                          <p:val>
                                            <p:strVal val="#ppt_x"/>
                                          </p:val>
                                        </p:tav>
                                        <p:tav tm="100000">
                                          <p:val>
                                            <p:strVal val="#ppt_x"/>
                                          </p:val>
                                        </p:tav>
                                      </p:tavLst>
                                    </p:anim>
                                    <p:anim calcmode="lin" valueType="num">
                                      <p:cBhvr additive="base">
                                        <p:cTn id="8" dur="500" fill="hold"/>
                                        <p:tgtEl>
                                          <p:spTgt spid="53965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39657"/>
                                        </p:tgtEl>
                                        <p:attrNameLst>
                                          <p:attrName>style.visibility</p:attrName>
                                        </p:attrNameLst>
                                      </p:cBhvr>
                                      <p:to>
                                        <p:strVal val="visible"/>
                                      </p:to>
                                    </p:set>
                                    <p:anim calcmode="lin" valueType="num">
                                      <p:cBhvr additive="base">
                                        <p:cTn id="13" dur="500" fill="hold"/>
                                        <p:tgtEl>
                                          <p:spTgt spid="539657"/>
                                        </p:tgtEl>
                                        <p:attrNameLst>
                                          <p:attrName>ppt_x</p:attrName>
                                        </p:attrNameLst>
                                      </p:cBhvr>
                                      <p:tavLst>
                                        <p:tav tm="0">
                                          <p:val>
                                            <p:strVal val="#ppt_x"/>
                                          </p:val>
                                        </p:tav>
                                        <p:tav tm="100000">
                                          <p:val>
                                            <p:strVal val="#ppt_x"/>
                                          </p:val>
                                        </p:tav>
                                      </p:tavLst>
                                    </p:anim>
                                    <p:anim calcmode="lin" valueType="num">
                                      <p:cBhvr additive="base">
                                        <p:cTn id="14" dur="500" fill="hold"/>
                                        <p:tgtEl>
                                          <p:spTgt spid="539657"/>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39655"/>
                                        </p:tgtEl>
                                        <p:attrNameLst>
                                          <p:attrName>style.visibility</p:attrName>
                                        </p:attrNameLst>
                                      </p:cBhvr>
                                      <p:to>
                                        <p:strVal val="visible"/>
                                      </p:to>
                                    </p:set>
                                    <p:anim calcmode="lin" valueType="num">
                                      <p:cBhvr additive="base">
                                        <p:cTn id="17" dur="500" fill="hold"/>
                                        <p:tgtEl>
                                          <p:spTgt spid="539655"/>
                                        </p:tgtEl>
                                        <p:attrNameLst>
                                          <p:attrName>ppt_x</p:attrName>
                                        </p:attrNameLst>
                                      </p:cBhvr>
                                      <p:tavLst>
                                        <p:tav tm="0">
                                          <p:val>
                                            <p:strVal val="#ppt_x"/>
                                          </p:val>
                                        </p:tav>
                                        <p:tav tm="100000">
                                          <p:val>
                                            <p:strVal val="#ppt_x"/>
                                          </p:val>
                                        </p:tav>
                                      </p:tavLst>
                                    </p:anim>
                                    <p:anim calcmode="lin" valueType="num">
                                      <p:cBhvr additive="base">
                                        <p:cTn id="18" dur="500" fill="hold"/>
                                        <p:tgtEl>
                                          <p:spTgt spid="53965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539658"/>
                                        </p:tgtEl>
                                        <p:attrNameLst>
                                          <p:attrName>style.visibility</p:attrName>
                                        </p:attrNameLst>
                                      </p:cBhvr>
                                      <p:to>
                                        <p:strVal val="visible"/>
                                      </p:to>
                                    </p:set>
                                    <p:anim calcmode="lin" valueType="num">
                                      <p:cBhvr additive="base">
                                        <p:cTn id="21" dur="500" fill="hold"/>
                                        <p:tgtEl>
                                          <p:spTgt spid="539658"/>
                                        </p:tgtEl>
                                        <p:attrNameLst>
                                          <p:attrName>ppt_x</p:attrName>
                                        </p:attrNameLst>
                                      </p:cBhvr>
                                      <p:tavLst>
                                        <p:tav tm="0">
                                          <p:val>
                                            <p:strVal val="#ppt_x"/>
                                          </p:val>
                                        </p:tav>
                                        <p:tav tm="100000">
                                          <p:val>
                                            <p:strVal val="#ppt_x"/>
                                          </p:val>
                                        </p:tav>
                                      </p:tavLst>
                                    </p:anim>
                                    <p:anim calcmode="lin" valueType="num">
                                      <p:cBhvr additive="base">
                                        <p:cTn id="22" dur="500" fill="hold"/>
                                        <p:tgtEl>
                                          <p:spTgt spid="539658"/>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39656"/>
                                        </p:tgtEl>
                                        <p:attrNameLst>
                                          <p:attrName>style.visibility</p:attrName>
                                        </p:attrNameLst>
                                      </p:cBhvr>
                                      <p:to>
                                        <p:strVal val="visible"/>
                                      </p:to>
                                    </p:set>
                                    <p:anim calcmode="lin" valueType="num">
                                      <p:cBhvr additive="base">
                                        <p:cTn id="25" dur="500" fill="hold"/>
                                        <p:tgtEl>
                                          <p:spTgt spid="539656"/>
                                        </p:tgtEl>
                                        <p:attrNameLst>
                                          <p:attrName>ppt_x</p:attrName>
                                        </p:attrNameLst>
                                      </p:cBhvr>
                                      <p:tavLst>
                                        <p:tav tm="0">
                                          <p:val>
                                            <p:strVal val="#ppt_x"/>
                                          </p:val>
                                        </p:tav>
                                        <p:tav tm="100000">
                                          <p:val>
                                            <p:strVal val="#ppt_x"/>
                                          </p:val>
                                        </p:tav>
                                      </p:tavLst>
                                    </p:anim>
                                    <p:anim calcmode="lin" valueType="num">
                                      <p:cBhvr additive="base">
                                        <p:cTn id="26" dur="500" fill="hold"/>
                                        <p:tgtEl>
                                          <p:spTgt spid="539656"/>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539659"/>
                                        </p:tgtEl>
                                        <p:attrNameLst>
                                          <p:attrName>style.visibility</p:attrName>
                                        </p:attrNameLst>
                                      </p:cBhvr>
                                      <p:to>
                                        <p:strVal val="visible"/>
                                      </p:to>
                                    </p:set>
                                    <p:anim calcmode="lin" valueType="num">
                                      <p:cBhvr additive="base">
                                        <p:cTn id="29" dur="500" fill="hold"/>
                                        <p:tgtEl>
                                          <p:spTgt spid="539659"/>
                                        </p:tgtEl>
                                        <p:attrNameLst>
                                          <p:attrName>ppt_x</p:attrName>
                                        </p:attrNameLst>
                                      </p:cBhvr>
                                      <p:tavLst>
                                        <p:tav tm="0">
                                          <p:val>
                                            <p:strVal val="#ppt_x"/>
                                          </p:val>
                                        </p:tav>
                                        <p:tav tm="100000">
                                          <p:val>
                                            <p:strVal val="#ppt_x"/>
                                          </p:val>
                                        </p:tav>
                                      </p:tavLst>
                                    </p:anim>
                                    <p:anim calcmode="lin" valueType="num">
                                      <p:cBhvr additive="base">
                                        <p:cTn id="30" dur="500" fill="hold"/>
                                        <p:tgtEl>
                                          <p:spTgt spid="5396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9657" grpId="0"/>
      <p:bldP spid="539658" grpId="0"/>
      <p:bldP spid="539659"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12"/>
          </p:nvPr>
        </p:nvSpPr>
        <p:spPr/>
        <p:txBody>
          <a:bodyPr/>
          <a:lstStyle/>
          <a:p>
            <a:pPr>
              <a:defRPr/>
            </a:pPr>
            <a:fld id="{255E4AE2-7496-451C-9A96-D2F8E9D51AB3}" type="slidenum">
              <a:rPr lang="zh-CN" altLang="en-US"/>
              <a:pPr>
                <a:defRPr/>
              </a:pPr>
              <a:t>55</a:t>
            </a:fld>
            <a:endParaRPr lang="en-US" altLang="zh-CN"/>
          </a:p>
        </p:txBody>
      </p:sp>
      <p:sp>
        <p:nvSpPr>
          <p:cNvPr id="540674" name="Text Box 2"/>
          <p:cNvSpPr txBox="1">
            <a:spLocks noChangeArrowheads="1"/>
          </p:cNvSpPr>
          <p:nvPr/>
        </p:nvSpPr>
        <p:spPr bwMode="auto">
          <a:xfrm>
            <a:off x="1403350" y="355600"/>
            <a:ext cx="6884988" cy="594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50000"/>
              </a:lnSpc>
              <a:defRPr/>
            </a:pPr>
            <a:r>
              <a:rPr lang="en-US" altLang="zh-CN" sz="3200" b="1" i="1">
                <a:solidFill>
                  <a:schemeClr val="tx1"/>
                </a:solidFill>
                <a:effectLst>
                  <a:outerShdw blurRad="38100" dist="38100" dir="2700000" algn="tl">
                    <a:srgbClr val="C0C0C0"/>
                  </a:outerShdw>
                </a:effectLst>
              </a:rPr>
              <a:t>x</a:t>
            </a:r>
            <a:r>
              <a:rPr lang="en-US" altLang="zh-CN" sz="3200" b="1" i="1" baseline="-25000">
                <a:solidFill>
                  <a:schemeClr val="tx1"/>
                </a:solidFill>
                <a:effectLst>
                  <a:outerShdw blurRad="38100" dist="38100" dir="2700000" algn="tl">
                    <a:srgbClr val="C0C0C0"/>
                  </a:outerShdw>
                </a:effectLst>
              </a:rPr>
              <a:t>1</a:t>
            </a:r>
            <a:r>
              <a:rPr lang="en-US" altLang="zh-CN" sz="3200" b="1" i="1">
                <a:solidFill>
                  <a:schemeClr val="tx1"/>
                </a:solidFill>
                <a:effectLst>
                  <a:outerShdw blurRad="38100" dist="38100" dir="2700000" algn="tl">
                    <a:srgbClr val="C0C0C0"/>
                  </a:outerShdw>
                </a:effectLst>
              </a:rPr>
              <a:t> = </a:t>
            </a:r>
            <a:r>
              <a:rPr lang="en-US" altLang="zh-CN" sz="3200" b="1" i="1">
                <a:solidFill>
                  <a:schemeClr val="tx1"/>
                </a:solidFill>
                <a:effectLst>
                  <a:outerShdw blurRad="38100" dist="38100" dir="2700000" algn="tl">
                    <a:srgbClr val="C0C0C0"/>
                  </a:outerShdw>
                </a:effectLst>
                <a:sym typeface="Symbol" pitchFamily="18" charset="2"/>
              </a:rPr>
              <a:t></a:t>
            </a:r>
            <a:r>
              <a:rPr lang="en-US" altLang="zh-CN" sz="3200" b="1" i="1">
                <a:solidFill>
                  <a:schemeClr val="tx1"/>
                </a:solidFill>
                <a:effectLst>
                  <a:outerShdw blurRad="38100" dist="38100" dir="2700000" algn="tl">
                    <a:srgbClr val="C0C0C0"/>
                  </a:outerShdw>
                </a:effectLst>
              </a:rPr>
              <a:t> (0.25) = 0.3385416</a:t>
            </a:r>
          </a:p>
          <a:p>
            <a:pPr>
              <a:lnSpc>
                <a:spcPct val="150000"/>
              </a:lnSpc>
              <a:defRPr/>
            </a:pPr>
            <a:r>
              <a:rPr lang="en-US" altLang="zh-CN" sz="3200" b="1" i="1">
                <a:solidFill>
                  <a:schemeClr val="tx1"/>
                </a:solidFill>
                <a:effectLst>
                  <a:outerShdw blurRad="38100" dist="38100" dir="2700000" algn="tl">
                    <a:srgbClr val="C0C0C0"/>
                  </a:outerShdw>
                </a:effectLst>
              </a:rPr>
              <a:t>			x</a:t>
            </a:r>
            <a:r>
              <a:rPr lang="en-US" altLang="zh-CN" sz="3200" b="1" i="1" baseline="-25000">
                <a:solidFill>
                  <a:schemeClr val="tx1"/>
                </a:solidFill>
                <a:effectLst>
                  <a:outerShdw blurRad="38100" dist="38100" dir="2700000" algn="tl">
                    <a:srgbClr val="C0C0C0"/>
                  </a:outerShdw>
                </a:effectLst>
              </a:rPr>
              <a:t>2</a:t>
            </a:r>
            <a:r>
              <a:rPr lang="en-US" altLang="zh-CN" sz="3200" b="1" i="1">
                <a:solidFill>
                  <a:schemeClr val="tx1"/>
                </a:solidFill>
                <a:effectLst>
                  <a:outerShdw blurRad="38100" dist="38100" dir="2700000" algn="tl">
                    <a:srgbClr val="C0C0C0"/>
                  </a:outerShdw>
                </a:effectLst>
              </a:rPr>
              <a:t> = </a:t>
            </a:r>
            <a:r>
              <a:rPr lang="en-US" altLang="zh-CN" sz="3200" b="1" i="1">
                <a:solidFill>
                  <a:schemeClr val="tx1"/>
                </a:solidFill>
                <a:effectLst>
                  <a:outerShdw blurRad="38100" dist="38100" dir="2700000" algn="tl">
                    <a:srgbClr val="C0C0C0"/>
                  </a:outerShdw>
                </a:effectLst>
                <a:sym typeface="Symbol" pitchFamily="18" charset="2"/>
              </a:rPr>
              <a:t></a:t>
            </a:r>
            <a:r>
              <a:rPr lang="en-US" altLang="zh-CN" sz="3200" b="1" i="1">
                <a:solidFill>
                  <a:schemeClr val="tx1"/>
                </a:solidFill>
                <a:effectLst>
                  <a:outerShdw blurRad="38100" dist="38100" dir="2700000" algn="tl">
                    <a:srgbClr val="C0C0C0"/>
                  </a:outerShdw>
                </a:effectLst>
              </a:rPr>
              <a:t> (x1) = 0.3462668</a:t>
            </a:r>
          </a:p>
          <a:p>
            <a:pPr>
              <a:lnSpc>
                <a:spcPct val="150000"/>
              </a:lnSpc>
              <a:defRPr/>
            </a:pPr>
            <a:r>
              <a:rPr lang="en-US" altLang="zh-CN" sz="3200" b="1" i="1">
                <a:solidFill>
                  <a:schemeClr val="tx1"/>
                </a:solidFill>
                <a:effectLst>
                  <a:outerShdw blurRad="38100" dist="38100" dir="2700000" algn="tl">
                    <a:srgbClr val="C0C0C0"/>
                  </a:outerShdw>
                </a:effectLst>
              </a:rPr>
              <a:t>			x</a:t>
            </a:r>
            <a:r>
              <a:rPr lang="en-US" altLang="zh-CN" sz="3200" b="1" i="1" baseline="-25000">
                <a:solidFill>
                  <a:schemeClr val="tx1"/>
                </a:solidFill>
                <a:effectLst>
                  <a:outerShdw blurRad="38100" dist="38100" dir="2700000" algn="tl">
                    <a:srgbClr val="C0C0C0"/>
                  </a:outerShdw>
                </a:effectLst>
              </a:rPr>
              <a:t>3</a:t>
            </a:r>
            <a:r>
              <a:rPr lang="en-US" altLang="zh-CN" sz="3200" b="1" i="1">
                <a:solidFill>
                  <a:schemeClr val="tx1"/>
                </a:solidFill>
                <a:effectLst>
                  <a:outerShdw blurRad="38100" dist="38100" dir="2700000" algn="tl">
                    <a:srgbClr val="C0C0C0"/>
                  </a:outerShdw>
                </a:effectLst>
              </a:rPr>
              <a:t> = </a:t>
            </a:r>
            <a:r>
              <a:rPr lang="en-US" altLang="zh-CN" sz="3200" b="1" i="1">
                <a:solidFill>
                  <a:schemeClr val="tx1"/>
                </a:solidFill>
                <a:effectLst>
                  <a:outerShdw blurRad="38100" dist="38100" dir="2700000" algn="tl">
                    <a:srgbClr val="C0C0C0"/>
                  </a:outerShdw>
                </a:effectLst>
                <a:sym typeface="Symbol" pitchFamily="18" charset="2"/>
              </a:rPr>
              <a:t></a:t>
            </a:r>
            <a:r>
              <a:rPr lang="en-US" altLang="zh-CN" sz="3200" b="1" i="1">
                <a:solidFill>
                  <a:schemeClr val="tx1"/>
                </a:solidFill>
                <a:effectLst>
                  <a:outerShdw blurRad="38100" dist="38100" dir="2700000" algn="tl">
                    <a:srgbClr val="C0C0C0"/>
                  </a:outerShdw>
                </a:effectLst>
              </a:rPr>
              <a:t> (x2) =0.3471725</a:t>
            </a:r>
          </a:p>
          <a:p>
            <a:pPr>
              <a:lnSpc>
                <a:spcPct val="150000"/>
              </a:lnSpc>
              <a:defRPr/>
            </a:pPr>
            <a:r>
              <a:rPr lang="en-US" altLang="zh-CN" sz="3200" b="1" i="1">
                <a:solidFill>
                  <a:schemeClr val="tx1"/>
                </a:solidFill>
                <a:effectLst>
                  <a:outerShdw blurRad="38100" dist="38100" dir="2700000" algn="tl">
                    <a:srgbClr val="C0C0C0"/>
                  </a:outerShdw>
                </a:effectLst>
              </a:rPr>
              <a:t>			x</a:t>
            </a:r>
            <a:r>
              <a:rPr lang="en-US" altLang="zh-CN" sz="3200" b="1" i="1" baseline="-25000">
                <a:solidFill>
                  <a:schemeClr val="tx1"/>
                </a:solidFill>
                <a:effectLst>
                  <a:outerShdw blurRad="38100" dist="38100" dir="2700000" algn="tl">
                    <a:srgbClr val="C0C0C0"/>
                  </a:outerShdw>
                </a:effectLst>
              </a:rPr>
              <a:t>4</a:t>
            </a:r>
            <a:r>
              <a:rPr lang="en-US" altLang="zh-CN" sz="3200" b="1" i="1">
                <a:solidFill>
                  <a:schemeClr val="tx1"/>
                </a:solidFill>
                <a:effectLst>
                  <a:outerShdw blurRad="38100" dist="38100" dir="2700000" algn="tl">
                    <a:srgbClr val="C0C0C0"/>
                  </a:outerShdw>
                </a:effectLst>
              </a:rPr>
              <a:t> = </a:t>
            </a:r>
            <a:r>
              <a:rPr lang="en-US" altLang="zh-CN" sz="3200" b="1" i="1">
                <a:solidFill>
                  <a:schemeClr val="tx1"/>
                </a:solidFill>
                <a:effectLst>
                  <a:outerShdw blurRad="38100" dist="38100" dir="2700000" algn="tl">
                    <a:srgbClr val="C0C0C0"/>
                  </a:outerShdw>
                </a:effectLst>
                <a:sym typeface="Symbol" pitchFamily="18" charset="2"/>
              </a:rPr>
              <a:t></a:t>
            </a:r>
            <a:r>
              <a:rPr lang="en-US" altLang="zh-CN" sz="3200" b="1" i="1">
                <a:solidFill>
                  <a:schemeClr val="tx1"/>
                </a:solidFill>
                <a:effectLst>
                  <a:outerShdw blurRad="38100" dist="38100" dir="2700000" algn="tl">
                    <a:srgbClr val="C0C0C0"/>
                  </a:outerShdw>
                </a:effectLst>
              </a:rPr>
              <a:t> (x3) =0.3472814</a:t>
            </a:r>
          </a:p>
          <a:p>
            <a:pPr>
              <a:lnSpc>
                <a:spcPct val="150000"/>
              </a:lnSpc>
              <a:defRPr/>
            </a:pPr>
            <a:r>
              <a:rPr lang="en-US" altLang="zh-CN" sz="3200" b="1" i="1">
                <a:solidFill>
                  <a:schemeClr val="tx1"/>
                </a:solidFill>
                <a:effectLst>
                  <a:outerShdw blurRad="38100" dist="38100" dir="2700000" algn="tl">
                    <a:srgbClr val="C0C0C0"/>
                  </a:outerShdw>
                </a:effectLst>
              </a:rPr>
              <a:t>			x</a:t>
            </a:r>
            <a:r>
              <a:rPr lang="en-US" altLang="zh-CN" sz="3200" b="1" i="1" baseline="-25000">
                <a:solidFill>
                  <a:schemeClr val="tx1"/>
                </a:solidFill>
                <a:effectLst>
                  <a:outerShdw blurRad="38100" dist="38100" dir="2700000" algn="tl">
                    <a:srgbClr val="C0C0C0"/>
                  </a:outerShdw>
                </a:effectLst>
              </a:rPr>
              <a:t>5</a:t>
            </a:r>
            <a:r>
              <a:rPr lang="en-US" altLang="zh-CN" sz="3200" b="1" i="1">
                <a:solidFill>
                  <a:schemeClr val="tx1"/>
                </a:solidFill>
                <a:effectLst>
                  <a:outerShdw blurRad="38100" dist="38100" dir="2700000" algn="tl">
                    <a:srgbClr val="C0C0C0"/>
                  </a:outerShdw>
                </a:effectLst>
              </a:rPr>
              <a:t> = </a:t>
            </a:r>
            <a:r>
              <a:rPr lang="en-US" altLang="zh-CN" sz="3200" b="1" i="1">
                <a:solidFill>
                  <a:schemeClr val="tx1"/>
                </a:solidFill>
                <a:effectLst>
                  <a:outerShdw blurRad="38100" dist="38100" dir="2700000" algn="tl">
                    <a:srgbClr val="C0C0C0"/>
                  </a:outerShdw>
                </a:effectLst>
                <a:sym typeface="Symbol" pitchFamily="18" charset="2"/>
              </a:rPr>
              <a:t></a:t>
            </a:r>
            <a:r>
              <a:rPr lang="en-US" altLang="zh-CN" sz="3200" b="1" i="1">
                <a:solidFill>
                  <a:schemeClr val="tx1"/>
                </a:solidFill>
                <a:effectLst>
                  <a:outerShdw blurRad="38100" dist="38100" dir="2700000" algn="tl">
                    <a:srgbClr val="C0C0C0"/>
                  </a:outerShdw>
                </a:effectLst>
              </a:rPr>
              <a:t> (x4) =0.3472945</a:t>
            </a:r>
          </a:p>
          <a:p>
            <a:pPr>
              <a:lnSpc>
                <a:spcPct val="150000"/>
              </a:lnSpc>
              <a:defRPr/>
            </a:pPr>
            <a:r>
              <a:rPr lang="en-US" altLang="zh-CN" sz="3200" b="1" i="1">
                <a:solidFill>
                  <a:schemeClr val="tx1"/>
                </a:solidFill>
                <a:effectLst>
                  <a:outerShdw blurRad="38100" dist="38100" dir="2700000" algn="tl">
                    <a:srgbClr val="C0C0C0"/>
                  </a:outerShdw>
                </a:effectLst>
              </a:rPr>
              <a:t>			x</a:t>
            </a:r>
            <a:r>
              <a:rPr lang="en-US" altLang="zh-CN" sz="3200" b="1" i="1" baseline="-25000">
                <a:solidFill>
                  <a:schemeClr val="tx1"/>
                </a:solidFill>
                <a:effectLst>
                  <a:outerShdw blurRad="38100" dist="38100" dir="2700000" algn="tl">
                    <a:srgbClr val="C0C0C0"/>
                  </a:outerShdw>
                </a:effectLst>
              </a:rPr>
              <a:t>6</a:t>
            </a:r>
            <a:r>
              <a:rPr lang="en-US" altLang="zh-CN" sz="3200" b="1" i="1">
                <a:solidFill>
                  <a:schemeClr val="tx1"/>
                </a:solidFill>
                <a:effectLst>
                  <a:outerShdw blurRad="38100" dist="38100" dir="2700000" algn="tl">
                    <a:srgbClr val="C0C0C0"/>
                  </a:outerShdw>
                </a:effectLst>
              </a:rPr>
              <a:t> = </a:t>
            </a:r>
            <a:r>
              <a:rPr lang="en-US" altLang="zh-CN" sz="3200" b="1" i="1">
                <a:solidFill>
                  <a:schemeClr val="tx1"/>
                </a:solidFill>
                <a:effectLst>
                  <a:outerShdw blurRad="38100" dist="38100" dir="2700000" algn="tl">
                    <a:srgbClr val="C0C0C0"/>
                  </a:outerShdw>
                </a:effectLst>
                <a:sym typeface="Symbol" pitchFamily="18" charset="2"/>
              </a:rPr>
              <a:t></a:t>
            </a:r>
            <a:r>
              <a:rPr lang="en-US" altLang="zh-CN" sz="3200" b="1" i="1">
                <a:solidFill>
                  <a:schemeClr val="tx1"/>
                </a:solidFill>
                <a:effectLst>
                  <a:outerShdw blurRad="38100" dist="38100" dir="2700000" algn="tl">
                    <a:srgbClr val="C0C0C0"/>
                  </a:outerShdw>
                </a:effectLst>
              </a:rPr>
              <a:t> (x5) =0.3472961</a:t>
            </a:r>
          </a:p>
          <a:p>
            <a:pPr>
              <a:lnSpc>
                <a:spcPct val="150000"/>
              </a:lnSpc>
              <a:defRPr/>
            </a:pPr>
            <a:r>
              <a:rPr lang="en-US" altLang="zh-CN" sz="3200" b="1" i="1">
                <a:solidFill>
                  <a:schemeClr val="tx1"/>
                </a:solidFill>
                <a:effectLst>
                  <a:outerShdw blurRad="38100" dist="38100" dir="2700000" algn="tl">
                    <a:srgbClr val="C0C0C0"/>
                  </a:outerShdw>
                </a:effectLst>
              </a:rPr>
              <a:t>			x</a:t>
            </a:r>
            <a:r>
              <a:rPr lang="en-US" altLang="zh-CN" sz="3200" b="1" i="1" baseline="-25000">
                <a:solidFill>
                  <a:schemeClr val="tx1"/>
                </a:solidFill>
                <a:effectLst>
                  <a:outerShdw blurRad="38100" dist="38100" dir="2700000" algn="tl">
                    <a:srgbClr val="C0C0C0"/>
                  </a:outerShdw>
                </a:effectLst>
              </a:rPr>
              <a:t>7</a:t>
            </a:r>
            <a:r>
              <a:rPr lang="en-US" altLang="zh-CN" sz="3200" b="1" i="1">
                <a:solidFill>
                  <a:schemeClr val="tx1"/>
                </a:solidFill>
                <a:effectLst>
                  <a:outerShdw blurRad="38100" dist="38100" dir="2700000" algn="tl">
                    <a:srgbClr val="C0C0C0"/>
                  </a:outerShdw>
                </a:effectLst>
              </a:rPr>
              <a:t> = </a:t>
            </a:r>
            <a:r>
              <a:rPr lang="en-US" altLang="zh-CN" sz="3200" b="1" i="1">
                <a:solidFill>
                  <a:schemeClr val="tx1"/>
                </a:solidFill>
                <a:effectLst>
                  <a:outerShdw blurRad="38100" dist="38100" dir="2700000" algn="tl">
                    <a:srgbClr val="C0C0C0"/>
                  </a:outerShdw>
                </a:effectLst>
                <a:sym typeface="Symbol" pitchFamily="18" charset="2"/>
              </a:rPr>
              <a:t></a:t>
            </a:r>
            <a:r>
              <a:rPr lang="en-US" altLang="zh-CN" sz="3200" b="1" i="1">
                <a:solidFill>
                  <a:schemeClr val="tx1"/>
                </a:solidFill>
                <a:effectLst>
                  <a:outerShdw blurRad="38100" dist="38100" dir="2700000" algn="tl">
                    <a:srgbClr val="C0C0C0"/>
                  </a:outerShdw>
                </a:effectLst>
              </a:rPr>
              <a:t> (x6) =0.3472963</a:t>
            </a:r>
          </a:p>
          <a:p>
            <a:pPr>
              <a:lnSpc>
                <a:spcPct val="150000"/>
              </a:lnSpc>
              <a:defRPr/>
            </a:pPr>
            <a:r>
              <a:rPr lang="zh-CN" altLang="en-US" sz="3200" b="1">
                <a:solidFill>
                  <a:schemeClr val="tx1"/>
                </a:solidFill>
                <a:effectLst>
                  <a:outerShdw blurRad="38100" dist="38100" dir="2700000" algn="tl">
                    <a:srgbClr val="C0C0C0"/>
                  </a:outerShdw>
                </a:effectLst>
              </a:rPr>
              <a:t>取近似根为   </a:t>
            </a:r>
            <a:r>
              <a:rPr lang="en-US" altLang="zh-CN" sz="3200" b="1" i="1">
                <a:solidFill>
                  <a:schemeClr val="tx1"/>
                </a:solidFill>
                <a:effectLst>
                  <a:outerShdw blurRad="38100" dist="38100" dir="2700000" algn="tl">
                    <a:srgbClr val="C0C0C0"/>
                  </a:outerShdw>
                </a:effectLst>
              </a:rPr>
              <a:t>x* = 0.347296</a:t>
            </a:r>
            <a:endParaRPr lang="zh-CN" altLang="en-US" sz="3200" b="1" i="1">
              <a:solidFill>
                <a:schemeClr val="tx1"/>
              </a:solidFill>
              <a:effectLst>
                <a:outerShdw blurRad="38100" dist="38100" dir="2700000" algn="tl">
                  <a:srgbClr val="C0C0C0"/>
                </a:outerShdw>
              </a:effectLs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E1C4911F-676B-4FF3-B6C6-4C55FDB78980}" type="slidenum">
              <a:rPr lang="zh-CN" altLang="en-US"/>
              <a:pPr>
                <a:defRPr/>
              </a:pPr>
              <a:t>56</a:t>
            </a:fld>
            <a:endParaRPr lang="en-US" altLang="zh-CN"/>
          </a:p>
        </p:txBody>
      </p:sp>
      <p:sp>
        <p:nvSpPr>
          <p:cNvPr id="58371" name="Text Box 2"/>
          <p:cNvSpPr txBox="1">
            <a:spLocks noChangeArrowheads="1"/>
          </p:cNvSpPr>
          <p:nvPr/>
        </p:nvSpPr>
        <p:spPr bwMode="auto">
          <a:xfrm>
            <a:off x="323850" y="333375"/>
            <a:ext cx="8208963"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rgbClr val="CCFFFF"/>
                </a:solidFill>
                <a:latin typeface="Times New Roman" pitchFamily="18" charset="0"/>
                <a:ea typeface="楷体_GB2312" pitchFamily="49" charset="-122"/>
              </a:defRPr>
            </a:lvl1pPr>
            <a:lvl2pPr marL="742950" indent="-285750">
              <a:defRPr sz="1600">
                <a:solidFill>
                  <a:srgbClr val="CCFFFF"/>
                </a:solidFill>
                <a:latin typeface="Times New Roman" pitchFamily="18" charset="0"/>
                <a:ea typeface="楷体_GB2312" pitchFamily="49" charset="-122"/>
              </a:defRPr>
            </a:lvl2pPr>
            <a:lvl3pPr marL="1143000" indent="-228600">
              <a:defRPr sz="1600">
                <a:solidFill>
                  <a:srgbClr val="CCFFFF"/>
                </a:solidFill>
                <a:latin typeface="Times New Roman" pitchFamily="18" charset="0"/>
                <a:ea typeface="楷体_GB2312" pitchFamily="49" charset="-122"/>
              </a:defRPr>
            </a:lvl3pPr>
            <a:lvl4pPr marL="1600200" indent="-228600">
              <a:defRPr sz="1600">
                <a:solidFill>
                  <a:srgbClr val="CCFFFF"/>
                </a:solidFill>
                <a:latin typeface="Times New Roman" pitchFamily="18" charset="0"/>
                <a:ea typeface="楷体_GB2312" pitchFamily="49" charset="-122"/>
              </a:defRPr>
            </a:lvl4pPr>
            <a:lvl5pPr marL="2057400" indent="-228600">
              <a:defRPr sz="1600">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a:solidFill>
                  <a:srgbClr val="CCFFFF"/>
                </a:solidFill>
                <a:latin typeface="Times New Roman" pitchFamily="18" charset="0"/>
                <a:ea typeface="楷体_GB2312" pitchFamily="49" charset="-122"/>
              </a:defRPr>
            </a:lvl9pPr>
          </a:lstStyle>
          <a:p>
            <a:pPr>
              <a:lnSpc>
                <a:spcPct val="140000"/>
              </a:lnSpc>
            </a:pPr>
            <a:r>
              <a:rPr lang="zh-CN" altLang="en-US" sz="3200" b="1">
                <a:solidFill>
                  <a:schemeClr val="tx1"/>
                </a:solidFill>
                <a:effectLst/>
                <a:latin typeface="楷体_GB2312" pitchFamily="49" charset="-122"/>
              </a:rPr>
              <a:t>求以下方程在</a:t>
            </a:r>
            <a:r>
              <a:rPr lang="en-US" altLang="zh-CN" sz="3200" b="1">
                <a:solidFill>
                  <a:schemeClr val="tx1"/>
                </a:solidFill>
                <a:effectLst/>
                <a:latin typeface="楷体_GB2312" pitchFamily="49" charset="-122"/>
              </a:rPr>
              <a:t>[0, 0.5]</a:t>
            </a:r>
            <a:r>
              <a:rPr lang="zh-CN" altLang="en-US" sz="3200" b="1">
                <a:solidFill>
                  <a:schemeClr val="tx1"/>
                </a:solidFill>
                <a:effectLst/>
                <a:latin typeface="楷体_GB2312" pitchFamily="49" charset="-122"/>
              </a:rPr>
              <a:t>内的根的近似值</a:t>
            </a:r>
          </a:p>
        </p:txBody>
      </p:sp>
      <p:sp>
        <p:nvSpPr>
          <p:cNvPr id="559107" name="Rectangle 3"/>
          <p:cNvSpPr>
            <a:spLocks noChangeArrowheads="1"/>
          </p:cNvSpPr>
          <p:nvPr/>
        </p:nvSpPr>
        <p:spPr bwMode="auto">
          <a:xfrm>
            <a:off x="0" y="3324225"/>
            <a:ext cx="9144000" cy="1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graphicFrame>
        <p:nvGraphicFramePr>
          <p:cNvPr id="58373" name="Object 4"/>
          <p:cNvGraphicFramePr>
            <a:graphicFrameLocks noChangeAspect="1"/>
          </p:cNvGraphicFramePr>
          <p:nvPr/>
        </p:nvGraphicFramePr>
        <p:xfrm>
          <a:off x="1258888" y="1341438"/>
          <a:ext cx="3816350" cy="882650"/>
        </p:xfrm>
        <a:graphic>
          <a:graphicData uri="http://schemas.openxmlformats.org/presentationml/2006/ole">
            <mc:AlternateContent xmlns:mc="http://schemas.openxmlformats.org/markup-compatibility/2006">
              <mc:Choice xmlns:v="urn:schemas-microsoft-com:vml" Requires="v">
                <p:oleObj spid="_x0000_s58432" name="公式" r:id="rId3" imgW="901309" imgH="203112" progId="Equation.3">
                  <p:embed/>
                </p:oleObj>
              </mc:Choice>
              <mc:Fallback>
                <p:oleObj name="公式" r:id="rId3" imgW="901309" imgH="203112"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1341438"/>
                        <a:ext cx="3816350"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59109" name="Rectangle 5"/>
          <p:cNvSpPr>
            <a:spLocks noChangeArrowheads="1"/>
          </p:cNvSpPr>
          <p:nvPr/>
        </p:nvSpPr>
        <p:spPr bwMode="auto">
          <a:xfrm>
            <a:off x="0" y="3228975"/>
            <a:ext cx="9144000" cy="1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graphicFrame>
        <p:nvGraphicFramePr>
          <p:cNvPr id="58375" name="Object 6"/>
          <p:cNvGraphicFramePr>
            <a:graphicFrameLocks noChangeAspect="1"/>
          </p:cNvGraphicFramePr>
          <p:nvPr/>
        </p:nvGraphicFramePr>
        <p:xfrm>
          <a:off x="2411413" y="2636838"/>
          <a:ext cx="2413000" cy="776287"/>
        </p:xfrm>
        <a:graphic>
          <a:graphicData uri="http://schemas.openxmlformats.org/presentationml/2006/ole">
            <mc:AlternateContent xmlns:mc="http://schemas.openxmlformats.org/markup-compatibility/2006">
              <mc:Choice xmlns:v="urn:schemas-microsoft-com:vml" Requires="v">
                <p:oleObj spid="_x0000_s58433" name="公式" r:id="rId5" imgW="723586" imgH="228501" progId="Equation.3">
                  <p:embed/>
                </p:oleObj>
              </mc:Choice>
              <mc:Fallback>
                <p:oleObj name="公式" r:id="rId5" imgW="723586" imgH="228501"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1413" y="2636838"/>
                        <a:ext cx="2413000" cy="77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cover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E1C4911F-676B-4FF3-B6C6-4C55FDB78980}" type="slidenum">
              <a:rPr lang="zh-CN" altLang="en-US"/>
              <a:pPr>
                <a:defRPr/>
              </a:pPr>
              <a:t>57</a:t>
            </a:fld>
            <a:endParaRPr lang="en-US" altLang="zh-CN"/>
          </a:p>
        </p:txBody>
      </p:sp>
      <p:sp>
        <p:nvSpPr>
          <p:cNvPr id="559107" name="Rectangle 3"/>
          <p:cNvSpPr>
            <a:spLocks noChangeArrowheads="1"/>
          </p:cNvSpPr>
          <p:nvPr/>
        </p:nvSpPr>
        <p:spPr bwMode="auto">
          <a:xfrm>
            <a:off x="0" y="3324225"/>
            <a:ext cx="9144000" cy="1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sp>
        <p:nvSpPr>
          <p:cNvPr id="559109" name="Rectangle 5"/>
          <p:cNvSpPr>
            <a:spLocks noChangeArrowheads="1"/>
          </p:cNvSpPr>
          <p:nvPr/>
        </p:nvSpPr>
        <p:spPr bwMode="auto">
          <a:xfrm>
            <a:off x="0" y="3228975"/>
            <a:ext cx="9144000" cy="1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sp>
        <p:nvSpPr>
          <p:cNvPr id="2" name="矩形 1"/>
          <p:cNvSpPr/>
          <p:nvPr/>
        </p:nvSpPr>
        <p:spPr>
          <a:xfrm>
            <a:off x="0" y="116632"/>
            <a:ext cx="9252519" cy="6093976"/>
          </a:xfrm>
          <a:prstGeom prst="rect">
            <a:avLst/>
          </a:prstGeom>
        </p:spPr>
        <p:txBody>
          <a:bodyPr wrap="square">
            <a:spAutoFit/>
          </a:bodyPr>
          <a:lstStyle/>
          <a:p>
            <a:pPr>
              <a:spcAft>
                <a:spcPts val="1200"/>
              </a:spcAft>
            </a:pPr>
            <a:r>
              <a:rPr lang="en-US" altLang="zh-CN" sz="3200" b="1" dirty="0">
                <a:solidFill>
                  <a:schemeClr val="tx1"/>
                </a:solidFill>
                <a:effectLst/>
              </a:rPr>
              <a:t>6. Brute force method</a:t>
            </a:r>
          </a:p>
          <a:p>
            <a:pPr>
              <a:spcAft>
                <a:spcPts val="1200"/>
              </a:spcAft>
            </a:pPr>
            <a:r>
              <a:rPr lang="en-US" altLang="zh-CN" sz="2800" b="1" dirty="0">
                <a:solidFill>
                  <a:schemeClr val="tx1"/>
                </a:solidFill>
                <a:effectLst/>
              </a:rPr>
              <a:t>All the methods above are designed to find a single root on an interval [</a:t>
            </a:r>
            <a:r>
              <a:rPr lang="en-US" altLang="zh-CN" sz="2800" b="1" dirty="0" err="1">
                <a:solidFill>
                  <a:schemeClr val="tx1"/>
                </a:solidFill>
                <a:effectLst/>
              </a:rPr>
              <a:t>a,b</a:t>
            </a:r>
            <a:r>
              <a:rPr lang="en-US" altLang="zh-CN" sz="2800" b="1" dirty="0">
                <a:solidFill>
                  <a:schemeClr val="tx1"/>
                </a:solidFill>
                <a:effectLst/>
              </a:rPr>
              <a:t>]. However, the following situations are possible:</a:t>
            </a:r>
          </a:p>
          <a:p>
            <a:pPr>
              <a:spcAft>
                <a:spcPts val="1200"/>
              </a:spcAft>
            </a:pPr>
            <a:r>
              <a:rPr lang="en-US" altLang="zh-CN" sz="2800" b="1" dirty="0">
                <a:solidFill>
                  <a:schemeClr val="tx1"/>
                </a:solidFill>
                <a:effectLst/>
              </a:rPr>
              <a:t> (</a:t>
            </a:r>
            <a:r>
              <a:rPr lang="en-US" altLang="zh-CN" sz="2800" b="1" dirty="0" err="1">
                <a:solidFill>
                  <a:schemeClr val="tx1"/>
                </a:solidFill>
                <a:effectLst/>
              </a:rPr>
              <a:t>i</a:t>
            </a:r>
            <a:r>
              <a:rPr lang="en-US" altLang="zh-CN" sz="2800" b="1" dirty="0">
                <a:solidFill>
                  <a:schemeClr val="tx1"/>
                </a:solidFill>
                <a:effectLst/>
              </a:rPr>
              <a:t>) there are two or more roots on the interval [</a:t>
            </a:r>
            <a:r>
              <a:rPr lang="en-US" altLang="zh-CN" sz="2800" b="1" dirty="0" err="1">
                <a:solidFill>
                  <a:schemeClr val="tx1"/>
                </a:solidFill>
                <a:effectLst/>
              </a:rPr>
              <a:t>a,b</a:t>
            </a:r>
            <a:r>
              <a:rPr lang="en-US" altLang="zh-CN" sz="2800" b="1" dirty="0">
                <a:solidFill>
                  <a:schemeClr val="tx1"/>
                </a:solidFill>
                <a:effectLst/>
              </a:rPr>
              <a:t>]; </a:t>
            </a:r>
          </a:p>
          <a:p>
            <a:pPr>
              <a:spcAft>
                <a:spcPts val="1200"/>
              </a:spcAft>
            </a:pPr>
            <a:r>
              <a:rPr lang="en-US" altLang="zh-CN" sz="2800" b="1" dirty="0">
                <a:solidFill>
                  <a:schemeClr val="tx1"/>
                </a:solidFill>
                <a:effectLst/>
              </a:rPr>
              <a:t>(ii) there is one root, but the function does not change sign, as in the equation x</a:t>
            </a:r>
            <a:r>
              <a:rPr lang="en-US" altLang="zh-CN" sz="2800" b="1" baseline="30000" dirty="0">
                <a:solidFill>
                  <a:schemeClr val="tx1"/>
                </a:solidFill>
                <a:effectLst/>
              </a:rPr>
              <a:t>2</a:t>
            </a:r>
            <a:r>
              <a:rPr lang="en-US" altLang="zh-CN" sz="2800" b="1" dirty="0">
                <a:solidFill>
                  <a:schemeClr val="tx1"/>
                </a:solidFill>
                <a:effectLst/>
              </a:rPr>
              <a:t> −2x+1 = 0;</a:t>
            </a:r>
          </a:p>
          <a:p>
            <a:pPr>
              <a:spcAft>
                <a:spcPts val="1200"/>
              </a:spcAft>
            </a:pPr>
            <a:r>
              <a:rPr lang="en-US" altLang="zh-CN" sz="2800" b="1" dirty="0">
                <a:solidFill>
                  <a:schemeClr val="tx1"/>
                </a:solidFill>
                <a:effectLst/>
              </a:rPr>
              <a:t>(iii) there are no roots at all;</a:t>
            </a:r>
          </a:p>
          <a:p>
            <a:pPr>
              <a:spcAft>
                <a:spcPts val="1200"/>
              </a:spcAft>
            </a:pPr>
            <a:r>
              <a:rPr lang="en-US" altLang="zh-CN" sz="2800" b="1" dirty="0">
                <a:solidFill>
                  <a:schemeClr val="tx1"/>
                </a:solidFill>
                <a:effectLst/>
              </a:rPr>
              <a:t>(iv) there is a singularity, so that the function does change sign but the equation does not have a root. The bisection method in the last case will converge on the singularity if the interval has no roots.</a:t>
            </a:r>
          </a:p>
        </p:txBody>
      </p:sp>
    </p:spTree>
    <p:extLst>
      <p:ext uri="{BB962C8B-B14F-4D97-AF65-F5344CB8AC3E}">
        <p14:creationId xmlns:p14="http://schemas.microsoft.com/office/powerpoint/2010/main" val="2544757385"/>
      </p:ext>
    </p:extLst>
  </p:cSld>
  <p:clrMapOvr>
    <a:masterClrMapping/>
  </p:clrMapOvr>
  <p:transition>
    <p:cover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E1C4911F-676B-4FF3-B6C6-4C55FDB78980}" type="slidenum">
              <a:rPr lang="zh-CN" altLang="en-US"/>
              <a:pPr>
                <a:defRPr/>
              </a:pPr>
              <a:t>58</a:t>
            </a:fld>
            <a:endParaRPr lang="en-US" altLang="zh-CN"/>
          </a:p>
        </p:txBody>
      </p:sp>
      <p:sp>
        <p:nvSpPr>
          <p:cNvPr id="559107" name="Rectangle 3"/>
          <p:cNvSpPr>
            <a:spLocks noChangeArrowheads="1"/>
          </p:cNvSpPr>
          <p:nvPr/>
        </p:nvSpPr>
        <p:spPr bwMode="auto">
          <a:xfrm>
            <a:off x="0" y="3324225"/>
            <a:ext cx="9144000" cy="1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sp>
        <p:nvSpPr>
          <p:cNvPr id="559109" name="Rectangle 5"/>
          <p:cNvSpPr>
            <a:spLocks noChangeArrowheads="1"/>
          </p:cNvSpPr>
          <p:nvPr/>
        </p:nvSpPr>
        <p:spPr bwMode="auto">
          <a:xfrm>
            <a:off x="0" y="3228975"/>
            <a:ext cx="9144000" cy="1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sp>
        <p:nvSpPr>
          <p:cNvPr id="2" name="矩形 1"/>
          <p:cNvSpPr/>
          <p:nvPr/>
        </p:nvSpPr>
        <p:spPr>
          <a:xfrm>
            <a:off x="53752" y="908720"/>
            <a:ext cx="9036496" cy="3970318"/>
          </a:xfrm>
          <a:prstGeom prst="rect">
            <a:avLst/>
          </a:prstGeom>
        </p:spPr>
        <p:txBody>
          <a:bodyPr wrap="square">
            <a:spAutoFit/>
          </a:bodyPr>
          <a:lstStyle/>
          <a:p>
            <a:r>
              <a:rPr lang="en-US" altLang="zh-CN" sz="2800" b="1" dirty="0">
                <a:solidFill>
                  <a:schemeClr val="tx1"/>
                </a:solidFill>
                <a:effectLst/>
              </a:rPr>
              <a:t>The brute force method is a good approach for dealing with multiple roots. You split the original interval [</a:t>
            </a:r>
            <a:r>
              <a:rPr lang="en-US" altLang="zh-CN" sz="2800" b="1" dirty="0" err="1">
                <a:solidFill>
                  <a:schemeClr val="tx1"/>
                </a:solidFill>
                <a:effectLst/>
              </a:rPr>
              <a:t>a,b</a:t>
            </a:r>
            <a:r>
              <a:rPr lang="en-US" altLang="zh-CN" sz="2800" b="1" dirty="0">
                <a:solidFill>
                  <a:schemeClr val="tx1"/>
                </a:solidFill>
                <a:effectLst/>
              </a:rPr>
              <a:t>] into smaller intervals with a </a:t>
            </a:r>
            <a:r>
              <a:rPr lang="en-US" altLang="zh-CN" sz="2800" b="1" dirty="0" err="1">
                <a:solidFill>
                  <a:schemeClr val="tx1"/>
                </a:solidFill>
                <a:effectLst/>
              </a:rPr>
              <a:t>stepsize</a:t>
            </a:r>
            <a:r>
              <a:rPr lang="en-US" altLang="zh-CN" sz="2800" b="1" dirty="0">
                <a:solidFill>
                  <a:schemeClr val="tx1"/>
                </a:solidFill>
                <a:effectLst/>
              </a:rPr>
              <a:t> h, applying some of the methods mentioned above to each subinterval. Care should be taken in selecting the size of h. If the interval is too large we may miss multiple zeros. On the other hand, choosing too small a step may result in time consuming calculations. A graphical analysis of the equation may help determine the most reasonable size for h.</a:t>
            </a:r>
            <a:endParaRPr lang="zh-CN" altLang="en-US" sz="2800" b="1" dirty="0">
              <a:solidFill>
                <a:schemeClr val="tx1"/>
              </a:solidFill>
              <a:effectLst/>
            </a:endParaRPr>
          </a:p>
        </p:txBody>
      </p:sp>
    </p:spTree>
    <p:extLst>
      <p:ext uri="{BB962C8B-B14F-4D97-AF65-F5344CB8AC3E}">
        <p14:creationId xmlns:p14="http://schemas.microsoft.com/office/powerpoint/2010/main" val="793402912"/>
      </p:ext>
    </p:extLst>
  </p:cSld>
  <p:clrMapOvr>
    <a:masterClrMapping/>
  </p:clrMapOvr>
  <p:transition>
    <p:cover dir="r"/>
  </p:transition>
</p:sld>
</file>

<file path=ppt/theme/theme1.xml><?xml version="1.0" encoding="utf-8"?>
<a:theme xmlns:a="http://schemas.openxmlformats.org/drawingml/2006/main" name="场景型模板">
  <a:themeElements>
    <a:clrScheme name="场景型模板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fontScheme name="场景型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smtClean="0">
            <a:ln>
              <a:noFill/>
            </a:ln>
            <a:solidFill>
              <a:srgbClr val="CCFFFF"/>
            </a:solidFill>
            <a:effectLst>
              <a:outerShdw blurRad="38100" dist="38100" dir="2700000" algn="tl">
                <a:srgbClr val="000000">
                  <a:alpha val="43137"/>
                </a:srgbClr>
              </a:outerShdw>
            </a:effectLst>
            <a:latin typeface="Times New Roman" pitchFamily="18"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smtClean="0">
            <a:ln>
              <a:noFill/>
            </a:ln>
            <a:solidFill>
              <a:srgbClr val="CCFFFF"/>
            </a:solidFill>
            <a:effectLst>
              <a:outerShdw blurRad="38100" dist="38100" dir="2700000" algn="tl">
                <a:srgbClr val="000000">
                  <a:alpha val="43137"/>
                </a:srgbClr>
              </a:outerShdw>
            </a:effectLst>
            <a:latin typeface="Times New Roman" pitchFamily="18" charset="0"/>
            <a:ea typeface="楷体_GB2312" pitchFamily="49" charset="-122"/>
          </a:defRPr>
        </a:defPPr>
      </a:lstStyle>
    </a:lnDef>
  </a:objectDefaults>
  <a:extraClrSchemeLst>
    <a:extraClrScheme>
      <a:clrScheme name="场景型模板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场景型模板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场景型模板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Office\Templates\演示文稿设计\场景型模板.pot</Template>
  <TotalTime>14113</TotalTime>
  <Words>3242</Words>
  <Application>Microsoft Office PowerPoint</Application>
  <PresentationFormat>全屏显示(4:3)</PresentationFormat>
  <Paragraphs>694</Paragraphs>
  <Slides>58</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58</vt:i4>
      </vt:variant>
    </vt:vector>
  </HeadingPairs>
  <TitlesOfParts>
    <vt:vector size="69" baseType="lpstr">
      <vt:lpstr>Arial Unicode MS</vt:lpstr>
      <vt:lpstr>Monotype Sorts</vt:lpstr>
      <vt:lpstr>黑体</vt:lpstr>
      <vt:lpstr>楷体_GB2312</vt:lpstr>
      <vt:lpstr>宋体</vt:lpstr>
      <vt:lpstr>Symbol</vt:lpstr>
      <vt:lpstr>Tahoma</vt:lpstr>
      <vt:lpstr>Times New Roman</vt:lpstr>
      <vt:lpstr>场景型模板</vt:lpstr>
      <vt:lpstr>公式</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迭代法的几何意义</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NMR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分子模拟</dc:title>
  <dc:creator>jinqh</dc:creator>
  <cp:lastModifiedBy>apple</cp:lastModifiedBy>
  <cp:revision>414</cp:revision>
  <dcterms:created xsi:type="dcterms:W3CDTF">2000-08-01T08:10:53Z</dcterms:created>
  <dcterms:modified xsi:type="dcterms:W3CDTF">2022-03-15T07:48:18Z</dcterms:modified>
</cp:coreProperties>
</file>