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383" r:id="rId20"/>
    <p:sldId id="276" r:id="rId21"/>
    <p:sldId id="278" r:id="rId22"/>
    <p:sldId id="279" r:id="rId23"/>
    <p:sldId id="281" r:id="rId24"/>
    <p:sldId id="282" r:id="rId25"/>
    <p:sldId id="385" r:id="rId26"/>
    <p:sldId id="3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79" r:id="rId53"/>
    <p:sldId id="310" r:id="rId54"/>
    <p:sldId id="380" r:id="rId55"/>
    <p:sldId id="311" r:id="rId56"/>
    <p:sldId id="312" r:id="rId57"/>
    <p:sldId id="313" r:id="rId58"/>
    <p:sldId id="314" r:id="rId59"/>
    <p:sldId id="315" r:id="rId60"/>
    <p:sldId id="316" r:id="rId61"/>
    <p:sldId id="317" r:id="rId62"/>
    <p:sldId id="318" r:id="rId63"/>
    <p:sldId id="319" r:id="rId64"/>
    <p:sldId id="320" r:id="rId65"/>
    <p:sldId id="402" r:id="rId66"/>
    <p:sldId id="321" r:id="rId67"/>
    <p:sldId id="322" r:id="rId68"/>
    <p:sldId id="323" r:id="rId69"/>
    <p:sldId id="404" r:id="rId70"/>
    <p:sldId id="324" r:id="rId71"/>
    <p:sldId id="405" r:id="rId72"/>
    <p:sldId id="406" r:id="rId73"/>
    <p:sldId id="408" r:id="rId74"/>
    <p:sldId id="409" r:id="rId75"/>
    <p:sldId id="410" r:id="rId76"/>
    <p:sldId id="325" r:id="rId77"/>
    <p:sldId id="326" r:id="rId78"/>
    <p:sldId id="327" r:id="rId79"/>
    <p:sldId id="328" r:id="rId80"/>
    <p:sldId id="329" r:id="rId81"/>
    <p:sldId id="330" r:id="rId82"/>
    <p:sldId id="382" r:id="rId83"/>
    <p:sldId id="331" r:id="rId84"/>
    <p:sldId id="332" r:id="rId85"/>
    <p:sldId id="333" r:id="rId86"/>
    <p:sldId id="334" r:id="rId87"/>
    <p:sldId id="335" r:id="rId88"/>
    <p:sldId id="336" r:id="rId89"/>
    <p:sldId id="337"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81"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97" r:id="rId120"/>
    <p:sldId id="386" r:id="rId121"/>
    <p:sldId id="388" r:id="rId122"/>
    <p:sldId id="389" r:id="rId123"/>
    <p:sldId id="390" r:id="rId124"/>
    <p:sldId id="391" r:id="rId125"/>
    <p:sldId id="392" r:id="rId126"/>
    <p:sldId id="393" r:id="rId127"/>
    <p:sldId id="394" r:id="rId128"/>
    <p:sldId id="395" r:id="rId129"/>
    <p:sldId id="396" r:id="rId130"/>
    <p:sldId id="398" r:id="rId131"/>
    <p:sldId id="399" r:id="rId132"/>
    <p:sldId id="400" r:id="rId133"/>
    <p:sldId id="401" r:id="rId134"/>
    <p:sldId id="376" r:id="rId135"/>
    <p:sldId id="377" r:id="rId13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FF0000"/>
    <a:srgbClr val="400C02"/>
    <a:srgbClr val="400B02"/>
    <a:srgbClr val="3F09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0" autoAdjust="0"/>
    <p:restoredTop sz="94660"/>
  </p:normalViewPr>
  <p:slideViewPr>
    <p:cSldViewPr>
      <p:cViewPr varScale="1">
        <p:scale>
          <a:sx n="85" d="100"/>
          <a:sy n="85" d="100"/>
        </p:scale>
        <p:origin x="116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2.wmf"/><Relationship Id="rId1" Type="http://schemas.openxmlformats.org/officeDocument/2006/relationships/image" Target="../media/image8.wmf"/><Relationship Id="rId4"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17.wmf"/><Relationship Id="rId4" Type="http://schemas.openxmlformats.org/officeDocument/2006/relationships/image" Target="../media/image29.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6.wmf"/><Relationship Id="rId1" Type="http://schemas.openxmlformats.org/officeDocument/2006/relationships/image" Target="../media/image35.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1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0.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0.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5.wmf"/><Relationship Id="rId5" Type="http://schemas.openxmlformats.org/officeDocument/2006/relationships/image" Target="../media/image101.wmf"/><Relationship Id="rId4" Type="http://schemas.openxmlformats.org/officeDocument/2006/relationships/image" Target="../media/image100.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103.wmf"/><Relationship Id="rId1" Type="http://schemas.openxmlformats.org/officeDocument/2006/relationships/image" Target="../media/image102.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0.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9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02.wmf"/><Relationship Id="rId5" Type="http://schemas.openxmlformats.org/officeDocument/2006/relationships/image" Target="../media/image112.wmf"/><Relationship Id="rId4" Type="http://schemas.openxmlformats.org/officeDocument/2006/relationships/image" Target="../media/image103.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11.wmf"/><Relationship Id="rId1" Type="http://schemas.openxmlformats.org/officeDocument/2006/relationships/image" Target="../media/image110.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2.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95.wmf"/><Relationship Id="rId1" Type="http://schemas.openxmlformats.org/officeDocument/2006/relationships/image" Target="../media/image99.wmf"/><Relationship Id="rId4" Type="http://schemas.openxmlformats.org/officeDocument/2006/relationships/image" Target="../media/image124.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 Id="rId5" Type="http://schemas.openxmlformats.org/officeDocument/2006/relationships/image" Target="../media/image128.wmf"/><Relationship Id="rId4" Type="http://schemas.openxmlformats.org/officeDocument/2006/relationships/image" Target="../media/image124.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32.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95.wmf"/><Relationship Id="rId1" Type="http://schemas.openxmlformats.org/officeDocument/2006/relationships/image" Target="../media/image133.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35.wmf"/><Relationship Id="rId1" Type="http://schemas.openxmlformats.org/officeDocument/2006/relationships/image" Target="../media/image133.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 Id="rId4" Type="http://schemas.openxmlformats.org/officeDocument/2006/relationships/image" Target="../media/image14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3.wmf"/><Relationship Id="rId1" Type="http://schemas.openxmlformats.org/officeDocument/2006/relationships/image" Target="../media/image149.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3.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0.wmf"/><Relationship Id="rId1" Type="http://schemas.openxmlformats.org/officeDocument/2006/relationships/image" Target="../media/image143.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154.wmf"/><Relationship Id="rId1" Type="http://schemas.openxmlformats.org/officeDocument/2006/relationships/image" Target="../media/image143.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43.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45.wmf"/><Relationship Id="rId1" Type="http://schemas.openxmlformats.org/officeDocument/2006/relationships/image" Target="../media/image144.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image" Target="../media/image190.wmf"/><Relationship Id="rId1" Type="http://schemas.openxmlformats.org/officeDocument/2006/relationships/image" Target="../media/image189.wmf"/><Relationship Id="rId5" Type="http://schemas.openxmlformats.org/officeDocument/2006/relationships/image" Target="../media/image193.wmf"/><Relationship Id="rId4" Type="http://schemas.openxmlformats.org/officeDocument/2006/relationships/image" Target="../media/image192.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 Id="rId6" Type="http://schemas.openxmlformats.org/officeDocument/2006/relationships/image" Target="../media/image198.wmf"/><Relationship Id="rId5" Type="http://schemas.openxmlformats.org/officeDocument/2006/relationships/image" Target="../media/image189.wmf"/><Relationship Id="rId4" Type="http://schemas.openxmlformats.org/officeDocument/2006/relationships/image" Target="../media/image19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2562B8E-00B3-4405-AD2A-19D838404451}" type="slidenum">
              <a:rPr lang="en-US" altLang="zh-CN"/>
              <a:pPr>
                <a:defRPr/>
              </a:pPr>
              <a:t>‹#›</a:t>
            </a:fld>
            <a:endParaRPr lang="en-US" altLang="zh-CN"/>
          </a:p>
        </p:txBody>
      </p:sp>
    </p:spTree>
    <p:extLst>
      <p:ext uri="{BB962C8B-B14F-4D97-AF65-F5344CB8AC3E}">
        <p14:creationId xmlns:p14="http://schemas.microsoft.com/office/powerpoint/2010/main" val="484293803"/>
      </p:ext>
    </p:extLst>
  </p:cSld>
  <p:clrMapOvr>
    <a:masterClrMapping/>
  </p:clrMapOvr>
  <p:transition>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249120C-1360-46B0-8646-74DD16E7FE6E}" type="slidenum">
              <a:rPr lang="en-US" altLang="zh-CN"/>
              <a:pPr>
                <a:defRPr/>
              </a:pPr>
              <a:t>‹#›</a:t>
            </a:fld>
            <a:endParaRPr lang="en-US" altLang="zh-CN"/>
          </a:p>
        </p:txBody>
      </p:sp>
    </p:spTree>
    <p:extLst>
      <p:ext uri="{BB962C8B-B14F-4D97-AF65-F5344CB8AC3E}">
        <p14:creationId xmlns:p14="http://schemas.microsoft.com/office/powerpoint/2010/main" val="1240439063"/>
      </p:ext>
    </p:extLst>
  </p:cSld>
  <p:clrMapOvr>
    <a:masterClrMapping/>
  </p:clrMapOvr>
  <p:transition>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A3B360F-16ED-4F14-A12F-A163DB3180B7}" type="slidenum">
              <a:rPr lang="en-US" altLang="zh-CN"/>
              <a:pPr>
                <a:defRPr/>
              </a:pPr>
              <a:t>‹#›</a:t>
            </a:fld>
            <a:endParaRPr lang="en-US" altLang="zh-CN"/>
          </a:p>
        </p:txBody>
      </p:sp>
    </p:spTree>
    <p:extLst>
      <p:ext uri="{BB962C8B-B14F-4D97-AF65-F5344CB8AC3E}">
        <p14:creationId xmlns:p14="http://schemas.microsoft.com/office/powerpoint/2010/main" val="48263211"/>
      </p:ext>
    </p:extLst>
  </p:cSld>
  <p:clrMapOvr>
    <a:masterClrMapping/>
  </p:clrMapOvr>
  <p:transition>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3E7E635-6F01-4630-B054-6C807AAE1CFF}" type="slidenum">
              <a:rPr lang="en-US" altLang="zh-CN"/>
              <a:pPr>
                <a:defRPr/>
              </a:pPr>
              <a:t>‹#›</a:t>
            </a:fld>
            <a:endParaRPr lang="en-US" altLang="zh-CN"/>
          </a:p>
        </p:txBody>
      </p:sp>
    </p:spTree>
    <p:extLst>
      <p:ext uri="{BB962C8B-B14F-4D97-AF65-F5344CB8AC3E}">
        <p14:creationId xmlns:p14="http://schemas.microsoft.com/office/powerpoint/2010/main" val="1060507091"/>
      </p:ext>
    </p:extLst>
  </p:cSld>
  <p:clrMapOvr>
    <a:masterClrMapping/>
  </p:clrMapOvr>
  <p:transition>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8305B5D-2D9A-440D-BABC-C6EACA7EEBD1}" type="slidenum">
              <a:rPr lang="en-US" altLang="zh-CN"/>
              <a:pPr>
                <a:defRPr/>
              </a:pPr>
              <a:t>‹#›</a:t>
            </a:fld>
            <a:endParaRPr lang="en-US" altLang="zh-CN"/>
          </a:p>
        </p:txBody>
      </p:sp>
    </p:spTree>
    <p:extLst>
      <p:ext uri="{BB962C8B-B14F-4D97-AF65-F5344CB8AC3E}">
        <p14:creationId xmlns:p14="http://schemas.microsoft.com/office/powerpoint/2010/main" val="1417537939"/>
      </p:ext>
    </p:extLst>
  </p:cSld>
  <p:clrMapOvr>
    <a:masterClrMapping/>
  </p:clrMapOvr>
  <p:transition>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2E23690B-3247-46B8-AA16-88615048440D}" type="slidenum">
              <a:rPr lang="en-US" altLang="zh-CN"/>
              <a:pPr>
                <a:defRPr/>
              </a:pPr>
              <a:t>‹#›</a:t>
            </a:fld>
            <a:endParaRPr lang="en-US" altLang="zh-CN"/>
          </a:p>
        </p:txBody>
      </p:sp>
    </p:spTree>
    <p:extLst>
      <p:ext uri="{BB962C8B-B14F-4D97-AF65-F5344CB8AC3E}">
        <p14:creationId xmlns:p14="http://schemas.microsoft.com/office/powerpoint/2010/main" val="1118497920"/>
      </p:ext>
    </p:extLst>
  </p:cSld>
  <p:clrMapOvr>
    <a:masterClrMapping/>
  </p:clrMapOvr>
  <p:transition>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E571B73-4788-49E2-9CCD-4B01CC6FE895}" type="slidenum">
              <a:rPr lang="en-US" altLang="zh-CN"/>
              <a:pPr>
                <a:defRPr/>
              </a:pPr>
              <a:t>‹#›</a:t>
            </a:fld>
            <a:endParaRPr lang="en-US" altLang="zh-CN"/>
          </a:p>
        </p:txBody>
      </p:sp>
    </p:spTree>
    <p:extLst>
      <p:ext uri="{BB962C8B-B14F-4D97-AF65-F5344CB8AC3E}">
        <p14:creationId xmlns:p14="http://schemas.microsoft.com/office/powerpoint/2010/main" val="3167512428"/>
      </p:ext>
    </p:extLst>
  </p:cSld>
  <p:clrMapOvr>
    <a:masterClrMapping/>
  </p:clrMapOvr>
  <p:transition>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C575A81-E3D9-4222-ADD2-019641A5FD5E}" type="slidenum">
              <a:rPr lang="en-US" altLang="zh-CN"/>
              <a:pPr>
                <a:defRPr/>
              </a:pPr>
              <a:t>‹#›</a:t>
            </a:fld>
            <a:endParaRPr lang="en-US" altLang="zh-CN"/>
          </a:p>
        </p:txBody>
      </p:sp>
    </p:spTree>
    <p:extLst>
      <p:ext uri="{BB962C8B-B14F-4D97-AF65-F5344CB8AC3E}">
        <p14:creationId xmlns:p14="http://schemas.microsoft.com/office/powerpoint/2010/main" val="3140221788"/>
      </p:ext>
    </p:extLst>
  </p:cSld>
  <p:clrMapOvr>
    <a:masterClrMapping/>
  </p:clrMapOvr>
  <p:transition>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CA6F652-482C-48C4-BCAF-E99DD1B9026D}" type="slidenum">
              <a:rPr lang="en-US" altLang="zh-CN"/>
              <a:pPr>
                <a:defRPr/>
              </a:pPr>
              <a:t>‹#›</a:t>
            </a:fld>
            <a:endParaRPr lang="en-US" altLang="zh-CN"/>
          </a:p>
        </p:txBody>
      </p:sp>
    </p:spTree>
    <p:extLst>
      <p:ext uri="{BB962C8B-B14F-4D97-AF65-F5344CB8AC3E}">
        <p14:creationId xmlns:p14="http://schemas.microsoft.com/office/powerpoint/2010/main" val="3161458759"/>
      </p:ext>
    </p:extLst>
  </p:cSld>
  <p:clrMapOvr>
    <a:masterClrMapping/>
  </p:clrMapOvr>
  <p:transition>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4CA7FE-082B-404F-995C-B1A1B42D435E}" type="slidenum">
              <a:rPr lang="en-US" altLang="zh-CN"/>
              <a:pPr>
                <a:defRPr/>
              </a:pPr>
              <a:t>‹#›</a:t>
            </a:fld>
            <a:endParaRPr lang="en-US" altLang="zh-CN"/>
          </a:p>
        </p:txBody>
      </p:sp>
    </p:spTree>
    <p:extLst>
      <p:ext uri="{BB962C8B-B14F-4D97-AF65-F5344CB8AC3E}">
        <p14:creationId xmlns:p14="http://schemas.microsoft.com/office/powerpoint/2010/main" val="4102266524"/>
      </p:ext>
    </p:extLst>
  </p:cSld>
  <p:clrMapOvr>
    <a:masterClrMapping/>
  </p:clrMapOvr>
  <p:transition>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D5446B5-4C40-434E-9597-6E75D05BE6CE}" type="slidenum">
              <a:rPr lang="en-US" altLang="zh-CN"/>
              <a:pPr>
                <a:defRPr/>
              </a:pPr>
              <a:t>‹#›</a:t>
            </a:fld>
            <a:endParaRPr lang="en-US" altLang="zh-CN"/>
          </a:p>
        </p:txBody>
      </p:sp>
    </p:spTree>
    <p:extLst>
      <p:ext uri="{BB962C8B-B14F-4D97-AF65-F5344CB8AC3E}">
        <p14:creationId xmlns:p14="http://schemas.microsoft.com/office/powerpoint/2010/main" val="814820139"/>
      </p:ext>
    </p:extLst>
  </p:cSld>
  <p:clrMapOvr>
    <a:masterClrMapping/>
  </p:clrMapOvr>
  <p:transition>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Arial" pitchFamily="34" charset="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Arial" pitchFamily="34"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Arial" pitchFamily="34" charset="0"/>
                <a:ea typeface="宋体" pitchFamily="2" charset="-122"/>
              </a:defRPr>
            </a:lvl1pPr>
          </a:lstStyle>
          <a:p>
            <a:pPr>
              <a:defRPr/>
            </a:pPr>
            <a:fld id="{4AD20151-058C-4774-BA73-1E276B201F7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sh dir="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1.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wmf"/><Relationship Id="rId5" Type="http://schemas.openxmlformats.org/officeDocument/2006/relationships/oleObject" Target="../embeddings/oleObject10.bin"/><Relationship Id="rId10" Type="http://schemas.openxmlformats.org/officeDocument/2006/relationships/image" Target="../media/image4.wmf"/><Relationship Id="rId4" Type="http://schemas.openxmlformats.org/officeDocument/2006/relationships/image" Target="../media/image8.wmf"/><Relationship Id="rId9"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1.wmf"/><Relationship Id="rId5" Type="http://schemas.openxmlformats.org/officeDocument/2006/relationships/oleObject" Target="../embeddings/oleObject15.bin"/><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wmf"/><Relationship Id="rId5" Type="http://schemas.openxmlformats.org/officeDocument/2006/relationships/oleObject" Target="../embeddings/oleObject18.bin"/><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16.wmf"/><Relationship Id="rId5" Type="http://schemas.openxmlformats.org/officeDocument/2006/relationships/oleObject" Target="../embeddings/oleObject21.bin"/><Relationship Id="rId4" Type="http://schemas.openxmlformats.org/officeDocument/2006/relationships/image" Target="../media/image15.wmf"/></Relationships>
</file>

<file path=ppt/slides/_rels/slide15.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8.bin"/><Relationship Id="rId18" Type="http://schemas.openxmlformats.org/officeDocument/2006/relationships/image" Target="../media/image24.wmf"/><Relationship Id="rId3" Type="http://schemas.openxmlformats.org/officeDocument/2006/relationships/oleObject" Target="../embeddings/oleObject23.bin"/><Relationship Id="rId21" Type="http://schemas.openxmlformats.org/officeDocument/2006/relationships/oleObject" Target="../embeddings/oleObject32.bin"/><Relationship Id="rId7" Type="http://schemas.openxmlformats.org/officeDocument/2006/relationships/oleObject" Target="../embeddings/oleObject25.bin"/><Relationship Id="rId12" Type="http://schemas.openxmlformats.org/officeDocument/2006/relationships/image" Target="../media/image21.wmf"/><Relationship Id="rId17" Type="http://schemas.openxmlformats.org/officeDocument/2006/relationships/oleObject" Target="../embeddings/oleObject30.bin"/><Relationship Id="rId2" Type="http://schemas.openxmlformats.org/officeDocument/2006/relationships/slideLayout" Target="../slideLayouts/slideLayout7.xml"/><Relationship Id="rId16" Type="http://schemas.openxmlformats.org/officeDocument/2006/relationships/image" Target="../media/image23.wmf"/><Relationship Id="rId20" Type="http://schemas.openxmlformats.org/officeDocument/2006/relationships/image" Target="../media/image25.wmf"/><Relationship Id="rId1" Type="http://schemas.openxmlformats.org/officeDocument/2006/relationships/vmlDrawing" Target="../drawings/vmlDrawing12.vml"/><Relationship Id="rId6" Type="http://schemas.openxmlformats.org/officeDocument/2006/relationships/image" Target="../media/image18.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20.wmf"/><Relationship Id="rId19" Type="http://schemas.openxmlformats.org/officeDocument/2006/relationships/oleObject" Target="../embeddings/oleObject31.bin"/><Relationship Id="rId4" Type="http://schemas.openxmlformats.org/officeDocument/2006/relationships/image" Target="../media/image17.wmf"/><Relationship Id="rId9" Type="http://schemas.openxmlformats.org/officeDocument/2006/relationships/oleObject" Target="../embeddings/oleObject26.bin"/><Relationship Id="rId14" Type="http://schemas.openxmlformats.org/officeDocument/2006/relationships/image" Target="../media/image22.wmf"/><Relationship Id="rId22" Type="http://schemas.openxmlformats.org/officeDocument/2006/relationships/image" Target="../media/image26.wmf"/></Relationships>
</file>

<file path=ppt/slides/_rels/slide16.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image" Target="../media/image32.png"/><Relationship Id="rId3" Type="http://schemas.openxmlformats.org/officeDocument/2006/relationships/image" Target="../media/image30.png"/><Relationship Id="rId7" Type="http://schemas.openxmlformats.org/officeDocument/2006/relationships/oleObject" Target="../embeddings/oleObject34.bin"/><Relationship Id="rId12"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17.wmf"/><Relationship Id="rId11" Type="http://schemas.openxmlformats.org/officeDocument/2006/relationships/oleObject" Target="../embeddings/oleObject36.bin"/><Relationship Id="rId5" Type="http://schemas.openxmlformats.org/officeDocument/2006/relationships/oleObject" Target="../embeddings/oleObject33.bin"/><Relationship Id="rId10" Type="http://schemas.openxmlformats.org/officeDocument/2006/relationships/image" Target="../media/image28.wmf"/><Relationship Id="rId4" Type="http://schemas.openxmlformats.org/officeDocument/2006/relationships/image" Target="../media/image31.png"/><Relationship Id="rId9" Type="http://schemas.openxmlformats.org/officeDocument/2006/relationships/oleObject" Target="../embeddings/oleObject35.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4.wmf"/><Relationship Id="rId5" Type="http://schemas.openxmlformats.org/officeDocument/2006/relationships/oleObject" Target="../embeddings/oleObject38.bin"/><Relationship Id="rId4" Type="http://schemas.openxmlformats.org/officeDocument/2006/relationships/image" Target="../media/image33.wmf"/></Relationships>
</file>

<file path=ppt/slides/_rels/slide1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6.wmf"/><Relationship Id="rId5" Type="http://schemas.openxmlformats.org/officeDocument/2006/relationships/oleObject" Target="../embeddings/oleObject40.bin"/><Relationship Id="rId4" Type="http://schemas.openxmlformats.org/officeDocument/2006/relationships/image" Target="../media/image35.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33.wmf"/><Relationship Id="rId5" Type="http://schemas.openxmlformats.org/officeDocument/2006/relationships/oleObject" Target="../embeddings/oleObject43.bin"/><Relationship Id="rId4" Type="http://schemas.openxmlformats.org/officeDocument/2006/relationships/image" Target="../media/image37.wmf"/></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7.xml"/><Relationship Id="rId1" Type="http://schemas.openxmlformats.org/officeDocument/2006/relationships/vmlDrawing" Target="../drawings/vmlDrawing17.vml"/><Relationship Id="rId5" Type="http://schemas.openxmlformats.org/officeDocument/2006/relationships/image" Target="../media/image38.wmf"/><Relationship Id="rId4" Type="http://schemas.openxmlformats.org/officeDocument/2006/relationships/oleObject" Target="../embeddings/oleObject44.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3.wmf"/><Relationship Id="rId5" Type="http://schemas.openxmlformats.org/officeDocument/2006/relationships/oleObject" Target="../embeddings/oleObject46.bin"/><Relationship Id="rId4" Type="http://schemas.openxmlformats.org/officeDocument/2006/relationships/image" Target="../media/image37.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37.wmf"/></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37.wmf"/><Relationship Id="rId4" Type="http://schemas.openxmlformats.org/officeDocument/2006/relationships/oleObject" Target="../embeddings/oleObject48.bin"/></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37.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37.wmf"/><Relationship Id="rId5" Type="http://schemas.openxmlformats.org/officeDocument/2006/relationships/oleObject" Target="../embeddings/oleObject51.bin"/><Relationship Id="rId4" Type="http://schemas.openxmlformats.org/officeDocument/2006/relationships/image" Target="../media/image33.wmf"/></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oleObject" Target="../embeddings/oleObject52.bin"/><Relationship Id="rId7" Type="http://schemas.openxmlformats.org/officeDocument/2006/relationships/image" Target="../media/image55.png"/><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57.wmf"/><Relationship Id="rId5" Type="http://schemas.openxmlformats.org/officeDocument/2006/relationships/oleObject" Target="../embeddings/oleObject54.bin"/><Relationship Id="rId4" Type="http://schemas.openxmlformats.org/officeDocument/2006/relationships/image" Target="../media/image52.wmf"/></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69.wmf"/><Relationship Id="rId3" Type="http://schemas.openxmlformats.org/officeDocument/2006/relationships/image" Target="../media/image59.png"/><Relationship Id="rId7" Type="http://schemas.openxmlformats.org/officeDocument/2006/relationships/image" Target="../media/image71.png"/><Relationship Id="rId12"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7.png"/><Relationship Id="rId10" Type="http://schemas.openxmlformats.org/officeDocument/2006/relationships/image" Target="../media/image74.png"/><Relationship Id="rId4" Type="http://schemas.openxmlformats.org/officeDocument/2006/relationships/image" Target="../media/image60.png"/><Relationship Id="rId9" Type="http://schemas.openxmlformats.org/officeDocument/2006/relationships/image" Target="../media/image73.png"/></Relationships>
</file>

<file path=ppt/slides/_rels/slide72.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9.png"/><Relationship Id="rId3" Type="http://schemas.openxmlformats.org/officeDocument/2006/relationships/image" Target="../media/image59.png"/><Relationship Id="rId7" Type="http://schemas.openxmlformats.org/officeDocument/2006/relationships/image" Target="../media/image64.png"/><Relationship Id="rId12" Type="http://schemas.openxmlformats.org/officeDocument/2006/relationships/image" Target="../media/image78.png"/><Relationship Id="rId17" Type="http://schemas.openxmlformats.org/officeDocument/2006/relationships/image" Target="../media/image76.wmf"/><Relationship Id="rId2" Type="http://schemas.openxmlformats.org/officeDocument/2006/relationships/slideLayout" Target="../slideLayouts/slideLayout7.xml"/><Relationship Id="rId16" Type="http://schemas.openxmlformats.org/officeDocument/2006/relationships/oleObject" Target="../embeddings/oleObject56.bin"/><Relationship Id="rId1" Type="http://schemas.openxmlformats.org/officeDocument/2006/relationships/vmlDrawing" Target="../drawings/vmlDrawing26.vml"/><Relationship Id="rId6" Type="http://schemas.openxmlformats.org/officeDocument/2006/relationships/image" Target="../media/image63.png"/><Relationship Id="rId11" Type="http://schemas.openxmlformats.org/officeDocument/2006/relationships/image" Target="../media/image77.png"/><Relationship Id="rId5" Type="http://schemas.openxmlformats.org/officeDocument/2006/relationships/image" Target="../media/image62.png"/><Relationship Id="rId15" Type="http://schemas.openxmlformats.org/officeDocument/2006/relationships/image" Target="../media/image81.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80.png"/></Relationships>
</file>

<file path=ppt/slides/_rels/slide7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7.png"/><Relationship Id="rId7" Type="http://schemas.openxmlformats.org/officeDocument/2006/relationships/image" Target="../media/image81.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64.png"/><Relationship Id="rId4" Type="http://schemas.openxmlformats.org/officeDocument/2006/relationships/image" Target="../media/image63.png"/></Relationships>
</file>

<file path=ppt/slides/_rels/slide7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86.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85.png"/><Relationship Id="rId5" Type="http://schemas.openxmlformats.org/officeDocument/2006/relationships/image" Target="../media/image62.png"/><Relationship Id="rId10" Type="http://schemas.openxmlformats.org/officeDocument/2006/relationships/image" Target="../media/image84.png"/><Relationship Id="rId4" Type="http://schemas.openxmlformats.org/officeDocument/2006/relationships/image" Target="../media/image61.png"/><Relationship Id="rId9" Type="http://schemas.openxmlformats.org/officeDocument/2006/relationships/image" Target="../media/image83.png"/></Relationships>
</file>

<file path=ppt/slides/_rels/slide75.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85.png"/></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89.wmf"/><Relationship Id="rId5" Type="http://schemas.openxmlformats.org/officeDocument/2006/relationships/oleObject" Target="../embeddings/oleObject58.bin"/><Relationship Id="rId4" Type="http://schemas.openxmlformats.org/officeDocument/2006/relationships/image" Target="../media/image88.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90.wmf"/><Relationship Id="rId5" Type="http://schemas.openxmlformats.org/officeDocument/2006/relationships/oleObject" Target="../embeddings/oleObject60.bin"/><Relationship Id="rId4" Type="http://schemas.openxmlformats.org/officeDocument/2006/relationships/image" Target="../media/image17.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92.wmf"/><Relationship Id="rId5" Type="http://schemas.openxmlformats.org/officeDocument/2006/relationships/oleObject" Target="../embeddings/oleObject62.bin"/><Relationship Id="rId4" Type="http://schemas.openxmlformats.org/officeDocument/2006/relationships/image" Target="../media/image91.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93.wmf"/><Relationship Id="rId5" Type="http://schemas.openxmlformats.org/officeDocument/2006/relationships/oleObject" Target="../embeddings/oleObject64.bin"/><Relationship Id="rId4" Type="http://schemas.openxmlformats.org/officeDocument/2006/relationships/image" Target="../media/image90.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94.wmf"/><Relationship Id="rId5" Type="http://schemas.openxmlformats.org/officeDocument/2006/relationships/oleObject" Target="../embeddings/oleObject66.bin"/><Relationship Id="rId4" Type="http://schemas.openxmlformats.org/officeDocument/2006/relationships/image" Target="../media/image90.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67.bin"/><Relationship Id="rId7" Type="http://schemas.openxmlformats.org/officeDocument/2006/relationships/image" Target="../media/image97.png"/><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96.wmf"/><Relationship Id="rId5" Type="http://schemas.openxmlformats.org/officeDocument/2006/relationships/oleObject" Target="../embeddings/oleObject68.bin"/><Relationship Id="rId4" Type="http://schemas.openxmlformats.org/officeDocument/2006/relationships/image" Target="../media/image95.w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33.vml"/><Relationship Id="rId4" Type="http://schemas.openxmlformats.org/officeDocument/2006/relationships/image" Target="../media/image95.wmf"/></Relationships>
</file>

<file path=ppt/slides/_rels/slide83.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101.wmf"/><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98.wmf"/><Relationship Id="rId11" Type="http://schemas.openxmlformats.org/officeDocument/2006/relationships/oleObject" Target="../embeddings/oleObject74.bin"/><Relationship Id="rId5" Type="http://schemas.openxmlformats.org/officeDocument/2006/relationships/oleObject" Target="../embeddings/oleObject71.bin"/><Relationship Id="rId10" Type="http://schemas.openxmlformats.org/officeDocument/2006/relationships/image" Target="../media/image100.wmf"/><Relationship Id="rId4" Type="http://schemas.openxmlformats.org/officeDocument/2006/relationships/image" Target="../media/image95.wmf"/><Relationship Id="rId9" Type="http://schemas.openxmlformats.org/officeDocument/2006/relationships/oleObject" Target="../embeddings/oleObject73.bin"/></Relationships>
</file>

<file path=ppt/slides/_rels/slide84.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03.wmf"/><Relationship Id="rId5" Type="http://schemas.openxmlformats.org/officeDocument/2006/relationships/oleObject" Target="../embeddings/oleObject76.bin"/><Relationship Id="rId4" Type="http://schemas.openxmlformats.org/officeDocument/2006/relationships/image" Target="../media/image102.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93.wmf"/><Relationship Id="rId5" Type="http://schemas.openxmlformats.org/officeDocument/2006/relationships/oleObject" Target="../embeddings/oleObject79.bin"/><Relationship Id="rId4" Type="http://schemas.openxmlformats.org/officeDocument/2006/relationships/image" Target="../media/image90.wmf"/></Relationships>
</file>

<file path=ppt/slides/_rels/slide8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90.wmf"/><Relationship Id="rId5" Type="http://schemas.openxmlformats.org/officeDocument/2006/relationships/oleObject" Target="../embeddings/oleObject80.bin"/><Relationship Id="rId4" Type="http://schemas.openxmlformats.org/officeDocument/2006/relationships/image" Target="../media/image104.png"/></Relationships>
</file>

<file path=ppt/slides/_rels/slide8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image" Target="../media/image105.png"/><Relationship Id="rId7" Type="http://schemas.openxmlformats.org/officeDocument/2006/relationships/image" Target="../media/image106.wmf"/><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oleObject" Target="../embeddings/oleObject82.bin"/><Relationship Id="rId5" Type="http://schemas.openxmlformats.org/officeDocument/2006/relationships/image" Target="../media/image99.wmf"/><Relationship Id="rId4" Type="http://schemas.openxmlformats.org/officeDocument/2006/relationships/oleObject" Target="../embeddings/oleObject81.bin"/><Relationship Id="rId9" Type="http://schemas.openxmlformats.org/officeDocument/2006/relationships/image" Target="../media/image107.wmf"/></Relationships>
</file>

<file path=ppt/slides/_rels/slide8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8" Type="http://schemas.openxmlformats.org/officeDocument/2006/relationships/image" Target="../media/image111.wmf"/><Relationship Id="rId13" Type="http://schemas.openxmlformats.org/officeDocument/2006/relationships/oleObject" Target="../embeddings/oleObject89.bin"/><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112.wmf"/><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image" Target="../media/image110.wmf"/><Relationship Id="rId11" Type="http://schemas.openxmlformats.org/officeDocument/2006/relationships/oleObject" Target="../embeddings/oleObject88.bin"/><Relationship Id="rId5" Type="http://schemas.openxmlformats.org/officeDocument/2006/relationships/oleObject" Target="../embeddings/oleObject85.bin"/><Relationship Id="rId10" Type="http://schemas.openxmlformats.org/officeDocument/2006/relationships/image" Target="../media/image103.wmf"/><Relationship Id="rId4" Type="http://schemas.openxmlformats.org/officeDocument/2006/relationships/image" Target="../media/image109.wmf"/><Relationship Id="rId9" Type="http://schemas.openxmlformats.org/officeDocument/2006/relationships/oleObject" Target="../embeddings/oleObject87.bin"/><Relationship Id="rId14" Type="http://schemas.openxmlformats.org/officeDocument/2006/relationships/image" Target="../media/image102.wmf"/></Relationships>
</file>

<file path=ppt/slides/_rels/slide92.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111.wmf"/><Relationship Id="rId5" Type="http://schemas.openxmlformats.org/officeDocument/2006/relationships/oleObject" Target="../embeddings/oleObject91.bin"/><Relationship Id="rId4" Type="http://schemas.openxmlformats.org/officeDocument/2006/relationships/image" Target="../media/image110.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09.wmf"/><Relationship Id="rId5" Type="http://schemas.openxmlformats.org/officeDocument/2006/relationships/oleObject" Target="../embeddings/oleObject94.bin"/><Relationship Id="rId4" Type="http://schemas.openxmlformats.org/officeDocument/2006/relationships/image" Target="../media/image102.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7.xml"/><Relationship Id="rId1" Type="http://schemas.openxmlformats.org/officeDocument/2006/relationships/vmlDrawing" Target="../drawings/vmlDrawing42.vml"/><Relationship Id="rId4" Type="http://schemas.openxmlformats.org/officeDocument/2006/relationships/image" Target="../media/image102.wmf"/></Relationships>
</file>

<file path=ppt/slides/_rels/slide9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slideLayout" Target="../slideLayouts/slideLayout7.xml"/><Relationship Id="rId1" Type="http://schemas.openxmlformats.org/officeDocument/2006/relationships/vmlDrawing" Target="../drawings/vmlDrawing43.vml"/><Relationship Id="rId5" Type="http://schemas.openxmlformats.org/officeDocument/2006/relationships/image" Target="../media/image90.wmf"/><Relationship Id="rId4" Type="http://schemas.openxmlformats.org/officeDocument/2006/relationships/oleObject" Target="../embeddings/oleObject96.bin"/></Relationships>
</file>

<file path=ppt/slides/_rels/slide9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107.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5.png"/><Relationship Id="rId7" Type="http://schemas.openxmlformats.org/officeDocument/2006/relationships/image" Target="../media/image121.png"/><Relationship Id="rId2" Type="http://schemas.openxmlformats.org/officeDocument/2006/relationships/image" Target="../media/image117.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108.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95.wmf"/><Relationship Id="rId5" Type="http://schemas.openxmlformats.org/officeDocument/2006/relationships/oleObject" Target="../embeddings/oleObject98.bin"/><Relationship Id="rId10" Type="http://schemas.openxmlformats.org/officeDocument/2006/relationships/image" Target="../media/image124.wmf"/><Relationship Id="rId4" Type="http://schemas.openxmlformats.org/officeDocument/2006/relationships/image" Target="../media/image99.wmf"/><Relationship Id="rId9" Type="http://schemas.openxmlformats.org/officeDocument/2006/relationships/oleObject" Target="../embeddings/oleObject100.bin"/></Relationships>
</file>

<file path=ppt/slides/_rels/slide109.x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image" Target="../media/image128.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26.wmf"/><Relationship Id="rId11" Type="http://schemas.openxmlformats.org/officeDocument/2006/relationships/oleObject" Target="../embeddings/oleObject105.bin"/><Relationship Id="rId5" Type="http://schemas.openxmlformats.org/officeDocument/2006/relationships/oleObject" Target="../embeddings/oleObject102.bin"/><Relationship Id="rId10" Type="http://schemas.openxmlformats.org/officeDocument/2006/relationships/image" Target="../media/image124.wmf"/><Relationship Id="rId4" Type="http://schemas.openxmlformats.org/officeDocument/2006/relationships/image" Target="../media/image125.wmf"/><Relationship Id="rId9" Type="http://schemas.openxmlformats.org/officeDocument/2006/relationships/oleObject" Target="../embeddings/oleObject104.bin"/></Relationships>
</file>

<file path=ppt/slides/_rels/slide110.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28.w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30.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32.wmf"/><Relationship Id="rId4" Type="http://schemas.openxmlformats.org/officeDocument/2006/relationships/image" Target="../media/image129.wmf"/><Relationship Id="rId9" Type="http://schemas.openxmlformats.org/officeDocument/2006/relationships/oleObject" Target="../embeddings/oleObject109.bin"/></Relationships>
</file>

<file path=ppt/slides/_rels/slide111.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115.png"/><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133.wmf"/><Relationship Id="rId5" Type="http://schemas.openxmlformats.org/officeDocument/2006/relationships/oleObject" Target="../embeddings/oleObject111.bin"/><Relationship Id="rId10" Type="http://schemas.openxmlformats.org/officeDocument/2006/relationships/image" Target="../media/image134.wmf"/><Relationship Id="rId4" Type="http://schemas.openxmlformats.org/officeDocument/2006/relationships/image" Target="../media/image122.png"/><Relationship Id="rId9" Type="http://schemas.openxmlformats.org/officeDocument/2006/relationships/oleObject" Target="../embeddings/oleObject113.bin"/></Relationships>
</file>

<file path=ppt/slides/_rels/slide112.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35.wmf"/><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oleObject" Target="../embeddings/oleObject115.bin"/><Relationship Id="rId5" Type="http://schemas.openxmlformats.org/officeDocument/2006/relationships/image" Target="../media/image133.wmf"/><Relationship Id="rId4" Type="http://schemas.openxmlformats.org/officeDocument/2006/relationships/oleObject" Target="../embeddings/oleObject114.bin"/></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oleObject" Target="../embeddings/oleObject116.bin"/><Relationship Id="rId7" Type="http://schemas.openxmlformats.org/officeDocument/2006/relationships/oleObject" Target="../embeddings/oleObject118.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140.wmf"/><Relationship Id="rId5" Type="http://schemas.openxmlformats.org/officeDocument/2006/relationships/oleObject" Target="../embeddings/oleObject117.bin"/><Relationship Id="rId4" Type="http://schemas.openxmlformats.org/officeDocument/2006/relationships/image" Target="../media/image139.wmf"/></Relationships>
</file>

<file path=ppt/slides/_rels/slide117.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45.wmf"/><Relationship Id="rId3" Type="http://schemas.openxmlformats.org/officeDocument/2006/relationships/oleObject" Target="../embeddings/oleObject119.bin"/><Relationship Id="rId7" Type="http://schemas.openxmlformats.org/officeDocument/2006/relationships/image" Target="../media/image146.png"/><Relationship Id="rId12" Type="http://schemas.openxmlformats.org/officeDocument/2006/relationships/oleObject" Target="../embeddings/oleObject122.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143.wmf"/><Relationship Id="rId11" Type="http://schemas.openxmlformats.org/officeDocument/2006/relationships/image" Target="../media/image144.wmf"/><Relationship Id="rId5" Type="http://schemas.openxmlformats.org/officeDocument/2006/relationships/oleObject" Target="../embeddings/oleObject120.bin"/><Relationship Id="rId10" Type="http://schemas.openxmlformats.org/officeDocument/2006/relationships/oleObject" Target="../embeddings/oleObject121.bin"/><Relationship Id="rId4" Type="http://schemas.openxmlformats.org/officeDocument/2006/relationships/image" Target="../media/image142.wmf"/><Relationship Id="rId9" Type="http://schemas.openxmlformats.org/officeDocument/2006/relationships/image" Target="../media/image148.png"/></Relationships>
</file>

<file path=ppt/slides/_rels/slide118.xml.rels><?xml version="1.0" encoding="UTF-8" standalone="yes"?>
<Relationships xmlns="http://schemas.openxmlformats.org/package/2006/relationships"><Relationship Id="rId8" Type="http://schemas.openxmlformats.org/officeDocument/2006/relationships/oleObject" Target="../embeddings/oleObject125.bin"/><Relationship Id="rId3" Type="http://schemas.openxmlformats.org/officeDocument/2006/relationships/oleObject" Target="../embeddings/oleObject123.bin"/><Relationship Id="rId7" Type="http://schemas.openxmlformats.org/officeDocument/2006/relationships/image" Target="../media/image151.png"/><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143.wmf"/><Relationship Id="rId11" Type="http://schemas.openxmlformats.org/officeDocument/2006/relationships/image" Target="../media/image153.png"/><Relationship Id="rId5" Type="http://schemas.openxmlformats.org/officeDocument/2006/relationships/oleObject" Target="../embeddings/oleObject124.bin"/><Relationship Id="rId10" Type="http://schemas.openxmlformats.org/officeDocument/2006/relationships/image" Target="../media/image152.png"/><Relationship Id="rId4" Type="http://schemas.openxmlformats.org/officeDocument/2006/relationships/image" Target="../media/image149.wmf"/><Relationship Id="rId9" Type="http://schemas.openxmlformats.org/officeDocument/2006/relationships/image" Target="../media/image150.wmf"/></Relationships>
</file>

<file path=ppt/slides/_rels/slide119.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oleObject" Target="../embeddings/oleObject126.bin"/><Relationship Id="rId7" Type="http://schemas.openxmlformats.org/officeDocument/2006/relationships/image" Target="../media/image150.wmf"/><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oleObject" Target="../embeddings/oleObject127.bin"/><Relationship Id="rId5" Type="http://schemas.openxmlformats.org/officeDocument/2006/relationships/image" Target="../media/image151.png"/><Relationship Id="rId4" Type="http://schemas.openxmlformats.org/officeDocument/2006/relationships/image" Target="../media/image143.wmf"/><Relationship Id="rId9" Type="http://schemas.openxmlformats.org/officeDocument/2006/relationships/image" Target="../media/image153.png"/></Relationships>
</file>

<file path=ppt/slides/_rels/slide120.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3" Type="http://schemas.openxmlformats.org/officeDocument/2006/relationships/oleObject" Target="../embeddings/oleObject128.bin"/><Relationship Id="rId7" Type="http://schemas.openxmlformats.org/officeDocument/2006/relationships/image" Target="../media/image150.wmf"/><Relationship Id="rId12" Type="http://schemas.openxmlformats.org/officeDocument/2006/relationships/image" Target="../media/image156.png"/><Relationship Id="rId2" Type="http://schemas.openxmlformats.org/officeDocument/2006/relationships/slideLayout" Target="../slideLayouts/slideLayout7.xml"/><Relationship Id="rId16" Type="http://schemas.openxmlformats.org/officeDocument/2006/relationships/image" Target="../media/image160.png"/><Relationship Id="rId1" Type="http://schemas.openxmlformats.org/officeDocument/2006/relationships/vmlDrawing" Target="../drawings/vmlDrawing53.vml"/><Relationship Id="rId6" Type="http://schemas.openxmlformats.org/officeDocument/2006/relationships/oleObject" Target="../embeddings/oleObject129.bin"/><Relationship Id="rId11" Type="http://schemas.openxmlformats.org/officeDocument/2006/relationships/image" Target="../media/image155.png"/><Relationship Id="rId5" Type="http://schemas.openxmlformats.org/officeDocument/2006/relationships/image" Target="../media/image151.png"/><Relationship Id="rId15" Type="http://schemas.openxmlformats.org/officeDocument/2006/relationships/image" Target="../media/image159.png"/><Relationship Id="rId10" Type="http://schemas.openxmlformats.org/officeDocument/2006/relationships/image" Target="../media/image154.wmf"/><Relationship Id="rId4" Type="http://schemas.openxmlformats.org/officeDocument/2006/relationships/image" Target="../media/image143.wmf"/><Relationship Id="rId9" Type="http://schemas.openxmlformats.org/officeDocument/2006/relationships/oleObject" Target="../embeddings/oleObject130.bin"/><Relationship Id="rId14" Type="http://schemas.openxmlformats.org/officeDocument/2006/relationships/image" Target="../media/image158.png"/></Relationships>
</file>

<file path=ppt/slides/_rels/slide121.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3.png"/><Relationship Id="rId3" Type="http://schemas.openxmlformats.org/officeDocument/2006/relationships/oleObject" Target="../embeddings/oleObject131.bin"/><Relationship Id="rId7" Type="http://schemas.openxmlformats.org/officeDocument/2006/relationships/image" Target="../media/image155.png"/><Relationship Id="rId12" Type="http://schemas.openxmlformats.org/officeDocument/2006/relationships/image" Target="../media/image162.png"/><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154.wmf"/><Relationship Id="rId11" Type="http://schemas.openxmlformats.org/officeDocument/2006/relationships/image" Target="../media/image161.png"/><Relationship Id="rId5" Type="http://schemas.openxmlformats.org/officeDocument/2006/relationships/oleObject" Target="../embeddings/oleObject132.bin"/><Relationship Id="rId10" Type="http://schemas.openxmlformats.org/officeDocument/2006/relationships/image" Target="../media/image158.png"/><Relationship Id="rId4" Type="http://schemas.openxmlformats.org/officeDocument/2006/relationships/image" Target="../media/image143.wmf"/><Relationship Id="rId9" Type="http://schemas.openxmlformats.org/officeDocument/2006/relationships/image" Target="../media/image157.png"/><Relationship Id="rId14" Type="http://schemas.openxmlformats.org/officeDocument/2006/relationships/image" Target="../media/image164.png"/></Relationships>
</file>

<file path=ppt/slides/_rels/slide122.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oleObject" Target="../embeddings/oleObject133.bin"/><Relationship Id="rId7" Type="http://schemas.openxmlformats.org/officeDocument/2006/relationships/image" Target="../media/image164.png"/><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161.png"/><Relationship Id="rId5" Type="http://schemas.openxmlformats.org/officeDocument/2006/relationships/image" Target="../media/image156.png"/><Relationship Id="rId10" Type="http://schemas.openxmlformats.org/officeDocument/2006/relationships/image" Target="../media/image167.png"/><Relationship Id="rId4" Type="http://schemas.openxmlformats.org/officeDocument/2006/relationships/image" Target="../media/image143.wmf"/><Relationship Id="rId9" Type="http://schemas.openxmlformats.org/officeDocument/2006/relationships/image" Target="../media/image166.png"/></Relationships>
</file>

<file path=ppt/slides/_rels/slide123.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oleObject" Target="../embeddings/oleObject134.bin"/><Relationship Id="rId7" Type="http://schemas.openxmlformats.org/officeDocument/2006/relationships/image" Target="../media/image168.wmf"/><Relationship Id="rId2" Type="http://schemas.openxmlformats.org/officeDocument/2006/relationships/slideLayout" Target="../slideLayouts/slideLayout7.xml"/><Relationship Id="rId1" Type="http://schemas.openxmlformats.org/officeDocument/2006/relationships/vmlDrawing" Target="../drawings/vmlDrawing56.vml"/><Relationship Id="rId6" Type="http://schemas.openxmlformats.org/officeDocument/2006/relationships/oleObject" Target="../embeddings/oleObject135.bin"/><Relationship Id="rId11" Type="http://schemas.openxmlformats.org/officeDocument/2006/relationships/image" Target="../media/image156.png"/><Relationship Id="rId5" Type="http://schemas.openxmlformats.org/officeDocument/2006/relationships/image" Target="../media/image122.png"/><Relationship Id="rId10" Type="http://schemas.openxmlformats.org/officeDocument/2006/relationships/image" Target="../media/image169.wmf"/><Relationship Id="rId4" Type="http://schemas.openxmlformats.org/officeDocument/2006/relationships/image" Target="../media/image143.wmf"/><Relationship Id="rId9" Type="http://schemas.openxmlformats.org/officeDocument/2006/relationships/oleObject" Target="../embeddings/oleObject136.bin"/></Relationships>
</file>

<file path=ppt/slides/_rels/slide124.xml.rels><?xml version="1.0" encoding="UTF-8" standalone="yes"?>
<Relationships xmlns="http://schemas.openxmlformats.org/package/2006/relationships"><Relationship Id="rId8" Type="http://schemas.openxmlformats.org/officeDocument/2006/relationships/image" Target="../media/image171.png"/><Relationship Id="rId3" Type="http://schemas.openxmlformats.org/officeDocument/2006/relationships/oleObject" Target="../embeddings/oleObject137.bin"/><Relationship Id="rId7" Type="http://schemas.openxmlformats.org/officeDocument/2006/relationships/image" Target="../media/image158.png"/><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image" Target="../media/image156.png"/><Relationship Id="rId5" Type="http://schemas.openxmlformats.org/officeDocument/2006/relationships/image" Target="../media/image170.png"/><Relationship Id="rId10" Type="http://schemas.openxmlformats.org/officeDocument/2006/relationships/image" Target="../media/image173.png"/><Relationship Id="rId4" Type="http://schemas.openxmlformats.org/officeDocument/2006/relationships/image" Target="../media/image143.wmf"/><Relationship Id="rId9" Type="http://schemas.openxmlformats.org/officeDocument/2006/relationships/image" Target="../media/image172.png"/></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Layout" Target="../slideLayouts/slideLayout7.xml"/><Relationship Id="rId1" Type="http://schemas.openxmlformats.org/officeDocument/2006/relationships/vmlDrawing" Target="../drawings/vmlDrawing58.vml"/><Relationship Id="rId4" Type="http://schemas.openxmlformats.org/officeDocument/2006/relationships/image" Target="../media/image143.wmf"/></Relationships>
</file>

<file path=ppt/slides/_rels/slide126.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oleObject" Target="../embeddings/oleObject139.bin"/><Relationship Id="rId7" Type="http://schemas.openxmlformats.org/officeDocument/2006/relationships/image" Target="../media/image177.png"/><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43.wmf"/><Relationship Id="rId9" Type="http://schemas.openxmlformats.org/officeDocument/2006/relationships/image" Target="../media/image156.png"/></Relationships>
</file>

<file path=ppt/slides/_rels/slide128.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40.bin"/><Relationship Id="rId7" Type="http://schemas.openxmlformats.org/officeDocument/2006/relationships/image" Target="../media/image180.png"/><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43.wmf"/></Relationships>
</file>

<file path=ppt/slides/_rels/slide130.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81.png"/><Relationship Id="rId7" Type="http://schemas.openxmlformats.org/officeDocument/2006/relationships/image" Target="../media/image145.wmf"/><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oleObject" Target="../embeddings/oleObject142.bin"/><Relationship Id="rId5" Type="http://schemas.openxmlformats.org/officeDocument/2006/relationships/image" Target="../media/image144.wmf"/><Relationship Id="rId4" Type="http://schemas.openxmlformats.org/officeDocument/2006/relationships/oleObject" Target="../embeddings/oleObject141.bin"/></Relationships>
</file>

<file path=ppt/slides/_rels/slide13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7.xml"/><Relationship Id="rId4" Type="http://schemas.openxmlformats.org/officeDocument/2006/relationships/image" Target="../media/image183.png"/></Relationships>
</file>

<file path=ppt/slides/_rels/slide13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7.xml"/><Relationship Id="rId5" Type="http://schemas.openxmlformats.org/officeDocument/2006/relationships/image" Target="../media/image184.png"/><Relationship Id="rId4" Type="http://schemas.openxmlformats.org/officeDocument/2006/relationships/image" Target="../media/image183.png"/></Relationships>
</file>

<file path=ppt/slides/_rels/slide133.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2.png"/><Relationship Id="rId7" Type="http://schemas.openxmlformats.org/officeDocument/2006/relationships/image" Target="../media/image186.png"/><Relationship Id="rId2" Type="http://schemas.openxmlformats.org/officeDocument/2006/relationships/image" Target="../media/image181.png"/><Relationship Id="rId1" Type="http://schemas.openxmlformats.org/officeDocument/2006/relationships/slideLayout" Target="../slideLayouts/slideLayout7.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 Id="rId9" Type="http://schemas.openxmlformats.org/officeDocument/2006/relationships/image" Target="../media/image188.png"/></Relationships>
</file>

<file path=ppt/slides/_rels/slide134.x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oleObject" Target="../embeddings/oleObject143.bin"/><Relationship Id="rId7" Type="http://schemas.openxmlformats.org/officeDocument/2006/relationships/oleObject" Target="../embeddings/oleObject145.bin"/><Relationship Id="rId12" Type="http://schemas.openxmlformats.org/officeDocument/2006/relationships/image" Target="../media/image193.wmf"/><Relationship Id="rId2" Type="http://schemas.openxmlformats.org/officeDocument/2006/relationships/slideLayout" Target="../slideLayouts/slideLayout7.xml"/><Relationship Id="rId1" Type="http://schemas.openxmlformats.org/officeDocument/2006/relationships/vmlDrawing" Target="../drawings/vmlDrawing62.vml"/><Relationship Id="rId6" Type="http://schemas.openxmlformats.org/officeDocument/2006/relationships/image" Target="../media/image190.wmf"/><Relationship Id="rId11" Type="http://schemas.openxmlformats.org/officeDocument/2006/relationships/oleObject" Target="../embeddings/oleObject147.bin"/><Relationship Id="rId5" Type="http://schemas.openxmlformats.org/officeDocument/2006/relationships/oleObject" Target="../embeddings/oleObject144.bin"/><Relationship Id="rId10" Type="http://schemas.openxmlformats.org/officeDocument/2006/relationships/image" Target="../media/image192.wmf"/><Relationship Id="rId4" Type="http://schemas.openxmlformats.org/officeDocument/2006/relationships/image" Target="../media/image189.wmf"/><Relationship Id="rId9" Type="http://schemas.openxmlformats.org/officeDocument/2006/relationships/oleObject" Target="../embeddings/oleObject146.bin"/></Relationships>
</file>

<file path=ppt/slides/_rels/slide135.xml.rels><?xml version="1.0" encoding="UTF-8" standalone="yes"?>
<Relationships xmlns="http://schemas.openxmlformats.org/package/2006/relationships"><Relationship Id="rId8" Type="http://schemas.openxmlformats.org/officeDocument/2006/relationships/image" Target="../media/image196.wmf"/><Relationship Id="rId13" Type="http://schemas.openxmlformats.org/officeDocument/2006/relationships/oleObject" Target="../embeddings/oleObject153.bin"/><Relationship Id="rId3" Type="http://schemas.openxmlformats.org/officeDocument/2006/relationships/oleObject" Target="../embeddings/oleObject148.bin"/><Relationship Id="rId7" Type="http://schemas.openxmlformats.org/officeDocument/2006/relationships/oleObject" Target="../embeddings/oleObject150.bin"/><Relationship Id="rId12" Type="http://schemas.openxmlformats.org/officeDocument/2006/relationships/image" Target="../media/image189.wmf"/><Relationship Id="rId2" Type="http://schemas.openxmlformats.org/officeDocument/2006/relationships/slideLayout" Target="../slideLayouts/slideLayout7.xml"/><Relationship Id="rId1" Type="http://schemas.openxmlformats.org/officeDocument/2006/relationships/vmlDrawing" Target="../drawings/vmlDrawing63.vml"/><Relationship Id="rId6" Type="http://schemas.openxmlformats.org/officeDocument/2006/relationships/image" Target="../media/image195.wmf"/><Relationship Id="rId11" Type="http://schemas.openxmlformats.org/officeDocument/2006/relationships/oleObject" Target="../embeddings/oleObject152.bin"/><Relationship Id="rId5" Type="http://schemas.openxmlformats.org/officeDocument/2006/relationships/oleObject" Target="../embeddings/oleObject149.bin"/><Relationship Id="rId10" Type="http://schemas.openxmlformats.org/officeDocument/2006/relationships/image" Target="../media/image197.wmf"/><Relationship Id="rId4" Type="http://schemas.openxmlformats.org/officeDocument/2006/relationships/image" Target="../media/image194.wmf"/><Relationship Id="rId9" Type="http://schemas.openxmlformats.org/officeDocument/2006/relationships/oleObject" Target="../embeddings/oleObject151.bin"/><Relationship Id="rId14" Type="http://schemas.openxmlformats.org/officeDocument/2006/relationships/image" Target="../media/image19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1187450" y="704850"/>
            <a:ext cx="698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cs typeface="Times New Roman" pitchFamily="18" charset="0"/>
              </a:rPr>
              <a:t>9 Partial differential equations (</a:t>
            </a:r>
            <a:r>
              <a:rPr kumimoji="1" lang="en-US" altLang="zh-CN" sz="3600" b="1">
                <a:solidFill>
                  <a:srgbClr val="FF0000"/>
                </a:solidFill>
                <a:latin typeface="Times New Roman" pitchFamily="18" charset="0"/>
              </a:rPr>
              <a:t>PDE</a:t>
            </a:r>
            <a:r>
              <a:rPr kumimoji="1" lang="en-US" altLang="zh-CN" sz="3200" b="1">
                <a:solidFill>
                  <a:srgbClr val="000000"/>
                </a:solidFill>
                <a:latin typeface="Times New Roman" pitchFamily="18" charset="0"/>
                <a:cs typeface="Times New Roman" pitchFamily="18" charset="0"/>
              </a:rPr>
              <a:t>)</a:t>
            </a:r>
          </a:p>
        </p:txBody>
      </p:sp>
      <p:sp>
        <p:nvSpPr>
          <p:cNvPr id="2051" name="Text Box 3"/>
          <p:cNvSpPr txBox="1">
            <a:spLocks noChangeArrowheads="1"/>
          </p:cNvSpPr>
          <p:nvPr/>
        </p:nvSpPr>
        <p:spPr bwMode="auto">
          <a:xfrm>
            <a:off x="228600" y="1600200"/>
            <a:ext cx="8686800"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In this section we shall concentrate on the numerical solution of second order linear partial differential equations.</a:t>
            </a:r>
            <a:r>
              <a:rPr kumimoji="1" lang="en-US" altLang="zh-CN" sz="2800" b="1">
                <a:latin typeface="Times New Roman" pitchFamily="18" charset="0"/>
              </a:rPr>
              <a:t> </a:t>
            </a:r>
          </a:p>
        </p:txBody>
      </p:sp>
      <p:sp>
        <p:nvSpPr>
          <p:cNvPr id="3076" name="Text Box 4"/>
          <p:cNvSpPr txBox="1">
            <a:spLocks noChangeArrowheads="1"/>
          </p:cNvSpPr>
          <p:nvPr/>
        </p:nvSpPr>
        <p:spPr bwMode="auto">
          <a:xfrm>
            <a:off x="684213" y="3716338"/>
            <a:ext cx="62404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cs typeface="Times New Roman" pitchFamily="18" charset="0"/>
              </a:rPr>
              <a:t> Partial differential equations in physics</a:t>
            </a:r>
            <a:endParaRPr kumimoji="1" lang="en-US" altLang="zh-CN" sz="2800">
              <a:latin typeface="Times New Roman" pitchFamily="18" charset="0"/>
            </a:endParaRPr>
          </a:p>
        </p:txBody>
      </p:sp>
      <p:graphicFrame>
        <p:nvGraphicFramePr>
          <p:cNvPr id="3077" name="Object 5"/>
          <p:cNvGraphicFramePr>
            <a:graphicFrameLocks noChangeAspect="1"/>
          </p:cNvGraphicFramePr>
          <p:nvPr/>
        </p:nvGraphicFramePr>
        <p:xfrm>
          <a:off x="1692275" y="4652963"/>
          <a:ext cx="2209800" cy="631825"/>
        </p:xfrm>
        <a:graphic>
          <a:graphicData uri="http://schemas.openxmlformats.org/presentationml/2006/ole">
            <mc:AlternateContent xmlns:mc="http://schemas.openxmlformats.org/markup-compatibility/2006">
              <mc:Choice xmlns:v="urn:schemas-microsoft-com:vml" Requires="v">
                <p:oleObj spid="_x0000_s2112" r:id="rId3" imgW="698500" imgH="228600" progId="Equation.3">
                  <p:embed/>
                </p:oleObj>
              </mc:Choice>
              <mc:Fallback>
                <p:oleObj r:id="rId3" imgW="6985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4652963"/>
                        <a:ext cx="22098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8" name="Text Box 6"/>
          <p:cNvSpPr txBox="1">
            <a:spLocks noChangeArrowheads="1"/>
          </p:cNvSpPr>
          <p:nvPr/>
        </p:nvSpPr>
        <p:spPr bwMode="auto">
          <a:xfrm>
            <a:off x="4643438" y="4797425"/>
            <a:ext cx="32877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 Laplace equation</a:t>
            </a:r>
            <a:r>
              <a:rPr kumimoji="1" lang="en-US" altLang="zh-CN" sz="3200" b="1">
                <a:latin typeface="Times New Roman" pitchFamily="18" charset="0"/>
              </a:rPr>
              <a:t> </a:t>
            </a:r>
          </a:p>
        </p:txBody>
      </p:sp>
      <p:graphicFrame>
        <p:nvGraphicFramePr>
          <p:cNvPr id="3079" name="Object 7"/>
          <p:cNvGraphicFramePr>
            <a:graphicFrameLocks noChangeAspect="1"/>
          </p:cNvGraphicFramePr>
          <p:nvPr/>
        </p:nvGraphicFramePr>
        <p:xfrm>
          <a:off x="1473200" y="5494338"/>
          <a:ext cx="2667000" cy="1319212"/>
        </p:xfrm>
        <a:graphic>
          <a:graphicData uri="http://schemas.openxmlformats.org/presentationml/2006/ole">
            <mc:AlternateContent xmlns:mc="http://schemas.openxmlformats.org/markup-compatibility/2006">
              <mc:Choice xmlns:v="urn:schemas-microsoft-com:vml" Requires="v">
                <p:oleObj spid="_x0000_s2113" r:id="rId5" imgW="927100" imgH="457200" progId="Equation.3">
                  <p:embed/>
                </p:oleObj>
              </mc:Choice>
              <mc:Fallback>
                <p:oleObj r:id="rId5" imgW="927100" imgH="457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3200" y="5494338"/>
                        <a:ext cx="2667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 calcmode="lin" valueType="num">
                                      <p:cBhvr additive="base">
                                        <p:cTn id="7" dur="500" fill="hold"/>
                                        <p:tgtEl>
                                          <p:spTgt spid="3076"/>
                                        </p:tgtEl>
                                        <p:attrNameLst>
                                          <p:attrName>ppt_x</p:attrName>
                                        </p:attrNameLst>
                                      </p:cBhvr>
                                      <p:tavLst>
                                        <p:tav tm="0">
                                          <p:val>
                                            <p:strVal val="0-#ppt_w/2"/>
                                          </p:val>
                                        </p:tav>
                                        <p:tav tm="100000">
                                          <p:val>
                                            <p:strVal val="#ppt_x"/>
                                          </p:val>
                                        </p:tav>
                                      </p:tavLst>
                                    </p:anim>
                                    <p:anim calcmode="lin" valueType="num">
                                      <p:cBhvr additive="base">
                                        <p:cTn id="8" dur="500" fill="hold"/>
                                        <p:tgtEl>
                                          <p:spTgt spid="30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77"/>
                                        </p:tgtEl>
                                        <p:attrNameLst>
                                          <p:attrName>style.visibility</p:attrName>
                                        </p:attrNameLst>
                                      </p:cBhvr>
                                      <p:to>
                                        <p:strVal val="visible"/>
                                      </p:to>
                                    </p:set>
                                    <p:anim calcmode="lin" valueType="num">
                                      <p:cBhvr additive="base">
                                        <p:cTn id="13" dur="500" fill="hold"/>
                                        <p:tgtEl>
                                          <p:spTgt spid="3077"/>
                                        </p:tgtEl>
                                        <p:attrNameLst>
                                          <p:attrName>ppt_x</p:attrName>
                                        </p:attrNameLst>
                                      </p:cBhvr>
                                      <p:tavLst>
                                        <p:tav tm="0">
                                          <p:val>
                                            <p:strVal val="0-#ppt_w/2"/>
                                          </p:val>
                                        </p:tav>
                                        <p:tav tm="100000">
                                          <p:val>
                                            <p:strVal val="#ppt_x"/>
                                          </p:val>
                                        </p:tav>
                                      </p:tavLst>
                                    </p:anim>
                                    <p:anim calcmode="lin" valueType="num">
                                      <p:cBhvr additive="base">
                                        <p:cTn id="14" dur="500" fill="hold"/>
                                        <p:tgtEl>
                                          <p:spTgt spid="307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8"/>
                                        </p:tgtEl>
                                        <p:attrNameLst>
                                          <p:attrName>style.visibility</p:attrName>
                                        </p:attrNameLst>
                                      </p:cBhvr>
                                      <p:to>
                                        <p:strVal val="visible"/>
                                      </p:to>
                                    </p:set>
                                    <p:anim calcmode="lin" valueType="num">
                                      <p:cBhvr additive="base">
                                        <p:cTn id="19" dur="500" fill="hold"/>
                                        <p:tgtEl>
                                          <p:spTgt spid="3078"/>
                                        </p:tgtEl>
                                        <p:attrNameLst>
                                          <p:attrName>ppt_x</p:attrName>
                                        </p:attrNameLst>
                                      </p:cBhvr>
                                      <p:tavLst>
                                        <p:tav tm="0">
                                          <p:val>
                                            <p:strVal val="0-#ppt_w/2"/>
                                          </p:val>
                                        </p:tav>
                                        <p:tav tm="100000">
                                          <p:val>
                                            <p:strVal val="#ppt_x"/>
                                          </p:val>
                                        </p:tav>
                                      </p:tavLst>
                                    </p:anim>
                                    <p:anim calcmode="lin" valueType="num">
                                      <p:cBhvr additive="base">
                                        <p:cTn id="20" dur="500" fill="hold"/>
                                        <p:tgtEl>
                                          <p:spTgt spid="307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079"/>
                                        </p:tgtEl>
                                        <p:attrNameLst>
                                          <p:attrName>style.visibility</p:attrName>
                                        </p:attrNameLst>
                                      </p:cBhvr>
                                      <p:to>
                                        <p:strVal val="visible"/>
                                      </p:to>
                                    </p:set>
                                    <p:animEffect transition="in" filter="wipe(left)">
                                      <p:cBhvr>
                                        <p:cTn id="25"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utoUpdateAnimBg="0"/>
      <p:bldP spid="307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nvGraphicFramePr>
        <p:xfrm>
          <a:off x="900113" y="3573463"/>
          <a:ext cx="5937250" cy="1187450"/>
        </p:xfrm>
        <a:graphic>
          <a:graphicData uri="http://schemas.openxmlformats.org/presentationml/2006/ole">
            <mc:AlternateContent xmlns:mc="http://schemas.openxmlformats.org/markup-compatibility/2006">
              <mc:Choice xmlns:v="urn:schemas-microsoft-com:vml" Requires="v">
                <p:oleObj spid="_x0000_s3134" name="公式" r:id="rId3" imgW="1930400" imgH="393700" progId="Equation.3">
                  <p:embed/>
                </p:oleObj>
              </mc:Choice>
              <mc:Fallback>
                <p:oleObj name="公式" r:id="rId3" imgW="19304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573463"/>
                        <a:ext cx="59372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9" name="Text Box 3"/>
          <p:cNvSpPr txBox="1">
            <a:spLocks noChangeArrowheads="1"/>
          </p:cNvSpPr>
          <p:nvPr/>
        </p:nvSpPr>
        <p:spPr bwMode="auto">
          <a:xfrm>
            <a:off x="3563938" y="4986338"/>
            <a:ext cx="4121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The diffusion equation</a:t>
            </a:r>
            <a:r>
              <a:rPr kumimoji="1" lang="en-US" altLang="zh-CN" sz="3200" b="1">
                <a:latin typeface="Times New Roman" pitchFamily="18" charset="0"/>
              </a:rPr>
              <a:t> </a:t>
            </a:r>
          </a:p>
        </p:txBody>
      </p:sp>
      <p:graphicFrame>
        <p:nvGraphicFramePr>
          <p:cNvPr id="3076" name="Object 4"/>
          <p:cNvGraphicFramePr>
            <a:graphicFrameLocks noChangeAspect="1"/>
          </p:cNvGraphicFramePr>
          <p:nvPr/>
        </p:nvGraphicFramePr>
        <p:xfrm>
          <a:off x="1331913" y="908050"/>
          <a:ext cx="4038600" cy="779463"/>
        </p:xfrm>
        <a:graphic>
          <a:graphicData uri="http://schemas.openxmlformats.org/presentationml/2006/ole">
            <mc:AlternateContent xmlns:mc="http://schemas.openxmlformats.org/markup-compatibility/2006">
              <mc:Choice xmlns:v="urn:schemas-microsoft-com:vml" Requires="v">
                <p:oleObj spid="_x0000_s3135" r:id="rId5" imgW="1155700" imgH="228600" progId="Equation.3">
                  <p:embed/>
                </p:oleObj>
              </mc:Choice>
              <mc:Fallback>
                <p:oleObj r:id="rId5" imgW="11557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908050"/>
                        <a:ext cx="40386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1" name="Text Box 5"/>
          <p:cNvSpPr txBox="1">
            <a:spLocks noChangeArrowheads="1"/>
          </p:cNvSpPr>
          <p:nvPr/>
        </p:nvSpPr>
        <p:spPr bwMode="auto">
          <a:xfrm>
            <a:off x="3733800" y="2390775"/>
            <a:ext cx="3886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The Poisson equation</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1"/>
                                        </p:tgtEl>
                                        <p:attrNameLst>
                                          <p:attrName>style.visibility</p:attrName>
                                        </p:attrNameLst>
                                      </p:cBhvr>
                                      <p:to>
                                        <p:strVal val="visible"/>
                                      </p:to>
                                    </p:set>
                                    <p:anim calcmode="lin" valueType="num">
                                      <p:cBhvr additive="base">
                                        <p:cTn id="7" dur="500" fill="hold"/>
                                        <p:tgtEl>
                                          <p:spTgt spid="4101"/>
                                        </p:tgtEl>
                                        <p:attrNameLst>
                                          <p:attrName>ppt_x</p:attrName>
                                        </p:attrNameLst>
                                      </p:cBhvr>
                                      <p:tavLst>
                                        <p:tav tm="0">
                                          <p:val>
                                            <p:strVal val="0-#ppt_w/2"/>
                                          </p:val>
                                        </p:tav>
                                        <p:tav tm="100000">
                                          <p:val>
                                            <p:strVal val="#ppt_x"/>
                                          </p:val>
                                        </p:tav>
                                      </p:tavLst>
                                    </p:anim>
                                    <p:anim calcmode="lin" valueType="num">
                                      <p:cBhvr additive="base">
                                        <p:cTn id="8" dur="500" fill="hold"/>
                                        <p:tgtEl>
                                          <p:spTgt spid="410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 calcmode="lin" valueType="num">
                                      <p:cBhvr additive="base">
                                        <p:cTn id="13" dur="500" fill="hold"/>
                                        <p:tgtEl>
                                          <p:spTgt spid="4098"/>
                                        </p:tgtEl>
                                        <p:attrNameLst>
                                          <p:attrName>ppt_x</p:attrName>
                                        </p:attrNameLst>
                                      </p:cBhvr>
                                      <p:tavLst>
                                        <p:tav tm="0">
                                          <p:val>
                                            <p:strVal val="0-#ppt_w/2"/>
                                          </p:val>
                                        </p:tav>
                                        <p:tav tm="100000">
                                          <p:val>
                                            <p:strVal val="#ppt_x"/>
                                          </p:val>
                                        </p:tav>
                                      </p:tavLst>
                                    </p:anim>
                                    <p:anim calcmode="lin" valueType="num">
                                      <p:cBhvr additive="base">
                                        <p:cTn id="14"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9"/>
                                        </p:tgtEl>
                                        <p:attrNameLst>
                                          <p:attrName>style.visibility</p:attrName>
                                        </p:attrNameLst>
                                      </p:cBhvr>
                                      <p:to>
                                        <p:strVal val="visible"/>
                                      </p:to>
                                    </p:set>
                                    <p:anim calcmode="lin" valueType="num">
                                      <p:cBhvr additive="base">
                                        <p:cTn id="19" dur="500" fill="hold"/>
                                        <p:tgtEl>
                                          <p:spTgt spid="4099"/>
                                        </p:tgtEl>
                                        <p:attrNameLst>
                                          <p:attrName>ppt_x</p:attrName>
                                        </p:attrNameLst>
                                      </p:cBhvr>
                                      <p:tavLst>
                                        <p:tav tm="0">
                                          <p:val>
                                            <p:strVal val="0-#ppt_w/2"/>
                                          </p:val>
                                        </p:tav>
                                        <p:tav tm="100000">
                                          <p:val>
                                            <p:strVal val="#ppt_x"/>
                                          </p:val>
                                        </p:tav>
                                      </p:tavLst>
                                    </p:anim>
                                    <p:anim calcmode="lin" valueType="num">
                                      <p:cBhvr additive="base">
                                        <p:cTn id="20" dur="500" fill="hold"/>
                                        <p:tgtEl>
                                          <p:spTgt spid="40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utoUpdateAnimBg="0"/>
      <p:bldP spid="410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nvGraphicFramePr>
        <p:xfrm>
          <a:off x="971550" y="908050"/>
          <a:ext cx="5086350" cy="1047750"/>
        </p:xfrm>
        <a:graphic>
          <a:graphicData uri="http://schemas.openxmlformats.org/presentationml/2006/ole">
            <mc:AlternateContent xmlns:mc="http://schemas.openxmlformats.org/markup-compatibility/2006">
              <mc:Choice xmlns:v="urn:schemas-microsoft-com:vml" Requires="v">
                <p:oleObj spid="_x0000_s4159" r:id="rId3" imgW="1981200" imgH="419100" progId="Equation.3">
                  <p:embed/>
                </p:oleObj>
              </mc:Choice>
              <mc:Fallback>
                <p:oleObj r:id="rId3" imgW="19812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908050"/>
                        <a:ext cx="50863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3" name="Object 3"/>
          <p:cNvGraphicFramePr>
            <a:graphicFrameLocks noChangeAspect="1"/>
          </p:cNvGraphicFramePr>
          <p:nvPr/>
        </p:nvGraphicFramePr>
        <p:xfrm>
          <a:off x="1547813" y="4005263"/>
          <a:ext cx="3810000" cy="990600"/>
        </p:xfrm>
        <a:graphic>
          <a:graphicData uri="http://schemas.openxmlformats.org/presentationml/2006/ole">
            <mc:AlternateContent xmlns:mc="http://schemas.openxmlformats.org/markup-compatibility/2006">
              <mc:Choice xmlns:v="urn:schemas-microsoft-com:vml" Requires="v">
                <p:oleObj spid="_x0000_s4160" r:id="rId5" imgW="1485900" imgH="393700" progId="Equation.3">
                  <p:embed/>
                </p:oleObj>
              </mc:Choice>
              <mc:Fallback>
                <p:oleObj r:id="rId5" imgW="1485900" imgH="393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4005263"/>
                        <a:ext cx="3810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0" name="Text Box 4"/>
          <p:cNvSpPr txBox="1">
            <a:spLocks noChangeArrowheads="1"/>
          </p:cNvSpPr>
          <p:nvPr/>
        </p:nvSpPr>
        <p:spPr bwMode="auto">
          <a:xfrm>
            <a:off x="3717925" y="27638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kumimoji="1" lang="zh-CN" altLang="zh-CN" sz="2400">
              <a:latin typeface="Times New Roman" pitchFamily="18" charset="0"/>
            </a:endParaRPr>
          </a:p>
        </p:txBody>
      </p:sp>
      <p:sp>
        <p:nvSpPr>
          <p:cNvPr id="5125" name="Text Box 5"/>
          <p:cNvSpPr txBox="1">
            <a:spLocks noChangeArrowheads="1"/>
          </p:cNvSpPr>
          <p:nvPr/>
        </p:nvSpPr>
        <p:spPr bwMode="auto">
          <a:xfrm>
            <a:off x="3563938" y="2805113"/>
            <a:ext cx="34464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The wave equation</a:t>
            </a:r>
            <a:r>
              <a:rPr kumimoji="1" lang="en-US" altLang="zh-CN" sz="3200" b="1">
                <a:latin typeface="Times New Roman" pitchFamily="18" charset="0"/>
              </a:rPr>
              <a:t> </a:t>
            </a:r>
          </a:p>
        </p:txBody>
      </p:sp>
      <p:sp>
        <p:nvSpPr>
          <p:cNvPr id="5126" name="Text Box 6"/>
          <p:cNvSpPr txBox="1">
            <a:spLocks noChangeArrowheads="1"/>
          </p:cNvSpPr>
          <p:nvPr/>
        </p:nvSpPr>
        <p:spPr bwMode="auto">
          <a:xfrm>
            <a:off x="1547813" y="5661025"/>
            <a:ext cx="7362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The time-dependent Schrodinger equation</a:t>
            </a:r>
            <a:r>
              <a:rPr kumimoji="1" lang="en-US" altLang="zh-CN" sz="3200" b="1">
                <a:latin typeface="Times New Roman" pitchFamily="18" charset="0"/>
              </a:rPr>
              <a:t>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fill="hold"/>
                                        <p:tgtEl>
                                          <p:spTgt spid="5125"/>
                                        </p:tgtEl>
                                        <p:attrNameLst>
                                          <p:attrName>ppt_x</p:attrName>
                                        </p:attrNameLst>
                                      </p:cBhvr>
                                      <p:tavLst>
                                        <p:tav tm="0">
                                          <p:val>
                                            <p:strVal val="0-#ppt_w/2"/>
                                          </p:val>
                                        </p:tav>
                                        <p:tav tm="100000">
                                          <p:val>
                                            <p:strVal val="#ppt_x"/>
                                          </p:val>
                                        </p:tav>
                                      </p:tavLst>
                                    </p:anim>
                                    <p:anim calcmode="lin" valueType="num">
                                      <p:cBhvr additive="base">
                                        <p:cTn id="8" dur="500" fill="hold"/>
                                        <p:tgtEl>
                                          <p:spTgt spid="51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123"/>
                                        </p:tgtEl>
                                        <p:attrNameLst>
                                          <p:attrName>style.visibility</p:attrName>
                                        </p:attrNameLst>
                                      </p:cBhvr>
                                      <p:to>
                                        <p:strVal val="visible"/>
                                      </p:to>
                                    </p:set>
                                    <p:anim calcmode="lin" valueType="num">
                                      <p:cBhvr additive="base">
                                        <p:cTn id="13" dur="500" fill="hold"/>
                                        <p:tgtEl>
                                          <p:spTgt spid="5123"/>
                                        </p:tgtEl>
                                        <p:attrNameLst>
                                          <p:attrName>ppt_x</p:attrName>
                                        </p:attrNameLst>
                                      </p:cBhvr>
                                      <p:tavLst>
                                        <p:tav tm="0">
                                          <p:val>
                                            <p:strVal val="0-#ppt_w/2"/>
                                          </p:val>
                                        </p:tav>
                                        <p:tav tm="100000">
                                          <p:val>
                                            <p:strVal val="#ppt_x"/>
                                          </p:val>
                                        </p:tav>
                                      </p:tavLst>
                                    </p:anim>
                                    <p:anim calcmode="lin" valueType="num">
                                      <p:cBhvr additive="base">
                                        <p:cTn id="14" dur="500" fill="hold"/>
                                        <p:tgtEl>
                                          <p:spTgt spid="512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6"/>
                                        </p:tgtEl>
                                        <p:attrNameLst>
                                          <p:attrName>style.visibility</p:attrName>
                                        </p:attrNameLst>
                                      </p:cBhvr>
                                      <p:to>
                                        <p:strVal val="visible"/>
                                      </p:to>
                                    </p:set>
                                    <p:anim calcmode="lin" valueType="num">
                                      <p:cBhvr additive="base">
                                        <p:cTn id="19" dur="500" fill="hold"/>
                                        <p:tgtEl>
                                          <p:spTgt spid="5126"/>
                                        </p:tgtEl>
                                        <p:attrNameLst>
                                          <p:attrName>ppt_x</p:attrName>
                                        </p:attrNameLst>
                                      </p:cBhvr>
                                      <p:tavLst>
                                        <p:tav tm="0">
                                          <p:val>
                                            <p:strVal val="0-#ppt_w/2"/>
                                          </p:val>
                                        </p:tav>
                                        <p:tav tm="100000">
                                          <p:val>
                                            <p:strVal val="#ppt_x"/>
                                          </p:val>
                                        </p:tav>
                                      </p:tavLst>
                                    </p:anim>
                                    <p:anim calcmode="lin" valueType="num">
                                      <p:cBhvr additive="base">
                                        <p:cTn id="20" dur="500" fill="hold"/>
                                        <p:tgtEl>
                                          <p:spTgt spid="5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utoUpdateAnimBg="0"/>
      <p:bldP spid="512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84150" y="2516188"/>
            <a:ext cx="37163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9.2 Poisson equation</a:t>
            </a:r>
          </a:p>
        </p:txBody>
      </p:sp>
      <p:sp>
        <p:nvSpPr>
          <p:cNvPr id="5123" name="Rectangle 3"/>
          <p:cNvSpPr>
            <a:spLocks noChangeArrowheads="1"/>
          </p:cNvSpPr>
          <p:nvPr/>
        </p:nvSpPr>
        <p:spPr bwMode="auto">
          <a:xfrm>
            <a:off x="228600" y="328613"/>
            <a:ext cx="6629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b="1">
                <a:latin typeface="Times New Roman" pitchFamily="18" charset="0"/>
              </a:rPr>
              <a:t>Classification of Second-order </a:t>
            </a:r>
            <a:r>
              <a:rPr kumimoji="1" lang="en-US" altLang="zh-CN" sz="3200" b="1">
                <a:solidFill>
                  <a:srgbClr val="231F20"/>
                </a:solidFill>
                <a:latin typeface="Times New Roman" pitchFamily="18" charset="0"/>
              </a:rPr>
              <a:t>PDEs</a:t>
            </a:r>
            <a:endParaRPr kumimoji="1" lang="en-US" altLang="zh-CN" sz="3200" b="1">
              <a:latin typeface="Times New Roman" pitchFamily="18" charset="0"/>
            </a:endParaRPr>
          </a:p>
        </p:txBody>
      </p:sp>
      <p:sp>
        <p:nvSpPr>
          <p:cNvPr id="5124" name="Text Box 4"/>
          <p:cNvSpPr txBox="1">
            <a:spLocks noChangeArrowheads="1"/>
          </p:cNvSpPr>
          <p:nvPr/>
        </p:nvSpPr>
        <p:spPr bwMode="auto">
          <a:xfrm>
            <a:off x="304800" y="1125538"/>
            <a:ext cx="51831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231F20"/>
                </a:solidFill>
                <a:latin typeface="Times New Roman" pitchFamily="18" charset="0"/>
              </a:rPr>
              <a:t>Analytical Solutions of PDEs</a:t>
            </a:r>
            <a:endParaRPr kumimoji="1" lang="en-US" altLang="zh-CN" sz="3200">
              <a:latin typeface="Times New Roman" pitchFamily="18" charset="0"/>
            </a:endParaRPr>
          </a:p>
        </p:txBody>
      </p:sp>
      <p:sp>
        <p:nvSpPr>
          <p:cNvPr id="5125" name="Text Box 5"/>
          <p:cNvSpPr txBox="1">
            <a:spLocks noChangeArrowheads="1"/>
          </p:cNvSpPr>
          <p:nvPr/>
        </p:nvSpPr>
        <p:spPr bwMode="auto">
          <a:xfrm>
            <a:off x="144463" y="1844675"/>
            <a:ext cx="457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9.1 Laplace equation</a:t>
            </a:r>
            <a:endParaRPr kumimoji="1" lang="en-US" altLang="zh-CN" sz="3200" b="1">
              <a:latin typeface="Times New Roman" pitchFamily="18" charset="0"/>
            </a:endParaRPr>
          </a:p>
        </p:txBody>
      </p:sp>
      <p:sp>
        <p:nvSpPr>
          <p:cNvPr id="5126" name="Text Box 6"/>
          <p:cNvSpPr txBox="1">
            <a:spLocks noChangeArrowheads="1"/>
          </p:cNvSpPr>
          <p:nvPr/>
        </p:nvSpPr>
        <p:spPr bwMode="auto">
          <a:xfrm>
            <a:off x="107950" y="3092450"/>
            <a:ext cx="4008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9.3 Diffusion equation</a:t>
            </a:r>
          </a:p>
        </p:txBody>
      </p:sp>
      <p:sp>
        <p:nvSpPr>
          <p:cNvPr id="5127" name="Text Box 7"/>
          <p:cNvSpPr txBox="1">
            <a:spLocks noChangeArrowheads="1"/>
          </p:cNvSpPr>
          <p:nvPr/>
        </p:nvSpPr>
        <p:spPr bwMode="auto">
          <a:xfrm>
            <a:off x="250825" y="4941888"/>
            <a:ext cx="35639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9.3.5 </a:t>
            </a:r>
            <a:r>
              <a:rPr kumimoji="1" lang="en-US" altLang="zh-CN" sz="2800" b="1">
                <a:latin typeface="Times New Roman" pitchFamily="18" charset="0"/>
              </a:rPr>
              <a:t>Implicit methods</a:t>
            </a:r>
            <a:endParaRPr kumimoji="1" lang="en-US" altLang="zh-CN" sz="2800" b="1" i="1">
              <a:latin typeface="Times New Roman" pitchFamily="18" charset="0"/>
            </a:endParaRPr>
          </a:p>
        </p:txBody>
      </p:sp>
      <p:sp>
        <p:nvSpPr>
          <p:cNvPr id="5128" name="Rectangle 8"/>
          <p:cNvSpPr>
            <a:spLocks noChangeArrowheads="1"/>
          </p:cNvSpPr>
          <p:nvPr/>
        </p:nvSpPr>
        <p:spPr bwMode="auto">
          <a:xfrm>
            <a:off x="2555875" y="4437063"/>
            <a:ext cx="6588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9.3.4 Model for general initial conditions</a:t>
            </a:r>
            <a:endParaRPr kumimoji="1" lang="en-US" altLang="zh-CN" sz="2800" b="1">
              <a:latin typeface="Times New Roman" pitchFamily="18" charset="0"/>
            </a:endParaRPr>
          </a:p>
        </p:txBody>
      </p:sp>
      <p:sp>
        <p:nvSpPr>
          <p:cNvPr id="5129" name="Text Box 9"/>
          <p:cNvSpPr txBox="1">
            <a:spLocks noChangeArrowheads="1"/>
          </p:cNvSpPr>
          <p:nvPr/>
        </p:nvSpPr>
        <p:spPr bwMode="auto">
          <a:xfrm>
            <a:off x="107950" y="4292600"/>
            <a:ext cx="235902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800" b="1">
                <a:solidFill>
                  <a:srgbClr val="000000"/>
                </a:solidFill>
                <a:latin typeface="Times New Roman" pitchFamily="18" charset="0"/>
              </a:rPr>
              <a:t>9.3.3 Stability</a:t>
            </a:r>
            <a:r>
              <a:rPr kumimoji="1" lang="en-US" altLang="zh-CN" sz="2800" b="1">
                <a:latin typeface="Times New Roman" pitchFamily="18" charset="0"/>
              </a:rPr>
              <a:t> </a:t>
            </a:r>
          </a:p>
        </p:txBody>
      </p:sp>
      <p:sp>
        <p:nvSpPr>
          <p:cNvPr id="5130" name="Text Box 10"/>
          <p:cNvSpPr txBox="1">
            <a:spLocks noChangeArrowheads="1"/>
          </p:cNvSpPr>
          <p:nvPr/>
        </p:nvSpPr>
        <p:spPr bwMode="auto">
          <a:xfrm>
            <a:off x="4284663" y="3716338"/>
            <a:ext cx="4114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9.3.2 Euler method</a:t>
            </a:r>
            <a:endParaRPr kumimoji="1" lang="en-US" altLang="zh-CN" sz="2800" b="1">
              <a:latin typeface="Times New Roman" pitchFamily="18" charset="0"/>
            </a:endParaRPr>
          </a:p>
        </p:txBody>
      </p:sp>
      <p:sp>
        <p:nvSpPr>
          <p:cNvPr id="5131" name="Text Box 11"/>
          <p:cNvSpPr txBox="1">
            <a:spLocks noChangeArrowheads="1"/>
          </p:cNvSpPr>
          <p:nvPr/>
        </p:nvSpPr>
        <p:spPr bwMode="auto">
          <a:xfrm>
            <a:off x="107950" y="3789363"/>
            <a:ext cx="3976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9.3.1 Semi-discretisation</a:t>
            </a:r>
            <a:r>
              <a:rPr kumimoji="1" lang="en-US" altLang="zh-CN" sz="2800" b="1">
                <a:latin typeface="Times New Roman" pitchFamily="18" charset="0"/>
              </a:rPr>
              <a:t> </a:t>
            </a:r>
          </a:p>
        </p:txBody>
      </p:sp>
      <p:sp>
        <p:nvSpPr>
          <p:cNvPr id="5132" name="Rectangle 12"/>
          <p:cNvSpPr>
            <a:spLocks noChangeArrowheads="1"/>
          </p:cNvSpPr>
          <p:nvPr/>
        </p:nvSpPr>
        <p:spPr bwMode="auto">
          <a:xfrm>
            <a:off x="250825" y="5708650"/>
            <a:ext cx="68437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9.4 Hyperbolic Equations - Wave Equations</a:t>
            </a:r>
          </a:p>
        </p:txBody>
      </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762000" y="838200"/>
            <a:ext cx="6629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b="1">
                <a:latin typeface="Times New Roman" pitchFamily="18" charset="0"/>
              </a:rPr>
              <a:t>Classification of Second-order Partial Differential Equations</a:t>
            </a:r>
          </a:p>
        </p:txBody>
      </p:sp>
      <p:sp>
        <p:nvSpPr>
          <p:cNvPr id="7171" name="Rectangle 3"/>
          <p:cNvSpPr>
            <a:spLocks noChangeArrowheads="1"/>
          </p:cNvSpPr>
          <p:nvPr/>
        </p:nvSpPr>
        <p:spPr bwMode="auto">
          <a:xfrm>
            <a:off x="323850" y="2492375"/>
            <a:ext cx="7848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3200" b="1">
                <a:latin typeface="Times New Roman" pitchFamily="18" charset="0"/>
              </a:rPr>
              <a:t>The general form of second-order PDE’s is:</a:t>
            </a:r>
          </a:p>
        </p:txBody>
      </p:sp>
      <p:graphicFrame>
        <p:nvGraphicFramePr>
          <p:cNvPr id="7172" name="Object 4"/>
          <p:cNvGraphicFramePr>
            <a:graphicFrameLocks noChangeAspect="1"/>
          </p:cNvGraphicFramePr>
          <p:nvPr/>
        </p:nvGraphicFramePr>
        <p:xfrm>
          <a:off x="1403350" y="3644900"/>
          <a:ext cx="5181600" cy="1114425"/>
        </p:xfrm>
        <a:graphic>
          <a:graphicData uri="http://schemas.openxmlformats.org/presentationml/2006/ole">
            <mc:AlternateContent xmlns:mc="http://schemas.openxmlformats.org/markup-compatibility/2006">
              <mc:Choice xmlns:v="urn:schemas-microsoft-com:vml" Requires="v">
                <p:oleObj spid="_x0000_s6178" r:id="rId3" imgW="2019300" imgH="444500" progId="Equation.3">
                  <p:embed/>
                </p:oleObj>
              </mc:Choice>
              <mc:Fallback>
                <p:oleObj r:id="rId3" imgW="20193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644900"/>
                        <a:ext cx="51816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3" name="Text Box 5"/>
          <p:cNvSpPr txBox="1">
            <a:spLocks noChangeArrowheads="1"/>
          </p:cNvSpPr>
          <p:nvPr/>
        </p:nvSpPr>
        <p:spPr bwMode="auto">
          <a:xfrm>
            <a:off x="468313" y="5300663"/>
            <a:ext cx="7178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i="1">
                <a:solidFill>
                  <a:srgbClr val="000080"/>
                </a:solidFill>
                <a:latin typeface="Times New Roman" pitchFamily="18" charset="0"/>
              </a:rPr>
              <a:t>A, B, C,</a:t>
            </a:r>
            <a:r>
              <a:rPr kumimoji="1" lang="zh-CN" altLang="en-US" sz="2800" b="1">
                <a:solidFill>
                  <a:srgbClr val="000080"/>
                </a:solidFill>
                <a:latin typeface="宋体" charset="-122"/>
              </a:rPr>
              <a:t>是</a:t>
            </a:r>
            <a:r>
              <a:rPr kumimoji="1" lang="zh-CN" altLang="en-US" sz="2800" b="1" i="1">
                <a:solidFill>
                  <a:srgbClr val="000080"/>
                </a:solidFill>
                <a:latin typeface="Times New Roman" pitchFamily="18" charset="0"/>
              </a:rPr>
              <a:t> </a:t>
            </a:r>
            <a:r>
              <a:rPr kumimoji="1" lang="en-US" altLang="zh-CN" sz="2800" b="1" i="1">
                <a:solidFill>
                  <a:srgbClr val="000080"/>
                </a:solidFill>
                <a:latin typeface="Times New Roman" pitchFamily="18" charset="0"/>
              </a:rPr>
              <a:t>x,y </a:t>
            </a:r>
            <a:r>
              <a:rPr kumimoji="1" lang="zh-CN" altLang="en-US" sz="2800" b="1">
                <a:solidFill>
                  <a:srgbClr val="000080"/>
                </a:solidFill>
                <a:latin typeface="宋体" charset="-122"/>
              </a:rPr>
              <a:t>的函数。</a:t>
            </a:r>
            <a:endParaRPr kumimoji="1" lang="zh-CN" altLang="en-US"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 calcmode="lin" valueType="num">
                                      <p:cBhvr additive="base">
                                        <p:cTn id="7" dur="500" fill="hold"/>
                                        <p:tgtEl>
                                          <p:spTgt spid="7171"/>
                                        </p:tgtEl>
                                        <p:attrNameLst>
                                          <p:attrName>ppt_x</p:attrName>
                                        </p:attrNameLst>
                                      </p:cBhvr>
                                      <p:tavLst>
                                        <p:tav tm="0">
                                          <p:val>
                                            <p:strVal val="0-#ppt_w/2"/>
                                          </p:val>
                                        </p:tav>
                                        <p:tav tm="100000">
                                          <p:val>
                                            <p:strVal val="#ppt_x"/>
                                          </p:val>
                                        </p:tav>
                                      </p:tavLst>
                                    </p:anim>
                                    <p:anim calcmode="lin" valueType="num">
                                      <p:cBhvr additive="base">
                                        <p:cTn id="8" dur="500" fill="hold"/>
                                        <p:tgtEl>
                                          <p:spTgt spid="71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172"/>
                                        </p:tgtEl>
                                        <p:attrNameLst>
                                          <p:attrName>style.visibility</p:attrName>
                                        </p:attrNameLst>
                                      </p:cBhvr>
                                      <p:to>
                                        <p:strVal val="visible"/>
                                      </p:to>
                                    </p:set>
                                    <p:anim calcmode="lin" valueType="num">
                                      <p:cBhvr additive="base">
                                        <p:cTn id="13" dur="500" fill="hold"/>
                                        <p:tgtEl>
                                          <p:spTgt spid="7172"/>
                                        </p:tgtEl>
                                        <p:attrNameLst>
                                          <p:attrName>ppt_x</p:attrName>
                                        </p:attrNameLst>
                                      </p:cBhvr>
                                      <p:tavLst>
                                        <p:tav tm="0">
                                          <p:val>
                                            <p:strVal val="0-#ppt_w/2"/>
                                          </p:val>
                                        </p:tav>
                                        <p:tav tm="100000">
                                          <p:val>
                                            <p:strVal val="#ppt_x"/>
                                          </p:val>
                                        </p:tav>
                                      </p:tavLst>
                                    </p:anim>
                                    <p:anim calcmode="lin" valueType="num">
                                      <p:cBhvr additive="base">
                                        <p:cTn id="14" dur="500" fill="hold"/>
                                        <p:tgtEl>
                                          <p:spTgt spid="71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73"/>
                                        </p:tgtEl>
                                        <p:attrNameLst>
                                          <p:attrName>style.visibility</p:attrName>
                                        </p:attrNameLst>
                                      </p:cBhvr>
                                      <p:to>
                                        <p:strVal val="visible"/>
                                      </p:to>
                                    </p:set>
                                    <p:anim calcmode="lin" valueType="num">
                                      <p:cBhvr additive="base">
                                        <p:cTn id="19" dur="500" fill="hold"/>
                                        <p:tgtEl>
                                          <p:spTgt spid="7173"/>
                                        </p:tgtEl>
                                        <p:attrNameLst>
                                          <p:attrName>ppt_x</p:attrName>
                                        </p:attrNameLst>
                                      </p:cBhvr>
                                      <p:tavLst>
                                        <p:tav tm="0">
                                          <p:val>
                                            <p:strVal val="0-#ppt_w/2"/>
                                          </p:val>
                                        </p:tav>
                                        <p:tav tm="100000">
                                          <p:val>
                                            <p:strVal val="#ppt_x"/>
                                          </p:val>
                                        </p:tav>
                                      </p:tavLst>
                                    </p:anim>
                                    <p:anim calcmode="lin" valueType="num">
                                      <p:cBhvr additive="base">
                                        <p:cTn id="20" dur="500" fill="hold"/>
                                        <p:tgtEl>
                                          <p:spTgt spid="71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73"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11188" y="2201863"/>
            <a:ext cx="75612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dirty="0">
                <a:solidFill>
                  <a:srgbClr val="000080"/>
                </a:solidFill>
                <a:latin typeface="Times New Roman" pitchFamily="18" charset="0"/>
              </a:rPr>
              <a:t>B</a:t>
            </a:r>
            <a:r>
              <a:rPr kumimoji="1" lang="en-US" altLang="zh-CN" sz="3200" b="1" i="1" baseline="30000" dirty="0">
                <a:solidFill>
                  <a:srgbClr val="000080"/>
                </a:solidFill>
                <a:latin typeface="Times New Roman" pitchFamily="18" charset="0"/>
              </a:rPr>
              <a:t>2</a:t>
            </a:r>
            <a:r>
              <a:rPr kumimoji="1" lang="en-US" altLang="zh-CN" sz="3200" b="1" i="1" dirty="0">
                <a:solidFill>
                  <a:srgbClr val="000080"/>
                </a:solidFill>
                <a:latin typeface="Times New Roman" pitchFamily="18" charset="0"/>
              </a:rPr>
              <a:t>-4AC&lt;0    </a:t>
            </a:r>
            <a:r>
              <a:rPr kumimoji="1" lang="zh-CN" altLang="en-US" sz="3200" b="1" dirty="0">
                <a:solidFill>
                  <a:srgbClr val="000080"/>
                </a:solidFill>
                <a:latin typeface="宋体" charset="-122"/>
              </a:rPr>
              <a:t>是椭圆形的</a:t>
            </a:r>
            <a:r>
              <a:rPr kumimoji="1" lang="en-US" altLang="zh-CN" sz="3200" b="1" dirty="0">
                <a:solidFill>
                  <a:srgbClr val="000080"/>
                </a:solidFill>
                <a:latin typeface="宋体" charset="-122"/>
              </a:rPr>
              <a:t>(</a:t>
            </a:r>
            <a:r>
              <a:rPr kumimoji="1" lang="en-US" altLang="zh-CN" sz="3200" b="1" dirty="0">
                <a:latin typeface="Times New Roman" pitchFamily="18" charset="0"/>
              </a:rPr>
              <a:t>Elliptic)</a:t>
            </a:r>
          </a:p>
        </p:txBody>
      </p:sp>
      <p:sp>
        <p:nvSpPr>
          <p:cNvPr id="8195" name="Text Box 3"/>
          <p:cNvSpPr txBox="1">
            <a:spLocks noChangeArrowheads="1"/>
          </p:cNvSpPr>
          <p:nvPr/>
        </p:nvSpPr>
        <p:spPr bwMode="auto">
          <a:xfrm>
            <a:off x="395288" y="3570288"/>
            <a:ext cx="70564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dirty="0">
                <a:solidFill>
                  <a:srgbClr val="000080"/>
                </a:solidFill>
                <a:latin typeface="Times New Roman" pitchFamily="18" charset="0"/>
              </a:rPr>
              <a:t>B</a:t>
            </a:r>
            <a:r>
              <a:rPr kumimoji="1" lang="en-US" altLang="zh-CN" sz="3200" b="1" i="1" baseline="30000" dirty="0">
                <a:solidFill>
                  <a:srgbClr val="000080"/>
                </a:solidFill>
                <a:latin typeface="Times New Roman" pitchFamily="18" charset="0"/>
              </a:rPr>
              <a:t>2</a:t>
            </a:r>
            <a:r>
              <a:rPr kumimoji="1" lang="en-US" altLang="zh-CN" sz="3200" b="1" i="1" dirty="0">
                <a:solidFill>
                  <a:srgbClr val="000080"/>
                </a:solidFill>
                <a:latin typeface="Times New Roman" pitchFamily="18" charset="0"/>
              </a:rPr>
              <a:t>-4AC</a:t>
            </a:r>
            <a:r>
              <a:rPr kumimoji="1" lang="en-US" altLang="zh-CN" sz="3200" b="1" dirty="0">
                <a:solidFill>
                  <a:srgbClr val="000000"/>
                </a:solidFill>
                <a:latin typeface="Times New Roman" pitchFamily="18" charset="0"/>
              </a:rPr>
              <a:t>=0     </a:t>
            </a:r>
            <a:r>
              <a:rPr kumimoji="1" lang="zh-CN" altLang="en-US" sz="3200" b="1" dirty="0">
                <a:solidFill>
                  <a:srgbClr val="000080"/>
                </a:solidFill>
                <a:latin typeface="宋体" charset="-122"/>
              </a:rPr>
              <a:t>是抛物型的</a:t>
            </a:r>
            <a:r>
              <a:rPr kumimoji="1" lang="en-US" altLang="zh-CN" sz="3200" b="1" dirty="0">
                <a:solidFill>
                  <a:srgbClr val="000080"/>
                </a:solidFill>
                <a:latin typeface="宋体" charset="-122"/>
              </a:rPr>
              <a:t>(</a:t>
            </a:r>
            <a:r>
              <a:rPr kumimoji="1" lang="en-US" altLang="zh-CN" sz="3200" b="1" dirty="0">
                <a:latin typeface="Times New Roman" pitchFamily="18" charset="0"/>
              </a:rPr>
              <a:t>Parabolic)</a:t>
            </a:r>
          </a:p>
        </p:txBody>
      </p:sp>
      <p:sp>
        <p:nvSpPr>
          <p:cNvPr id="8196" name="Text Box 4"/>
          <p:cNvSpPr txBox="1">
            <a:spLocks noChangeArrowheads="1"/>
          </p:cNvSpPr>
          <p:nvPr/>
        </p:nvSpPr>
        <p:spPr bwMode="auto">
          <a:xfrm>
            <a:off x="457200" y="5048250"/>
            <a:ext cx="7067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B</a:t>
            </a:r>
            <a:r>
              <a:rPr kumimoji="1" lang="en-US" altLang="zh-CN" sz="3200" b="1" i="1" baseline="30000">
                <a:solidFill>
                  <a:srgbClr val="000080"/>
                </a:solidFill>
                <a:latin typeface="Times New Roman" pitchFamily="18" charset="0"/>
              </a:rPr>
              <a:t>2</a:t>
            </a:r>
            <a:r>
              <a:rPr kumimoji="1" lang="en-US" altLang="zh-CN" sz="3200" b="1" i="1">
                <a:solidFill>
                  <a:srgbClr val="000080"/>
                </a:solidFill>
                <a:latin typeface="Times New Roman" pitchFamily="18" charset="0"/>
              </a:rPr>
              <a:t>-4AC&gt;</a:t>
            </a:r>
            <a:r>
              <a:rPr kumimoji="1" lang="en-US" altLang="zh-CN" sz="3200" b="1">
                <a:solidFill>
                  <a:srgbClr val="000000"/>
                </a:solidFill>
                <a:latin typeface="Times New Roman" pitchFamily="18" charset="0"/>
              </a:rPr>
              <a:t>0</a:t>
            </a:r>
            <a:r>
              <a:rPr kumimoji="1" lang="en-US" altLang="zh-CN" sz="3200" b="1" i="1">
                <a:solidFill>
                  <a:srgbClr val="000080"/>
                </a:solidFill>
                <a:latin typeface="Times New Roman" pitchFamily="18" charset="0"/>
              </a:rPr>
              <a:t>   </a:t>
            </a:r>
            <a:r>
              <a:rPr kumimoji="1" lang="zh-CN" altLang="en-US" sz="3200" b="1">
                <a:solidFill>
                  <a:srgbClr val="000080"/>
                </a:solidFill>
                <a:latin typeface="宋体" charset="-122"/>
              </a:rPr>
              <a:t>是双曲型的</a:t>
            </a:r>
            <a:r>
              <a:rPr kumimoji="1" lang="en-US" altLang="zh-CN" sz="3200" b="1">
                <a:solidFill>
                  <a:srgbClr val="000080"/>
                </a:solidFill>
                <a:latin typeface="宋体" charset="-122"/>
              </a:rPr>
              <a:t>(</a:t>
            </a:r>
            <a:r>
              <a:rPr kumimoji="1" lang="en-US" altLang="zh-CN" sz="3200" b="1">
                <a:latin typeface="Times New Roman" pitchFamily="18" charset="0"/>
              </a:rPr>
              <a:t>Hyperbolic)</a:t>
            </a:r>
          </a:p>
        </p:txBody>
      </p:sp>
      <p:graphicFrame>
        <p:nvGraphicFramePr>
          <p:cNvPr id="7173" name="Object 5"/>
          <p:cNvGraphicFramePr>
            <a:graphicFrameLocks noChangeAspect="1"/>
          </p:cNvGraphicFramePr>
          <p:nvPr/>
        </p:nvGraphicFramePr>
        <p:xfrm>
          <a:off x="1116013" y="333375"/>
          <a:ext cx="5181600" cy="1114425"/>
        </p:xfrm>
        <a:graphic>
          <a:graphicData uri="http://schemas.openxmlformats.org/presentationml/2006/ole">
            <mc:AlternateContent xmlns:mc="http://schemas.openxmlformats.org/markup-compatibility/2006">
              <mc:Choice xmlns:v="urn:schemas-microsoft-com:vml" Requires="v">
                <p:oleObj spid="_x0000_s7202" r:id="rId3" imgW="2019300" imgH="444500" progId="Equation.3">
                  <p:embed/>
                </p:oleObj>
              </mc:Choice>
              <mc:Fallback>
                <p:oleObj r:id="rId3" imgW="2019300" imgH="444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33375"/>
                        <a:ext cx="51816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0-#ppt_w/2"/>
                                          </p:val>
                                        </p:tav>
                                        <p:tav tm="100000">
                                          <p:val>
                                            <p:strVal val="#ppt_x"/>
                                          </p:val>
                                        </p:tav>
                                      </p:tavLst>
                                    </p:anim>
                                    <p:anim calcmode="lin" valueType="num">
                                      <p:cBhvr additive="base">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5"/>
                                        </p:tgtEl>
                                        <p:attrNameLst>
                                          <p:attrName>style.visibility</p:attrName>
                                        </p:attrNameLst>
                                      </p:cBhvr>
                                      <p:to>
                                        <p:strVal val="visible"/>
                                      </p:to>
                                    </p:set>
                                    <p:anim calcmode="lin" valueType="num">
                                      <p:cBhvr additive="base">
                                        <p:cTn id="13" dur="500" fill="hold"/>
                                        <p:tgtEl>
                                          <p:spTgt spid="8195"/>
                                        </p:tgtEl>
                                        <p:attrNameLst>
                                          <p:attrName>ppt_x</p:attrName>
                                        </p:attrNameLst>
                                      </p:cBhvr>
                                      <p:tavLst>
                                        <p:tav tm="0">
                                          <p:val>
                                            <p:strVal val="0-#ppt_w/2"/>
                                          </p:val>
                                        </p:tav>
                                        <p:tav tm="100000">
                                          <p:val>
                                            <p:strVal val="#ppt_x"/>
                                          </p:val>
                                        </p:tav>
                                      </p:tavLst>
                                    </p:anim>
                                    <p:anim calcmode="lin" valueType="num">
                                      <p:cBhvr additive="base">
                                        <p:cTn id="14" dur="500" fill="hold"/>
                                        <p:tgtEl>
                                          <p:spTgt spid="819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6"/>
                                        </p:tgtEl>
                                        <p:attrNameLst>
                                          <p:attrName>style.visibility</p:attrName>
                                        </p:attrNameLst>
                                      </p:cBhvr>
                                      <p:to>
                                        <p:strVal val="visible"/>
                                      </p:to>
                                    </p:set>
                                    <p:anim calcmode="lin" valueType="num">
                                      <p:cBhvr additive="base">
                                        <p:cTn id="19" dur="500" fill="hold"/>
                                        <p:tgtEl>
                                          <p:spTgt spid="8196"/>
                                        </p:tgtEl>
                                        <p:attrNameLst>
                                          <p:attrName>ppt_x</p:attrName>
                                        </p:attrNameLst>
                                      </p:cBhvr>
                                      <p:tavLst>
                                        <p:tav tm="0">
                                          <p:val>
                                            <p:strVal val="0-#ppt_w/2"/>
                                          </p:val>
                                        </p:tav>
                                        <p:tav tm="100000">
                                          <p:val>
                                            <p:strVal val="#ppt_x"/>
                                          </p:val>
                                        </p:tav>
                                      </p:tavLst>
                                    </p:anim>
                                    <p:anim calcmode="lin" valueType="num">
                                      <p:cBhvr additive="base">
                                        <p:cTn id="20"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autoUpdateAnimBg="0"/>
      <p:bldP spid="819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84213" y="476250"/>
            <a:ext cx="26304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ea typeface="楷体_GB2312" pitchFamily="49" charset="-122"/>
              </a:rPr>
              <a:t>1. </a:t>
            </a:r>
            <a:r>
              <a:rPr kumimoji="1" lang="zh-CN" altLang="en-US" sz="3200" b="1">
                <a:latin typeface="Times New Roman" pitchFamily="18" charset="0"/>
                <a:ea typeface="楷体_GB2312" pitchFamily="49" charset="-122"/>
              </a:rPr>
              <a:t>椭圆型方程</a:t>
            </a:r>
          </a:p>
        </p:txBody>
      </p:sp>
      <p:graphicFrame>
        <p:nvGraphicFramePr>
          <p:cNvPr id="9219" name="Object 3"/>
          <p:cNvGraphicFramePr>
            <a:graphicFrameLocks noChangeAspect="1"/>
          </p:cNvGraphicFramePr>
          <p:nvPr/>
        </p:nvGraphicFramePr>
        <p:xfrm>
          <a:off x="1116013" y="2654300"/>
          <a:ext cx="6230937" cy="1181100"/>
        </p:xfrm>
        <a:graphic>
          <a:graphicData uri="http://schemas.openxmlformats.org/presentationml/2006/ole">
            <mc:AlternateContent xmlns:mc="http://schemas.openxmlformats.org/markup-compatibility/2006">
              <mc:Choice xmlns:v="urn:schemas-microsoft-com:vml" Requires="v">
                <p:oleObj spid="_x0000_s8313" r:id="rId3" imgW="2413000" imgH="457200" progId="Equation.3">
                  <p:embed/>
                </p:oleObj>
              </mc:Choice>
              <mc:Fallback>
                <p:oleObj r:id="rId3" imgW="241300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654300"/>
                        <a:ext cx="623093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0" name="Object 4"/>
          <p:cNvGraphicFramePr>
            <a:graphicFrameLocks noChangeAspect="1"/>
          </p:cNvGraphicFramePr>
          <p:nvPr/>
        </p:nvGraphicFramePr>
        <p:xfrm>
          <a:off x="1187450" y="4149725"/>
          <a:ext cx="2667000" cy="1319213"/>
        </p:xfrm>
        <a:graphic>
          <a:graphicData uri="http://schemas.openxmlformats.org/presentationml/2006/ole">
            <mc:AlternateContent xmlns:mc="http://schemas.openxmlformats.org/markup-compatibility/2006">
              <mc:Choice xmlns:v="urn:schemas-microsoft-com:vml" Requires="v">
                <p:oleObj spid="_x0000_s8314" r:id="rId5" imgW="927100" imgH="457200" progId="Equation.3">
                  <p:embed/>
                </p:oleObj>
              </mc:Choice>
              <mc:Fallback>
                <p:oleObj r:id="rId5" imgW="92710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4149725"/>
                        <a:ext cx="2667000"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1" name="Text Box 5"/>
          <p:cNvSpPr txBox="1">
            <a:spLocks noChangeArrowheads="1"/>
          </p:cNvSpPr>
          <p:nvPr/>
        </p:nvSpPr>
        <p:spPr bwMode="auto">
          <a:xfrm>
            <a:off x="5148263" y="4554538"/>
            <a:ext cx="2479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Laplace </a:t>
            </a:r>
            <a:r>
              <a:rPr kumimoji="1" lang="zh-CN" altLang="en-US" sz="3200" b="1">
                <a:latin typeface="Times New Roman" pitchFamily="18" charset="0"/>
                <a:ea typeface="楷体_GB2312" pitchFamily="49" charset="-122"/>
              </a:rPr>
              <a:t>方程</a:t>
            </a:r>
          </a:p>
        </p:txBody>
      </p:sp>
      <p:sp>
        <p:nvSpPr>
          <p:cNvPr id="9222" name="Text Box 6"/>
          <p:cNvSpPr txBox="1">
            <a:spLocks noChangeArrowheads="1"/>
          </p:cNvSpPr>
          <p:nvPr/>
        </p:nvSpPr>
        <p:spPr bwMode="auto">
          <a:xfrm>
            <a:off x="1116013" y="1458913"/>
            <a:ext cx="2514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Poisson</a:t>
            </a:r>
            <a:r>
              <a:rPr kumimoji="1" lang="zh-CN" altLang="en-US" sz="3200" b="1">
                <a:latin typeface="楷体_GB2312" pitchFamily="49" charset="-122"/>
                <a:ea typeface="楷体_GB2312" pitchFamily="49" charset="-122"/>
              </a:rPr>
              <a:t>方程 </a:t>
            </a:r>
          </a:p>
        </p:txBody>
      </p:sp>
      <p:graphicFrame>
        <p:nvGraphicFramePr>
          <p:cNvPr id="9223" name="Object 7"/>
          <p:cNvGraphicFramePr>
            <a:graphicFrameLocks noChangeAspect="1"/>
          </p:cNvGraphicFramePr>
          <p:nvPr/>
        </p:nvGraphicFramePr>
        <p:xfrm>
          <a:off x="3492500" y="5734050"/>
          <a:ext cx="2209800" cy="631825"/>
        </p:xfrm>
        <a:graphic>
          <a:graphicData uri="http://schemas.openxmlformats.org/presentationml/2006/ole">
            <mc:AlternateContent xmlns:mc="http://schemas.openxmlformats.org/markup-compatibility/2006">
              <mc:Choice xmlns:v="urn:schemas-microsoft-com:vml" Requires="v">
                <p:oleObj spid="_x0000_s8315" r:id="rId7" imgW="698500" imgH="228600" progId="Equation.3">
                  <p:embed/>
                </p:oleObj>
              </mc:Choice>
              <mc:Fallback>
                <p:oleObj r:id="rId7" imgW="698500"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5734050"/>
                        <a:ext cx="22098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4" name="Object 8"/>
          <p:cNvGraphicFramePr>
            <a:graphicFrameLocks noChangeAspect="1"/>
          </p:cNvGraphicFramePr>
          <p:nvPr/>
        </p:nvGraphicFramePr>
        <p:xfrm>
          <a:off x="3995738" y="1484313"/>
          <a:ext cx="4038600" cy="779462"/>
        </p:xfrm>
        <a:graphic>
          <a:graphicData uri="http://schemas.openxmlformats.org/presentationml/2006/ole">
            <mc:AlternateContent xmlns:mc="http://schemas.openxmlformats.org/markup-compatibility/2006">
              <mc:Choice xmlns:v="urn:schemas-microsoft-com:vml" Requires="v">
                <p:oleObj spid="_x0000_s8316" r:id="rId9" imgW="1155700" imgH="228600" progId="Equation.3">
                  <p:embed/>
                </p:oleObj>
              </mc:Choice>
              <mc:Fallback>
                <p:oleObj r:id="rId9" imgW="1155700" imgH="2286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5738" y="1484313"/>
                        <a:ext cx="40386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2">
            <a:extLst>
              <a:ext uri="{FF2B5EF4-FFF2-40B4-BE49-F238E27FC236}">
                <a16:creationId xmlns:a16="http://schemas.microsoft.com/office/drawing/2014/main" id="{60E91A9B-338C-480B-98F9-0E85F7DF3C4F}"/>
              </a:ext>
            </a:extLst>
          </p:cNvPr>
          <p:cNvSpPr txBox="1">
            <a:spLocks noChangeArrowheads="1"/>
          </p:cNvSpPr>
          <p:nvPr/>
        </p:nvSpPr>
        <p:spPr bwMode="auto">
          <a:xfrm>
            <a:off x="3239865" y="475456"/>
            <a:ext cx="3816796"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dirty="0">
                <a:solidFill>
                  <a:srgbClr val="000080"/>
                </a:solidFill>
                <a:latin typeface="宋体" charset="-122"/>
              </a:rPr>
              <a:t>(</a:t>
            </a:r>
            <a:r>
              <a:rPr kumimoji="1" lang="en-US" altLang="zh-CN" sz="3200" b="1" dirty="0">
                <a:latin typeface="Times New Roman" pitchFamily="18" charset="0"/>
              </a:rPr>
              <a:t>Elliptic) </a:t>
            </a:r>
            <a:r>
              <a:rPr kumimoji="1" lang="en-US" altLang="zh-CN" sz="3200" b="1" i="1" dirty="0">
                <a:solidFill>
                  <a:srgbClr val="000080"/>
                </a:solidFill>
                <a:latin typeface="Times New Roman" pitchFamily="18" charset="0"/>
              </a:rPr>
              <a:t>B</a:t>
            </a:r>
            <a:r>
              <a:rPr kumimoji="1" lang="en-US" altLang="zh-CN" sz="3200" b="1" i="1" baseline="30000" dirty="0">
                <a:solidFill>
                  <a:srgbClr val="000080"/>
                </a:solidFill>
                <a:latin typeface="Times New Roman" pitchFamily="18" charset="0"/>
              </a:rPr>
              <a:t>2</a:t>
            </a:r>
            <a:r>
              <a:rPr kumimoji="1" lang="en-US" altLang="zh-CN" sz="3200" b="1" i="1" dirty="0">
                <a:solidFill>
                  <a:srgbClr val="000080"/>
                </a:solidFill>
                <a:latin typeface="Times New Roman" pitchFamily="18" charset="0"/>
              </a:rPr>
              <a:t>-4AC&lt;0</a:t>
            </a:r>
            <a:endParaRPr kumimoji="1" lang="en-US" altLang="zh-CN" sz="3200" b="1" dirty="0">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wipe(left)">
                                      <p:cBhvr>
                                        <p:cTn id="7" dur="500"/>
                                        <p:tgtEl>
                                          <p:spTgt spid="9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9224"/>
                                        </p:tgtEl>
                                        <p:attrNameLst>
                                          <p:attrName>style.visibility</p:attrName>
                                        </p:attrNameLst>
                                      </p:cBhvr>
                                      <p:to>
                                        <p:strVal val="visible"/>
                                      </p:to>
                                    </p:set>
                                    <p:anim calcmode="lin" valueType="num">
                                      <p:cBhvr additive="base">
                                        <p:cTn id="12" dur="500" fill="hold"/>
                                        <p:tgtEl>
                                          <p:spTgt spid="9224"/>
                                        </p:tgtEl>
                                        <p:attrNameLst>
                                          <p:attrName>ppt_x</p:attrName>
                                        </p:attrNameLst>
                                      </p:cBhvr>
                                      <p:tavLst>
                                        <p:tav tm="0">
                                          <p:val>
                                            <p:strVal val="#ppt_x"/>
                                          </p:val>
                                        </p:tav>
                                        <p:tav tm="100000">
                                          <p:val>
                                            <p:strVal val="#ppt_x"/>
                                          </p:val>
                                        </p:tav>
                                      </p:tavLst>
                                    </p:anim>
                                    <p:anim calcmode="lin" valueType="num">
                                      <p:cBhvr additive="base">
                                        <p:cTn id="13"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9219"/>
                                        </p:tgtEl>
                                        <p:attrNameLst>
                                          <p:attrName>style.visibility</p:attrName>
                                        </p:attrNameLst>
                                      </p:cBhvr>
                                      <p:to>
                                        <p:strVal val="visible"/>
                                      </p:to>
                                    </p:set>
                                    <p:animEffect transition="in" filter="wipe(left)">
                                      <p:cBhvr>
                                        <p:cTn id="18" dur="500"/>
                                        <p:tgtEl>
                                          <p:spTgt spid="921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9220"/>
                                        </p:tgtEl>
                                        <p:attrNameLst>
                                          <p:attrName>style.visibility</p:attrName>
                                        </p:attrNameLst>
                                      </p:cBhvr>
                                      <p:to>
                                        <p:strVal val="visible"/>
                                      </p:to>
                                    </p:set>
                                    <p:animEffect transition="in" filter="wipe(left)">
                                      <p:cBhvr>
                                        <p:cTn id="23" dur="500"/>
                                        <p:tgtEl>
                                          <p:spTgt spid="922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221"/>
                                        </p:tgtEl>
                                        <p:attrNameLst>
                                          <p:attrName>style.visibility</p:attrName>
                                        </p:attrNameLst>
                                      </p:cBhvr>
                                      <p:to>
                                        <p:strVal val="visible"/>
                                      </p:to>
                                    </p:set>
                                    <p:animEffect transition="in" filter="wipe(left)">
                                      <p:cBhvr>
                                        <p:cTn id="28" dur="500"/>
                                        <p:tgtEl>
                                          <p:spTgt spid="922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nodeType="clickEffect">
                                  <p:stCondLst>
                                    <p:cond delay="0"/>
                                  </p:stCondLst>
                                  <p:childTnLst>
                                    <p:set>
                                      <p:cBhvr>
                                        <p:cTn id="32" dur="1" fill="hold">
                                          <p:stCondLst>
                                            <p:cond delay="0"/>
                                          </p:stCondLst>
                                        </p:cTn>
                                        <p:tgtEl>
                                          <p:spTgt spid="9223"/>
                                        </p:tgtEl>
                                        <p:attrNameLst>
                                          <p:attrName>style.visibility</p:attrName>
                                        </p:attrNameLst>
                                      </p:cBhvr>
                                      <p:to>
                                        <p:strVal val="visible"/>
                                      </p:to>
                                    </p:set>
                                    <p:anim calcmode="lin" valueType="num">
                                      <p:cBhvr additive="base">
                                        <p:cTn id="33" dur="500" fill="hold"/>
                                        <p:tgtEl>
                                          <p:spTgt spid="9223"/>
                                        </p:tgtEl>
                                        <p:attrNameLst>
                                          <p:attrName>ppt_x</p:attrName>
                                        </p:attrNameLst>
                                      </p:cBhvr>
                                      <p:tavLst>
                                        <p:tav tm="0">
                                          <p:val>
                                            <p:strVal val="0-#ppt_w/2"/>
                                          </p:val>
                                        </p:tav>
                                        <p:tav tm="100000">
                                          <p:val>
                                            <p:strVal val="#ppt_x"/>
                                          </p:val>
                                        </p:tav>
                                      </p:tavLst>
                                    </p:anim>
                                    <p:anim calcmode="lin" valueType="num">
                                      <p:cBhvr additive="base">
                                        <p:cTn id="34" dur="500" fill="hold"/>
                                        <p:tgtEl>
                                          <p:spTgt spid="922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0-#ppt_w/2"/>
                                          </p:val>
                                        </p:tav>
                                        <p:tav tm="100000">
                                          <p:val>
                                            <p:strVal val="#ppt_x"/>
                                          </p:val>
                                        </p:tav>
                                      </p:tavLst>
                                    </p:anim>
                                    <p:anim calcmode="lin" valueType="num">
                                      <p:cBhvr additive="base">
                                        <p:cTn id="4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p:bldP spid="9222" grpId="0"/>
      <p:bldP spid="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822325" y="476250"/>
            <a:ext cx="2630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ea typeface="楷体_GB2312" pitchFamily="49" charset="-122"/>
              </a:rPr>
              <a:t>2. </a:t>
            </a:r>
            <a:r>
              <a:rPr kumimoji="1" lang="zh-CN" altLang="en-US" sz="3200" b="1">
                <a:latin typeface="Times New Roman" pitchFamily="18" charset="0"/>
                <a:ea typeface="楷体_GB2312" pitchFamily="49" charset="-122"/>
              </a:rPr>
              <a:t>抛物型方程</a:t>
            </a:r>
          </a:p>
        </p:txBody>
      </p:sp>
      <p:sp>
        <p:nvSpPr>
          <p:cNvPr id="10243" name="Text Box 3"/>
          <p:cNvSpPr txBox="1">
            <a:spLocks noChangeArrowheads="1"/>
          </p:cNvSpPr>
          <p:nvPr/>
        </p:nvSpPr>
        <p:spPr bwMode="auto">
          <a:xfrm>
            <a:off x="1187450" y="1289050"/>
            <a:ext cx="2428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b="1">
                <a:latin typeface="楷体_GB2312" pitchFamily="49" charset="-122"/>
                <a:ea typeface="楷体_GB2312" pitchFamily="49" charset="-122"/>
              </a:rPr>
              <a:t>热传导方程 </a:t>
            </a:r>
          </a:p>
        </p:txBody>
      </p:sp>
      <p:graphicFrame>
        <p:nvGraphicFramePr>
          <p:cNvPr id="10244" name="Object 4"/>
          <p:cNvGraphicFramePr>
            <a:graphicFrameLocks noChangeAspect="1"/>
          </p:cNvGraphicFramePr>
          <p:nvPr/>
        </p:nvGraphicFramePr>
        <p:xfrm>
          <a:off x="674688" y="2286000"/>
          <a:ext cx="7337425" cy="1033463"/>
        </p:xfrm>
        <a:graphic>
          <a:graphicData uri="http://schemas.openxmlformats.org/presentationml/2006/ole">
            <mc:AlternateContent xmlns:mc="http://schemas.openxmlformats.org/markup-compatibility/2006">
              <mc:Choice xmlns:v="urn:schemas-microsoft-com:vml" Requires="v">
                <p:oleObj spid="_x0000_s9250" name="Equation" r:id="rId3" imgW="2971800" imgH="419100" progId="Equation.3">
                  <p:embed/>
                </p:oleObj>
              </mc:Choice>
              <mc:Fallback>
                <p:oleObj name="Equation" r:id="rId3" imgW="29718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688" y="2286000"/>
                        <a:ext cx="7337425"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5" name="Text Box 5"/>
          <p:cNvSpPr txBox="1">
            <a:spLocks noChangeArrowheads="1"/>
          </p:cNvSpPr>
          <p:nvPr/>
        </p:nvSpPr>
        <p:spPr bwMode="auto">
          <a:xfrm>
            <a:off x="684213" y="4076700"/>
            <a:ext cx="7897812"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zh-CN" altLang="en-US" sz="3200" b="1">
                <a:latin typeface="楷体_GB2312" pitchFamily="49" charset="-122"/>
                <a:ea typeface="楷体_GB2312" pitchFamily="49" charset="-122"/>
              </a:rPr>
              <a:t>其中</a:t>
            </a:r>
            <a:r>
              <a:rPr kumimoji="1" lang="en-US" altLang="zh-CN" sz="3200" b="1" i="1">
                <a:latin typeface="Times New Roman" pitchFamily="18" charset="0"/>
              </a:rPr>
              <a:t>a</a:t>
            </a:r>
            <a:r>
              <a:rPr kumimoji="1" lang="zh-CN" altLang="en-US" sz="3200" b="1">
                <a:latin typeface="楷体_GB2312" pitchFamily="49" charset="-122"/>
                <a:ea typeface="楷体_GB2312" pitchFamily="49" charset="-122"/>
              </a:rPr>
              <a:t>是常数。它表示长度为</a:t>
            </a:r>
            <a:r>
              <a:rPr kumimoji="1" lang="en-US" altLang="zh-CN" sz="3200" b="1">
                <a:latin typeface="Times New Roman" pitchFamily="18" charset="0"/>
              </a:rPr>
              <a:t>L</a:t>
            </a:r>
            <a:r>
              <a:rPr kumimoji="1" lang="zh-CN" altLang="en-US" sz="3200" b="1">
                <a:latin typeface="楷体_GB2312" pitchFamily="49" charset="-122"/>
                <a:ea typeface="楷体_GB2312" pitchFamily="49" charset="-122"/>
              </a:rPr>
              <a:t>的细杆内，物体温度分布的规律</a:t>
            </a:r>
            <a:r>
              <a:rPr kumimoji="1" lang="zh-CN" altLang="en-US" sz="3200" b="1">
                <a:latin typeface="Times New Roman" pitchFamily="18" charset="0"/>
              </a:rPr>
              <a:t> </a:t>
            </a:r>
          </a:p>
        </p:txBody>
      </p:sp>
      <p:sp>
        <p:nvSpPr>
          <p:cNvPr id="6" name="Text Box 3">
            <a:extLst>
              <a:ext uri="{FF2B5EF4-FFF2-40B4-BE49-F238E27FC236}">
                <a16:creationId xmlns:a16="http://schemas.microsoft.com/office/drawing/2014/main" id="{F4EE8022-DD76-4128-A600-73AED2041FC8}"/>
              </a:ext>
            </a:extLst>
          </p:cNvPr>
          <p:cNvSpPr txBox="1">
            <a:spLocks noChangeArrowheads="1"/>
          </p:cNvSpPr>
          <p:nvPr/>
        </p:nvSpPr>
        <p:spPr bwMode="auto">
          <a:xfrm>
            <a:off x="3575844" y="500857"/>
            <a:ext cx="4745831"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dirty="0">
                <a:solidFill>
                  <a:srgbClr val="000080"/>
                </a:solidFill>
                <a:latin typeface="宋体" charset="-122"/>
              </a:rPr>
              <a:t>(</a:t>
            </a:r>
            <a:r>
              <a:rPr kumimoji="1" lang="en-US" altLang="zh-CN" sz="3200" b="1" dirty="0">
                <a:latin typeface="Times New Roman" pitchFamily="18" charset="0"/>
              </a:rPr>
              <a:t>Parabolic) </a:t>
            </a:r>
            <a:r>
              <a:rPr kumimoji="1" lang="en-US" altLang="zh-CN" sz="3200" b="1" i="1" dirty="0">
                <a:solidFill>
                  <a:srgbClr val="000080"/>
                </a:solidFill>
                <a:latin typeface="Times New Roman" pitchFamily="18" charset="0"/>
              </a:rPr>
              <a:t>B</a:t>
            </a:r>
            <a:r>
              <a:rPr kumimoji="1" lang="en-US" altLang="zh-CN" sz="3200" b="1" i="1" baseline="30000" dirty="0">
                <a:solidFill>
                  <a:srgbClr val="000080"/>
                </a:solidFill>
                <a:latin typeface="Times New Roman" pitchFamily="18" charset="0"/>
              </a:rPr>
              <a:t>2 </a:t>
            </a:r>
            <a:r>
              <a:rPr kumimoji="1" lang="en-US" altLang="zh-CN" sz="3200" b="1" i="1" dirty="0">
                <a:solidFill>
                  <a:srgbClr val="000080"/>
                </a:solidFill>
                <a:latin typeface="Times New Roman" pitchFamily="18" charset="0"/>
              </a:rPr>
              <a:t>- 4AC </a:t>
            </a:r>
            <a:r>
              <a:rPr kumimoji="1" lang="en-US" altLang="zh-CN" sz="3200" b="1" dirty="0">
                <a:solidFill>
                  <a:srgbClr val="000000"/>
                </a:solidFill>
                <a:latin typeface="Times New Roman" pitchFamily="18" charset="0"/>
              </a:rPr>
              <a:t>= 0</a:t>
            </a:r>
            <a:endParaRPr kumimoji="1" lang="en-US" altLang="zh-CN" sz="3200" b="1" dirty="0">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244"/>
                                        </p:tgtEl>
                                        <p:attrNameLst>
                                          <p:attrName>style.visibility</p:attrName>
                                        </p:attrNameLst>
                                      </p:cBhvr>
                                      <p:to>
                                        <p:strVal val="visible"/>
                                      </p:to>
                                    </p:set>
                                    <p:animEffect transition="in" filter="checkerboard(across)">
                                      <p:cBhvr>
                                        <p:cTn id="12" dur="500"/>
                                        <p:tgtEl>
                                          <p:spTgt spid="102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5"/>
                                        </p:tgtEl>
                                        <p:attrNameLst>
                                          <p:attrName>style.visibility</p:attrName>
                                        </p:attrNameLst>
                                      </p:cBhvr>
                                      <p:to>
                                        <p:strVal val="visible"/>
                                      </p:to>
                                    </p:set>
                                    <p:animEffect transition="in" filter="wipe(left)">
                                      <p:cBhvr>
                                        <p:cTn id="17" dur="500"/>
                                        <p:tgtEl>
                                          <p:spTgt spid="1024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5" grpId="0"/>
      <p:bldP spid="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611188" y="306388"/>
            <a:ext cx="3549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b="1">
                <a:latin typeface="楷体_GB2312" pitchFamily="49" charset="-122"/>
                <a:ea typeface="楷体_GB2312" pitchFamily="49" charset="-122"/>
              </a:rPr>
              <a:t>土壤水运动方程：</a:t>
            </a:r>
            <a:r>
              <a:rPr kumimoji="1" lang="zh-CN" altLang="en-US" sz="3200" b="1">
                <a:latin typeface="Times New Roman" pitchFamily="18" charset="0"/>
              </a:rPr>
              <a:t> </a:t>
            </a:r>
          </a:p>
        </p:txBody>
      </p:sp>
      <p:graphicFrame>
        <p:nvGraphicFramePr>
          <p:cNvPr id="11267" name="Object 3"/>
          <p:cNvGraphicFramePr>
            <a:graphicFrameLocks noChangeAspect="1"/>
          </p:cNvGraphicFramePr>
          <p:nvPr/>
        </p:nvGraphicFramePr>
        <p:xfrm>
          <a:off x="1979613" y="1052513"/>
          <a:ext cx="4572000" cy="966787"/>
        </p:xfrm>
        <a:graphic>
          <a:graphicData uri="http://schemas.openxmlformats.org/presentationml/2006/ole">
            <mc:AlternateContent xmlns:mc="http://schemas.openxmlformats.org/markup-compatibility/2006">
              <mc:Choice xmlns:v="urn:schemas-microsoft-com:vml" Requires="v">
                <p:oleObj spid="_x0000_s10333" name="Equation" r:id="rId3" imgW="2057400" imgH="431800" progId="Equation.3">
                  <p:embed/>
                </p:oleObj>
              </mc:Choice>
              <mc:Fallback>
                <p:oleObj name="Equation" r:id="rId3" imgW="20574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1052513"/>
                        <a:ext cx="45720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8" name="Text Box 4"/>
          <p:cNvSpPr txBox="1">
            <a:spLocks noChangeArrowheads="1"/>
          </p:cNvSpPr>
          <p:nvPr/>
        </p:nvSpPr>
        <p:spPr bwMode="auto">
          <a:xfrm>
            <a:off x="669925" y="2152650"/>
            <a:ext cx="31416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b="1">
                <a:latin typeface="楷体_GB2312" pitchFamily="49" charset="-122"/>
                <a:ea typeface="楷体_GB2312" pitchFamily="49" charset="-122"/>
              </a:rPr>
              <a:t>溶质运移方程：</a:t>
            </a:r>
            <a:r>
              <a:rPr kumimoji="1" lang="zh-CN" altLang="en-US" sz="3200" b="1">
                <a:latin typeface="Times New Roman" pitchFamily="18" charset="0"/>
              </a:rPr>
              <a:t> </a:t>
            </a:r>
          </a:p>
        </p:txBody>
      </p:sp>
      <p:grpSp>
        <p:nvGrpSpPr>
          <p:cNvPr id="11269" name="Group 5"/>
          <p:cNvGrpSpPr>
            <a:grpSpLocks/>
          </p:cNvGrpSpPr>
          <p:nvPr/>
        </p:nvGrpSpPr>
        <p:grpSpPr bwMode="auto">
          <a:xfrm>
            <a:off x="1619250" y="3141663"/>
            <a:ext cx="6269038" cy="1023937"/>
            <a:chOff x="963" y="1814"/>
            <a:chExt cx="3949" cy="645"/>
          </a:xfrm>
        </p:grpSpPr>
        <p:graphicFrame>
          <p:nvGraphicFramePr>
            <p:cNvPr id="10247" name="Object 6"/>
            <p:cNvGraphicFramePr>
              <a:graphicFrameLocks noChangeAspect="1"/>
            </p:cNvGraphicFramePr>
            <p:nvPr/>
          </p:nvGraphicFramePr>
          <p:xfrm>
            <a:off x="963" y="1814"/>
            <a:ext cx="2059" cy="645"/>
          </p:xfrm>
          <a:graphic>
            <a:graphicData uri="http://schemas.openxmlformats.org/presentationml/2006/ole">
              <mc:AlternateContent xmlns:mc="http://schemas.openxmlformats.org/markup-compatibility/2006">
                <mc:Choice xmlns:v="urn:schemas-microsoft-com:vml" Requires="v">
                  <p:oleObj spid="_x0000_s10334" name="Equation" r:id="rId5" imgW="1256755" imgH="393529" progId="Equation.3">
                    <p:embed/>
                  </p:oleObj>
                </mc:Choice>
                <mc:Fallback>
                  <p:oleObj name="Equation" r:id="rId5" imgW="1256755"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3" y="1814"/>
                          <a:ext cx="2059" cy="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Text Box 7"/>
            <p:cNvSpPr txBox="1">
              <a:spLocks noChangeArrowheads="1"/>
            </p:cNvSpPr>
            <p:nvPr/>
          </p:nvSpPr>
          <p:spPr bwMode="auto">
            <a:xfrm>
              <a:off x="3638" y="1933"/>
              <a:ext cx="1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ea typeface="楷体_GB2312" pitchFamily="49" charset="-122"/>
                </a:rPr>
                <a:t>（水流稳态）</a:t>
              </a:r>
            </a:p>
          </p:txBody>
        </p:sp>
      </p:grpSp>
      <p:graphicFrame>
        <p:nvGraphicFramePr>
          <p:cNvPr id="11272" name="Object 8"/>
          <p:cNvGraphicFramePr>
            <a:graphicFrameLocks noChangeAspect="1"/>
          </p:cNvGraphicFramePr>
          <p:nvPr/>
        </p:nvGraphicFramePr>
        <p:xfrm>
          <a:off x="1116013" y="4724400"/>
          <a:ext cx="5375275" cy="990600"/>
        </p:xfrm>
        <a:graphic>
          <a:graphicData uri="http://schemas.openxmlformats.org/presentationml/2006/ole">
            <mc:AlternateContent xmlns:mc="http://schemas.openxmlformats.org/markup-compatibility/2006">
              <mc:Choice xmlns:v="urn:schemas-microsoft-com:vml" Requires="v">
                <p:oleObj spid="_x0000_s10335" name="Equation" r:id="rId7" imgW="2095500" imgH="393700" progId="Equation.3">
                  <p:embed/>
                </p:oleObj>
              </mc:Choice>
              <mc:Fallback>
                <p:oleObj name="Equation" r:id="rId7" imgW="2095500" imgH="3937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4724400"/>
                        <a:ext cx="53752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wipe(left)">
                                      <p:cBhvr>
                                        <p:cTn id="7" dur="500"/>
                                        <p:tgtEl>
                                          <p:spTgt spid="11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wipe(left)">
                                      <p:cBhvr>
                                        <p:cTn id="12" dur="500"/>
                                        <p:tgtEl>
                                          <p:spTgt spid="112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269"/>
                                        </p:tgtEl>
                                        <p:attrNameLst>
                                          <p:attrName>style.visibility</p:attrName>
                                        </p:attrNameLst>
                                      </p:cBhvr>
                                      <p:to>
                                        <p:strVal val="visible"/>
                                      </p:to>
                                    </p:set>
                                    <p:animEffect transition="in" filter="wipe(left)">
                                      <p:cBhvr>
                                        <p:cTn id="17" dur="500"/>
                                        <p:tgtEl>
                                          <p:spTgt spid="112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1272"/>
                                        </p:tgtEl>
                                        <p:attrNameLst>
                                          <p:attrName>style.visibility</p:attrName>
                                        </p:attrNameLst>
                                      </p:cBhvr>
                                      <p:to>
                                        <p:strVal val="visible"/>
                                      </p:to>
                                    </p:set>
                                    <p:anim calcmode="lin" valueType="num">
                                      <p:cBhvr additive="base">
                                        <p:cTn id="22" dur="500" fill="hold"/>
                                        <p:tgtEl>
                                          <p:spTgt spid="11272"/>
                                        </p:tgtEl>
                                        <p:attrNameLst>
                                          <p:attrName>ppt_x</p:attrName>
                                        </p:attrNameLst>
                                      </p:cBhvr>
                                      <p:tavLst>
                                        <p:tav tm="0">
                                          <p:val>
                                            <p:strVal val="0-#ppt_w/2"/>
                                          </p:val>
                                        </p:tav>
                                        <p:tav tm="100000">
                                          <p:val>
                                            <p:strVal val="#ppt_x"/>
                                          </p:val>
                                        </p:tav>
                                      </p:tavLst>
                                    </p:anim>
                                    <p:anim calcmode="lin" valueType="num">
                                      <p:cBhvr additive="base">
                                        <p:cTn id="23" dur="500" fill="hold"/>
                                        <p:tgtEl>
                                          <p:spTgt spid="112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684213" y="357188"/>
            <a:ext cx="2835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3</a:t>
            </a:r>
            <a:r>
              <a:rPr kumimoji="1" lang="zh-CN" altLang="en-US" sz="3200" b="1">
                <a:latin typeface="Times New Roman" pitchFamily="18" charset="0"/>
              </a:rPr>
              <a:t>．</a:t>
            </a:r>
            <a:r>
              <a:rPr kumimoji="1" lang="zh-CN" altLang="en-US" sz="3200" b="1">
                <a:latin typeface="Times New Roman" pitchFamily="18" charset="0"/>
                <a:ea typeface="楷体_GB2312" pitchFamily="49" charset="-122"/>
              </a:rPr>
              <a:t>双曲型方程</a:t>
            </a:r>
          </a:p>
        </p:txBody>
      </p:sp>
      <p:graphicFrame>
        <p:nvGraphicFramePr>
          <p:cNvPr id="12291" name="Object 3"/>
          <p:cNvGraphicFramePr>
            <a:graphicFrameLocks noChangeAspect="1"/>
          </p:cNvGraphicFramePr>
          <p:nvPr/>
        </p:nvGraphicFramePr>
        <p:xfrm>
          <a:off x="914400" y="2209800"/>
          <a:ext cx="7450138" cy="1004888"/>
        </p:xfrm>
        <a:graphic>
          <a:graphicData uri="http://schemas.openxmlformats.org/presentationml/2006/ole">
            <mc:AlternateContent xmlns:mc="http://schemas.openxmlformats.org/markup-compatibility/2006">
              <mc:Choice xmlns:v="urn:schemas-microsoft-com:vml" Requires="v">
                <p:oleObj spid="_x0000_s11327" name="Equation" r:id="rId3" imgW="3111500" imgH="419100" progId="Equation.3">
                  <p:embed/>
                </p:oleObj>
              </mc:Choice>
              <mc:Fallback>
                <p:oleObj name="Equation" r:id="rId3" imgW="3111500" imgH="4191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209800"/>
                        <a:ext cx="7450138"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2" name="Text Box 4"/>
          <p:cNvSpPr txBox="1">
            <a:spLocks noChangeArrowheads="1"/>
          </p:cNvSpPr>
          <p:nvPr/>
        </p:nvSpPr>
        <p:spPr bwMode="auto">
          <a:xfrm>
            <a:off x="1219200" y="1190625"/>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b="1">
                <a:latin typeface="Times New Roman" pitchFamily="18" charset="0"/>
                <a:ea typeface="楷体_GB2312" pitchFamily="49" charset="-122"/>
              </a:rPr>
              <a:t>波动方程</a:t>
            </a:r>
          </a:p>
        </p:txBody>
      </p:sp>
      <p:sp>
        <p:nvSpPr>
          <p:cNvPr id="12293" name="Text Box 5"/>
          <p:cNvSpPr txBox="1">
            <a:spLocks noChangeArrowheads="1"/>
          </p:cNvSpPr>
          <p:nvPr/>
        </p:nvSpPr>
        <p:spPr bwMode="auto">
          <a:xfrm>
            <a:off x="900113" y="3716338"/>
            <a:ext cx="5518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800" b="1">
                <a:latin typeface="楷体_GB2312" pitchFamily="49" charset="-122"/>
                <a:ea typeface="楷体_GB2312" pitchFamily="49" charset="-122"/>
              </a:rPr>
              <a:t>它表示长度为</a:t>
            </a:r>
            <a:r>
              <a:rPr kumimoji="1" lang="en-US" altLang="zh-CN" sz="2800" b="1" i="1">
                <a:latin typeface="楷体_GB2312" pitchFamily="49" charset="-122"/>
                <a:ea typeface="楷体_GB2312" pitchFamily="49" charset="-122"/>
              </a:rPr>
              <a:t>L</a:t>
            </a:r>
            <a:r>
              <a:rPr kumimoji="1" lang="zh-CN" altLang="en-US" sz="2800" b="1">
                <a:latin typeface="楷体_GB2312" pitchFamily="49" charset="-122"/>
                <a:ea typeface="楷体_GB2312" pitchFamily="49" charset="-122"/>
              </a:rPr>
              <a:t>的弦振动的规律。 </a:t>
            </a:r>
          </a:p>
        </p:txBody>
      </p:sp>
      <p:graphicFrame>
        <p:nvGraphicFramePr>
          <p:cNvPr id="12294" name="Object 6"/>
          <p:cNvGraphicFramePr>
            <a:graphicFrameLocks noChangeAspect="1"/>
          </p:cNvGraphicFramePr>
          <p:nvPr/>
        </p:nvGraphicFramePr>
        <p:xfrm>
          <a:off x="1692275" y="5013325"/>
          <a:ext cx="5086350" cy="1047750"/>
        </p:xfrm>
        <a:graphic>
          <a:graphicData uri="http://schemas.openxmlformats.org/presentationml/2006/ole">
            <mc:AlternateContent xmlns:mc="http://schemas.openxmlformats.org/markup-compatibility/2006">
              <mc:Choice xmlns:v="urn:schemas-microsoft-com:vml" Requires="v">
                <p:oleObj spid="_x0000_s11328" r:id="rId5" imgW="1981200" imgH="419100" progId="Equation.3">
                  <p:embed/>
                </p:oleObj>
              </mc:Choice>
              <mc:Fallback>
                <p:oleObj r:id="rId5" imgW="1981200" imgH="4191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5013325"/>
                        <a:ext cx="508635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4">
            <a:extLst>
              <a:ext uri="{FF2B5EF4-FFF2-40B4-BE49-F238E27FC236}">
                <a16:creationId xmlns:a16="http://schemas.microsoft.com/office/drawing/2014/main" id="{EE5EDC07-A66B-482F-AF9A-F879DFC600E0}"/>
              </a:ext>
            </a:extLst>
          </p:cNvPr>
          <p:cNvSpPr txBox="1">
            <a:spLocks noChangeArrowheads="1"/>
          </p:cNvSpPr>
          <p:nvPr/>
        </p:nvSpPr>
        <p:spPr bwMode="auto">
          <a:xfrm>
            <a:off x="3519488" y="357188"/>
            <a:ext cx="4829059"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dirty="0">
                <a:solidFill>
                  <a:srgbClr val="000080"/>
                </a:solidFill>
                <a:latin typeface="宋体" charset="-122"/>
              </a:rPr>
              <a:t>(</a:t>
            </a:r>
            <a:r>
              <a:rPr kumimoji="1" lang="en-US" altLang="zh-CN" sz="3200" b="1" dirty="0">
                <a:latin typeface="Times New Roman" pitchFamily="18" charset="0"/>
              </a:rPr>
              <a:t>Hyperbolic)</a:t>
            </a:r>
            <a:r>
              <a:rPr kumimoji="1" lang="en-US" altLang="zh-CN" sz="3200" b="1" i="1" dirty="0">
                <a:solidFill>
                  <a:srgbClr val="000080"/>
                </a:solidFill>
                <a:latin typeface="Times New Roman" pitchFamily="18" charset="0"/>
              </a:rPr>
              <a:t> B</a:t>
            </a:r>
            <a:r>
              <a:rPr kumimoji="1" lang="en-US" altLang="zh-CN" sz="3200" b="1" i="1" baseline="30000" dirty="0">
                <a:solidFill>
                  <a:srgbClr val="000080"/>
                </a:solidFill>
                <a:latin typeface="Times New Roman" pitchFamily="18" charset="0"/>
              </a:rPr>
              <a:t>2</a:t>
            </a:r>
            <a:r>
              <a:rPr kumimoji="1" lang="en-US" altLang="zh-CN" sz="3200" b="1" i="1" dirty="0">
                <a:solidFill>
                  <a:srgbClr val="000080"/>
                </a:solidFill>
                <a:latin typeface="Times New Roman" pitchFamily="18" charset="0"/>
              </a:rPr>
              <a:t>-4AC&gt;</a:t>
            </a:r>
            <a:r>
              <a:rPr kumimoji="1" lang="en-US" altLang="zh-CN" sz="3200" b="1" dirty="0">
                <a:solidFill>
                  <a:srgbClr val="000000"/>
                </a:solidFill>
                <a:latin typeface="Times New Roman" pitchFamily="18" charset="0"/>
              </a:rPr>
              <a:t>0</a:t>
            </a:r>
            <a:endParaRPr kumimoji="1" lang="en-US" altLang="zh-CN" sz="3200" b="1" dirty="0">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wipe(left)">
                                      <p:cBhvr>
                                        <p:cTn id="7" dur="500"/>
                                        <p:tgtEl>
                                          <p:spTgt spid="12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91"/>
                                        </p:tgtEl>
                                        <p:attrNameLst>
                                          <p:attrName>style.visibility</p:attrName>
                                        </p:attrNameLst>
                                      </p:cBhvr>
                                      <p:to>
                                        <p:strVal val="visible"/>
                                      </p:to>
                                    </p:set>
                                    <p:animEffect transition="in" filter="wipe(left)">
                                      <p:cBhvr>
                                        <p:cTn id="12" dur="500"/>
                                        <p:tgtEl>
                                          <p:spTgt spid="12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3"/>
                                        </p:tgtEl>
                                        <p:attrNameLst>
                                          <p:attrName>style.visibility</p:attrName>
                                        </p:attrNameLst>
                                      </p:cBhvr>
                                      <p:to>
                                        <p:strVal val="visible"/>
                                      </p:to>
                                    </p:set>
                                    <p:animEffect transition="in" filter="wipe(left)">
                                      <p:cBhvr>
                                        <p:cTn id="17" dur="500"/>
                                        <p:tgtEl>
                                          <p:spTgt spid="122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12294"/>
                                        </p:tgtEl>
                                        <p:attrNameLst>
                                          <p:attrName>style.visibility</p:attrName>
                                        </p:attrNameLst>
                                      </p:cBhvr>
                                      <p:to>
                                        <p:strVal val="visible"/>
                                      </p:to>
                                    </p:set>
                                    <p:anim calcmode="lin" valueType="num">
                                      <p:cBhvr additive="base">
                                        <p:cTn id="22" dur="500" fill="hold"/>
                                        <p:tgtEl>
                                          <p:spTgt spid="12294"/>
                                        </p:tgtEl>
                                        <p:attrNameLst>
                                          <p:attrName>ppt_x</p:attrName>
                                        </p:attrNameLst>
                                      </p:cBhvr>
                                      <p:tavLst>
                                        <p:tav tm="0">
                                          <p:val>
                                            <p:strVal val="0-#ppt_w/2"/>
                                          </p:val>
                                        </p:tav>
                                        <p:tav tm="100000">
                                          <p:val>
                                            <p:strVal val="#ppt_x"/>
                                          </p:val>
                                        </p:tav>
                                      </p:tavLst>
                                    </p:anim>
                                    <p:anim calcmode="lin" valueType="num">
                                      <p:cBhvr additive="base">
                                        <p:cTn id="23" dur="500" fill="hold"/>
                                        <p:tgtEl>
                                          <p:spTgt spid="1229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0-#ppt_w/2"/>
                                          </p:val>
                                        </p:tav>
                                        <p:tav tm="100000">
                                          <p:val>
                                            <p:strVal val="#ppt_x"/>
                                          </p:val>
                                        </p:tav>
                                      </p:tavLst>
                                    </p:anim>
                                    <p:anim calcmode="lin" valueType="num">
                                      <p:cBhvr additive="base">
                                        <p:cTn id="29"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P spid="12293" grpId="0"/>
      <p:bldP spid="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692275" y="476250"/>
            <a:ext cx="4816475" cy="594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yy </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+sinxu</a:t>
            </a:r>
            <a:r>
              <a:rPr kumimoji="1" lang="en-US" altLang="zh-CN" sz="3200" b="1" i="1" baseline="-30000">
                <a:solidFill>
                  <a:srgbClr val="000080"/>
                </a:solidFill>
                <a:latin typeface="Times New Roman" pitchFamily="18" charset="0"/>
              </a:rPr>
              <a:t>y</a:t>
            </a:r>
            <a:r>
              <a:rPr kumimoji="1" lang="en-US" altLang="zh-CN" sz="3200" b="1" i="1">
                <a:solidFill>
                  <a:srgbClr val="000080"/>
                </a:solidFill>
                <a:latin typeface="Times New Roman" pitchFamily="18" charset="0"/>
              </a:rPr>
              <a:t>-u=x</a:t>
            </a:r>
            <a:r>
              <a:rPr kumimoji="1" lang="en-US" altLang="zh-CN" sz="3200" b="1" i="1" baseline="30000">
                <a:solidFill>
                  <a:srgbClr val="000080"/>
                </a:solidFill>
                <a:latin typeface="Times New Roman" pitchFamily="18" charset="0"/>
              </a:rPr>
              <a:t>2</a:t>
            </a:r>
            <a:r>
              <a:rPr kumimoji="1" lang="en-US" altLang="zh-CN" sz="3200" b="1" i="1">
                <a:solidFill>
                  <a:srgbClr val="000080"/>
                </a:solidFill>
                <a:latin typeface="Times New Roman" pitchFamily="18" charset="0"/>
              </a:rPr>
              <a:t>+y</a:t>
            </a:r>
            <a:r>
              <a:rPr kumimoji="1" lang="en-US" altLang="zh-CN" sz="3200" b="1" i="1" baseline="30000">
                <a:solidFill>
                  <a:srgbClr val="000080"/>
                </a:solidFill>
                <a:latin typeface="Times New Roman" pitchFamily="18" charset="0"/>
              </a:rPr>
              <a:t>2</a:t>
            </a:r>
            <a:endParaRPr kumimoji="1" lang="en-US" altLang="zh-CN" sz="3200" b="1">
              <a:latin typeface="Times New Roman" pitchFamily="18" charset="0"/>
            </a:endParaRPr>
          </a:p>
          <a:p>
            <a:pPr eaLnBrk="1" hangingPunct="1">
              <a:lnSpc>
                <a:spcPct val="150000"/>
              </a:lnSpc>
            </a:pP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yy </a:t>
            </a:r>
            <a:r>
              <a:rPr kumimoji="1" lang="en-US" altLang="zh-CN" sz="3200" b="1" i="1">
                <a:solidFill>
                  <a:srgbClr val="000080"/>
                </a:solidFill>
                <a:latin typeface="Times New Roman" pitchFamily="18" charset="0"/>
              </a:rPr>
              <a:t>+2u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+2u</a:t>
            </a:r>
            <a:r>
              <a:rPr kumimoji="1" lang="en-US" altLang="zh-CN" sz="3200" b="1" i="1" baseline="-30000">
                <a:solidFill>
                  <a:srgbClr val="000080"/>
                </a:solidFill>
                <a:latin typeface="Times New Roman" pitchFamily="18" charset="0"/>
              </a:rPr>
              <a:t>y</a:t>
            </a:r>
            <a:r>
              <a:rPr kumimoji="1" lang="en-US" altLang="zh-CN" sz="3200" b="1" i="1">
                <a:solidFill>
                  <a:srgbClr val="000080"/>
                </a:solidFill>
                <a:latin typeface="Times New Roman" pitchFamily="18" charset="0"/>
              </a:rPr>
              <a:t>+e</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u=x-y</a:t>
            </a:r>
            <a:endParaRPr kumimoji="1" lang="en-US" altLang="zh-CN" sz="3200" b="1">
              <a:latin typeface="Times New Roman" pitchFamily="18" charset="0"/>
            </a:endParaRPr>
          </a:p>
          <a:p>
            <a:pPr eaLnBrk="1" hangingPunct="1">
              <a:lnSpc>
                <a:spcPct val="150000"/>
              </a:lnSpc>
            </a:pP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 </a:t>
            </a:r>
            <a:r>
              <a:rPr kumimoji="1" lang="en-US" altLang="zh-CN" sz="3200" b="1" i="1">
                <a:solidFill>
                  <a:srgbClr val="000080"/>
                </a:solidFill>
                <a:latin typeface="Times New Roman" pitchFamily="18" charset="0"/>
              </a:rPr>
              <a:t>+u-u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+y</a:t>
            </a:r>
            <a:endParaRPr kumimoji="1" lang="en-US" altLang="zh-CN" sz="3200" b="1">
              <a:latin typeface="Times New Roman" pitchFamily="18" charset="0"/>
            </a:endParaRPr>
          </a:p>
          <a:p>
            <a:pPr eaLnBrk="1" hangingPunct="1">
              <a:lnSpc>
                <a:spcPct val="150000"/>
              </a:lnSpc>
            </a:pP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xy</a:t>
            </a:r>
            <a:r>
              <a:rPr kumimoji="1" lang="en-US" altLang="zh-CN" sz="3200" b="1" i="1">
                <a:solidFill>
                  <a:srgbClr val="000080"/>
                </a:solidFill>
                <a:latin typeface="Times New Roman" pitchFamily="18" charset="0"/>
              </a:rPr>
              <a:t>=u-u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a:t>
            </a:r>
            <a:endParaRPr kumimoji="1" lang="en-US" altLang="zh-CN" sz="3200" b="1">
              <a:latin typeface="Times New Roman" pitchFamily="18" charset="0"/>
            </a:endParaRPr>
          </a:p>
          <a:p>
            <a:pPr eaLnBrk="1" hangingPunct="1">
              <a:lnSpc>
                <a:spcPct val="150000"/>
              </a:lnSpc>
            </a:pPr>
            <a:r>
              <a:rPr kumimoji="1" lang="en-US" altLang="zh-CN" sz="3200" b="1" i="1">
                <a:solidFill>
                  <a:srgbClr val="000080"/>
                </a:solidFill>
                <a:latin typeface="Times New Roman" pitchFamily="18" charset="0"/>
              </a:rPr>
              <a:t>3u</a:t>
            </a:r>
            <a:r>
              <a:rPr kumimoji="1" lang="en-US" altLang="zh-CN" sz="3200" b="1" i="1" baseline="-30000">
                <a:solidFill>
                  <a:srgbClr val="000080"/>
                </a:solidFill>
                <a:latin typeface="Times New Roman" pitchFamily="18" charset="0"/>
              </a:rPr>
              <a:t>xx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xy </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yy</a:t>
            </a:r>
            <a:r>
              <a:rPr kumimoji="1" lang="en-US" altLang="zh-CN" sz="3200" b="1" i="1">
                <a:solidFill>
                  <a:srgbClr val="000080"/>
                </a:solidFill>
                <a:latin typeface="Times New Roman" pitchFamily="18" charset="0"/>
              </a:rPr>
              <a:t>=e</a:t>
            </a:r>
            <a:r>
              <a:rPr kumimoji="1" lang="en-US" altLang="zh-CN" sz="3200" b="1" i="1" baseline="30000">
                <a:solidFill>
                  <a:srgbClr val="000080"/>
                </a:solidFill>
                <a:latin typeface="Times New Roman" pitchFamily="18" charset="0"/>
              </a:rPr>
              <a:t>xy</a:t>
            </a:r>
            <a:endParaRPr kumimoji="1" lang="en-US" altLang="zh-CN" sz="3200" b="1">
              <a:latin typeface="Times New Roman" pitchFamily="18" charset="0"/>
            </a:endParaRPr>
          </a:p>
          <a:p>
            <a:pPr eaLnBrk="1" hangingPunct="1">
              <a:lnSpc>
                <a:spcPct val="150000"/>
              </a:lnSpc>
            </a:pP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yy </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+sinxu</a:t>
            </a:r>
            <a:r>
              <a:rPr kumimoji="1" lang="en-US" altLang="zh-CN" sz="3200" b="1" i="1" baseline="-30000">
                <a:solidFill>
                  <a:srgbClr val="000080"/>
                </a:solidFill>
                <a:latin typeface="Times New Roman" pitchFamily="18" charset="0"/>
              </a:rPr>
              <a:t>y</a:t>
            </a:r>
            <a:r>
              <a:rPr kumimoji="1" lang="en-US" altLang="zh-CN" sz="3200" b="1" i="1">
                <a:solidFill>
                  <a:srgbClr val="000080"/>
                </a:solidFill>
                <a:latin typeface="Times New Roman" pitchFamily="18" charset="0"/>
              </a:rPr>
              <a:t>-u=x</a:t>
            </a:r>
            <a:r>
              <a:rPr kumimoji="1" lang="en-US" altLang="zh-CN" sz="3200" b="1" i="1" baseline="30000">
                <a:solidFill>
                  <a:srgbClr val="000080"/>
                </a:solidFill>
                <a:latin typeface="Times New Roman" pitchFamily="18" charset="0"/>
              </a:rPr>
              <a:t>2</a:t>
            </a:r>
            <a:r>
              <a:rPr kumimoji="1" lang="en-US" altLang="zh-CN" sz="3200" b="1" i="1">
                <a:solidFill>
                  <a:srgbClr val="000080"/>
                </a:solidFill>
                <a:latin typeface="Times New Roman" pitchFamily="18" charset="0"/>
              </a:rPr>
              <a:t>+y</a:t>
            </a:r>
            <a:endParaRPr kumimoji="1" lang="en-US" altLang="zh-CN" sz="3200" b="1">
              <a:latin typeface="Times New Roman" pitchFamily="18" charset="0"/>
            </a:endParaRPr>
          </a:p>
          <a:p>
            <a:pPr eaLnBrk="1" hangingPunct="1">
              <a:lnSpc>
                <a:spcPct val="150000"/>
              </a:lnSpc>
            </a:pP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xy</a:t>
            </a:r>
            <a:r>
              <a:rPr kumimoji="1" lang="en-US" altLang="zh-CN" sz="3200" b="1" i="1">
                <a:solidFill>
                  <a:srgbClr val="000080"/>
                </a:solidFill>
                <a:latin typeface="Times New Roman" pitchFamily="18" charset="0"/>
              </a:rPr>
              <a:t>=u-u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a:t>
            </a:r>
            <a:endParaRPr kumimoji="1" lang="en-US" altLang="zh-CN" sz="3200" b="1">
              <a:latin typeface="Times New Roman" pitchFamily="18" charset="0"/>
            </a:endParaRPr>
          </a:p>
          <a:p>
            <a:pPr eaLnBrk="1" hangingPunct="1">
              <a:lnSpc>
                <a:spcPct val="150000"/>
              </a:lnSpc>
            </a:pPr>
            <a:r>
              <a:rPr kumimoji="1" lang="en-US" altLang="zh-CN" sz="3200" b="1" i="1" baseline="30000">
                <a:solidFill>
                  <a:srgbClr val="000080"/>
                </a:solidFill>
                <a:latin typeface="Times New Roman" pitchFamily="18" charset="0"/>
              </a:rPr>
              <a:t> </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xx</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yy </a:t>
            </a:r>
            <a:r>
              <a:rPr kumimoji="1" lang="en-US" altLang="zh-CN" sz="3200" b="1" i="1">
                <a:solidFill>
                  <a:srgbClr val="000080"/>
                </a:solidFill>
                <a:latin typeface="Times New Roman" pitchFamily="18" charset="0"/>
              </a:rPr>
              <a:t>+u</a:t>
            </a:r>
            <a:r>
              <a:rPr kumimoji="1" lang="en-US" altLang="zh-CN" sz="3200" b="1" i="1" baseline="-30000">
                <a:solidFill>
                  <a:srgbClr val="000080"/>
                </a:solidFill>
                <a:latin typeface="Times New Roman" pitchFamily="18" charset="0"/>
              </a:rPr>
              <a:t>x</a:t>
            </a:r>
            <a:r>
              <a:rPr kumimoji="1" lang="en-US" altLang="zh-CN" sz="3200" b="1" i="1">
                <a:solidFill>
                  <a:srgbClr val="000080"/>
                </a:solidFill>
                <a:latin typeface="Times New Roman" pitchFamily="18" charset="0"/>
              </a:rPr>
              <a:t>+sinxu</a:t>
            </a:r>
            <a:r>
              <a:rPr kumimoji="1" lang="en-US" altLang="zh-CN" sz="3200" b="1" i="1" baseline="-30000">
                <a:solidFill>
                  <a:srgbClr val="000080"/>
                </a:solidFill>
                <a:latin typeface="Times New Roman" pitchFamily="18" charset="0"/>
              </a:rPr>
              <a:t>y</a:t>
            </a:r>
            <a:r>
              <a:rPr kumimoji="1" lang="en-US" altLang="zh-CN" sz="3200" b="1" i="1">
                <a:solidFill>
                  <a:srgbClr val="000080"/>
                </a:solidFill>
                <a:latin typeface="Times New Roman" pitchFamily="18" charset="0"/>
              </a:rPr>
              <a:t>-u=x</a:t>
            </a:r>
            <a:r>
              <a:rPr kumimoji="1" lang="en-US" altLang="zh-CN" sz="3200" b="1" i="1" baseline="30000">
                <a:solidFill>
                  <a:srgbClr val="000080"/>
                </a:solidFill>
                <a:latin typeface="Times New Roman" pitchFamily="18" charset="0"/>
              </a:rPr>
              <a:t>2</a:t>
            </a:r>
            <a:r>
              <a:rPr kumimoji="1" lang="en-US" altLang="zh-CN" sz="3200" b="1" i="1">
                <a:solidFill>
                  <a:srgbClr val="000080"/>
                </a:solidFill>
                <a:latin typeface="Times New Roman" pitchFamily="18" charset="0"/>
              </a:rPr>
              <a:t>+y</a:t>
            </a:r>
            <a:r>
              <a:rPr kumimoji="1" lang="en-US" altLang="zh-CN" sz="3200" b="1" i="1" baseline="30000">
                <a:solidFill>
                  <a:srgbClr val="000080"/>
                </a:solidFill>
                <a:latin typeface="Times New Roman" pitchFamily="18" charset="0"/>
              </a:rPr>
              <a:t> </a:t>
            </a:r>
          </a:p>
        </p:txBody>
      </p:sp>
    </p:spTree>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23850" y="1557338"/>
            <a:ext cx="8372475"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latin typeface="Symbol" pitchFamily="18" charset="2"/>
              </a:rPr>
              <a:t>·  </a:t>
            </a:r>
            <a:r>
              <a:rPr kumimoji="1" lang="en-US" altLang="zh-CN" sz="3200" b="1">
                <a:latin typeface="Times New Roman" pitchFamily="18" charset="0"/>
              </a:rPr>
              <a:t>Since the </a:t>
            </a:r>
            <a:r>
              <a:rPr kumimoji="1" lang="en-US" altLang="zh-CN" sz="3200" b="1" i="1">
                <a:latin typeface="Times New Roman" pitchFamily="18" charset="0"/>
              </a:rPr>
              <a:t>coefficients A, B, C </a:t>
            </a:r>
            <a:r>
              <a:rPr kumimoji="1" lang="en-US" altLang="zh-CN" sz="3200" b="1">
                <a:latin typeface="Times New Roman" pitchFamily="18" charset="0"/>
              </a:rPr>
              <a:t>are all functions of the variables in the problem, they may change value in different parts of the solution area.</a:t>
            </a:r>
          </a:p>
        </p:txBody>
      </p:sp>
      <p:sp>
        <p:nvSpPr>
          <p:cNvPr id="14339" name="Text Box 3"/>
          <p:cNvSpPr txBox="1">
            <a:spLocks noChangeArrowheads="1"/>
          </p:cNvSpPr>
          <p:nvPr/>
        </p:nvSpPr>
        <p:spPr bwMode="auto">
          <a:xfrm>
            <a:off x="250825" y="4508500"/>
            <a:ext cx="8372475"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latin typeface="Symbol" pitchFamily="18" charset="2"/>
              </a:rPr>
              <a:t>·  </a:t>
            </a:r>
            <a:r>
              <a:rPr kumimoji="1" lang="en-US" altLang="zh-CN" sz="3200" b="1">
                <a:latin typeface="Times New Roman" pitchFamily="18" charset="0"/>
              </a:rPr>
              <a:t>Equations may change type in different regions of the solution space</a:t>
            </a:r>
          </a:p>
        </p:txBody>
      </p:sp>
      <p:graphicFrame>
        <p:nvGraphicFramePr>
          <p:cNvPr id="13316" name="Object 4"/>
          <p:cNvGraphicFramePr>
            <a:graphicFrameLocks noChangeAspect="1"/>
          </p:cNvGraphicFramePr>
          <p:nvPr/>
        </p:nvGraphicFramePr>
        <p:xfrm>
          <a:off x="1187450" y="260350"/>
          <a:ext cx="5181600" cy="1114425"/>
        </p:xfrm>
        <a:graphic>
          <a:graphicData uri="http://schemas.openxmlformats.org/presentationml/2006/ole">
            <mc:AlternateContent xmlns:mc="http://schemas.openxmlformats.org/markup-compatibility/2006">
              <mc:Choice xmlns:v="urn:schemas-microsoft-com:vml" Requires="v">
                <p:oleObj spid="_x0000_s13345" r:id="rId3" imgW="2019300" imgH="444500" progId="Equation.3">
                  <p:embed/>
                </p:oleObj>
              </mc:Choice>
              <mc:Fallback>
                <p:oleObj r:id="rId3" imgW="20193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60350"/>
                        <a:ext cx="51816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 calcmode="lin" valueType="num">
                                      <p:cBhvr additive="base">
                                        <p:cTn id="7" dur="500" fill="hold"/>
                                        <p:tgtEl>
                                          <p:spTgt spid="14339"/>
                                        </p:tgtEl>
                                        <p:attrNameLst>
                                          <p:attrName>ppt_x</p:attrName>
                                        </p:attrNameLst>
                                      </p:cBhvr>
                                      <p:tavLst>
                                        <p:tav tm="0">
                                          <p:val>
                                            <p:strVal val="0-#ppt_w/2"/>
                                          </p:val>
                                        </p:tav>
                                        <p:tav tm="100000">
                                          <p:val>
                                            <p:strVal val="#ppt_x"/>
                                          </p:val>
                                        </p:tav>
                                      </p:tavLst>
                                    </p:anim>
                                    <p:anim calcmode="lin" valueType="num">
                                      <p:cBhvr additive="base">
                                        <p:cTn id="8" dur="500" fill="hold"/>
                                        <p:tgtEl>
                                          <p:spTgt spid="143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50825" y="4389438"/>
            <a:ext cx="8893175" cy="199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latin typeface="Times New Roman" pitchFamily="18" charset="0"/>
              </a:rPr>
              <a:t>·  Solutions for the </a:t>
            </a:r>
            <a:r>
              <a:rPr kumimoji="1" lang="en-US" altLang="zh-CN" sz="3200" b="1">
                <a:solidFill>
                  <a:srgbClr val="0000CC"/>
                </a:solidFill>
                <a:latin typeface="Times New Roman" pitchFamily="18" charset="0"/>
              </a:rPr>
              <a:t>subsonic (elliptic)</a:t>
            </a:r>
            <a:r>
              <a:rPr kumimoji="1" lang="en-US" altLang="zh-CN" sz="3200" b="1">
                <a:latin typeface="Times New Roman" pitchFamily="18" charset="0"/>
              </a:rPr>
              <a:t> and </a:t>
            </a:r>
            <a:r>
              <a:rPr kumimoji="1" lang="en-US" altLang="zh-CN" sz="3200" b="1">
                <a:solidFill>
                  <a:srgbClr val="0000CC"/>
                </a:solidFill>
                <a:latin typeface="Times New Roman" pitchFamily="18" charset="0"/>
              </a:rPr>
              <a:t>supersonic (hyperbolic)</a:t>
            </a:r>
            <a:r>
              <a:rPr kumimoji="1" lang="en-US" altLang="zh-CN" sz="3200" b="1">
                <a:latin typeface="Times New Roman" pitchFamily="18" charset="0"/>
              </a:rPr>
              <a:t> zones have to be obtained by different methods and patched together!</a:t>
            </a: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52400"/>
            <a:ext cx="4724400" cy="403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1676400" y="228600"/>
            <a:ext cx="5183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231F20"/>
                </a:solidFill>
                <a:latin typeface="Times New Roman" pitchFamily="18" charset="0"/>
              </a:rPr>
              <a:t>Analytical Solutions of PDEs</a:t>
            </a:r>
            <a:endParaRPr kumimoji="1" lang="en-US" altLang="zh-CN" sz="3200">
              <a:latin typeface="Times New Roman" pitchFamily="18" charset="0"/>
            </a:endParaRPr>
          </a:p>
        </p:txBody>
      </p:sp>
      <p:sp>
        <p:nvSpPr>
          <p:cNvPr id="16387" name="Text Box 3"/>
          <p:cNvSpPr txBox="1">
            <a:spLocks noChangeArrowheads="1"/>
          </p:cNvSpPr>
          <p:nvPr/>
        </p:nvSpPr>
        <p:spPr bwMode="auto">
          <a:xfrm>
            <a:off x="381000" y="1219200"/>
            <a:ext cx="2328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231F20"/>
                </a:solidFill>
                <a:latin typeface="Times New Roman" pitchFamily="18" charset="0"/>
              </a:rPr>
              <a:t>Heat equation</a:t>
            </a:r>
            <a:endParaRPr kumimoji="1" lang="en-US" altLang="zh-CN" sz="2800">
              <a:latin typeface="Times New Roman" pitchFamily="18" charset="0"/>
            </a:endParaRPr>
          </a:p>
        </p:txBody>
      </p:sp>
      <p:graphicFrame>
        <p:nvGraphicFramePr>
          <p:cNvPr id="16388" name="Object 4"/>
          <p:cNvGraphicFramePr>
            <a:graphicFrameLocks noChangeAspect="1"/>
          </p:cNvGraphicFramePr>
          <p:nvPr/>
        </p:nvGraphicFramePr>
        <p:xfrm>
          <a:off x="3810000" y="3124200"/>
          <a:ext cx="2279650" cy="1114425"/>
        </p:xfrm>
        <a:graphic>
          <a:graphicData uri="http://schemas.openxmlformats.org/presentationml/2006/ole">
            <mc:AlternateContent xmlns:mc="http://schemas.openxmlformats.org/markup-compatibility/2006">
              <mc:Choice xmlns:v="urn:schemas-microsoft-com:vml" Requires="v">
                <p:oleObj spid="_x0000_s15455" name="Equation" r:id="rId3" imgW="888614" imgH="444307" progId="Equation.3">
                  <p:embed/>
                </p:oleObj>
              </mc:Choice>
              <mc:Fallback>
                <p:oleObj name="Equation" r:id="rId3" imgW="888614" imgH="44430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3124200"/>
                        <a:ext cx="22796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Text Box 5"/>
          <p:cNvSpPr txBox="1">
            <a:spLocks noChangeArrowheads="1"/>
          </p:cNvSpPr>
          <p:nvPr/>
        </p:nvSpPr>
        <p:spPr bwMode="auto">
          <a:xfrm>
            <a:off x="533400" y="2263775"/>
            <a:ext cx="8045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Case 1: </a:t>
            </a:r>
            <a:r>
              <a:rPr kumimoji="1" lang="en-US" altLang="zh-CN" sz="2800">
                <a:latin typeface="Times New Roman" pitchFamily="18" charset="0"/>
              </a:rPr>
              <a:t>If the heat conduction is </a:t>
            </a:r>
            <a:r>
              <a:rPr kumimoji="1" lang="en-US" altLang="zh-CN" sz="3200" b="1">
                <a:solidFill>
                  <a:srgbClr val="0000CC"/>
                </a:solidFill>
                <a:latin typeface="Times New Roman" pitchFamily="18" charset="0"/>
              </a:rPr>
              <a:t>steady state</a:t>
            </a:r>
            <a:r>
              <a:rPr kumimoji="1" lang="en-US" altLang="zh-CN" sz="2800">
                <a:latin typeface="Times New Roman" pitchFamily="18" charset="0"/>
              </a:rPr>
              <a:t>  we get</a:t>
            </a:r>
          </a:p>
        </p:txBody>
      </p:sp>
      <p:sp>
        <p:nvSpPr>
          <p:cNvPr id="16390" name="Text Box 6"/>
          <p:cNvSpPr txBox="1">
            <a:spLocks noChangeArrowheads="1"/>
          </p:cNvSpPr>
          <p:nvPr/>
        </p:nvSpPr>
        <p:spPr bwMode="auto">
          <a:xfrm>
            <a:off x="228600" y="4419600"/>
            <a:ext cx="8763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Case 2: </a:t>
            </a:r>
            <a:r>
              <a:rPr kumimoji="1" lang="en-US" altLang="zh-CN" sz="2400">
                <a:latin typeface="Times New Roman" pitchFamily="18" charset="0"/>
              </a:rPr>
              <a:t>If there is a driving function on the right hand side, such as in electrostatics with charge present, we get</a:t>
            </a:r>
          </a:p>
        </p:txBody>
      </p:sp>
      <p:sp>
        <p:nvSpPr>
          <p:cNvPr id="16391" name="Text Box 7"/>
          <p:cNvSpPr txBox="1">
            <a:spLocks noChangeArrowheads="1"/>
          </p:cNvSpPr>
          <p:nvPr/>
        </p:nvSpPr>
        <p:spPr bwMode="auto">
          <a:xfrm>
            <a:off x="457200" y="3073400"/>
            <a:ext cx="2978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i="1">
                <a:latin typeface="Times New Roman" pitchFamily="18" charset="0"/>
              </a:rPr>
              <a:t>Laplace’s Equation</a:t>
            </a:r>
            <a:endParaRPr kumimoji="1" lang="en-US" altLang="zh-CN" sz="2800">
              <a:latin typeface="Times New Roman" pitchFamily="18" charset="0"/>
            </a:endParaRPr>
          </a:p>
        </p:txBody>
      </p:sp>
      <p:sp>
        <p:nvSpPr>
          <p:cNvPr id="16392" name="Text Box 8"/>
          <p:cNvSpPr txBox="1">
            <a:spLocks noChangeArrowheads="1"/>
          </p:cNvSpPr>
          <p:nvPr/>
        </p:nvSpPr>
        <p:spPr bwMode="auto">
          <a:xfrm>
            <a:off x="533400" y="5359400"/>
            <a:ext cx="2959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i="1">
                <a:latin typeface="Times New Roman" pitchFamily="18" charset="0"/>
              </a:rPr>
              <a:t>Poisson’s Equation</a:t>
            </a:r>
            <a:endParaRPr kumimoji="1" lang="en-US" altLang="zh-CN" sz="2800">
              <a:latin typeface="Times New Roman" pitchFamily="18" charset="0"/>
            </a:endParaRPr>
          </a:p>
        </p:txBody>
      </p:sp>
      <p:graphicFrame>
        <p:nvGraphicFramePr>
          <p:cNvPr id="16393" name="Object 9"/>
          <p:cNvGraphicFramePr>
            <a:graphicFrameLocks noChangeAspect="1"/>
          </p:cNvGraphicFramePr>
          <p:nvPr/>
        </p:nvGraphicFramePr>
        <p:xfrm>
          <a:off x="3795713" y="5410200"/>
          <a:ext cx="3224212" cy="1114425"/>
        </p:xfrm>
        <a:graphic>
          <a:graphicData uri="http://schemas.openxmlformats.org/presentationml/2006/ole">
            <mc:AlternateContent xmlns:mc="http://schemas.openxmlformats.org/markup-compatibility/2006">
              <mc:Choice xmlns:v="urn:schemas-microsoft-com:vml" Requires="v">
                <p:oleObj spid="_x0000_s15456" name="Equation" r:id="rId5" imgW="1256755" imgH="444307" progId="Equation.3">
                  <p:embed/>
                </p:oleObj>
              </mc:Choice>
              <mc:Fallback>
                <p:oleObj name="Equation" r:id="rId5" imgW="1256755" imgH="444307"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95713" y="5410200"/>
                        <a:ext cx="322421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4" name="Object 10"/>
          <p:cNvGraphicFramePr>
            <a:graphicFrameLocks noChangeAspect="1"/>
          </p:cNvGraphicFramePr>
          <p:nvPr/>
        </p:nvGraphicFramePr>
        <p:xfrm>
          <a:off x="4191000" y="1066800"/>
          <a:ext cx="2819400" cy="1120775"/>
        </p:xfrm>
        <a:graphic>
          <a:graphicData uri="http://schemas.openxmlformats.org/presentationml/2006/ole">
            <mc:AlternateContent xmlns:mc="http://schemas.openxmlformats.org/markup-compatibility/2006">
              <mc:Choice xmlns:v="urn:schemas-microsoft-com:vml" Requires="v">
                <p:oleObj spid="_x0000_s15457" name="Equation" r:id="rId7" imgW="1028700" imgH="419100" progId="Equation.3">
                  <p:embed/>
                </p:oleObj>
              </mc:Choice>
              <mc:Fallback>
                <p:oleObj name="Equation" r:id="rId7" imgW="1028700" imgH="4191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1066800"/>
                        <a:ext cx="28194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500" fill="hold"/>
                                        <p:tgtEl>
                                          <p:spTgt spid="16387"/>
                                        </p:tgtEl>
                                        <p:attrNameLst>
                                          <p:attrName>ppt_x</p:attrName>
                                        </p:attrNameLst>
                                      </p:cBhvr>
                                      <p:tavLst>
                                        <p:tav tm="0">
                                          <p:val>
                                            <p:strVal val="0-#ppt_w/2"/>
                                          </p:val>
                                        </p:tav>
                                        <p:tav tm="100000">
                                          <p:val>
                                            <p:strVal val="#ppt_x"/>
                                          </p:val>
                                        </p:tav>
                                      </p:tavLst>
                                    </p:anim>
                                    <p:anim calcmode="lin" valueType="num">
                                      <p:cBhvr additive="base">
                                        <p:cTn id="8" dur="500" fill="hold"/>
                                        <p:tgtEl>
                                          <p:spTgt spid="163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6394"/>
                                        </p:tgtEl>
                                        <p:attrNameLst>
                                          <p:attrName>style.visibility</p:attrName>
                                        </p:attrNameLst>
                                      </p:cBhvr>
                                      <p:to>
                                        <p:strVal val="visible"/>
                                      </p:to>
                                    </p:set>
                                    <p:anim calcmode="lin" valueType="num">
                                      <p:cBhvr additive="base">
                                        <p:cTn id="13" dur="500" fill="hold"/>
                                        <p:tgtEl>
                                          <p:spTgt spid="16394"/>
                                        </p:tgtEl>
                                        <p:attrNameLst>
                                          <p:attrName>ppt_x</p:attrName>
                                        </p:attrNameLst>
                                      </p:cBhvr>
                                      <p:tavLst>
                                        <p:tav tm="0">
                                          <p:val>
                                            <p:strVal val="0-#ppt_w/2"/>
                                          </p:val>
                                        </p:tav>
                                        <p:tav tm="100000">
                                          <p:val>
                                            <p:strVal val="#ppt_x"/>
                                          </p:val>
                                        </p:tav>
                                      </p:tavLst>
                                    </p:anim>
                                    <p:anim calcmode="lin" valueType="num">
                                      <p:cBhvr additive="base">
                                        <p:cTn id="14" dur="500" fill="hold"/>
                                        <p:tgtEl>
                                          <p:spTgt spid="1639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9"/>
                                        </p:tgtEl>
                                        <p:attrNameLst>
                                          <p:attrName>style.visibility</p:attrName>
                                        </p:attrNameLst>
                                      </p:cBhvr>
                                      <p:to>
                                        <p:strVal val="visible"/>
                                      </p:to>
                                    </p:set>
                                    <p:anim calcmode="lin" valueType="num">
                                      <p:cBhvr additive="base">
                                        <p:cTn id="19" dur="500" fill="hold"/>
                                        <p:tgtEl>
                                          <p:spTgt spid="16389"/>
                                        </p:tgtEl>
                                        <p:attrNameLst>
                                          <p:attrName>ppt_x</p:attrName>
                                        </p:attrNameLst>
                                      </p:cBhvr>
                                      <p:tavLst>
                                        <p:tav tm="0">
                                          <p:val>
                                            <p:strVal val="0-#ppt_w/2"/>
                                          </p:val>
                                        </p:tav>
                                        <p:tav tm="100000">
                                          <p:val>
                                            <p:strVal val="#ppt_x"/>
                                          </p:val>
                                        </p:tav>
                                      </p:tavLst>
                                    </p:anim>
                                    <p:anim calcmode="lin" valueType="num">
                                      <p:cBhvr additive="base">
                                        <p:cTn id="20" dur="500" fill="hold"/>
                                        <p:tgtEl>
                                          <p:spTgt spid="1638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91"/>
                                        </p:tgtEl>
                                        <p:attrNameLst>
                                          <p:attrName>style.visibility</p:attrName>
                                        </p:attrNameLst>
                                      </p:cBhvr>
                                      <p:to>
                                        <p:strVal val="visible"/>
                                      </p:to>
                                    </p:set>
                                    <p:anim calcmode="lin" valueType="num">
                                      <p:cBhvr additive="base">
                                        <p:cTn id="25" dur="500" fill="hold"/>
                                        <p:tgtEl>
                                          <p:spTgt spid="16391"/>
                                        </p:tgtEl>
                                        <p:attrNameLst>
                                          <p:attrName>ppt_x</p:attrName>
                                        </p:attrNameLst>
                                      </p:cBhvr>
                                      <p:tavLst>
                                        <p:tav tm="0">
                                          <p:val>
                                            <p:strVal val="0-#ppt_w/2"/>
                                          </p:val>
                                        </p:tav>
                                        <p:tav tm="100000">
                                          <p:val>
                                            <p:strVal val="#ppt_x"/>
                                          </p:val>
                                        </p:tav>
                                      </p:tavLst>
                                    </p:anim>
                                    <p:anim calcmode="lin" valueType="num">
                                      <p:cBhvr additive="base">
                                        <p:cTn id="26" dur="500" fill="hold"/>
                                        <p:tgtEl>
                                          <p:spTgt spid="1639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6388"/>
                                        </p:tgtEl>
                                        <p:attrNameLst>
                                          <p:attrName>style.visibility</p:attrName>
                                        </p:attrNameLst>
                                      </p:cBhvr>
                                      <p:to>
                                        <p:strVal val="visible"/>
                                      </p:to>
                                    </p:set>
                                    <p:anim calcmode="lin" valueType="num">
                                      <p:cBhvr additive="base">
                                        <p:cTn id="31" dur="500" fill="hold"/>
                                        <p:tgtEl>
                                          <p:spTgt spid="16388"/>
                                        </p:tgtEl>
                                        <p:attrNameLst>
                                          <p:attrName>ppt_x</p:attrName>
                                        </p:attrNameLst>
                                      </p:cBhvr>
                                      <p:tavLst>
                                        <p:tav tm="0">
                                          <p:val>
                                            <p:strVal val="0-#ppt_w/2"/>
                                          </p:val>
                                        </p:tav>
                                        <p:tav tm="100000">
                                          <p:val>
                                            <p:strVal val="#ppt_x"/>
                                          </p:val>
                                        </p:tav>
                                      </p:tavLst>
                                    </p:anim>
                                    <p:anim calcmode="lin" valueType="num">
                                      <p:cBhvr additive="base">
                                        <p:cTn id="32" dur="500" fill="hold"/>
                                        <p:tgtEl>
                                          <p:spTgt spid="1638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390"/>
                                        </p:tgtEl>
                                        <p:attrNameLst>
                                          <p:attrName>style.visibility</p:attrName>
                                        </p:attrNameLst>
                                      </p:cBhvr>
                                      <p:to>
                                        <p:strVal val="visible"/>
                                      </p:to>
                                    </p:set>
                                    <p:anim calcmode="lin" valueType="num">
                                      <p:cBhvr additive="base">
                                        <p:cTn id="37" dur="500" fill="hold"/>
                                        <p:tgtEl>
                                          <p:spTgt spid="16390"/>
                                        </p:tgtEl>
                                        <p:attrNameLst>
                                          <p:attrName>ppt_x</p:attrName>
                                        </p:attrNameLst>
                                      </p:cBhvr>
                                      <p:tavLst>
                                        <p:tav tm="0">
                                          <p:val>
                                            <p:strVal val="0-#ppt_w/2"/>
                                          </p:val>
                                        </p:tav>
                                        <p:tav tm="100000">
                                          <p:val>
                                            <p:strVal val="#ppt_x"/>
                                          </p:val>
                                        </p:tav>
                                      </p:tavLst>
                                    </p:anim>
                                    <p:anim calcmode="lin" valueType="num">
                                      <p:cBhvr additive="base">
                                        <p:cTn id="38" dur="500" fill="hold"/>
                                        <p:tgtEl>
                                          <p:spTgt spid="1639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392"/>
                                        </p:tgtEl>
                                        <p:attrNameLst>
                                          <p:attrName>style.visibility</p:attrName>
                                        </p:attrNameLst>
                                      </p:cBhvr>
                                      <p:to>
                                        <p:strVal val="visible"/>
                                      </p:to>
                                    </p:set>
                                    <p:anim calcmode="lin" valueType="num">
                                      <p:cBhvr additive="base">
                                        <p:cTn id="43" dur="500" fill="hold"/>
                                        <p:tgtEl>
                                          <p:spTgt spid="16392"/>
                                        </p:tgtEl>
                                        <p:attrNameLst>
                                          <p:attrName>ppt_x</p:attrName>
                                        </p:attrNameLst>
                                      </p:cBhvr>
                                      <p:tavLst>
                                        <p:tav tm="0">
                                          <p:val>
                                            <p:strVal val="0-#ppt_w/2"/>
                                          </p:val>
                                        </p:tav>
                                        <p:tav tm="100000">
                                          <p:val>
                                            <p:strVal val="#ppt_x"/>
                                          </p:val>
                                        </p:tav>
                                      </p:tavLst>
                                    </p:anim>
                                    <p:anim calcmode="lin" valueType="num">
                                      <p:cBhvr additive="base">
                                        <p:cTn id="44" dur="500" fill="hold"/>
                                        <p:tgtEl>
                                          <p:spTgt spid="16392"/>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6393"/>
                                        </p:tgtEl>
                                        <p:attrNameLst>
                                          <p:attrName>style.visibility</p:attrName>
                                        </p:attrNameLst>
                                      </p:cBhvr>
                                      <p:to>
                                        <p:strVal val="visible"/>
                                      </p:to>
                                    </p:set>
                                    <p:anim calcmode="lin" valueType="num">
                                      <p:cBhvr additive="base">
                                        <p:cTn id="49" dur="500" fill="hold"/>
                                        <p:tgtEl>
                                          <p:spTgt spid="16393"/>
                                        </p:tgtEl>
                                        <p:attrNameLst>
                                          <p:attrName>ppt_x</p:attrName>
                                        </p:attrNameLst>
                                      </p:cBhvr>
                                      <p:tavLst>
                                        <p:tav tm="0">
                                          <p:val>
                                            <p:strVal val="0-#ppt_w/2"/>
                                          </p:val>
                                        </p:tav>
                                        <p:tav tm="100000">
                                          <p:val>
                                            <p:strVal val="#ppt_x"/>
                                          </p:val>
                                        </p:tav>
                                      </p:tavLst>
                                    </p:anim>
                                    <p:anim calcmode="lin" valueType="num">
                                      <p:cBhvr additive="base">
                                        <p:cTn id="50" dur="500" fill="hold"/>
                                        <p:tgtEl>
                                          <p:spTgt spid="163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P spid="16389" grpId="0" autoUpdateAnimBg="0"/>
      <p:bldP spid="16390" grpId="0" autoUpdateAnimBg="0"/>
      <p:bldP spid="16391" grpId="0" autoUpdateAnimBg="0"/>
      <p:bldP spid="1639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ChangeAspect="1"/>
          </p:cNvGraphicFramePr>
          <p:nvPr/>
        </p:nvGraphicFramePr>
        <p:xfrm>
          <a:off x="685800" y="152400"/>
          <a:ext cx="2819400" cy="1120775"/>
        </p:xfrm>
        <a:graphic>
          <a:graphicData uri="http://schemas.openxmlformats.org/presentationml/2006/ole">
            <mc:AlternateContent xmlns:mc="http://schemas.openxmlformats.org/markup-compatibility/2006">
              <mc:Choice xmlns:v="urn:schemas-microsoft-com:vml" Requires="v">
                <p:oleObj spid="_x0000_s16677" name="Equation" r:id="rId3" imgW="1028700" imgH="419100" progId="Equation.3">
                  <p:embed/>
                </p:oleObj>
              </mc:Choice>
              <mc:Fallback>
                <p:oleObj name="Equation" r:id="rId3" imgW="10287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52400"/>
                        <a:ext cx="28194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1" name="Text Box 3"/>
          <p:cNvSpPr txBox="1">
            <a:spLocks noChangeArrowheads="1"/>
          </p:cNvSpPr>
          <p:nvPr/>
        </p:nvSpPr>
        <p:spPr bwMode="auto">
          <a:xfrm>
            <a:off x="4648200" y="533400"/>
            <a:ext cx="2727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latin typeface="Times New Roman" pitchFamily="18" charset="0"/>
              </a:rPr>
              <a:t>u(x,t)=A(x)B(t)</a:t>
            </a:r>
          </a:p>
        </p:txBody>
      </p:sp>
      <p:graphicFrame>
        <p:nvGraphicFramePr>
          <p:cNvPr id="17412" name="Object 4"/>
          <p:cNvGraphicFramePr>
            <a:graphicFrameLocks noChangeAspect="1"/>
          </p:cNvGraphicFramePr>
          <p:nvPr/>
        </p:nvGraphicFramePr>
        <p:xfrm>
          <a:off x="554038" y="1404938"/>
          <a:ext cx="3236912" cy="1052512"/>
        </p:xfrm>
        <a:graphic>
          <a:graphicData uri="http://schemas.openxmlformats.org/presentationml/2006/ole">
            <mc:AlternateContent xmlns:mc="http://schemas.openxmlformats.org/markup-compatibility/2006">
              <mc:Choice xmlns:v="urn:schemas-microsoft-com:vml" Requires="v">
                <p:oleObj spid="_x0000_s16678" name="Equation" r:id="rId5" imgW="1180588" imgH="393529" progId="Equation.3">
                  <p:embed/>
                </p:oleObj>
              </mc:Choice>
              <mc:Fallback>
                <p:oleObj name="Equation" r:id="rId5" imgW="1180588" imgH="39352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038" y="1404938"/>
                        <a:ext cx="3236912"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3" name="Object 5"/>
          <p:cNvGraphicFramePr>
            <a:graphicFrameLocks noChangeAspect="1"/>
          </p:cNvGraphicFramePr>
          <p:nvPr/>
        </p:nvGraphicFramePr>
        <p:xfrm>
          <a:off x="4572000" y="1447800"/>
          <a:ext cx="3306763" cy="1052513"/>
        </p:xfrm>
        <a:graphic>
          <a:graphicData uri="http://schemas.openxmlformats.org/presentationml/2006/ole">
            <mc:AlternateContent xmlns:mc="http://schemas.openxmlformats.org/markup-compatibility/2006">
              <mc:Choice xmlns:v="urn:schemas-microsoft-com:vml" Requires="v">
                <p:oleObj spid="_x0000_s16679" name="Equation" r:id="rId7" imgW="1205977" imgH="393529" progId="Equation.3">
                  <p:embed/>
                </p:oleObj>
              </mc:Choice>
              <mc:Fallback>
                <p:oleObj name="Equation" r:id="rId7" imgW="1205977" imgH="393529"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447800"/>
                        <a:ext cx="3306763"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4" name="Object 6"/>
          <p:cNvGraphicFramePr>
            <a:graphicFrameLocks noChangeAspect="1"/>
          </p:cNvGraphicFramePr>
          <p:nvPr/>
        </p:nvGraphicFramePr>
        <p:xfrm>
          <a:off x="381000" y="2438400"/>
          <a:ext cx="3689350" cy="1120775"/>
        </p:xfrm>
        <a:graphic>
          <a:graphicData uri="http://schemas.openxmlformats.org/presentationml/2006/ole">
            <mc:AlternateContent xmlns:mc="http://schemas.openxmlformats.org/markup-compatibility/2006">
              <mc:Choice xmlns:v="urn:schemas-microsoft-com:vml" Requires="v">
                <p:oleObj spid="_x0000_s16680" name="Equation" r:id="rId9" imgW="1346200" imgH="419100" progId="Equation.3">
                  <p:embed/>
                </p:oleObj>
              </mc:Choice>
              <mc:Fallback>
                <p:oleObj name="Equation" r:id="rId9" imgW="1346200" imgH="4191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438400"/>
                        <a:ext cx="36893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5" name="Object 7"/>
          <p:cNvGraphicFramePr>
            <a:graphicFrameLocks noChangeAspect="1"/>
          </p:cNvGraphicFramePr>
          <p:nvPr/>
        </p:nvGraphicFramePr>
        <p:xfrm>
          <a:off x="4305300" y="2492375"/>
          <a:ext cx="4838700" cy="815975"/>
        </p:xfrm>
        <a:graphic>
          <a:graphicData uri="http://schemas.openxmlformats.org/presentationml/2006/ole">
            <mc:AlternateContent xmlns:mc="http://schemas.openxmlformats.org/markup-compatibility/2006">
              <mc:Choice xmlns:v="urn:schemas-microsoft-com:vml" Requires="v">
                <p:oleObj spid="_x0000_s16681" name="Equation" r:id="rId11" imgW="1764534" imgH="304668" progId="Equation.3">
                  <p:embed/>
                </p:oleObj>
              </mc:Choice>
              <mc:Fallback>
                <p:oleObj name="Equation" r:id="rId11" imgW="1764534" imgH="304668"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05300" y="2492375"/>
                        <a:ext cx="483870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7" name="Object 9"/>
          <p:cNvGraphicFramePr>
            <a:graphicFrameLocks noChangeAspect="1"/>
          </p:cNvGraphicFramePr>
          <p:nvPr/>
        </p:nvGraphicFramePr>
        <p:xfrm>
          <a:off x="5508625" y="3500438"/>
          <a:ext cx="2959100" cy="1360487"/>
        </p:xfrm>
        <a:graphic>
          <a:graphicData uri="http://schemas.openxmlformats.org/presentationml/2006/ole">
            <mc:AlternateContent xmlns:mc="http://schemas.openxmlformats.org/markup-compatibility/2006">
              <mc:Choice xmlns:v="urn:schemas-microsoft-com:vml" Requires="v">
                <p:oleObj spid="_x0000_s16682" name="Equation" r:id="rId13" imgW="1079500" imgH="508000" progId="Equation.3">
                  <p:embed/>
                </p:oleObj>
              </mc:Choice>
              <mc:Fallback>
                <p:oleObj name="Equation" r:id="rId13" imgW="1079500" imgH="5080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08625" y="3500438"/>
                        <a:ext cx="2959100"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8" name="Object 10"/>
          <p:cNvGraphicFramePr>
            <a:graphicFrameLocks noChangeAspect="1"/>
          </p:cNvGraphicFramePr>
          <p:nvPr/>
        </p:nvGraphicFramePr>
        <p:xfrm>
          <a:off x="684213" y="3789363"/>
          <a:ext cx="4003675" cy="1360487"/>
        </p:xfrm>
        <a:graphic>
          <a:graphicData uri="http://schemas.openxmlformats.org/presentationml/2006/ole">
            <mc:AlternateContent xmlns:mc="http://schemas.openxmlformats.org/markup-compatibility/2006">
              <mc:Choice xmlns:v="urn:schemas-microsoft-com:vml" Requires="v">
                <p:oleObj spid="_x0000_s16683" name="Equation" r:id="rId15" imgW="1460500" imgH="508000" progId="Equation.3">
                  <p:embed/>
                </p:oleObj>
              </mc:Choice>
              <mc:Fallback>
                <p:oleObj name="Equation" r:id="rId15" imgW="1460500" imgH="5080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4213" y="3789363"/>
                        <a:ext cx="4003675"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9" name="Object 11"/>
          <p:cNvGraphicFramePr>
            <a:graphicFrameLocks noChangeAspect="1"/>
          </p:cNvGraphicFramePr>
          <p:nvPr/>
        </p:nvGraphicFramePr>
        <p:xfrm>
          <a:off x="403225" y="5516563"/>
          <a:ext cx="2368550" cy="714375"/>
        </p:xfrm>
        <a:graphic>
          <a:graphicData uri="http://schemas.openxmlformats.org/presentationml/2006/ole">
            <mc:AlternateContent xmlns:mc="http://schemas.openxmlformats.org/markup-compatibility/2006">
              <mc:Choice xmlns:v="urn:schemas-microsoft-com:vml" Requires="v">
                <p:oleObj spid="_x0000_s16684" name="Equation" r:id="rId17" imgW="863225" imgH="266584" progId="Equation.3">
                  <p:embed/>
                </p:oleObj>
              </mc:Choice>
              <mc:Fallback>
                <p:oleObj name="Equation" r:id="rId17" imgW="863225" imgH="266584"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3225" y="5516563"/>
                        <a:ext cx="23685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0" name="Object 12"/>
          <p:cNvGraphicFramePr>
            <a:graphicFrameLocks noChangeAspect="1"/>
          </p:cNvGraphicFramePr>
          <p:nvPr/>
        </p:nvGraphicFramePr>
        <p:xfrm>
          <a:off x="5638800" y="5181600"/>
          <a:ext cx="2578100" cy="646113"/>
        </p:xfrm>
        <a:graphic>
          <a:graphicData uri="http://schemas.openxmlformats.org/presentationml/2006/ole">
            <mc:AlternateContent xmlns:mc="http://schemas.openxmlformats.org/markup-compatibility/2006">
              <mc:Choice xmlns:v="urn:schemas-microsoft-com:vml" Requires="v">
                <p:oleObj spid="_x0000_s16685" name="Equation" r:id="rId19" imgW="939392" imgH="241195" progId="Equation.3">
                  <p:embed/>
                </p:oleObj>
              </mc:Choice>
              <mc:Fallback>
                <p:oleObj name="Equation" r:id="rId19" imgW="939392" imgH="241195" progId="Equation.3">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38800" y="5181600"/>
                        <a:ext cx="2578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1" name="Object 13"/>
          <p:cNvGraphicFramePr>
            <a:graphicFrameLocks noChangeAspect="1"/>
          </p:cNvGraphicFramePr>
          <p:nvPr/>
        </p:nvGraphicFramePr>
        <p:xfrm>
          <a:off x="3124200" y="5943600"/>
          <a:ext cx="3937000" cy="714375"/>
        </p:xfrm>
        <a:graphic>
          <a:graphicData uri="http://schemas.openxmlformats.org/presentationml/2006/ole">
            <mc:AlternateContent xmlns:mc="http://schemas.openxmlformats.org/markup-compatibility/2006">
              <mc:Choice xmlns:v="urn:schemas-microsoft-com:vml" Requires="v">
                <p:oleObj spid="_x0000_s16686" name="Equation" r:id="rId21" imgW="1434477" imgH="266584" progId="Equation.3">
                  <p:embed/>
                </p:oleObj>
              </mc:Choice>
              <mc:Fallback>
                <p:oleObj name="Equation" r:id="rId21" imgW="1434477" imgH="266584" progId="Equation.3">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24200" y="5943600"/>
                        <a:ext cx="39370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 calcmode="lin" valueType="num">
                                      <p:cBhvr additive="base">
                                        <p:cTn id="7" dur="500" fill="hold"/>
                                        <p:tgtEl>
                                          <p:spTgt spid="17411"/>
                                        </p:tgtEl>
                                        <p:attrNameLst>
                                          <p:attrName>ppt_x</p:attrName>
                                        </p:attrNameLst>
                                      </p:cBhvr>
                                      <p:tavLst>
                                        <p:tav tm="0">
                                          <p:val>
                                            <p:strVal val="0-#ppt_w/2"/>
                                          </p:val>
                                        </p:tav>
                                        <p:tav tm="100000">
                                          <p:val>
                                            <p:strVal val="#ppt_x"/>
                                          </p:val>
                                        </p:tav>
                                      </p:tavLst>
                                    </p:anim>
                                    <p:anim calcmode="lin" valueType="num">
                                      <p:cBhvr additive="base">
                                        <p:cTn id="8" dur="500" fill="hold"/>
                                        <p:tgtEl>
                                          <p:spTgt spid="174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412"/>
                                        </p:tgtEl>
                                        <p:attrNameLst>
                                          <p:attrName>style.visibility</p:attrName>
                                        </p:attrNameLst>
                                      </p:cBhvr>
                                      <p:to>
                                        <p:strVal val="visible"/>
                                      </p:to>
                                    </p:set>
                                    <p:anim calcmode="lin" valueType="num">
                                      <p:cBhvr additive="base">
                                        <p:cTn id="13" dur="500" fill="hold"/>
                                        <p:tgtEl>
                                          <p:spTgt spid="17412"/>
                                        </p:tgtEl>
                                        <p:attrNameLst>
                                          <p:attrName>ppt_x</p:attrName>
                                        </p:attrNameLst>
                                      </p:cBhvr>
                                      <p:tavLst>
                                        <p:tav tm="0">
                                          <p:val>
                                            <p:strVal val="0-#ppt_w/2"/>
                                          </p:val>
                                        </p:tav>
                                        <p:tav tm="100000">
                                          <p:val>
                                            <p:strVal val="#ppt_x"/>
                                          </p:val>
                                        </p:tav>
                                      </p:tavLst>
                                    </p:anim>
                                    <p:anim calcmode="lin" valueType="num">
                                      <p:cBhvr additive="base">
                                        <p:cTn id="14" dur="500" fill="hold"/>
                                        <p:tgtEl>
                                          <p:spTgt spid="1741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413"/>
                                        </p:tgtEl>
                                        <p:attrNameLst>
                                          <p:attrName>style.visibility</p:attrName>
                                        </p:attrNameLst>
                                      </p:cBhvr>
                                      <p:to>
                                        <p:strVal val="visible"/>
                                      </p:to>
                                    </p:set>
                                    <p:anim calcmode="lin" valueType="num">
                                      <p:cBhvr additive="base">
                                        <p:cTn id="19" dur="500" fill="hold"/>
                                        <p:tgtEl>
                                          <p:spTgt spid="17413"/>
                                        </p:tgtEl>
                                        <p:attrNameLst>
                                          <p:attrName>ppt_x</p:attrName>
                                        </p:attrNameLst>
                                      </p:cBhvr>
                                      <p:tavLst>
                                        <p:tav tm="0">
                                          <p:val>
                                            <p:strVal val="0-#ppt_w/2"/>
                                          </p:val>
                                        </p:tav>
                                        <p:tav tm="100000">
                                          <p:val>
                                            <p:strVal val="#ppt_x"/>
                                          </p:val>
                                        </p:tav>
                                      </p:tavLst>
                                    </p:anim>
                                    <p:anim calcmode="lin" valueType="num">
                                      <p:cBhvr additive="base">
                                        <p:cTn id="20" dur="500" fill="hold"/>
                                        <p:tgtEl>
                                          <p:spTgt spid="1741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7414"/>
                                        </p:tgtEl>
                                        <p:attrNameLst>
                                          <p:attrName>style.visibility</p:attrName>
                                        </p:attrNameLst>
                                      </p:cBhvr>
                                      <p:to>
                                        <p:strVal val="visible"/>
                                      </p:to>
                                    </p:set>
                                    <p:anim calcmode="lin" valueType="num">
                                      <p:cBhvr additive="base">
                                        <p:cTn id="25" dur="500" fill="hold"/>
                                        <p:tgtEl>
                                          <p:spTgt spid="17414"/>
                                        </p:tgtEl>
                                        <p:attrNameLst>
                                          <p:attrName>ppt_x</p:attrName>
                                        </p:attrNameLst>
                                      </p:cBhvr>
                                      <p:tavLst>
                                        <p:tav tm="0">
                                          <p:val>
                                            <p:strVal val="0-#ppt_w/2"/>
                                          </p:val>
                                        </p:tav>
                                        <p:tav tm="100000">
                                          <p:val>
                                            <p:strVal val="#ppt_x"/>
                                          </p:val>
                                        </p:tav>
                                      </p:tavLst>
                                    </p:anim>
                                    <p:anim calcmode="lin" valueType="num">
                                      <p:cBhvr additive="base">
                                        <p:cTn id="26" dur="500" fill="hold"/>
                                        <p:tgtEl>
                                          <p:spTgt spid="1741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7415"/>
                                        </p:tgtEl>
                                        <p:attrNameLst>
                                          <p:attrName>style.visibility</p:attrName>
                                        </p:attrNameLst>
                                      </p:cBhvr>
                                      <p:to>
                                        <p:strVal val="visible"/>
                                      </p:to>
                                    </p:set>
                                    <p:anim calcmode="lin" valueType="num">
                                      <p:cBhvr additive="base">
                                        <p:cTn id="31" dur="500" fill="hold"/>
                                        <p:tgtEl>
                                          <p:spTgt spid="17415"/>
                                        </p:tgtEl>
                                        <p:attrNameLst>
                                          <p:attrName>ppt_x</p:attrName>
                                        </p:attrNameLst>
                                      </p:cBhvr>
                                      <p:tavLst>
                                        <p:tav tm="0">
                                          <p:val>
                                            <p:strVal val="0-#ppt_w/2"/>
                                          </p:val>
                                        </p:tav>
                                        <p:tav tm="100000">
                                          <p:val>
                                            <p:strVal val="#ppt_x"/>
                                          </p:val>
                                        </p:tav>
                                      </p:tavLst>
                                    </p:anim>
                                    <p:anim calcmode="lin" valueType="num">
                                      <p:cBhvr additive="base">
                                        <p:cTn id="32" dur="500" fill="hold"/>
                                        <p:tgtEl>
                                          <p:spTgt spid="1741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7417"/>
                                        </p:tgtEl>
                                        <p:attrNameLst>
                                          <p:attrName>style.visibility</p:attrName>
                                        </p:attrNameLst>
                                      </p:cBhvr>
                                      <p:to>
                                        <p:strVal val="visible"/>
                                      </p:to>
                                    </p:set>
                                    <p:anim calcmode="lin" valueType="num">
                                      <p:cBhvr additive="base">
                                        <p:cTn id="37" dur="500" fill="hold"/>
                                        <p:tgtEl>
                                          <p:spTgt spid="17417"/>
                                        </p:tgtEl>
                                        <p:attrNameLst>
                                          <p:attrName>ppt_x</p:attrName>
                                        </p:attrNameLst>
                                      </p:cBhvr>
                                      <p:tavLst>
                                        <p:tav tm="0">
                                          <p:val>
                                            <p:strVal val="0-#ppt_w/2"/>
                                          </p:val>
                                        </p:tav>
                                        <p:tav tm="100000">
                                          <p:val>
                                            <p:strVal val="#ppt_x"/>
                                          </p:val>
                                        </p:tav>
                                      </p:tavLst>
                                    </p:anim>
                                    <p:anim calcmode="lin" valueType="num">
                                      <p:cBhvr additive="base">
                                        <p:cTn id="38" dur="500" fill="hold"/>
                                        <p:tgtEl>
                                          <p:spTgt spid="1741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7418"/>
                                        </p:tgtEl>
                                        <p:attrNameLst>
                                          <p:attrName>style.visibility</p:attrName>
                                        </p:attrNameLst>
                                      </p:cBhvr>
                                      <p:to>
                                        <p:strVal val="visible"/>
                                      </p:to>
                                    </p:set>
                                    <p:anim calcmode="lin" valueType="num">
                                      <p:cBhvr additive="base">
                                        <p:cTn id="43" dur="500" fill="hold"/>
                                        <p:tgtEl>
                                          <p:spTgt spid="17418"/>
                                        </p:tgtEl>
                                        <p:attrNameLst>
                                          <p:attrName>ppt_x</p:attrName>
                                        </p:attrNameLst>
                                      </p:cBhvr>
                                      <p:tavLst>
                                        <p:tav tm="0">
                                          <p:val>
                                            <p:strVal val="0-#ppt_w/2"/>
                                          </p:val>
                                        </p:tav>
                                        <p:tav tm="100000">
                                          <p:val>
                                            <p:strVal val="#ppt_x"/>
                                          </p:val>
                                        </p:tav>
                                      </p:tavLst>
                                    </p:anim>
                                    <p:anim calcmode="lin" valueType="num">
                                      <p:cBhvr additive="base">
                                        <p:cTn id="44" dur="500" fill="hold"/>
                                        <p:tgtEl>
                                          <p:spTgt spid="17418"/>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7419"/>
                                        </p:tgtEl>
                                        <p:attrNameLst>
                                          <p:attrName>style.visibility</p:attrName>
                                        </p:attrNameLst>
                                      </p:cBhvr>
                                      <p:to>
                                        <p:strVal val="visible"/>
                                      </p:to>
                                    </p:set>
                                    <p:anim calcmode="lin" valueType="num">
                                      <p:cBhvr additive="base">
                                        <p:cTn id="49" dur="500" fill="hold"/>
                                        <p:tgtEl>
                                          <p:spTgt spid="17419"/>
                                        </p:tgtEl>
                                        <p:attrNameLst>
                                          <p:attrName>ppt_x</p:attrName>
                                        </p:attrNameLst>
                                      </p:cBhvr>
                                      <p:tavLst>
                                        <p:tav tm="0">
                                          <p:val>
                                            <p:strVal val="0-#ppt_w/2"/>
                                          </p:val>
                                        </p:tav>
                                        <p:tav tm="100000">
                                          <p:val>
                                            <p:strVal val="#ppt_x"/>
                                          </p:val>
                                        </p:tav>
                                      </p:tavLst>
                                    </p:anim>
                                    <p:anim calcmode="lin" valueType="num">
                                      <p:cBhvr additive="base">
                                        <p:cTn id="50" dur="500" fill="hold"/>
                                        <p:tgtEl>
                                          <p:spTgt spid="1741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17420"/>
                                        </p:tgtEl>
                                        <p:attrNameLst>
                                          <p:attrName>style.visibility</p:attrName>
                                        </p:attrNameLst>
                                      </p:cBhvr>
                                      <p:to>
                                        <p:strVal val="visible"/>
                                      </p:to>
                                    </p:set>
                                    <p:anim calcmode="lin" valueType="num">
                                      <p:cBhvr additive="base">
                                        <p:cTn id="55" dur="500" fill="hold"/>
                                        <p:tgtEl>
                                          <p:spTgt spid="17420"/>
                                        </p:tgtEl>
                                        <p:attrNameLst>
                                          <p:attrName>ppt_x</p:attrName>
                                        </p:attrNameLst>
                                      </p:cBhvr>
                                      <p:tavLst>
                                        <p:tav tm="0">
                                          <p:val>
                                            <p:strVal val="0-#ppt_w/2"/>
                                          </p:val>
                                        </p:tav>
                                        <p:tav tm="100000">
                                          <p:val>
                                            <p:strVal val="#ppt_x"/>
                                          </p:val>
                                        </p:tav>
                                      </p:tavLst>
                                    </p:anim>
                                    <p:anim calcmode="lin" valueType="num">
                                      <p:cBhvr additive="base">
                                        <p:cTn id="56" dur="500" fill="hold"/>
                                        <p:tgtEl>
                                          <p:spTgt spid="17420"/>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17421"/>
                                        </p:tgtEl>
                                        <p:attrNameLst>
                                          <p:attrName>style.visibility</p:attrName>
                                        </p:attrNameLst>
                                      </p:cBhvr>
                                      <p:to>
                                        <p:strVal val="visible"/>
                                      </p:to>
                                    </p:set>
                                    <p:anim calcmode="lin" valueType="num">
                                      <p:cBhvr additive="base">
                                        <p:cTn id="61" dur="500" fill="hold"/>
                                        <p:tgtEl>
                                          <p:spTgt spid="17421"/>
                                        </p:tgtEl>
                                        <p:attrNameLst>
                                          <p:attrName>ppt_x</p:attrName>
                                        </p:attrNameLst>
                                      </p:cBhvr>
                                      <p:tavLst>
                                        <p:tav tm="0">
                                          <p:val>
                                            <p:strVal val="0-#ppt_w/2"/>
                                          </p:val>
                                        </p:tav>
                                        <p:tav tm="100000">
                                          <p:val>
                                            <p:strVal val="#ppt_x"/>
                                          </p:val>
                                        </p:tav>
                                      </p:tavLst>
                                    </p:anim>
                                    <p:anim calcmode="lin" valueType="num">
                                      <p:cBhvr additive="base">
                                        <p:cTn id="62" dur="500" fill="hold"/>
                                        <p:tgtEl>
                                          <p:spTgt spid="174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1150" y="976313"/>
            <a:ext cx="5943600" cy="295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867400"/>
            <a:ext cx="29718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7412" name="Object 5"/>
          <p:cNvGraphicFramePr>
            <a:graphicFrameLocks noChangeAspect="1"/>
          </p:cNvGraphicFramePr>
          <p:nvPr/>
        </p:nvGraphicFramePr>
        <p:xfrm>
          <a:off x="533400" y="152400"/>
          <a:ext cx="2819400" cy="1120775"/>
        </p:xfrm>
        <a:graphic>
          <a:graphicData uri="http://schemas.openxmlformats.org/presentationml/2006/ole">
            <mc:AlternateContent xmlns:mc="http://schemas.openxmlformats.org/markup-compatibility/2006">
              <mc:Choice xmlns:v="urn:schemas-microsoft-com:vml" Requires="v">
                <p:oleObj spid="_x0000_s17531" name="Equation" r:id="rId5" imgW="1028700" imgH="419100" progId="Equation.3">
                  <p:embed/>
                </p:oleObj>
              </mc:Choice>
              <mc:Fallback>
                <p:oleObj name="Equation" r:id="rId5" imgW="1028700" imgH="419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52400"/>
                        <a:ext cx="28194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8" name="Text Box 6"/>
          <p:cNvSpPr txBox="1">
            <a:spLocks noChangeArrowheads="1"/>
          </p:cNvSpPr>
          <p:nvPr/>
        </p:nvSpPr>
        <p:spPr bwMode="auto">
          <a:xfrm>
            <a:off x="107950" y="2349500"/>
            <a:ext cx="1600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latin typeface="Times New Roman" pitchFamily="18" charset="0"/>
              </a:rPr>
              <a:t>U(0,t)=0</a:t>
            </a:r>
          </a:p>
        </p:txBody>
      </p:sp>
      <p:sp>
        <p:nvSpPr>
          <p:cNvPr id="18439" name="Text Box 7"/>
          <p:cNvSpPr txBox="1">
            <a:spLocks noChangeArrowheads="1"/>
          </p:cNvSpPr>
          <p:nvPr/>
        </p:nvSpPr>
        <p:spPr bwMode="auto">
          <a:xfrm>
            <a:off x="7235825" y="1916113"/>
            <a:ext cx="1644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latin typeface="Times New Roman" pitchFamily="18" charset="0"/>
              </a:rPr>
              <a:t>U(L,t)=0</a:t>
            </a:r>
          </a:p>
        </p:txBody>
      </p:sp>
      <p:graphicFrame>
        <p:nvGraphicFramePr>
          <p:cNvPr id="18440" name="Object 8"/>
          <p:cNvGraphicFramePr>
            <a:graphicFrameLocks noChangeAspect="1"/>
          </p:cNvGraphicFramePr>
          <p:nvPr/>
        </p:nvGraphicFramePr>
        <p:xfrm>
          <a:off x="1547813" y="4076700"/>
          <a:ext cx="4633912" cy="714375"/>
        </p:xfrm>
        <a:graphic>
          <a:graphicData uri="http://schemas.openxmlformats.org/presentationml/2006/ole">
            <mc:AlternateContent xmlns:mc="http://schemas.openxmlformats.org/markup-compatibility/2006">
              <mc:Choice xmlns:v="urn:schemas-microsoft-com:vml" Requires="v">
                <p:oleObj spid="_x0000_s17532" name="Equation" r:id="rId7" imgW="1688367" imgH="266584" progId="Equation.3">
                  <p:embed/>
                </p:oleObj>
              </mc:Choice>
              <mc:Fallback>
                <p:oleObj name="Equation" r:id="rId7" imgW="1688367" imgH="266584"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4076700"/>
                        <a:ext cx="4633912"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1" name="Object 9"/>
          <p:cNvGraphicFramePr>
            <a:graphicFrameLocks noChangeAspect="1"/>
          </p:cNvGraphicFramePr>
          <p:nvPr/>
        </p:nvGraphicFramePr>
        <p:xfrm>
          <a:off x="1212850" y="5013325"/>
          <a:ext cx="4529138" cy="714375"/>
        </p:xfrm>
        <a:graphic>
          <a:graphicData uri="http://schemas.openxmlformats.org/presentationml/2006/ole">
            <mc:AlternateContent xmlns:mc="http://schemas.openxmlformats.org/markup-compatibility/2006">
              <mc:Choice xmlns:v="urn:schemas-microsoft-com:vml" Requires="v">
                <p:oleObj spid="_x0000_s17533" name="公式" r:id="rId9" imgW="1651000" imgH="266700" progId="Equation.3">
                  <p:embed/>
                </p:oleObj>
              </mc:Choice>
              <mc:Fallback>
                <p:oleObj name="公式" r:id="rId9" imgW="1651000" imgH="2667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2850" y="5013325"/>
                        <a:ext cx="45291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7" name="Object 10"/>
          <p:cNvGraphicFramePr>
            <a:graphicFrameLocks noChangeAspect="1"/>
          </p:cNvGraphicFramePr>
          <p:nvPr/>
        </p:nvGraphicFramePr>
        <p:xfrm>
          <a:off x="3992563" y="188913"/>
          <a:ext cx="4565650" cy="714375"/>
        </p:xfrm>
        <a:graphic>
          <a:graphicData uri="http://schemas.openxmlformats.org/presentationml/2006/ole">
            <mc:AlternateContent xmlns:mc="http://schemas.openxmlformats.org/markup-compatibility/2006">
              <mc:Choice xmlns:v="urn:schemas-microsoft-com:vml" Requires="v">
                <p:oleObj spid="_x0000_s17534" name="公式" r:id="rId11" imgW="1662978" imgH="266584" progId="Equation.3">
                  <p:embed/>
                </p:oleObj>
              </mc:Choice>
              <mc:Fallback>
                <p:oleObj name="公式" r:id="rId11" imgW="1662978" imgH="266584"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92563" y="188913"/>
                        <a:ext cx="45656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443" name="Picture 11" descr="image160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56100" y="5734050"/>
            <a:ext cx="42116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 calcmode="lin" valueType="num">
                                      <p:cBhvr additive="base">
                                        <p:cTn id="7" dur="500" fill="hold"/>
                                        <p:tgtEl>
                                          <p:spTgt spid="18434"/>
                                        </p:tgtEl>
                                        <p:attrNameLst>
                                          <p:attrName>ppt_x</p:attrName>
                                        </p:attrNameLst>
                                      </p:cBhvr>
                                      <p:tavLst>
                                        <p:tav tm="0">
                                          <p:val>
                                            <p:strVal val="0-#ppt_w/2"/>
                                          </p:val>
                                        </p:tav>
                                        <p:tav tm="100000">
                                          <p:val>
                                            <p:strVal val="#ppt_x"/>
                                          </p:val>
                                        </p:tav>
                                      </p:tavLst>
                                    </p:anim>
                                    <p:anim calcmode="lin" valueType="num">
                                      <p:cBhvr additive="base">
                                        <p:cTn id="8" dur="500" fill="hold"/>
                                        <p:tgtEl>
                                          <p:spTgt spid="184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8"/>
                                        </p:tgtEl>
                                        <p:attrNameLst>
                                          <p:attrName>style.visibility</p:attrName>
                                        </p:attrNameLst>
                                      </p:cBhvr>
                                      <p:to>
                                        <p:strVal val="visible"/>
                                      </p:to>
                                    </p:set>
                                    <p:anim calcmode="lin" valueType="num">
                                      <p:cBhvr additive="base">
                                        <p:cTn id="13" dur="500" fill="hold"/>
                                        <p:tgtEl>
                                          <p:spTgt spid="18438"/>
                                        </p:tgtEl>
                                        <p:attrNameLst>
                                          <p:attrName>ppt_x</p:attrName>
                                        </p:attrNameLst>
                                      </p:cBhvr>
                                      <p:tavLst>
                                        <p:tav tm="0">
                                          <p:val>
                                            <p:strVal val="0-#ppt_w/2"/>
                                          </p:val>
                                        </p:tav>
                                        <p:tav tm="100000">
                                          <p:val>
                                            <p:strVal val="#ppt_x"/>
                                          </p:val>
                                        </p:tav>
                                      </p:tavLst>
                                    </p:anim>
                                    <p:anim calcmode="lin" valueType="num">
                                      <p:cBhvr additive="base">
                                        <p:cTn id="14" dur="500" fill="hold"/>
                                        <p:tgtEl>
                                          <p:spTgt spid="1843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9"/>
                                        </p:tgtEl>
                                        <p:attrNameLst>
                                          <p:attrName>style.visibility</p:attrName>
                                        </p:attrNameLst>
                                      </p:cBhvr>
                                      <p:to>
                                        <p:strVal val="visible"/>
                                      </p:to>
                                    </p:set>
                                    <p:anim calcmode="lin" valueType="num">
                                      <p:cBhvr additive="base">
                                        <p:cTn id="19" dur="500" fill="hold"/>
                                        <p:tgtEl>
                                          <p:spTgt spid="18439"/>
                                        </p:tgtEl>
                                        <p:attrNameLst>
                                          <p:attrName>ppt_x</p:attrName>
                                        </p:attrNameLst>
                                      </p:cBhvr>
                                      <p:tavLst>
                                        <p:tav tm="0">
                                          <p:val>
                                            <p:strVal val="0-#ppt_w/2"/>
                                          </p:val>
                                        </p:tav>
                                        <p:tav tm="100000">
                                          <p:val>
                                            <p:strVal val="#ppt_x"/>
                                          </p:val>
                                        </p:tav>
                                      </p:tavLst>
                                    </p:anim>
                                    <p:anim calcmode="lin" valueType="num">
                                      <p:cBhvr additive="base">
                                        <p:cTn id="20" dur="500" fill="hold"/>
                                        <p:tgtEl>
                                          <p:spTgt spid="1843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440"/>
                                        </p:tgtEl>
                                        <p:attrNameLst>
                                          <p:attrName>style.visibility</p:attrName>
                                        </p:attrNameLst>
                                      </p:cBhvr>
                                      <p:to>
                                        <p:strVal val="visible"/>
                                      </p:to>
                                    </p:set>
                                    <p:anim calcmode="lin" valueType="num">
                                      <p:cBhvr additive="base">
                                        <p:cTn id="25" dur="500" fill="hold"/>
                                        <p:tgtEl>
                                          <p:spTgt spid="18440"/>
                                        </p:tgtEl>
                                        <p:attrNameLst>
                                          <p:attrName>ppt_x</p:attrName>
                                        </p:attrNameLst>
                                      </p:cBhvr>
                                      <p:tavLst>
                                        <p:tav tm="0">
                                          <p:val>
                                            <p:strVal val="0-#ppt_w/2"/>
                                          </p:val>
                                        </p:tav>
                                        <p:tav tm="100000">
                                          <p:val>
                                            <p:strVal val="#ppt_x"/>
                                          </p:val>
                                        </p:tav>
                                      </p:tavLst>
                                    </p:anim>
                                    <p:anim calcmode="lin" valueType="num">
                                      <p:cBhvr additive="base">
                                        <p:cTn id="26" dur="500" fill="hold"/>
                                        <p:tgtEl>
                                          <p:spTgt spid="1844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441"/>
                                        </p:tgtEl>
                                        <p:attrNameLst>
                                          <p:attrName>style.visibility</p:attrName>
                                        </p:attrNameLst>
                                      </p:cBhvr>
                                      <p:to>
                                        <p:strVal val="visible"/>
                                      </p:to>
                                    </p:set>
                                    <p:anim calcmode="lin" valueType="num">
                                      <p:cBhvr additive="base">
                                        <p:cTn id="31" dur="500" fill="hold"/>
                                        <p:tgtEl>
                                          <p:spTgt spid="18441"/>
                                        </p:tgtEl>
                                        <p:attrNameLst>
                                          <p:attrName>ppt_x</p:attrName>
                                        </p:attrNameLst>
                                      </p:cBhvr>
                                      <p:tavLst>
                                        <p:tav tm="0">
                                          <p:val>
                                            <p:strVal val="0-#ppt_w/2"/>
                                          </p:val>
                                        </p:tav>
                                        <p:tav tm="100000">
                                          <p:val>
                                            <p:strVal val="#ppt_x"/>
                                          </p:val>
                                        </p:tav>
                                      </p:tavLst>
                                    </p:anim>
                                    <p:anim calcmode="lin" valueType="num">
                                      <p:cBhvr additive="base">
                                        <p:cTn id="32" dur="500" fill="hold"/>
                                        <p:tgtEl>
                                          <p:spTgt spid="1844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8435"/>
                                        </p:tgtEl>
                                        <p:attrNameLst>
                                          <p:attrName>style.visibility</p:attrName>
                                        </p:attrNameLst>
                                      </p:cBhvr>
                                      <p:to>
                                        <p:strVal val="visible"/>
                                      </p:to>
                                    </p:set>
                                    <p:anim calcmode="lin" valueType="num">
                                      <p:cBhvr additive="base">
                                        <p:cTn id="37" dur="500" fill="hold"/>
                                        <p:tgtEl>
                                          <p:spTgt spid="18435"/>
                                        </p:tgtEl>
                                        <p:attrNameLst>
                                          <p:attrName>ppt_x</p:attrName>
                                        </p:attrNameLst>
                                      </p:cBhvr>
                                      <p:tavLst>
                                        <p:tav tm="0">
                                          <p:val>
                                            <p:strVal val="0-#ppt_w/2"/>
                                          </p:val>
                                        </p:tav>
                                        <p:tav tm="100000">
                                          <p:val>
                                            <p:strVal val="#ppt_x"/>
                                          </p:val>
                                        </p:tav>
                                      </p:tavLst>
                                    </p:anim>
                                    <p:anim calcmode="lin" valueType="num">
                                      <p:cBhvr additive="base">
                                        <p:cTn id="38" dur="500" fill="hold"/>
                                        <p:tgtEl>
                                          <p:spTgt spid="18435"/>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8443"/>
                                        </p:tgtEl>
                                        <p:attrNameLst>
                                          <p:attrName>style.visibility</p:attrName>
                                        </p:attrNameLst>
                                      </p:cBhvr>
                                      <p:to>
                                        <p:strVal val="visible"/>
                                      </p:to>
                                    </p:set>
                                    <p:anim calcmode="lin" valueType="num">
                                      <p:cBhvr additive="base">
                                        <p:cTn id="43" dur="500" fill="hold"/>
                                        <p:tgtEl>
                                          <p:spTgt spid="18443"/>
                                        </p:tgtEl>
                                        <p:attrNameLst>
                                          <p:attrName>ppt_x</p:attrName>
                                        </p:attrNameLst>
                                      </p:cBhvr>
                                      <p:tavLst>
                                        <p:tav tm="0">
                                          <p:val>
                                            <p:strVal val="#ppt_x"/>
                                          </p:val>
                                        </p:tav>
                                        <p:tav tm="100000">
                                          <p:val>
                                            <p:strVal val="#ppt_x"/>
                                          </p:val>
                                        </p:tav>
                                      </p:tavLst>
                                    </p:anim>
                                    <p:anim calcmode="lin" valueType="num">
                                      <p:cBhvr additive="base">
                                        <p:cTn id="44" dur="500" fill="hold"/>
                                        <p:tgtEl>
                                          <p:spTgt spid="184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utoUpdateAnimBg="0"/>
      <p:bldP spid="1843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971550" y="404813"/>
            <a:ext cx="4572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9.1 Laplace equation</a:t>
            </a:r>
            <a:endParaRPr kumimoji="1" lang="en-US" altLang="zh-CN" sz="3200" b="1">
              <a:latin typeface="Times New Roman" pitchFamily="18" charset="0"/>
            </a:endParaRPr>
          </a:p>
        </p:txBody>
      </p:sp>
      <p:sp>
        <p:nvSpPr>
          <p:cNvPr id="20483" name="Text Box 3"/>
          <p:cNvSpPr txBox="1">
            <a:spLocks noChangeArrowheads="1"/>
          </p:cNvSpPr>
          <p:nvPr/>
        </p:nvSpPr>
        <p:spPr bwMode="auto">
          <a:xfrm>
            <a:off x="838200" y="2438400"/>
            <a:ext cx="7654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80"/>
                </a:solidFill>
                <a:latin typeface="Times New Roman" pitchFamily="18" charset="0"/>
              </a:rPr>
              <a:t>Consider the Laplace equation in two dimensions</a:t>
            </a:r>
            <a:endParaRPr kumimoji="1" lang="en-US" altLang="zh-CN" sz="2800" b="1">
              <a:latin typeface="Times New Roman" pitchFamily="18" charset="0"/>
            </a:endParaRPr>
          </a:p>
        </p:txBody>
      </p:sp>
      <p:graphicFrame>
        <p:nvGraphicFramePr>
          <p:cNvPr id="20484" name="Object 4"/>
          <p:cNvGraphicFramePr>
            <a:graphicFrameLocks noChangeAspect="1"/>
          </p:cNvGraphicFramePr>
          <p:nvPr/>
        </p:nvGraphicFramePr>
        <p:xfrm>
          <a:off x="1403350" y="3357563"/>
          <a:ext cx="3875088" cy="1114425"/>
        </p:xfrm>
        <a:graphic>
          <a:graphicData uri="http://schemas.openxmlformats.org/presentationml/2006/ole">
            <mc:AlternateContent xmlns:mc="http://schemas.openxmlformats.org/markup-compatibility/2006">
              <mc:Choice xmlns:v="urn:schemas-microsoft-com:vml" Requires="v">
                <p:oleObj spid="_x0000_s18496" name="Equation" r:id="rId3" imgW="1511300" imgH="444500" progId="Equation.3">
                  <p:embed/>
                </p:oleObj>
              </mc:Choice>
              <mc:Fallback>
                <p:oleObj name="Equation" r:id="rId3" imgW="15113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357563"/>
                        <a:ext cx="387508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5" name="Object 5"/>
          <p:cNvGraphicFramePr>
            <a:graphicFrameLocks noChangeAspect="1"/>
          </p:cNvGraphicFramePr>
          <p:nvPr/>
        </p:nvGraphicFramePr>
        <p:xfrm>
          <a:off x="1979613" y="1557338"/>
          <a:ext cx="1824037" cy="571500"/>
        </p:xfrm>
        <a:graphic>
          <a:graphicData uri="http://schemas.openxmlformats.org/presentationml/2006/ole">
            <mc:AlternateContent xmlns:mc="http://schemas.openxmlformats.org/markup-compatibility/2006">
              <mc:Choice xmlns:v="urn:schemas-microsoft-com:vml" Requires="v">
                <p:oleObj spid="_x0000_s18497" name="Equation" r:id="rId5" imgW="711200" imgH="228600" progId="Equation.3">
                  <p:embed/>
                </p:oleObj>
              </mc:Choice>
              <mc:Fallback>
                <p:oleObj name="Equation" r:id="rId5" imgW="7112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1557338"/>
                        <a:ext cx="182403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Text Box 6"/>
          <p:cNvSpPr txBox="1">
            <a:spLocks noChangeArrowheads="1"/>
          </p:cNvSpPr>
          <p:nvPr/>
        </p:nvSpPr>
        <p:spPr bwMode="auto">
          <a:xfrm>
            <a:off x="468313" y="4437063"/>
            <a:ext cx="8153400"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80"/>
                </a:solidFill>
                <a:latin typeface="Times New Roman" pitchFamily="18" charset="0"/>
              </a:rPr>
              <a:t>in some rectangular domain described by</a:t>
            </a:r>
            <a:endParaRPr kumimoji="1" lang="en-US" altLang="zh-CN" sz="2800" b="1">
              <a:latin typeface="Times New Roman" pitchFamily="18" charset="0"/>
            </a:endParaRPr>
          </a:p>
        </p:txBody>
      </p:sp>
      <p:sp>
        <p:nvSpPr>
          <p:cNvPr id="20487" name="Text Box 7"/>
          <p:cNvSpPr txBox="1">
            <a:spLocks noChangeArrowheads="1"/>
          </p:cNvSpPr>
          <p:nvPr/>
        </p:nvSpPr>
        <p:spPr bwMode="auto">
          <a:xfrm>
            <a:off x="1835150" y="5516563"/>
            <a:ext cx="561657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80"/>
                </a:solidFill>
                <a:latin typeface="Times New Roman" pitchFamily="18" charset="0"/>
              </a:rPr>
              <a:t>x in [x</a:t>
            </a:r>
            <a:r>
              <a:rPr kumimoji="1" lang="en-US" altLang="zh-CN" sz="3200" b="1" i="1" baseline="-30000">
                <a:solidFill>
                  <a:srgbClr val="000080"/>
                </a:solidFill>
                <a:latin typeface="Times New Roman" pitchFamily="18" charset="0"/>
              </a:rPr>
              <a:t>0 </a:t>
            </a:r>
            <a:r>
              <a:rPr kumimoji="1" lang="en-US" altLang="zh-CN" sz="3200" b="1" i="1">
                <a:solidFill>
                  <a:srgbClr val="000080"/>
                </a:solidFill>
                <a:latin typeface="Times New Roman" pitchFamily="18" charset="0"/>
              </a:rPr>
              <a:t>, x</a:t>
            </a:r>
            <a:r>
              <a:rPr kumimoji="1" lang="en-US" altLang="zh-CN" sz="3200" b="1" i="1" baseline="-30000">
                <a:solidFill>
                  <a:srgbClr val="000080"/>
                </a:solidFill>
                <a:latin typeface="Times New Roman" pitchFamily="18" charset="0"/>
              </a:rPr>
              <a:t>1</a:t>
            </a:r>
            <a:r>
              <a:rPr kumimoji="1" lang="en-US" altLang="zh-CN" sz="3200" b="1" i="1">
                <a:solidFill>
                  <a:srgbClr val="000080"/>
                </a:solidFill>
                <a:latin typeface="Times New Roman" pitchFamily="18" charset="0"/>
              </a:rPr>
              <a:t>],  y in [y</a:t>
            </a:r>
            <a:r>
              <a:rPr kumimoji="1" lang="en-US" altLang="zh-CN" sz="3200" b="1" i="1" baseline="-30000">
                <a:solidFill>
                  <a:srgbClr val="000080"/>
                </a:solidFill>
                <a:latin typeface="Times New Roman" pitchFamily="18" charset="0"/>
              </a:rPr>
              <a:t>0 </a:t>
            </a:r>
            <a:r>
              <a:rPr kumimoji="1" lang="en-US" altLang="zh-CN" sz="3200" b="1" i="1">
                <a:solidFill>
                  <a:srgbClr val="000080"/>
                </a:solidFill>
                <a:latin typeface="Times New Roman" pitchFamily="18" charset="0"/>
              </a:rPr>
              <a:t>, y</a:t>
            </a:r>
            <a:r>
              <a:rPr kumimoji="1" lang="en-US" altLang="zh-CN" sz="3200" b="1" i="1" baseline="-30000">
                <a:solidFill>
                  <a:srgbClr val="000080"/>
                </a:solidFill>
                <a:latin typeface="Times New Roman" pitchFamily="18" charset="0"/>
              </a:rPr>
              <a:t>1</a:t>
            </a:r>
            <a:r>
              <a:rPr kumimoji="1" lang="en-US" altLang="zh-CN" sz="3200" b="1" i="1">
                <a:solidFill>
                  <a:srgbClr val="000080"/>
                </a:solidFill>
                <a:latin typeface="Times New Roman" pitchFamily="18" charset="0"/>
              </a:rPr>
              <a:t>].</a:t>
            </a:r>
            <a:r>
              <a:rPr kumimoji="1" lang="en-US" altLang="zh-CN" sz="2800" b="1" i="1">
                <a:solidFill>
                  <a:srgbClr val="000080"/>
                </a:solidFill>
                <a:latin typeface="Times New Roman" pitchFamily="18" charset="0"/>
              </a:rPr>
              <a:t> </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 calcmode="lin" valueType="num">
                                      <p:cBhvr additive="base">
                                        <p:cTn id="7" dur="500" fill="hold"/>
                                        <p:tgtEl>
                                          <p:spTgt spid="20485"/>
                                        </p:tgtEl>
                                        <p:attrNameLst>
                                          <p:attrName>ppt_x</p:attrName>
                                        </p:attrNameLst>
                                      </p:cBhvr>
                                      <p:tavLst>
                                        <p:tav tm="0">
                                          <p:val>
                                            <p:strVal val="0-#ppt_w/2"/>
                                          </p:val>
                                        </p:tav>
                                        <p:tav tm="100000">
                                          <p:val>
                                            <p:strVal val="#ppt_x"/>
                                          </p:val>
                                        </p:tav>
                                      </p:tavLst>
                                    </p:anim>
                                    <p:anim calcmode="lin" valueType="num">
                                      <p:cBhvr additive="base">
                                        <p:cTn id="8"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gtEl>
                                        <p:attrNameLst>
                                          <p:attrName>style.visibility</p:attrName>
                                        </p:attrNameLst>
                                      </p:cBhvr>
                                      <p:to>
                                        <p:strVal val="visible"/>
                                      </p:to>
                                    </p:set>
                                    <p:anim calcmode="lin" valueType="num">
                                      <p:cBhvr additive="base">
                                        <p:cTn id="13" dur="500" fill="hold"/>
                                        <p:tgtEl>
                                          <p:spTgt spid="20483"/>
                                        </p:tgtEl>
                                        <p:attrNameLst>
                                          <p:attrName>ppt_x</p:attrName>
                                        </p:attrNameLst>
                                      </p:cBhvr>
                                      <p:tavLst>
                                        <p:tav tm="0">
                                          <p:val>
                                            <p:strVal val="0-#ppt_w/2"/>
                                          </p:val>
                                        </p:tav>
                                        <p:tav tm="100000">
                                          <p:val>
                                            <p:strVal val="#ppt_x"/>
                                          </p:val>
                                        </p:tav>
                                      </p:tavLst>
                                    </p:anim>
                                    <p:anim calcmode="lin" valueType="num">
                                      <p:cBhvr additive="base">
                                        <p:cTn id="14" dur="500" fill="hold"/>
                                        <p:tgtEl>
                                          <p:spTgt spid="204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0484"/>
                                        </p:tgtEl>
                                        <p:attrNameLst>
                                          <p:attrName>style.visibility</p:attrName>
                                        </p:attrNameLst>
                                      </p:cBhvr>
                                      <p:to>
                                        <p:strVal val="visible"/>
                                      </p:to>
                                    </p:set>
                                    <p:anim calcmode="lin" valueType="num">
                                      <p:cBhvr additive="base">
                                        <p:cTn id="19" dur="500" fill="hold"/>
                                        <p:tgtEl>
                                          <p:spTgt spid="20484"/>
                                        </p:tgtEl>
                                        <p:attrNameLst>
                                          <p:attrName>ppt_x</p:attrName>
                                        </p:attrNameLst>
                                      </p:cBhvr>
                                      <p:tavLst>
                                        <p:tav tm="0">
                                          <p:val>
                                            <p:strVal val="0-#ppt_w/2"/>
                                          </p:val>
                                        </p:tav>
                                        <p:tav tm="100000">
                                          <p:val>
                                            <p:strVal val="#ppt_x"/>
                                          </p:val>
                                        </p:tav>
                                      </p:tavLst>
                                    </p:anim>
                                    <p:anim calcmode="lin" valueType="num">
                                      <p:cBhvr additive="base">
                                        <p:cTn id="20"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6"/>
                                        </p:tgtEl>
                                        <p:attrNameLst>
                                          <p:attrName>style.visibility</p:attrName>
                                        </p:attrNameLst>
                                      </p:cBhvr>
                                      <p:to>
                                        <p:strVal val="visible"/>
                                      </p:to>
                                    </p:set>
                                    <p:anim calcmode="lin" valueType="num">
                                      <p:cBhvr additive="base">
                                        <p:cTn id="25" dur="500" fill="hold"/>
                                        <p:tgtEl>
                                          <p:spTgt spid="20486"/>
                                        </p:tgtEl>
                                        <p:attrNameLst>
                                          <p:attrName>ppt_x</p:attrName>
                                        </p:attrNameLst>
                                      </p:cBhvr>
                                      <p:tavLst>
                                        <p:tav tm="0">
                                          <p:val>
                                            <p:strVal val="0-#ppt_w/2"/>
                                          </p:val>
                                        </p:tav>
                                        <p:tav tm="100000">
                                          <p:val>
                                            <p:strVal val="#ppt_x"/>
                                          </p:val>
                                        </p:tav>
                                      </p:tavLst>
                                    </p:anim>
                                    <p:anim calcmode="lin" valueType="num">
                                      <p:cBhvr additive="base">
                                        <p:cTn id="26"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487"/>
                                        </p:tgtEl>
                                        <p:attrNameLst>
                                          <p:attrName>style.visibility</p:attrName>
                                        </p:attrNameLst>
                                      </p:cBhvr>
                                      <p:to>
                                        <p:strVal val="visible"/>
                                      </p:to>
                                    </p:set>
                                    <p:anim calcmode="lin" valueType="num">
                                      <p:cBhvr additive="base">
                                        <p:cTn id="31" dur="500" fill="hold"/>
                                        <p:tgtEl>
                                          <p:spTgt spid="20487"/>
                                        </p:tgtEl>
                                        <p:attrNameLst>
                                          <p:attrName>ppt_x</p:attrName>
                                        </p:attrNameLst>
                                      </p:cBhvr>
                                      <p:tavLst>
                                        <p:tav tm="0">
                                          <p:val>
                                            <p:strVal val="0-#ppt_w/2"/>
                                          </p:val>
                                        </p:tav>
                                        <p:tav tm="100000">
                                          <p:val>
                                            <p:strVal val="#ppt_x"/>
                                          </p:val>
                                        </p:tav>
                                      </p:tavLst>
                                    </p:anim>
                                    <p:anim calcmode="lin" valueType="num">
                                      <p:cBhvr additive="base">
                                        <p:cTn id="32" dur="500" fill="hold"/>
                                        <p:tgtEl>
                                          <p:spTgt spid="204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6" grpId="0" autoUpdateAnimBg="0"/>
      <p:bldP spid="2048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609600" y="1371600"/>
            <a:ext cx="7635875"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Suppose we discretise the solution </a:t>
            </a:r>
            <a:r>
              <a:rPr kumimoji="1" lang="en-US" altLang="zh-CN" sz="2800" b="1">
                <a:solidFill>
                  <a:srgbClr val="008000"/>
                </a:solidFill>
                <a:latin typeface="Symbol" pitchFamily="18" charset="2"/>
              </a:rPr>
              <a:t>j</a:t>
            </a:r>
            <a:r>
              <a:rPr kumimoji="1" lang="en-US" altLang="zh-CN" sz="2800" b="1" i="1">
                <a:solidFill>
                  <a:srgbClr val="000080"/>
                </a:solidFill>
                <a:latin typeface="Times New Roman" pitchFamily="18" charset="0"/>
              </a:rPr>
              <a:t> onto a m+1 by n+1 rectangular grid (or mesh) given by</a:t>
            </a:r>
            <a:endParaRPr kumimoji="1" lang="en-US" altLang="zh-CN" sz="2800" b="1">
              <a:latin typeface="Times New Roman" pitchFamily="18" charset="0"/>
            </a:endParaRPr>
          </a:p>
        </p:txBody>
      </p:sp>
      <p:sp>
        <p:nvSpPr>
          <p:cNvPr id="21507" name="Text Box 3"/>
          <p:cNvSpPr txBox="1">
            <a:spLocks noChangeArrowheads="1"/>
          </p:cNvSpPr>
          <p:nvPr/>
        </p:nvSpPr>
        <p:spPr bwMode="auto">
          <a:xfrm>
            <a:off x="762000" y="2860675"/>
            <a:ext cx="3048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x</a:t>
            </a:r>
            <a:r>
              <a:rPr kumimoji="1" lang="en-US" altLang="zh-CN" sz="3200" b="1" i="1" baseline="-30000">
                <a:solidFill>
                  <a:srgbClr val="000080"/>
                </a:solidFill>
                <a:latin typeface="Times New Roman" pitchFamily="18" charset="0"/>
              </a:rPr>
              <a:t>i</a:t>
            </a:r>
            <a:r>
              <a:rPr kumimoji="1" lang="en-US" altLang="zh-CN" sz="3200" b="1" i="1">
                <a:solidFill>
                  <a:srgbClr val="000080"/>
                </a:solidFill>
                <a:latin typeface="Times New Roman" pitchFamily="18" charset="0"/>
              </a:rPr>
              <a:t> = x</a:t>
            </a:r>
            <a:r>
              <a:rPr kumimoji="1" lang="en-US" altLang="zh-CN" sz="3200" b="1" i="1" baseline="-30000">
                <a:solidFill>
                  <a:srgbClr val="000080"/>
                </a:solidFill>
                <a:latin typeface="Times New Roman" pitchFamily="18" charset="0"/>
              </a:rPr>
              <a:t>0</a:t>
            </a:r>
            <a:r>
              <a:rPr kumimoji="1" lang="en-US" altLang="zh-CN" sz="3200" b="1" i="1">
                <a:solidFill>
                  <a:srgbClr val="000080"/>
                </a:solidFill>
                <a:latin typeface="Times New Roman" pitchFamily="18" charset="0"/>
              </a:rPr>
              <a:t> + i</a:t>
            </a:r>
            <a:r>
              <a:rPr kumimoji="1" lang="en-US" altLang="zh-CN" sz="3200" b="1" i="1">
                <a:solidFill>
                  <a:srgbClr val="000080"/>
                </a:solidFill>
                <a:latin typeface="宋体" charset="-122"/>
              </a:rPr>
              <a:t>Δ</a:t>
            </a:r>
            <a:r>
              <a:rPr kumimoji="1" lang="en-US" altLang="zh-CN" sz="3200" b="1" i="1">
                <a:solidFill>
                  <a:srgbClr val="000080"/>
                </a:solidFill>
                <a:latin typeface="Times New Roman" pitchFamily="18" charset="0"/>
              </a:rPr>
              <a:t>x</a:t>
            </a:r>
            <a:endParaRPr kumimoji="1" lang="en-US" altLang="zh-CN" sz="3200" b="1">
              <a:latin typeface="Times New Roman" pitchFamily="18" charset="0"/>
            </a:endParaRPr>
          </a:p>
        </p:txBody>
      </p:sp>
      <p:sp>
        <p:nvSpPr>
          <p:cNvPr id="21508" name="Text Box 4"/>
          <p:cNvSpPr txBox="1">
            <a:spLocks noChangeArrowheads="1"/>
          </p:cNvSpPr>
          <p:nvPr/>
        </p:nvSpPr>
        <p:spPr bwMode="auto">
          <a:xfrm>
            <a:off x="762000" y="3581400"/>
            <a:ext cx="3241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y</a:t>
            </a:r>
            <a:r>
              <a:rPr kumimoji="1" lang="en-US" altLang="zh-CN" sz="3200" b="1" i="1" baseline="-30000">
                <a:solidFill>
                  <a:srgbClr val="000080"/>
                </a:solidFill>
                <a:latin typeface="Times New Roman" pitchFamily="18" charset="0"/>
              </a:rPr>
              <a:t>j</a:t>
            </a:r>
            <a:r>
              <a:rPr kumimoji="1" lang="en-US" altLang="zh-CN" sz="3200" b="1" i="1">
                <a:solidFill>
                  <a:srgbClr val="000080"/>
                </a:solidFill>
                <a:latin typeface="Times New Roman" pitchFamily="18" charset="0"/>
              </a:rPr>
              <a:t> = y</a:t>
            </a:r>
            <a:r>
              <a:rPr kumimoji="1" lang="en-US" altLang="zh-CN" sz="3200" b="1" i="1" baseline="-30000">
                <a:solidFill>
                  <a:srgbClr val="000080"/>
                </a:solidFill>
                <a:latin typeface="Times New Roman" pitchFamily="18" charset="0"/>
              </a:rPr>
              <a:t>0</a:t>
            </a:r>
            <a:r>
              <a:rPr kumimoji="1" lang="en-US" altLang="zh-CN" sz="3200" b="1" i="1">
                <a:solidFill>
                  <a:srgbClr val="000080"/>
                </a:solidFill>
                <a:latin typeface="Times New Roman" pitchFamily="18" charset="0"/>
              </a:rPr>
              <a:t> + j</a:t>
            </a:r>
            <a:r>
              <a:rPr kumimoji="1" lang="en-US" altLang="zh-CN" sz="3200" b="1" i="1">
                <a:solidFill>
                  <a:srgbClr val="000080"/>
                </a:solidFill>
                <a:latin typeface="宋体" charset="-122"/>
              </a:rPr>
              <a:t>Δ</a:t>
            </a:r>
            <a:r>
              <a:rPr kumimoji="1" lang="en-US" altLang="zh-CN" sz="3200" b="1" i="1">
                <a:solidFill>
                  <a:srgbClr val="000080"/>
                </a:solidFill>
                <a:latin typeface="Times New Roman" pitchFamily="18" charset="0"/>
              </a:rPr>
              <a:t>y</a:t>
            </a:r>
            <a:endParaRPr kumimoji="1" lang="en-US" altLang="zh-CN" sz="3200" b="1">
              <a:latin typeface="Times New Roman" pitchFamily="18" charset="0"/>
            </a:endParaRPr>
          </a:p>
        </p:txBody>
      </p:sp>
      <p:sp>
        <p:nvSpPr>
          <p:cNvPr id="21509" name="Text Box 5"/>
          <p:cNvSpPr txBox="1">
            <a:spLocks noChangeArrowheads="1"/>
          </p:cNvSpPr>
          <p:nvPr/>
        </p:nvSpPr>
        <p:spPr bwMode="auto">
          <a:xfrm>
            <a:off x="4572000" y="2852738"/>
            <a:ext cx="20621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 i=0, m </a:t>
            </a:r>
            <a:endParaRPr kumimoji="1" lang="en-US" altLang="zh-CN" sz="3200" b="1">
              <a:latin typeface="Times New Roman" pitchFamily="18" charset="0"/>
            </a:endParaRPr>
          </a:p>
        </p:txBody>
      </p:sp>
      <p:sp>
        <p:nvSpPr>
          <p:cNvPr id="21510" name="Text Box 6"/>
          <p:cNvSpPr txBox="1">
            <a:spLocks noChangeArrowheads="1"/>
          </p:cNvSpPr>
          <p:nvPr/>
        </p:nvSpPr>
        <p:spPr bwMode="auto">
          <a:xfrm>
            <a:off x="4572000" y="3500438"/>
            <a:ext cx="17891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 j=0, n</a:t>
            </a:r>
            <a:endParaRPr kumimoji="1" lang="en-US" altLang="zh-CN" sz="3200" b="1">
              <a:latin typeface="Times New Roman" pitchFamily="18" charset="0"/>
            </a:endParaRPr>
          </a:p>
        </p:txBody>
      </p:sp>
      <p:sp>
        <p:nvSpPr>
          <p:cNvPr id="21511" name="Text Box 7"/>
          <p:cNvSpPr txBox="1">
            <a:spLocks noChangeArrowheads="1"/>
          </p:cNvSpPr>
          <p:nvPr/>
        </p:nvSpPr>
        <p:spPr bwMode="auto">
          <a:xfrm>
            <a:off x="4114800" y="4343400"/>
            <a:ext cx="3521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Times New Roman" pitchFamily="18" charset="0"/>
              </a:rPr>
              <a:t>and </a:t>
            </a:r>
            <a:r>
              <a:rPr kumimoji="1" lang="en-US" altLang="zh-CN" sz="3200" b="1" i="1">
                <a:solidFill>
                  <a:srgbClr val="000080"/>
                </a:solidFill>
                <a:latin typeface="宋体" charset="-122"/>
              </a:rPr>
              <a:t>Δ</a:t>
            </a:r>
            <a:r>
              <a:rPr kumimoji="1" lang="en-US" altLang="zh-CN" sz="3200" b="1" i="1">
                <a:solidFill>
                  <a:srgbClr val="000080"/>
                </a:solidFill>
                <a:latin typeface="Times New Roman" pitchFamily="18" charset="0"/>
              </a:rPr>
              <a:t>y = (y</a:t>
            </a:r>
            <a:r>
              <a:rPr kumimoji="1" lang="en-US" altLang="zh-CN" sz="3200" b="1" i="1" baseline="-30000">
                <a:solidFill>
                  <a:srgbClr val="000080"/>
                </a:solidFill>
                <a:latin typeface="Times New Roman" pitchFamily="18" charset="0"/>
              </a:rPr>
              <a:t>1</a:t>
            </a:r>
            <a:r>
              <a:rPr kumimoji="1" lang="en-US" altLang="zh-CN" sz="3200" b="1" i="1">
                <a:solidFill>
                  <a:srgbClr val="000080"/>
                </a:solidFill>
                <a:latin typeface="Times New Roman" pitchFamily="18" charset="0"/>
              </a:rPr>
              <a:t>–y</a:t>
            </a:r>
            <a:r>
              <a:rPr kumimoji="1" lang="en-US" altLang="zh-CN" sz="3200" b="1" i="1" baseline="-30000">
                <a:solidFill>
                  <a:srgbClr val="000080"/>
                </a:solidFill>
                <a:latin typeface="Times New Roman" pitchFamily="18" charset="0"/>
              </a:rPr>
              <a:t>0 </a:t>
            </a:r>
            <a:r>
              <a:rPr kumimoji="1" lang="en-US" altLang="zh-CN" sz="3200" b="1" i="1">
                <a:solidFill>
                  <a:srgbClr val="000080"/>
                </a:solidFill>
                <a:latin typeface="Times New Roman" pitchFamily="18" charset="0"/>
              </a:rPr>
              <a:t>)/n</a:t>
            </a:r>
            <a:r>
              <a:rPr kumimoji="1" lang="en-US" altLang="zh-CN" sz="3200" b="1">
                <a:latin typeface="Times New Roman" pitchFamily="18" charset="0"/>
              </a:rPr>
              <a:t> </a:t>
            </a:r>
          </a:p>
        </p:txBody>
      </p:sp>
      <p:sp>
        <p:nvSpPr>
          <p:cNvPr id="21512" name="Text Box 8"/>
          <p:cNvSpPr txBox="1">
            <a:spLocks noChangeArrowheads="1"/>
          </p:cNvSpPr>
          <p:nvPr/>
        </p:nvSpPr>
        <p:spPr bwMode="auto">
          <a:xfrm>
            <a:off x="457200" y="4419600"/>
            <a:ext cx="30003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80"/>
                </a:solidFill>
                <a:latin typeface="宋体" charset="-122"/>
              </a:rPr>
              <a:t>Δ</a:t>
            </a:r>
            <a:r>
              <a:rPr kumimoji="1" lang="en-US" altLang="zh-CN" sz="3200" b="1" i="1">
                <a:solidFill>
                  <a:srgbClr val="000080"/>
                </a:solidFill>
                <a:latin typeface="Times New Roman" pitchFamily="18" charset="0"/>
              </a:rPr>
              <a:t>x = (x</a:t>
            </a:r>
            <a:r>
              <a:rPr kumimoji="1" lang="en-US" altLang="zh-CN" sz="3200" b="1" i="1" baseline="-30000">
                <a:solidFill>
                  <a:srgbClr val="000080"/>
                </a:solidFill>
                <a:latin typeface="Times New Roman" pitchFamily="18" charset="0"/>
              </a:rPr>
              <a:t>1</a:t>
            </a:r>
            <a:r>
              <a:rPr kumimoji="1" lang="en-US" altLang="zh-CN" sz="3200" b="1" i="1">
                <a:solidFill>
                  <a:srgbClr val="000080"/>
                </a:solidFill>
                <a:latin typeface="Times New Roman" pitchFamily="18" charset="0"/>
              </a:rPr>
              <a:t>–x</a:t>
            </a:r>
            <a:r>
              <a:rPr kumimoji="1" lang="en-US" altLang="zh-CN" sz="3200" b="1" i="1" baseline="-30000">
                <a:solidFill>
                  <a:srgbClr val="000080"/>
                </a:solidFill>
                <a:latin typeface="Times New Roman" pitchFamily="18" charset="0"/>
              </a:rPr>
              <a:t>0 </a:t>
            </a:r>
            <a:r>
              <a:rPr kumimoji="1" lang="en-US" altLang="zh-CN" sz="3200" b="1" i="1">
                <a:solidFill>
                  <a:srgbClr val="000080"/>
                </a:solidFill>
                <a:latin typeface="Times New Roman" pitchFamily="18" charset="0"/>
              </a:rPr>
              <a:t>)/m </a:t>
            </a:r>
            <a:r>
              <a:rPr kumimoji="1" lang="en-US" altLang="zh-CN" sz="3200" b="1">
                <a:latin typeface="Times New Roman" pitchFamily="18" charset="0"/>
              </a:rPr>
              <a:t> </a:t>
            </a:r>
          </a:p>
        </p:txBody>
      </p:sp>
      <p:graphicFrame>
        <p:nvGraphicFramePr>
          <p:cNvPr id="21513" name="Object 9"/>
          <p:cNvGraphicFramePr>
            <a:graphicFrameLocks noChangeAspect="1"/>
          </p:cNvGraphicFramePr>
          <p:nvPr/>
        </p:nvGraphicFramePr>
        <p:xfrm>
          <a:off x="1828800" y="5181600"/>
          <a:ext cx="2438400" cy="661988"/>
        </p:xfrm>
        <a:graphic>
          <a:graphicData uri="http://schemas.openxmlformats.org/presentationml/2006/ole">
            <mc:AlternateContent xmlns:mc="http://schemas.openxmlformats.org/markup-compatibility/2006">
              <mc:Choice xmlns:v="urn:schemas-microsoft-com:vml" Requires="v">
                <p:oleObj spid="_x0000_s19555" name="Equation" r:id="rId3" imgW="876300" imgH="241300" progId="Equation.3">
                  <p:embed/>
                </p:oleObj>
              </mc:Choice>
              <mc:Fallback>
                <p:oleObj name="Equation" r:id="rId3" imgW="876300" imgH="2413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5181600"/>
                        <a:ext cx="2438400"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4" name="Text Box 10"/>
          <p:cNvSpPr txBox="1">
            <a:spLocks noChangeArrowheads="1"/>
          </p:cNvSpPr>
          <p:nvPr/>
        </p:nvSpPr>
        <p:spPr bwMode="auto">
          <a:xfrm>
            <a:off x="381000" y="5130800"/>
            <a:ext cx="835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i="1">
                <a:solidFill>
                  <a:srgbClr val="000080"/>
                </a:solidFill>
                <a:latin typeface="Times New Roman" pitchFamily="18" charset="0"/>
              </a:rPr>
              <a:t> Let</a:t>
            </a:r>
            <a:r>
              <a:rPr kumimoji="1" lang="en-US" altLang="zh-CN" sz="2800" b="1">
                <a:latin typeface="Times New Roman" pitchFamily="18" charset="0"/>
              </a:rPr>
              <a:t> </a:t>
            </a:r>
          </a:p>
        </p:txBody>
      </p:sp>
      <p:sp>
        <p:nvSpPr>
          <p:cNvPr id="21515" name="Text Box 11"/>
          <p:cNvSpPr txBox="1">
            <a:spLocks noChangeArrowheads="1"/>
          </p:cNvSpPr>
          <p:nvPr/>
        </p:nvSpPr>
        <p:spPr bwMode="auto">
          <a:xfrm>
            <a:off x="4500563" y="5084763"/>
            <a:ext cx="3886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i="1">
                <a:solidFill>
                  <a:srgbClr val="000080"/>
                </a:solidFill>
                <a:latin typeface="Times New Roman" pitchFamily="18" charset="0"/>
              </a:rPr>
              <a:t>be the </a:t>
            </a:r>
            <a:r>
              <a:rPr kumimoji="1" lang="en-US" altLang="zh-CN" sz="3200" b="1" i="1">
                <a:latin typeface="Times New Roman" pitchFamily="18" charset="0"/>
              </a:rPr>
              <a:t>exact</a:t>
            </a:r>
            <a:r>
              <a:rPr kumimoji="1" lang="en-US" altLang="zh-CN" sz="2800" b="1" i="1">
                <a:solidFill>
                  <a:srgbClr val="000080"/>
                </a:solidFill>
                <a:latin typeface="Times New Roman" pitchFamily="18" charset="0"/>
              </a:rPr>
              <a:t> solution at the mesh point i,j,</a:t>
            </a:r>
            <a:r>
              <a:rPr kumimoji="1" lang="en-US" altLang="zh-CN" sz="2800" b="1">
                <a:latin typeface="Times New Roman" pitchFamily="18" charset="0"/>
              </a:rPr>
              <a:t> </a:t>
            </a:r>
          </a:p>
        </p:txBody>
      </p:sp>
      <p:graphicFrame>
        <p:nvGraphicFramePr>
          <p:cNvPr id="21516" name="Object 12"/>
          <p:cNvGraphicFramePr>
            <a:graphicFrameLocks noChangeAspect="1"/>
          </p:cNvGraphicFramePr>
          <p:nvPr/>
        </p:nvGraphicFramePr>
        <p:xfrm>
          <a:off x="107950" y="6026150"/>
          <a:ext cx="1439863" cy="642938"/>
        </p:xfrm>
        <a:graphic>
          <a:graphicData uri="http://schemas.openxmlformats.org/presentationml/2006/ole">
            <mc:AlternateContent xmlns:mc="http://schemas.openxmlformats.org/markup-compatibility/2006">
              <mc:Choice xmlns:v="urn:schemas-microsoft-com:vml" Requires="v">
                <p:oleObj spid="_x0000_s19556" name="Equation" r:id="rId5" imgW="533169" imgH="241195" progId="Equation.3">
                  <p:embed/>
                </p:oleObj>
              </mc:Choice>
              <mc:Fallback>
                <p:oleObj name="Equation" r:id="rId5" imgW="533169" imgH="241195"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 y="6026150"/>
                        <a:ext cx="143986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7" name="Text Box 13"/>
          <p:cNvSpPr txBox="1">
            <a:spLocks noChangeArrowheads="1"/>
          </p:cNvSpPr>
          <p:nvPr/>
        </p:nvSpPr>
        <p:spPr bwMode="auto">
          <a:xfrm>
            <a:off x="1763713" y="6045200"/>
            <a:ext cx="7340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i="1">
                <a:solidFill>
                  <a:srgbClr val="000080"/>
                </a:solidFill>
                <a:latin typeface="Times New Roman" pitchFamily="18" charset="0"/>
              </a:rPr>
              <a:t>be the </a:t>
            </a:r>
            <a:r>
              <a:rPr kumimoji="1" lang="en-US" altLang="zh-CN" sz="3200" b="1" i="1">
                <a:latin typeface="Times New Roman" pitchFamily="18" charset="0"/>
              </a:rPr>
              <a:t>approximate</a:t>
            </a:r>
            <a:r>
              <a:rPr kumimoji="1" lang="en-US" altLang="zh-CN" sz="2800" b="1" i="1">
                <a:solidFill>
                  <a:srgbClr val="000080"/>
                </a:solidFill>
                <a:latin typeface="Times New Roman" pitchFamily="18" charset="0"/>
              </a:rPr>
              <a:t> solution at that mesh point</a:t>
            </a:r>
            <a:r>
              <a:rPr kumimoji="1" lang="en-US" altLang="zh-CN" sz="2800" b="1">
                <a:latin typeface="Times New Roman" pitchFamily="18" charset="0"/>
              </a:rPr>
              <a:t> </a:t>
            </a:r>
          </a:p>
        </p:txBody>
      </p:sp>
      <p:graphicFrame>
        <p:nvGraphicFramePr>
          <p:cNvPr id="19470" name="Object 14"/>
          <p:cNvGraphicFramePr>
            <a:graphicFrameLocks noChangeAspect="1"/>
          </p:cNvGraphicFramePr>
          <p:nvPr/>
        </p:nvGraphicFramePr>
        <p:xfrm>
          <a:off x="1066800" y="304800"/>
          <a:ext cx="3875088" cy="1114425"/>
        </p:xfrm>
        <a:graphic>
          <a:graphicData uri="http://schemas.openxmlformats.org/presentationml/2006/ole">
            <mc:AlternateContent xmlns:mc="http://schemas.openxmlformats.org/markup-compatibility/2006">
              <mc:Choice xmlns:v="urn:schemas-microsoft-com:vml" Requires="v">
                <p:oleObj spid="_x0000_s19557" name="Equation" r:id="rId7" imgW="1511300" imgH="444500" progId="Equation.3">
                  <p:embed/>
                </p:oleObj>
              </mc:Choice>
              <mc:Fallback>
                <p:oleObj name="Equation" r:id="rId7" imgW="1511300" imgH="4445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04800"/>
                        <a:ext cx="387508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0-#ppt_w/2"/>
                                          </p:val>
                                        </p:tav>
                                        <p:tav tm="100000">
                                          <p:val>
                                            <p:strVal val="#ppt_x"/>
                                          </p:val>
                                        </p:tav>
                                      </p:tavLst>
                                    </p:anim>
                                    <p:anim calcmode="lin" valueType="num">
                                      <p:cBhvr additive="base">
                                        <p:cTn id="8" dur="500" fill="hold"/>
                                        <p:tgtEl>
                                          <p:spTgt spid="215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07"/>
                                        </p:tgtEl>
                                        <p:attrNameLst>
                                          <p:attrName>style.visibility</p:attrName>
                                        </p:attrNameLst>
                                      </p:cBhvr>
                                      <p:to>
                                        <p:strVal val="visible"/>
                                      </p:to>
                                    </p:set>
                                    <p:anim calcmode="lin" valueType="num">
                                      <p:cBhvr additive="base">
                                        <p:cTn id="13" dur="500" fill="hold"/>
                                        <p:tgtEl>
                                          <p:spTgt spid="21507"/>
                                        </p:tgtEl>
                                        <p:attrNameLst>
                                          <p:attrName>ppt_x</p:attrName>
                                        </p:attrNameLst>
                                      </p:cBhvr>
                                      <p:tavLst>
                                        <p:tav tm="0">
                                          <p:val>
                                            <p:strVal val="0-#ppt_w/2"/>
                                          </p:val>
                                        </p:tav>
                                        <p:tav tm="100000">
                                          <p:val>
                                            <p:strVal val="#ppt_x"/>
                                          </p:val>
                                        </p:tav>
                                      </p:tavLst>
                                    </p:anim>
                                    <p:anim calcmode="lin" valueType="num">
                                      <p:cBhvr additive="base">
                                        <p:cTn id="14" dur="500" fill="hold"/>
                                        <p:tgtEl>
                                          <p:spTgt spid="215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0-#ppt_w/2"/>
                                          </p:val>
                                        </p:tav>
                                        <p:tav tm="100000">
                                          <p:val>
                                            <p:strVal val="#ppt_x"/>
                                          </p:val>
                                        </p:tav>
                                      </p:tavLst>
                                    </p:anim>
                                    <p:anim calcmode="lin" valueType="num">
                                      <p:cBhvr additive="base">
                                        <p:cTn id="20" dur="500" fill="hold"/>
                                        <p:tgtEl>
                                          <p:spTgt spid="215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508"/>
                                        </p:tgtEl>
                                        <p:attrNameLst>
                                          <p:attrName>style.visibility</p:attrName>
                                        </p:attrNameLst>
                                      </p:cBhvr>
                                      <p:to>
                                        <p:strVal val="visible"/>
                                      </p:to>
                                    </p:set>
                                    <p:anim calcmode="lin" valueType="num">
                                      <p:cBhvr additive="base">
                                        <p:cTn id="25" dur="500" fill="hold"/>
                                        <p:tgtEl>
                                          <p:spTgt spid="21508"/>
                                        </p:tgtEl>
                                        <p:attrNameLst>
                                          <p:attrName>ppt_x</p:attrName>
                                        </p:attrNameLst>
                                      </p:cBhvr>
                                      <p:tavLst>
                                        <p:tav tm="0">
                                          <p:val>
                                            <p:strVal val="0-#ppt_w/2"/>
                                          </p:val>
                                        </p:tav>
                                        <p:tav tm="100000">
                                          <p:val>
                                            <p:strVal val="#ppt_x"/>
                                          </p:val>
                                        </p:tav>
                                      </p:tavLst>
                                    </p:anim>
                                    <p:anim calcmode="lin" valueType="num">
                                      <p:cBhvr additive="base">
                                        <p:cTn id="26"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510"/>
                                        </p:tgtEl>
                                        <p:attrNameLst>
                                          <p:attrName>style.visibility</p:attrName>
                                        </p:attrNameLst>
                                      </p:cBhvr>
                                      <p:to>
                                        <p:strVal val="visible"/>
                                      </p:to>
                                    </p:set>
                                    <p:anim calcmode="lin" valueType="num">
                                      <p:cBhvr additive="base">
                                        <p:cTn id="31" dur="500" fill="hold"/>
                                        <p:tgtEl>
                                          <p:spTgt spid="21510"/>
                                        </p:tgtEl>
                                        <p:attrNameLst>
                                          <p:attrName>ppt_x</p:attrName>
                                        </p:attrNameLst>
                                      </p:cBhvr>
                                      <p:tavLst>
                                        <p:tav tm="0">
                                          <p:val>
                                            <p:strVal val="0-#ppt_w/2"/>
                                          </p:val>
                                        </p:tav>
                                        <p:tav tm="100000">
                                          <p:val>
                                            <p:strVal val="#ppt_x"/>
                                          </p:val>
                                        </p:tav>
                                      </p:tavLst>
                                    </p:anim>
                                    <p:anim calcmode="lin" valueType="num">
                                      <p:cBhvr additive="base">
                                        <p:cTn id="32"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1512"/>
                                        </p:tgtEl>
                                        <p:attrNameLst>
                                          <p:attrName>style.visibility</p:attrName>
                                        </p:attrNameLst>
                                      </p:cBhvr>
                                      <p:to>
                                        <p:strVal val="visible"/>
                                      </p:to>
                                    </p:set>
                                    <p:anim calcmode="lin" valueType="num">
                                      <p:cBhvr additive="base">
                                        <p:cTn id="37" dur="500" fill="hold"/>
                                        <p:tgtEl>
                                          <p:spTgt spid="21512"/>
                                        </p:tgtEl>
                                        <p:attrNameLst>
                                          <p:attrName>ppt_x</p:attrName>
                                        </p:attrNameLst>
                                      </p:cBhvr>
                                      <p:tavLst>
                                        <p:tav tm="0">
                                          <p:val>
                                            <p:strVal val="0-#ppt_w/2"/>
                                          </p:val>
                                        </p:tav>
                                        <p:tav tm="100000">
                                          <p:val>
                                            <p:strVal val="#ppt_x"/>
                                          </p:val>
                                        </p:tav>
                                      </p:tavLst>
                                    </p:anim>
                                    <p:anim calcmode="lin" valueType="num">
                                      <p:cBhvr additive="base">
                                        <p:cTn id="38" dur="500" fill="hold"/>
                                        <p:tgtEl>
                                          <p:spTgt spid="2151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1511"/>
                                        </p:tgtEl>
                                        <p:attrNameLst>
                                          <p:attrName>style.visibility</p:attrName>
                                        </p:attrNameLst>
                                      </p:cBhvr>
                                      <p:to>
                                        <p:strVal val="visible"/>
                                      </p:to>
                                    </p:set>
                                    <p:anim calcmode="lin" valueType="num">
                                      <p:cBhvr additive="base">
                                        <p:cTn id="43" dur="500" fill="hold"/>
                                        <p:tgtEl>
                                          <p:spTgt spid="21511"/>
                                        </p:tgtEl>
                                        <p:attrNameLst>
                                          <p:attrName>ppt_x</p:attrName>
                                        </p:attrNameLst>
                                      </p:cBhvr>
                                      <p:tavLst>
                                        <p:tav tm="0">
                                          <p:val>
                                            <p:strVal val="0-#ppt_w/2"/>
                                          </p:val>
                                        </p:tav>
                                        <p:tav tm="100000">
                                          <p:val>
                                            <p:strVal val="#ppt_x"/>
                                          </p:val>
                                        </p:tav>
                                      </p:tavLst>
                                    </p:anim>
                                    <p:anim calcmode="lin" valueType="num">
                                      <p:cBhvr additive="base">
                                        <p:cTn id="44" dur="500" fill="hold"/>
                                        <p:tgtEl>
                                          <p:spTgt spid="2151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1514"/>
                                        </p:tgtEl>
                                        <p:attrNameLst>
                                          <p:attrName>style.visibility</p:attrName>
                                        </p:attrNameLst>
                                      </p:cBhvr>
                                      <p:to>
                                        <p:strVal val="visible"/>
                                      </p:to>
                                    </p:set>
                                    <p:anim calcmode="lin" valueType="num">
                                      <p:cBhvr additive="base">
                                        <p:cTn id="49" dur="500" fill="hold"/>
                                        <p:tgtEl>
                                          <p:spTgt spid="21514"/>
                                        </p:tgtEl>
                                        <p:attrNameLst>
                                          <p:attrName>ppt_x</p:attrName>
                                        </p:attrNameLst>
                                      </p:cBhvr>
                                      <p:tavLst>
                                        <p:tav tm="0">
                                          <p:val>
                                            <p:strVal val="0-#ppt_w/2"/>
                                          </p:val>
                                        </p:tav>
                                        <p:tav tm="100000">
                                          <p:val>
                                            <p:strVal val="#ppt_x"/>
                                          </p:val>
                                        </p:tav>
                                      </p:tavLst>
                                    </p:anim>
                                    <p:anim calcmode="lin" valueType="num">
                                      <p:cBhvr additive="base">
                                        <p:cTn id="50" dur="500" fill="hold"/>
                                        <p:tgtEl>
                                          <p:spTgt spid="21514"/>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21513"/>
                                        </p:tgtEl>
                                        <p:attrNameLst>
                                          <p:attrName>style.visibility</p:attrName>
                                        </p:attrNameLst>
                                      </p:cBhvr>
                                      <p:to>
                                        <p:strVal val="visible"/>
                                      </p:to>
                                    </p:set>
                                    <p:anim calcmode="lin" valueType="num">
                                      <p:cBhvr additive="base">
                                        <p:cTn id="55" dur="500" fill="hold"/>
                                        <p:tgtEl>
                                          <p:spTgt spid="21513"/>
                                        </p:tgtEl>
                                        <p:attrNameLst>
                                          <p:attrName>ppt_x</p:attrName>
                                        </p:attrNameLst>
                                      </p:cBhvr>
                                      <p:tavLst>
                                        <p:tav tm="0">
                                          <p:val>
                                            <p:strVal val="0-#ppt_w/2"/>
                                          </p:val>
                                        </p:tav>
                                        <p:tav tm="100000">
                                          <p:val>
                                            <p:strVal val="#ppt_x"/>
                                          </p:val>
                                        </p:tav>
                                      </p:tavLst>
                                    </p:anim>
                                    <p:anim calcmode="lin" valueType="num">
                                      <p:cBhvr additive="base">
                                        <p:cTn id="56" dur="500" fill="hold"/>
                                        <p:tgtEl>
                                          <p:spTgt spid="21513"/>
                                        </p:tgtEl>
                                        <p:attrNameLst>
                                          <p:attrName>ppt_y</p:attrName>
                                        </p:attrNameLst>
                                      </p:cBhvr>
                                      <p:tavLst>
                                        <p:tav tm="0">
                                          <p:val>
                                            <p:strVal val="#ppt_y"/>
                                          </p:val>
                                        </p:tav>
                                        <p:tav tm="100000">
                                          <p:val>
                                            <p:strVal val="#ppt_y"/>
                                          </p:val>
                                        </p:tav>
                                      </p:tavLst>
                                    </p:anim>
                                  </p:childTnLst>
                                </p:cTn>
                              </p:par>
                            </p:childTnLst>
                          </p:cTn>
                        </p:par>
                        <p:par>
                          <p:cTn id="57" fill="hold" nodeType="afterGroup">
                            <p:stCondLst>
                              <p:cond delay="500"/>
                            </p:stCondLst>
                            <p:childTnLst>
                              <p:par>
                                <p:cTn id="58" presetID="2" presetClass="entr" presetSubtype="8" fill="hold" grpId="0" nodeType="afterEffect">
                                  <p:stCondLst>
                                    <p:cond delay="0"/>
                                  </p:stCondLst>
                                  <p:childTnLst>
                                    <p:set>
                                      <p:cBhvr>
                                        <p:cTn id="59" dur="1" fill="hold">
                                          <p:stCondLst>
                                            <p:cond delay="0"/>
                                          </p:stCondLst>
                                        </p:cTn>
                                        <p:tgtEl>
                                          <p:spTgt spid="21515"/>
                                        </p:tgtEl>
                                        <p:attrNameLst>
                                          <p:attrName>style.visibility</p:attrName>
                                        </p:attrNameLst>
                                      </p:cBhvr>
                                      <p:to>
                                        <p:strVal val="visible"/>
                                      </p:to>
                                    </p:set>
                                    <p:anim calcmode="lin" valueType="num">
                                      <p:cBhvr additive="base">
                                        <p:cTn id="60" dur="500" fill="hold"/>
                                        <p:tgtEl>
                                          <p:spTgt spid="21515"/>
                                        </p:tgtEl>
                                        <p:attrNameLst>
                                          <p:attrName>ppt_x</p:attrName>
                                        </p:attrNameLst>
                                      </p:cBhvr>
                                      <p:tavLst>
                                        <p:tav tm="0">
                                          <p:val>
                                            <p:strVal val="0-#ppt_w/2"/>
                                          </p:val>
                                        </p:tav>
                                        <p:tav tm="100000">
                                          <p:val>
                                            <p:strVal val="#ppt_x"/>
                                          </p:val>
                                        </p:tav>
                                      </p:tavLst>
                                    </p:anim>
                                    <p:anim calcmode="lin" valueType="num">
                                      <p:cBhvr additive="base">
                                        <p:cTn id="61" dur="500" fill="hold"/>
                                        <p:tgtEl>
                                          <p:spTgt spid="21515"/>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8" fill="hold" nodeType="clickEffect">
                                  <p:stCondLst>
                                    <p:cond delay="0"/>
                                  </p:stCondLst>
                                  <p:childTnLst>
                                    <p:set>
                                      <p:cBhvr>
                                        <p:cTn id="65" dur="1" fill="hold">
                                          <p:stCondLst>
                                            <p:cond delay="0"/>
                                          </p:stCondLst>
                                        </p:cTn>
                                        <p:tgtEl>
                                          <p:spTgt spid="21516"/>
                                        </p:tgtEl>
                                        <p:attrNameLst>
                                          <p:attrName>style.visibility</p:attrName>
                                        </p:attrNameLst>
                                      </p:cBhvr>
                                      <p:to>
                                        <p:strVal val="visible"/>
                                      </p:to>
                                    </p:set>
                                    <p:anim calcmode="lin" valueType="num">
                                      <p:cBhvr additive="base">
                                        <p:cTn id="66" dur="500" fill="hold"/>
                                        <p:tgtEl>
                                          <p:spTgt spid="21516"/>
                                        </p:tgtEl>
                                        <p:attrNameLst>
                                          <p:attrName>ppt_x</p:attrName>
                                        </p:attrNameLst>
                                      </p:cBhvr>
                                      <p:tavLst>
                                        <p:tav tm="0">
                                          <p:val>
                                            <p:strVal val="0-#ppt_w/2"/>
                                          </p:val>
                                        </p:tav>
                                        <p:tav tm="100000">
                                          <p:val>
                                            <p:strVal val="#ppt_x"/>
                                          </p:val>
                                        </p:tav>
                                      </p:tavLst>
                                    </p:anim>
                                    <p:anim calcmode="lin" valueType="num">
                                      <p:cBhvr additive="base">
                                        <p:cTn id="67" dur="500" fill="hold"/>
                                        <p:tgtEl>
                                          <p:spTgt spid="21516"/>
                                        </p:tgtEl>
                                        <p:attrNameLst>
                                          <p:attrName>ppt_y</p:attrName>
                                        </p:attrNameLst>
                                      </p:cBhvr>
                                      <p:tavLst>
                                        <p:tav tm="0">
                                          <p:val>
                                            <p:strVal val="#ppt_y"/>
                                          </p:val>
                                        </p:tav>
                                        <p:tav tm="100000">
                                          <p:val>
                                            <p:strVal val="#ppt_y"/>
                                          </p:val>
                                        </p:tav>
                                      </p:tavLst>
                                    </p:anim>
                                  </p:childTnLst>
                                </p:cTn>
                              </p:par>
                            </p:childTnLst>
                          </p:cTn>
                        </p:par>
                        <p:par>
                          <p:cTn id="68" fill="hold" nodeType="afterGroup">
                            <p:stCondLst>
                              <p:cond delay="500"/>
                            </p:stCondLst>
                            <p:childTnLst>
                              <p:par>
                                <p:cTn id="69" presetID="2" presetClass="entr" presetSubtype="8" fill="hold" grpId="0" nodeType="afterEffect">
                                  <p:stCondLst>
                                    <p:cond delay="0"/>
                                  </p:stCondLst>
                                  <p:childTnLst>
                                    <p:set>
                                      <p:cBhvr>
                                        <p:cTn id="70" dur="1" fill="hold">
                                          <p:stCondLst>
                                            <p:cond delay="0"/>
                                          </p:stCondLst>
                                        </p:cTn>
                                        <p:tgtEl>
                                          <p:spTgt spid="21517"/>
                                        </p:tgtEl>
                                        <p:attrNameLst>
                                          <p:attrName>style.visibility</p:attrName>
                                        </p:attrNameLst>
                                      </p:cBhvr>
                                      <p:to>
                                        <p:strVal val="visible"/>
                                      </p:to>
                                    </p:set>
                                    <p:anim calcmode="lin" valueType="num">
                                      <p:cBhvr additive="base">
                                        <p:cTn id="71" dur="500" fill="hold"/>
                                        <p:tgtEl>
                                          <p:spTgt spid="21517"/>
                                        </p:tgtEl>
                                        <p:attrNameLst>
                                          <p:attrName>ppt_x</p:attrName>
                                        </p:attrNameLst>
                                      </p:cBhvr>
                                      <p:tavLst>
                                        <p:tav tm="0">
                                          <p:val>
                                            <p:strVal val="0-#ppt_w/2"/>
                                          </p:val>
                                        </p:tav>
                                        <p:tav tm="100000">
                                          <p:val>
                                            <p:strVal val="#ppt_x"/>
                                          </p:val>
                                        </p:tav>
                                      </p:tavLst>
                                    </p:anim>
                                    <p:anim calcmode="lin" valueType="num">
                                      <p:cBhvr additive="base">
                                        <p:cTn id="72" dur="500" fill="hold"/>
                                        <p:tgtEl>
                                          <p:spTgt spid="215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utoUpdateAnimBg="0"/>
      <p:bldP spid="21508" grpId="0" autoUpdateAnimBg="0"/>
      <p:bldP spid="21509" grpId="0" autoUpdateAnimBg="0"/>
      <p:bldP spid="21510" grpId="0" autoUpdateAnimBg="0"/>
      <p:bldP spid="21511" grpId="0" autoUpdateAnimBg="0"/>
      <p:bldP spid="21512" grpId="0" autoUpdateAnimBg="0"/>
      <p:bldP spid="21514" grpId="0" autoUpdateAnimBg="0"/>
      <p:bldP spid="21515" grpId="0" autoUpdateAnimBg="0"/>
      <p:bldP spid="2151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46" name="Object 2"/>
          <p:cNvGraphicFramePr>
            <a:graphicFrameLocks noChangeAspect="1"/>
          </p:cNvGraphicFramePr>
          <p:nvPr/>
        </p:nvGraphicFramePr>
        <p:xfrm>
          <a:off x="609600" y="1676400"/>
          <a:ext cx="6029325" cy="1114425"/>
        </p:xfrm>
        <a:graphic>
          <a:graphicData uri="http://schemas.openxmlformats.org/presentationml/2006/ole">
            <mc:AlternateContent xmlns:mc="http://schemas.openxmlformats.org/markup-compatibility/2006">
              <mc:Choice xmlns:v="urn:schemas-microsoft-com:vml" Requires="v">
                <p:oleObj spid="_x0000_s20552" r:id="rId3" imgW="2971800" imgH="444500" progId="Equation.3">
                  <p:embed/>
                </p:oleObj>
              </mc:Choice>
              <mc:Fallback>
                <p:oleObj r:id="rId3" imgW="29718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676400"/>
                        <a:ext cx="60293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47" name="Text Box 3"/>
          <p:cNvSpPr txBox="1">
            <a:spLocks noChangeArrowheads="1"/>
          </p:cNvSpPr>
          <p:nvPr/>
        </p:nvSpPr>
        <p:spPr bwMode="auto">
          <a:xfrm>
            <a:off x="395288" y="3141663"/>
            <a:ext cx="4543425"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dirty="0">
                <a:solidFill>
                  <a:srgbClr val="000000"/>
                </a:solidFill>
                <a:latin typeface="Times New Roman" pitchFamily="18" charset="0"/>
              </a:rPr>
              <a:t>for the internal points  </a:t>
            </a:r>
            <a:r>
              <a:rPr kumimoji="1" lang="en-US" altLang="zh-CN" sz="2800" b="1" dirty="0">
                <a:solidFill>
                  <a:srgbClr val="000080"/>
                </a:solidFill>
                <a:latin typeface="Times New Roman" pitchFamily="18" charset="0"/>
              </a:rPr>
              <a:t>0&lt;</a:t>
            </a:r>
            <a:r>
              <a:rPr kumimoji="1" lang="en-US" altLang="zh-CN" sz="2800" b="1" i="1" dirty="0" err="1">
                <a:solidFill>
                  <a:srgbClr val="000080"/>
                </a:solidFill>
                <a:latin typeface="Times New Roman" pitchFamily="18" charset="0"/>
              </a:rPr>
              <a:t>i</a:t>
            </a:r>
            <a:r>
              <a:rPr kumimoji="1" lang="en-US" altLang="zh-CN" sz="2800" b="1" dirty="0">
                <a:solidFill>
                  <a:srgbClr val="000080"/>
                </a:solidFill>
                <a:latin typeface="Times New Roman" pitchFamily="18" charset="0"/>
              </a:rPr>
              <a:t>&lt;</a:t>
            </a:r>
            <a:r>
              <a:rPr kumimoji="1" lang="en-US" altLang="zh-CN" sz="2800" b="1" i="1" dirty="0">
                <a:solidFill>
                  <a:srgbClr val="000080"/>
                </a:solidFill>
                <a:latin typeface="Times New Roman" pitchFamily="18" charset="0"/>
              </a:rPr>
              <a:t>m</a:t>
            </a:r>
            <a:r>
              <a:rPr kumimoji="1" lang="en-US" altLang="zh-CN" sz="2800" b="1" dirty="0">
                <a:solidFill>
                  <a:srgbClr val="000080"/>
                </a:solidFill>
                <a:latin typeface="Times New Roman" pitchFamily="18" charset="0"/>
              </a:rPr>
              <a:t>, 0&lt;</a:t>
            </a:r>
            <a:r>
              <a:rPr kumimoji="1" lang="en-US" altLang="zh-CN" sz="2800" b="1" i="1" dirty="0">
                <a:solidFill>
                  <a:srgbClr val="000080"/>
                </a:solidFill>
                <a:latin typeface="Times New Roman" pitchFamily="18" charset="0"/>
              </a:rPr>
              <a:t>j</a:t>
            </a:r>
            <a:r>
              <a:rPr kumimoji="1" lang="en-US" altLang="zh-CN" sz="2800" b="1" dirty="0">
                <a:solidFill>
                  <a:srgbClr val="000080"/>
                </a:solidFill>
                <a:latin typeface="Times New Roman" pitchFamily="18" charset="0"/>
              </a:rPr>
              <a:t>&lt;</a:t>
            </a:r>
            <a:r>
              <a:rPr kumimoji="1" lang="en-US" altLang="zh-CN" sz="2800" b="1" i="1" dirty="0">
                <a:solidFill>
                  <a:srgbClr val="000080"/>
                </a:solidFill>
                <a:latin typeface="Times New Roman" pitchFamily="18" charset="0"/>
              </a:rPr>
              <a:t>n</a:t>
            </a:r>
            <a:r>
              <a:rPr kumimoji="1" lang="en-US" altLang="zh-CN" sz="2800" b="1" dirty="0">
                <a:latin typeface="Times New Roman" pitchFamily="18" charset="0"/>
              </a:rPr>
              <a:t> </a:t>
            </a:r>
          </a:p>
        </p:txBody>
      </p:sp>
      <p:graphicFrame>
        <p:nvGraphicFramePr>
          <p:cNvPr id="20484" name="Object 4"/>
          <p:cNvGraphicFramePr>
            <a:graphicFrameLocks noChangeAspect="1"/>
          </p:cNvGraphicFramePr>
          <p:nvPr/>
        </p:nvGraphicFramePr>
        <p:xfrm>
          <a:off x="1143000" y="304800"/>
          <a:ext cx="3875088" cy="1114425"/>
        </p:xfrm>
        <a:graphic>
          <a:graphicData uri="http://schemas.openxmlformats.org/presentationml/2006/ole">
            <mc:AlternateContent xmlns:mc="http://schemas.openxmlformats.org/markup-compatibility/2006">
              <mc:Choice xmlns:v="urn:schemas-microsoft-com:vml" Requires="v">
                <p:oleObj spid="_x0000_s20553" name="Equation" r:id="rId5" imgW="1511300" imgH="444500" progId="Equation.3">
                  <p:embed/>
                </p:oleObj>
              </mc:Choice>
              <mc:Fallback>
                <p:oleObj name="Equation" r:id="rId5" imgW="1511300" imgH="4445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04800"/>
                        <a:ext cx="387508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4149" name="Text Box 5"/>
          <p:cNvSpPr txBox="1">
            <a:spLocks noChangeArrowheads="1"/>
          </p:cNvSpPr>
          <p:nvPr/>
        </p:nvSpPr>
        <p:spPr bwMode="auto">
          <a:xfrm>
            <a:off x="323850" y="4941888"/>
            <a:ext cx="38385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The five-point formula for the finite difference method</a:t>
            </a:r>
          </a:p>
        </p:txBody>
      </p:sp>
      <p:grpSp>
        <p:nvGrpSpPr>
          <p:cNvPr id="134150" name="Group 6"/>
          <p:cNvGrpSpPr>
            <a:grpSpLocks/>
          </p:cNvGrpSpPr>
          <p:nvPr/>
        </p:nvGrpSpPr>
        <p:grpSpPr bwMode="auto">
          <a:xfrm>
            <a:off x="5105400" y="2819400"/>
            <a:ext cx="3346450" cy="3844925"/>
            <a:chOff x="3696" y="314"/>
            <a:chExt cx="2108" cy="2422"/>
          </a:xfrm>
        </p:grpSpPr>
        <p:sp>
          <p:nvSpPr>
            <p:cNvPr id="20487" name="Line 7"/>
            <p:cNvSpPr>
              <a:spLocks noChangeShapeType="1"/>
            </p:cNvSpPr>
            <p:nvPr/>
          </p:nvSpPr>
          <p:spPr bwMode="auto">
            <a:xfrm>
              <a:off x="3744" y="1728"/>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8" name="Line 8"/>
            <p:cNvSpPr>
              <a:spLocks noChangeShapeType="1"/>
            </p:cNvSpPr>
            <p:nvPr/>
          </p:nvSpPr>
          <p:spPr bwMode="auto">
            <a:xfrm>
              <a:off x="4704" y="768"/>
              <a:ext cx="0" cy="19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9" name="Oval 9"/>
            <p:cNvSpPr>
              <a:spLocks noChangeArrowheads="1"/>
            </p:cNvSpPr>
            <p:nvPr/>
          </p:nvSpPr>
          <p:spPr bwMode="auto">
            <a:xfrm>
              <a:off x="4656" y="72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0490" name="Oval 10"/>
            <p:cNvSpPr>
              <a:spLocks noChangeArrowheads="1"/>
            </p:cNvSpPr>
            <p:nvPr/>
          </p:nvSpPr>
          <p:spPr bwMode="auto">
            <a:xfrm>
              <a:off x="3696" y="168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0491" name="Oval 11"/>
            <p:cNvSpPr>
              <a:spLocks noChangeArrowheads="1"/>
            </p:cNvSpPr>
            <p:nvPr/>
          </p:nvSpPr>
          <p:spPr bwMode="auto">
            <a:xfrm>
              <a:off x="5664" y="168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0492" name="Oval 12"/>
            <p:cNvSpPr>
              <a:spLocks noChangeArrowheads="1"/>
            </p:cNvSpPr>
            <p:nvPr/>
          </p:nvSpPr>
          <p:spPr bwMode="auto">
            <a:xfrm>
              <a:off x="4656" y="2688"/>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20493" name="Text Box 13"/>
            <p:cNvSpPr txBox="1">
              <a:spLocks noChangeArrowheads="1"/>
            </p:cNvSpPr>
            <p:nvPr/>
          </p:nvSpPr>
          <p:spPr bwMode="auto">
            <a:xfrm>
              <a:off x="4358" y="314"/>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(x,y+h)</a:t>
              </a:r>
            </a:p>
          </p:txBody>
        </p:sp>
        <p:sp>
          <p:nvSpPr>
            <p:cNvPr id="20494" name="Text Box 14"/>
            <p:cNvSpPr txBox="1">
              <a:spLocks noChangeArrowheads="1"/>
            </p:cNvSpPr>
            <p:nvPr/>
          </p:nvSpPr>
          <p:spPr bwMode="auto">
            <a:xfrm>
              <a:off x="5116" y="1824"/>
              <a:ext cx="6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(x+h,y)</a:t>
              </a:r>
            </a:p>
          </p:txBody>
        </p:sp>
        <p:sp>
          <p:nvSpPr>
            <p:cNvPr id="20495" name="Text Box 15"/>
            <p:cNvSpPr txBox="1">
              <a:spLocks noChangeArrowheads="1"/>
            </p:cNvSpPr>
            <p:nvPr/>
          </p:nvSpPr>
          <p:spPr bwMode="auto">
            <a:xfrm>
              <a:off x="4800" y="1344"/>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(x,y)</a:t>
              </a:r>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anim calcmode="lin" valueType="num">
                                      <p:cBhvr additive="base">
                                        <p:cTn id="7" dur="500" fill="hold"/>
                                        <p:tgtEl>
                                          <p:spTgt spid="134146"/>
                                        </p:tgtEl>
                                        <p:attrNameLst>
                                          <p:attrName>ppt_x</p:attrName>
                                        </p:attrNameLst>
                                      </p:cBhvr>
                                      <p:tavLst>
                                        <p:tav tm="0">
                                          <p:val>
                                            <p:strVal val="0-#ppt_w/2"/>
                                          </p:val>
                                        </p:tav>
                                        <p:tav tm="100000">
                                          <p:val>
                                            <p:strVal val="#ppt_x"/>
                                          </p:val>
                                        </p:tav>
                                      </p:tavLst>
                                    </p:anim>
                                    <p:anim calcmode="lin" valueType="num">
                                      <p:cBhvr additive="base">
                                        <p:cTn id="8" dur="500" fill="hold"/>
                                        <p:tgtEl>
                                          <p:spTgt spid="1341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4147"/>
                                        </p:tgtEl>
                                        <p:attrNameLst>
                                          <p:attrName>style.visibility</p:attrName>
                                        </p:attrNameLst>
                                      </p:cBhvr>
                                      <p:to>
                                        <p:strVal val="visible"/>
                                      </p:to>
                                    </p:set>
                                    <p:anim calcmode="lin" valueType="num">
                                      <p:cBhvr additive="base">
                                        <p:cTn id="13" dur="500" fill="hold"/>
                                        <p:tgtEl>
                                          <p:spTgt spid="134147"/>
                                        </p:tgtEl>
                                        <p:attrNameLst>
                                          <p:attrName>ppt_x</p:attrName>
                                        </p:attrNameLst>
                                      </p:cBhvr>
                                      <p:tavLst>
                                        <p:tav tm="0">
                                          <p:val>
                                            <p:strVal val="0-#ppt_w/2"/>
                                          </p:val>
                                        </p:tav>
                                        <p:tav tm="100000">
                                          <p:val>
                                            <p:strVal val="#ppt_x"/>
                                          </p:val>
                                        </p:tav>
                                      </p:tavLst>
                                    </p:anim>
                                    <p:anim calcmode="lin" valueType="num">
                                      <p:cBhvr additive="base">
                                        <p:cTn id="14" dur="500" fill="hold"/>
                                        <p:tgtEl>
                                          <p:spTgt spid="13414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4149"/>
                                        </p:tgtEl>
                                        <p:attrNameLst>
                                          <p:attrName>style.visibility</p:attrName>
                                        </p:attrNameLst>
                                      </p:cBhvr>
                                      <p:to>
                                        <p:strVal val="visible"/>
                                      </p:to>
                                    </p:set>
                                    <p:anim calcmode="lin" valueType="num">
                                      <p:cBhvr additive="base">
                                        <p:cTn id="19" dur="500" fill="hold"/>
                                        <p:tgtEl>
                                          <p:spTgt spid="134149"/>
                                        </p:tgtEl>
                                        <p:attrNameLst>
                                          <p:attrName>ppt_x</p:attrName>
                                        </p:attrNameLst>
                                      </p:cBhvr>
                                      <p:tavLst>
                                        <p:tav tm="0">
                                          <p:val>
                                            <p:strVal val="0-#ppt_w/2"/>
                                          </p:val>
                                        </p:tav>
                                        <p:tav tm="100000">
                                          <p:val>
                                            <p:strVal val="#ppt_x"/>
                                          </p:val>
                                        </p:tav>
                                      </p:tavLst>
                                    </p:anim>
                                    <p:anim calcmode="lin" valueType="num">
                                      <p:cBhvr additive="base">
                                        <p:cTn id="20" dur="500" fill="hold"/>
                                        <p:tgtEl>
                                          <p:spTgt spid="1341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4150"/>
                                        </p:tgtEl>
                                        <p:attrNameLst>
                                          <p:attrName>style.visibility</p:attrName>
                                        </p:attrNameLst>
                                      </p:cBhvr>
                                      <p:to>
                                        <p:strVal val="visible"/>
                                      </p:to>
                                    </p:set>
                                    <p:anim calcmode="lin" valueType="num">
                                      <p:cBhvr additive="base">
                                        <p:cTn id="25" dur="500" fill="hold"/>
                                        <p:tgtEl>
                                          <p:spTgt spid="134150"/>
                                        </p:tgtEl>
                                        <p:attrNameLst>
                                          <p:attrName>ppt_x</p:attrName>
                                        </p:attrNameLst>
                                      </p:cBhvr>
                                      <p:tavLst>
                                        <p:tav tm="0">
                                          <p:val>
                                            <p:strVal val="0-#ppt_w/2"/>
                                          </p:val>
                                        </p:tav>
                                        <p:tav tm="100000">
                                          <p:val>
                                            <p:strVal val="#ppt_x"/>
                                          </p:val>
                                        </p:tav>
                                      </p:tavLst>
                                    </p:anim>
                                    <p:anim calcmode="lin" valueType="num">
                                      <p:cBhvr additive="base">
                                        <p:cTn id="26" dur="500" fill="hold"/>
                                        <p:tgtEl>
                                          <p:spTgt spid="1341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autoUpdateAnimBg="0"/>
      <p:bldP spid="13414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88" y="476250"/>
            <a:ext cx="5257800" cy="519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7" name="Text Box 3"/>
          <p:cNvSpPr txBox="1">
            <a:spLocks noChangeArrowheads="1"/>
          </p:cNvSpPr>
          <p:nvPr/>
        </p:nvSpPr>
        <p:spPr bwMode="auto">
          <a:xfrm>
            <a:off x="2195513" y="5661025"/>
            <a:ext cx="947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i="1">
                <a:latin typeface="Times New Roman" pitchFamily="18" charset="0"/>
              </a:rPr>
              <a:t>x </a:t>
            </a:r>
            <a:r>
              <a:rPr kumimoji="1" lang="en-US" altLang="zh-CN" sz="2400">
                <a:latin typeface="Times New Roman" pitchFamily="18" charset="0"/>
              </a:rPr>
              <a:t>= </a:t>
            </a:r>
            <a:r>
              <a:rPr kumimoji="1" lang="en-US" altLang="zh-CN" sz="2400" i="1">
                <a:latin typeface="Times New Roman" pitchFamily="18" charset="0"/>
              </a:rPr>
              <a:t>nh</a:t>
            </a:r>
            <a:endParaRPr kumimoji="1" lang="en-US" altLang="zh-CN" sz="2400">
              <a:latin typeface="Times New Roman" pitchFamily="18" charset="0"/>
            </a:endParaRPr>
          </a:p>
        </p:txBody>
      </p:sp>
      <p:sp>
        <p:nvSpPr>
          <p:cNvPr id="21508" name="Text Box 4"/>
          <p:cNvSpPr txBox="1">
            <a:spLocks noChangeArrowheads="1"/>
          </p:cNvSpPr>
          <p:nvPr/>
        </p:nvSpPr>
        <p:spPr bwMode="auto">
          <a:xfrm>
            <a:off x="34925" y="2708275"/>
            <a:ext cx="862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i="1">
                <a:latin typeface="Times New Roman" pitchFamily="18" charset="0"/>
              </a:rPr>
              <a:t>y </a:t>
            </a:r>
            <a:r>
              <a:rPr kumimoji="1" lang="en-US" altLang="zh-CN" sz="2400">
                <a:latin typeface="Times New Roman" pitchFamily="18" charset="0"/>
              </a:rPr>
              <a:t>= </a:t>
            </a:r>
            <a:r>
              <a:rPr kumimoji="1" lang="en-US" altLang="zh-CN" sz="2400" i="1">
                <a:latin typeface="Times New Roman" pitchFamily="18" charset="0"/>
              </a:rPr>
              <a:t>jk</a:t>
            </a:r>
            <a:endParaRPr kumimoji="1" lang="en-US" altLang="zh-CN" sz="2400">
              <a:latin typeface="Times New Roman" pitchFamily="18" charset="0"/>
            </a:endParaRPr>
          </a:p>
        </p:txBody>
      </p:sp>
      <p:graphicFrame>
        <p:nvGraphicFramePr>
          <p:cNvPr id="21509" name="Object 5"/>
          <p:cNvGraphicFramePr>
            <a:graphicFrameLocks noChangeAspect="1"/>
          </p:cNvGraphicFramePr>
          <p:nvPr/>
        </p:nvGraphicFramePr>
        <p:xfrm>
          <a:off x="6180138" y="2708275"/>
          <a:ext cx="2963862" cy="2041525"/>
        </p:xfrm>
        <a:graphic>
          <a:graphicData uri="http://schemas.openxmlformats.org/presentationml/2006/ole">
            <mc:AlternateContent xmlns:mc="http://schemas.openxmlformats.org/markup-compatibility/2006">
              <mc:Choice xmlns:v="urn:schemas-microsoft-com:vml" Requires="v">
                <p:oleObj spid="_x0000_s21538" name="公式" r:id="rId4" imgW="1548728" imgH="863225" progId="Equation.3">
                  <p:embed/>
                </p:oleObj>
              </mc:Choice>
              <mc:Fallback>
                <p:oleObj name="公式" r:id="rId4" imgW="1548728" imgH="86322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0138" y="2708275"/>
                        <a:ext cx="2963862" cy="20415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23850" y="3213100"/>
            <a:ext cx="8305800"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dirty="0">
                <a:solidFill>
                  <a:srgbClr val="000000"/>
                </a:solidFill>
                <a:latin typeface="Times New Roman" pitchFamily="18" charset="0"/>
              </a:rPr>
              <a:t>In addition to this we will have either </a:t>
            </a:r>
            <a:r>
              <a:rPr kumimoji="1" lang="en-US" altLang="zh-CN" sz="2800" b="1" dirty="0">
                <a:solidFill>
                  <a:srgbClr val="FF0000"/>
                </a:solidFill>
                <a:latin typeface="Times New Roman" pitchFamily="18" charset="0"/>
              </a:rPr>
              <a:t>Dirichlet, von Neumann or mixed boundary</a:t>
            </a:r>
            <a:r>
              <a:rPr kumimoji="1" lang="en-US" altLang="zh-CN" sz="2800" b="1" dirty="0">
                <a:solidFill>
                  <a:srgbClr val="000000"/>
                </a:solidFill>
                <a:latin typeface="Times New Roman" pitchFamily="18" charset="0"/>
              </a:rPr>
              <a:t> conditions to specify the boundary values of </a:t>
            </a:r>
            <a:r>
              <a:rPr kumimoji="1" lang="en-US" altLang="zh-CN" sz="2800" b="1" dirty="0" err="1">
                <a:solidFill>
                  <a:srgbClr val="008000"/>
                </a:solidFill>
                <a:latin typeface="Symbol" pitchFamily="18" charset="2"/>
              </a:rPr>
              <a:t>j</a:t>
            </a:r>
            <a:r>
              <a:rPr kumimoji="1" lang="en-US" altLang="zh-CN" sz="2800" b="1" i="1" dirty="0" err="1">
                <a:solidFill>
                  <a:srgbClr val="008080"/>
                </a:solidFill>
                <a:latin typeface="Times New Roman" pitchFamily="18" charset="0"/>
              </a:rPr>
              <a:t>ij</a:t>
            </a:r>
            <a:r>
              <a:rPr kumimoji="1" lang="en-US" altLang="zh-CN" sz="2800" b="1" dirty="0">
                <a:solidFill>
                  <a:srgbClr val="000000"/>
                </a:solidFill>
                <a:latin typeface="Times New Roman" pitchFamily="18" charset="0"/>
              </a:rPr>
              <a:t>. The system of linear equations described by (148) in combination with the boundary conditions may be solved in a variety of ways.</a:t>
            </a:r>
            <a:endParaRPr kumimoji="1" lang="en-US" altLang="zh-CN" sz="2800" b="1" dirty="0">
              <a:latin typeface="Times New Roman" pitchFamily="18" charset="0"/>
            </a:endParaRPr>
          </a:p>
        </p:txBody>
      </p:sp>
      <p:graphicFrame>
        <p:nvGraphicFramePr>
          <p:cNvPr id="22531" name="Object 3"/>
          <p:cNvGraphicFramePr>
            <a:graphicFrameLocks noChangeAspect="1"/>
          </p:cNvGraphicFramePr>
          <p:nvPr/>
        </p:nvGraphicFramePr>
        <p:xfrm>
          <a:off x="971550" y="1484313"/>
          <a:ext cx="6029325" cy="1114425"/>
        </p:xfrm>
        <a:graphic>
          <a:graphicData uri="http://schemas.openxmlformats.org/presentationml/2006/ole">
            <mc:AlternateContent xmlns:mc="http://schemas.openxmlformats.org/markup-compatibility/2006">
              <mc:Choice xmlns:v="urn:schemas-microsoft-com:vml" Requires="v">
                <p:oleObj spid="_x0000_s22592" r:id="rId3" imgW="2971800" imgH="444500" progId="Equation.3">
                  <p:embed/>
                </p:oleObj>
              </mc:Choice>
              <mc:Fallback>
                <p:oleObj r:id="rId3" imgW="2971800"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484313"/>
                        <a:ext cx="60293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2" name="Text Box 4"/>
          <p:cNvSpPr txBox="1">
            <a:spLocks noChangeArrowheads="1"/>
          </p:cNvSpPr>
          <p:nvPr/>
        </p:nvSpPr>
        <p:spPr bwMode="auto">
          <a:xfrm>
            <a:off x="7596188" y="1700213"/>
            <a:ext cx="1044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kumimoji="1" lang="en-US" altLang="zh-CN" sz="2400">
                <a:solidFill>
                  <a:srgbClr val="000000"/>
                </a:solidFill>
                <a:latin typeface="Times New Roman" pitchFamily="18" charset="0"/>
              </a:rPr>
              <a:t>(149)</a:t>
            </a:r>
          </a:p>
        </p:txBody>
      </p:sp>
      <p:graphicFrame>
        <p:nvGraphicFramePr>
          <p:cNvPr id="22533" name="Object 5"/>
          <p:cNvGraphicFramePr>
            <a:graphicFrameLocks noChangeAspect="1"/>
          </p:cNvGraphicFramePr>
          <p:nvPr/>
        </p:nvGraphicFramePr>
        <p:xfrm>
          <a:off x="1403350" y="188913"/>
          <a:ext cx="3875088" cy="1114425"/>
        </p:xfrm>
        <a:graphic>
          <a:graphicData uri="http://schemas.openxmlformats.org/presentationml/2006/ole">
            <mc:AlternateContent xmlns:mc="http://schemas.openxmlformats.org/markup-compatibility/2006">
              <mc:Choice xmlns:v="urn:schemas-microsoft-com:vml" Requires="v">
                <p:oleObj spid="_x0000_s22593" name="Equation" r:id="rId5" imgW="1511300" imgH="444500" progId="Equation.3">
                  <p:embed/>
                </p:oleObj>
              </mc:Choice>
              <mc:Fallback>
                <p:oleObj name="Equation" r:id="rId5" imgW="1511300" imgH="444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188913"/>
                        <a:ext cx="387508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additive="base">
                                        <p:cTn id="7" dur="500" fill="hold"/>
                                        <p:tgtEl>
                                          <p:spTgt spid="24578"/>
                                        </p:tgtEl>
                                        <p:attrNameLst>
                                          <p:attrName>ppt_x</p:attrName>
                                        </p:attrNameLst>
                                      </p:cBhvr>
                                      <p:tavLst>
                                        <p:tav tm="0">
                                          <p:val>
                                            <p:strVal val="0-#ppt_w/2"/>
                                          </p:val>
                                        </p:tav>
                                        <p:tav tm="100000">
                                          <p:val>
                                            <p:strVal val="#ppt_x"/>
                                          </p:val>
                                        </p:tav>
                                      </p:tavLst>
                                    </p:anim>
                                    <p:anim calcmode="lin" valueType="num">
                                      <p:cBhvr additive="base">
                                        <p:cTn id="8" dur="500" fill="hold"/>
                                        <p:tgtEl>
                                          <p:spTgt spid="245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971550" y="285750"/>
            <a:ext cx="3695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00"/>
                </a:solidFill>
                <a:latin typeface="Times New Roman" pitchFamily="18" charset="0"/>
              </a:rPr>
              <a:t>9.1.1 Direct solution</a:t>
            </a:r>
            <a:r>
              <a:rPr kumimoji="1" lang="en-US" altLang="zh-CN" sz="3200" b="1">
                <a:latin typeface="Times New Roman" pitchFamily="18" charset="0"/>
              </a:rPr>
              <a:t> </a:t>
            </a:r>
          </a:p>
        </p:txBody>
      </p:sp>
      <p:sp>
        <p:nvSpPr>
          <p:cNvPr id="25603" name="Text Box 3"/>
          <p:cNvSpPr txBox="1">
            <a:spLocks noChangeArrowheads="1"/>
          </p:cNvSpPr>
          <p:nvPr/>
        </p:nvSpPr>
        <p:spPr bwMode="auto">
          <a:xfrm>
            <a:off x="323850" y="1052513"/>
            <a:ext cx="8001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Provided the boundary conditions are </a:t>
            </a:r>
            <a:r>
              <a:rPr kumimoji="1" lang="en-US" altLang="zh-CN" sz="2800" b="1">
                <a:solidFill>
                  <a:srgbClr val="FF0000"/>
                </a:solidFill>
                <a:latin typeface="Times New Roman" pitchFamily="18" charset="0"/>
              </a:rPr>
              <a:t>linear in </a:t>
            </a:r>
            <a:r>
              <a:rPr kumimoji="1" lang="en-US" altLang="zh-CN" sz="2800" b="1">
                <a:solidFill>
                  <a:srgbClr val="FF0000"/>
                </a:solidFill>
                <a:latin typeface="Symbol" pitchFamily="18" charset="2"/>
              </a:rPr>
              <a:t>j</a:t>
            </a:r>
            <a:r>
              <a:rPr kumimoji="1" lang="en-US" altLang="zh-CN" sz="2800" b="1">
                <a:solidFill>
                  <a:srgbClr val="000000"/>
                </a:solidFill>
                <a:latin typeface="Times New Roman" pitchFamily="18" charset="0"/>
              </a:rPr>
              <a:t>, our finite difference approximation is itself linear and the resulting system of equations may be written as</a:t>
            </a:r>
            <a:endParaRPr kumimoji="1" lang="en-US" altLang="zh-CN" sz="2800" b="1">
              <a:latin typeface="Times New Roman" pitchFamily="18" charset="0"/>
            </a:endParaRPr>
          </a:p>
        </p:txBody>
      </p:sp>
      <p:sp>
        <p:nvSpPr>
          <p:cNvPr id="25604" name="Text Box 4"/>
          <p:cNvSpPr txBox="1">
            <a:spLocks noChangeArrowheads="1"/>
          </p:cNvSpPr>
          <p:nvPr/>
        </p:nvSpPr>
        <p:spPr bwMode="auto">
          <a:xfrm>
            <a:off x="1331913" y="4724400"/>
            <a:ext cx="15859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a:solidFill>
                  <a:srgbClr val="000000"/>
                </a:solidFill>
                <a:latin typeface="Times New Roman" pitchFamily="18" charset="0"/>
              </a:rPr>
              <a:t>A</a:t>
            </a:r>
            <a:r>
              <a:rPr kumimoji="1" lang="en-US" altLang="zh-CN" sz="3200">
                <a:solidFill>
                  <a:srgbClr val="008000"/>
                </a:solidFill>
                <a:latin typeface="Symbol" pitchFamily="18" charset="2"/>
              </a:rPr>
              <a:t>j</a:t>
            </a:r>
            <a:r>
              <a:rPr kumimoji="1" lang="en-US" altLang="zh-CN" sz="3200">
                <a:solidFill>
                  <a:srgbClr val="000000"/>
                </a:solidFill>
                <a:latin typeface="Times New Roman" pitchFamily="18" charset="0"/>
              </a:rPr>
              <a:t> = b</a:t>
            </a:r>
            <a:endParaRPr kumimoji="1" lang="en-US" altLang="zh-CN" sz="3200">
              <a:latin typeface="Times New Roman" pitchFamily="18" charset="0"/>
            </a:endParaRPr>
          </a:p>
        </p:txBody>
      </p:sp>
      <p:graphicFrame>
        <p:nvGraphicFramePr>
          <p:cNvPr id="25605" name="Object 5"/>
          <p:cNvGraphicFramePr>
            <a:graphicFrameLocks noChangeAspect="1"/>
          </p:cNvGraphicFramePr>
          <p:nvPr/>
        </p:nvGraphicFramePr>
        <p:xfrm>
          <a:off x="2195513" y="2636838"/>
          <a:ext cx="6029325" cy="1114425"/>
        </p:xfrm>
        <a:graphic>
          <a:graphicData uri="http://schemas.openxmlformats.org/presentationml/2006/ole">
            <mc:AlternateContent xmlns:mc="http://schemas.openxmlformats.org/markup-compatibility/2006">
              <mc:Choice xmlns:v="urn:schemas-microsoft-com:vml" Requires="v">
                <p:oleObj spid="_x0000_s23592" r:id="rId3" imgW="2971800" imgH="444500" progId="Equation.3">
                  <p:embed/>
                </p:oleObj>
              </mc:Choice>
              <mc:Fallback>
                <p:oleObj r:id="rId3" imgW="2971800" imgH="444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636838"/>
                        <a:ext cx="60293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6" name="Text Box 6"/>
          <p:cNvSpPr txBox="1">
            <a:spLocks noChangeArrowheads="1"/>
          </p:cNvSpPr>
          <p:nvPr/>
        </p:nvSpPr>
        <p:spPr bwMode="auto">
          <a:xfrm>
            <a:off x="3563938" y="4941888"/>
            <a:ext cx="4419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dirty="0">
                <a:solidFill>
                  <a:srgbClr val="000000"/>
                </a:solidFill>
                <a:latin typeface="Times New Roman" pitchFamily="18" charset="0"/>
              </a:rPr>
              <a:t>with (m+1)(n+1) equations. </a:t>
            </a:r>
          </a:p>
        </p:txBody>
      </p:sp>
      <p:sp>
        <p:nvSpPr>
          <p:cNvPr id="25607" name="Text Box 7"/>
          <p:cNvSpPr txBox="1">
            <a:spLocks noChangeArrowheads="1"/>
          </p:cNvSpPr>
          <p:nvPr/>
        </p:nvSpPr>
        <p:spPr bwMode="auto">
          <a:xfrm>
            <a:off x="304800" y="5562600"/>
            <a:ext cx="8153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This system may be solved directly using Gauss Elimination as discussed in section 4.1. </a:t>
            </a:r>
          </a:p>
        </p:txBody>
      </p:sp>
      <p:sp>
        <p:nvSpPr>
          <p:cNvPr id="25608" name="Rectangle 8"/>
          <p:cNvSpPr>
            <a:spLocks noChangeArrowheads="1"/>
          </p:cNvSpPr>
          <p:nvPr/>
        </p:nvSpPr>
        <p:spPr bwMode="auto">
          <a:xfrm>
            <a:off x="107504" y="3860799"/>
            <a:ext cx="5896034"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0000"/>
              </a:lnSpc>
            </a:pPr>
            <a:r>
              <a:rPr kumimoji="1" lang="en-US" altLang="zh-CN" sz="2800" b="1" dirty="0">
                <a:solidFill>
                  <a:schemeClr val="accent2"/>
                </a:solidFill>
                <a:latin typeface="Times New Roman" pitchFamily="18" charset="0"/>
              </a:rPr>
              <a:t>-4 </a:t>
            </a:r>
            <a:r>
              <a:rPr kumimoji="1" lang="en-US" altLang="zh-CN" sz="2800" b="1" dirty="0" err="1">
                <a:solidFill>
                  <a:schemeClr val="accent2"/>
                </a:solidFill>
                <a:latin typeface="Symbol" pitchFamily="18" charset="2"/>
              </a:rPr>
              <a:t>F</a:t>
            </a:r>
            <a:r>
              <a:rPr kumimoji="1" lang="en-US" altLang="zh-CN" sz="2800" b="1" i="1" baseline="-30000" dirty="0" err="1">
                <a:solidFill>
                  <a:schemeClr val="accent2"/>
                </a:solidFill>
                <a:latin typeface="Times New Roman" pitchFamily="18" charset="0"/>
              </a:rPr>
              <a:t>ij</a:t>
            </a:r>
            <a:r>
              <a:rPr kumimoji="1" lang="en-US" altLang="zh-CN" sz="2800" b="1" dirty="0">
                <a:solidFill>
                  <a:schemeClr val="accent2"/>
                </a:solidFill>
                <a:latin typeface="Times New Roman" pitchFamily="18" charset="0"/>
              </a:rPr>
              <a:t> </a:t>
            </a:r>
            <a:r>
              <a:rPr kumimoji="1" lang="en-US" altLang="zh-CN" sz="2800" b="1" i="1" dirty="0">
                <a:solidFill>
                  <a:schemeClr val="accent2"/>
                </a:solidFill>
                <a:latin typeface="Times New Roman" pitchFamily="18" charset="0"/>
              </a:rPr>
              <a:t>+ </a:t>
            </a:r>
            <a:r>
              <a:rPr kumimoji="1" lang="en-US" altLang="zh-CN" sz="2800" b="1" dirty="0">
                <a:solidFill>
                  <a:schemeClr val="accent2"/>
                </a:solidFill>
                <a:latin typeface="Symbol" pitchFamily="18" charset="2"/>
              </a:rPr>
              <a:t>F</a:t>
            </a:r>
            <a:r>
              <a:rPr kumimoji="1" lang="en-US" altLang="zh-CN" sz="2800" b="1" i="1" baseline="-30000" dirty="0">
                <a:solidFill>
                  <a:schemeClr val="accent2"/>
                </a:solidFill>
                <a:latin typeface="Times New Roman" pitchFamily="18" charset="0"/>
              </a:rPr>
              <a:t>i–1,j</a:t>
            </a:r>
            <a:r>
              <a:rPr kumimoji="1" lang="en-US" altLang="zh-CN" sz="2800" b="1" dirty="0">
                <a:solidFill>
                  <a:schemeClr val="accent2"/>
                </a:solidFill>
                <a:latin typeface="Times New Roman" pitchFamily="18" charset="0"/>
              </a:rPr>
              <a:t> </a:t>
            </a:r>
            <a:r>
              <a:rPr kumimoji="1" lang="en-US" altLang="zh-CN" sz="2800" b="1" i="1" dirty="0">
                <a:solidFill>
                  <a:schemeClr val="accent2"/>
                </a:solidFill>
                <a:latin typeface="Times New Roman" pitchFamily="18" charset="0"/>
              </a:rPr>
              <a:t>+ </a:t>
            </a:r>
            <a:r>
              <a:rPr kumimoji="1" lang="en-US" altLang="zh-CN" sz="2800" b="1" dirty="0" err="1">
                <a:solidFill>
                  <a:schemeClr val="accent2"/>
                </a:solidFill>
                <a:latin typeface="Symbol" pitchFamily="18" charset="2"/>
              </a:rPr>
              <a:t>F</a:t>
            </a:r>
            <a:r>
              <a:rPr kumimoji="1" lang="en-US" altLang="zh-CN" sz="2800" b="1" i="1" baseline="-30000" dirty="0" err="1">
                <a:solidFill>
                  <a:schemeClr val="accent2"/>
                </a:solidFill>
                <a:latin typeface="Times New Roman" pitchFamily="18" charset="0"/>
              </a:rPr>
              <a:t>i,j</a:t>
            </a:r>
            <a:r>
              <a:rPr kumimoji="1" lang="en-US" altLang="zh-CN" sz="2800" b="1" i="1" baseline="-30000" dirty="0">
                <a:solidFill>
                  <a:schemeClr val="accent2"/>
                </a:solidFill>
                <a:latin typeface="Times New Roman" pitchFamily="18" charset="0"/>
              </a:rPr>
              <a:t>–1</a:t>
            </a:r>
            <a:r>
              <a:rPr kumimoji="1" lang="en-US" altLang="zh-CN" sz="2800" b="1" dirty="0">
                <a:solidFill>
                  <a:schemeClr val="accent2"/>
                </a:solidFill>
                <a:latin typeface="Times New Roman" pitchFamily="18" charset="0"/>
              </a:rPr>
              <a:t> +</a:t>
            </a:r>
            <a:r>
              <a:rPr kumimoji="1" lang="en-US" altLang="zh-CN" sz="2800" b="1" dirty="0">
                <a:solidFill>
                  <a:schemeClr val="accent2"/>
                </a:solidFill>
                <a:latin typeface="Symbol" pitchFamily="18" charset="2"/>
              </a:rPr>
              <a:t>F</a:t>
            </a:r>
            <a:r>
              <a:rPr kumimoji="1" lang="en-US" altLang="zh-CN" sz="2800" b="1" i="1" baseline="-30000" dirty="0">
                <a:solidFill>
                  <a:schemeClr val="accent2"/>
                </a:solidFill>
                <a:latin typeface="Times New Roman" pitchFamily="18" charset="0"/>
              </a:rPr>
              <a:t>i+1,j</a:t>
            </a:r>
            <a:r>
              <a:rPr kumimoji="1" lang="en-US" altLang="zh-CN" sz="2800" b="1" i="1" dirty="0">
                <a:solidFill>
                  <a:schemeClr val="accent2"/>
                </a:solidFill>
                <a:latin typeface="Times New Roman" pitchFamily="18" charset="0"/>
              </a:rPr>
              <a:t> + </a:t>
            </a:r>
            <a:r>
              <a:rPr kumimoji="1" lang="en-US" altLang="zh-CN" sz="2800" b="1" dirty="0">
                <a:solidFill>
                  <a:schemeClr val="accent2"/>
                </a:solidFill>
                <a:latin typeface="Symbol" pitchFamily="18" charset="2"/>
              </a:rPr>
              <a:t>F</a:t>
            </a:r>
            <a:r>
              <a:rPr kumimoji="1" lang="en-US" altLang="zh-CN" sz="2800" b="1" i="1" baseline="-30000" dirty="0">
                <a:solidFill>
                  <a:schemeClr val="accent2"/>
                </a:solidFill>
                <a:latin typeface="Times New Roman" pitchFamily="18" charset="0"/>
              </a:rPr>
              <a:t>i,j+1</a:t>
            </a:r>
            <a:r>
              <a:rPr kumimoji="1" lang="en-US" altLang="zh-CN" sz="2800" b="1" dirty="0">
                <a:solidFill>
                  <a:schemeClr val="accent2"/>
                </a:solidFill>
                <a:latin typeface="Times New Roman" pitchFamily="18" charset="0"/>
              </a:rPr>
              <a:t> </a:t>
            </a:r>
            <a:r>
              <a:rPr kumimoji="1" lang="en-US" altLang="zh-CN" sz="2800" b="1" dirty="0">
                <a:solidFill>
                  <a:schemeClr val="accent2"/>
                </a:solidFill>
                <a:latin typeface="Symbol" pitchFamily="18" charset="2"/>
              </a:rPr>
              <a:t>=0</a:t>
            </a:r>
          </a:p>
        </p:txBody>
      </p:sp>
      <p:sp>
        <p:nvSpPr>
          <p:cNvPr id="25609" name="Text Box 9"/>
          <p:cNvSpPr txBox="1">
            <a:spLocks noChangeArrowheads="1"/>
          </p:cNvSpPr>
          <p:nvPr/>
        </p:nvSpPr>
        <p:spPr bwMode="auto">
          <a:xfrm>
            <a:off x="7758683" y="3714750"/>
            <a:ext cx="14938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dirty="0">
                <a:solidFill>
                  <a:srgbClr val="000080"/>
                </a:solidFill>
                <a:latin typeface="Times New Roman" pitchFamily="18" charset="0"/>
              </a:rPr>
              <a:t> </a:t>
            </a:r>
            <a:r>
              <a:rPr kumimoji="1" lang="en-US" altLang="zh-CN" sz="3200" b="1" i="1" dirty="0" err="1">
                <a:solidFill>
                  <a:srgbClr val="000080"/>
                </a:solidFill>
                <a:latin typeface="Times New Roman" pitchFamily="18" charset="0"/>
              </a:rPr>
              <a:t>i</a:t>
            </a:r>
            <a:r>
              <a:rPr kumimoji="1" lang="en-US" altLang="zh-CN" sz="3200" b="1" i="1" dirty="0">
                <a:solidFill>
                  <a:srgbClr val="000080"/>
                </a:solidFill>
                <a:latin typeface="Times New Roman" pitchFamily="18" charset="0"/>
              </a:rPr>
              <a:t>=0, m </a:t>
            </a:r>
            <a:endParaRPr kumimoji="1" lang="en-US" altLang="zh-CN" sz="3200" b="1" dirty="0">
              <a:latin typeface="Times New Roman" pitchFamily="18" charset="0"/>
            </a:endParaRPr>
          </a:p>
        </p:txBody>
      </p:sp>
      <p:sp>
        <p:nvSpPr>
          <p:cNvPr id="25610" name="Text Box 10"/>
          <p:cNvSpPr txBox="1">
            <a:spLocks noChangeArrowheads="1"/>
          </p:cNvSpPr>
          <p:nvPr/>
        </p:nvSpPr>
        <p:spPr bwMode="auto">
          <a:xfrm>
            <a:off x="7758683" y="4362450"/>
            <a:ext cx="1269379"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dirty="0">
                <a:solidFill>
                  <a:srgbClr val="000080"/>
                </a:solidFill>
                <a:latin typeface="Times New Roman" pitchFamily="18" charset="0"/>
              </a:rPr>
              <a:t> j=0, n</a:t>
            </a:r>
            <a:endParaRPr kumimoji="1" lang="en-US" altLang="zh-CN" sz="3200" b="1" dirty="0">
              <a:latin typeface="Times New Roman" pitchFamily="18" charset="0"/>
            </a:endParaRPr>
          </a:p>
        </p:txBody>
      </p:sp>
      <p:sp>
        <p:nvSpPr>
          <p:cNvPr id="25611" name="Text Box 11"/>
          <p:cNvSpPr txBox="1">
            <a:spLocks noChangeArrowheads="1"/>
          </p:cNvSpPr>
          <p:nvPr/>
        </p:nvSpPr>
        <p:spPr bwMode="auto">
          <a:xfrm>
            <a:off x="539750" y="2997200"/>
            <a:ext cx="1403350"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8000"/>
                </a:solidFill>
                <a:latin typeface="Symbol" pitchFamily="18" charset="2"/>
              </a:rPr>
              <a:t>D</a:t>
            </a:r>
            <a:r>
              <a:rPr kumimoji="1" lang="en-US" altLang="zh-CN" sz="2800" b="1" i="1">
                <a:solidFill>
                  <a:srgbClr val="000080"/>
                </a:solidFill>
                <a:latin typeface="Times New Roman" pitchFamily="18" charset="0"/>
              </a:rPr>
              <a:t>x = </a:t>
            </a:r>
            <a:r>
              <a:rPr kumimoji="1" lang="en-US" altLang="zh-CN" sz="2800" b="1">
                <a:solidFill>
                  <a:srgbClr val="008000"/>
                </a:solidFill>
                <a:latin typeface="Symbol" pitchFamily="18" charset="2"/>
              </a:rPr>
              <a:t>D</a:t>
            </a:r>
            <a:r>
              <a:rPr kumimoji="1" lang="en-US" altLang="zh-CN" sz="2800" b="1" i="1">
                <a:solidFill>
                  <a:srgbClr val="000080"/>
                </a:solidFill>
                <a:latin typeface="Times New Roman" pitchFamily="18" charset="0"/>
              </a:rPr>
              <a:t>y</a:t>
            </a:r>
            <a:endParaRPr kumimoji="1" lang="en-US" altLang="zh-CN" sz="2800" b="1">
              <a:latin typeface="Times New Roman" pitchFamily="18" charset="0"/>
            </a:endParaRPr>
          </a:p>
        </p:txBody>
      </p:sp>
      <p:sp>
        <p:nvSpPr>
          <p:cNvPr id="12" name="Text Box 9"/>
          <p:cNvSpPr txBox="1">
            <a:spLocks noChangeArrowheads="1"/>
          </p:cNvSpPr>
          <p:nvPr/>
        </p:nvSpPr>
        <p:spPr bwMode="auto">
          <a:xfrm>
            <a:off x="5940152" y="3717032"/>
            <a:ext cx="17378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dirty="0">
                <a:solidFill>
                  <a:srgbClr val="000080"/>
                </a:solidFill>
                <a:latin typeface="Times New Roman" pitchFamily="18" charset="0"/>
              </a:rPr>
              <a:t> </a:t>
            </a:r>
            <a:r>
              <a:rPr kumimoji="1" lang="en-US" altLang="zh-CN" sz="3200" b="1" i="1" dirty="0" err="1">
                <a:solidFill>
                  <a:srgbClr val="000080"/>
                </a:solidFill>
                <a:latin typeface="Times New Roman" pitchFamily="18" charset="0"/>
              </a:rPr>
              <a:t>i</a:t>
            </a:r>
            <a:r>
              <a:rPr kumimoji="1" lang="en-US" altLang="zh-CN" sz="3200" b="1" i="1" dirty="0">
                <a:solidFill>
                  <a:srgbClr val="000080"/>
                </a:solidFill>
                <a:latin typeface="Times New Roman" pitchFamily="18" charset="0"/>
              </a:rPr>
              <a:t>=1, m-1 </a:t>
            </a:r>
            <a:endParaRPr kumimoji="1" lang="en-US" altLang="zh-CN" sz="3200" b="1" dirty="0">
              <a:latin typeface="Times New Roman" pitchFamily="18" charset="0"/>
            </a:endParaRPr>
          </a:p>
        </p:txBody>
      </p:sp>
      <p:sp>
        <p:nvSpPr>
          <p:cNvPr id="13" name="Text Box 10"/>
          <p:cNvSpPr txBox="1">
            <a:spLocks noChangeArrowheads="1"/>
          </p:cNvSpPr>
          <p:nvPr/>
        </p:nvSpPr>
        <p:spPr bwMode="auto">
          <a:xfrm>
            <a:off x="5940152" y="4364732"/>
            <a:ext cx="165618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dirty="0">
                <a:solidFill>
                  <a:srgbClr val="000080"/>
                </a:solidFill>
                <a:latin typeface="Times New Roman" pitchFamily="18" charset="0"/>
              </a:rPr>
              <a:t> j=1, n-1</a:t>
            </a:r>
            <a:endParaRPr kumimoji="1" lang="en-US" altLang="zh-CN" sz="3200" b="1" dirty="0">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additive="base">
                                        <p:cTn id="7" dur="500" fill="hold"/>
                                        <p:tgtEl>
                                          <p:spTgt spid="25603"/>
                                        </p:tgtEl>
                                        <p:attrNameLst>
                                          <p:attrName>ppt_x</p:attrName>
                                        </p:attrNameLst>
                                      </p:cBhvr>
                                      <p:tavLst>
                                        <p:tav tm="0">
                                          <p:val>
                                            <p:strVal val="0-#ppt_w/2"/>
                                          </p:val>
                                        </p:tav>
                                        <p:tav tm="100000">
                                          <p:val>
                                            <p:strVal val="#ppt_x"/>
                                          </p:val>
                                        </p:tav>
                                      </p:tavLst>
                                    </p:anim>
                                    <p:anim calcmode="lin" valueType="num">
                                      <p:cBhvr additive="base">
                                        <p:cTn id="8"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605"/>
                                        </p:tgtEl>
                                        <p:attrNameLst>
                                          <p:attrName>style.visibility</p:attrName>
                                        </p:attrNameLst>
                                      </p:cBhvr>
                                      <p:to>
                                        <p:strVal val="visible"/>
                                      </p:to>
                                    </p:set>
                                    <p:anim calcmode="lin" valueType="num">
                                      <p:cBhvr additive="base">
                                        <p:cTn id="13" dur="500" fill="hold"/>
                                        <p:tgtEl>
                                          <p:spTgt spid="25605"/>
                                        </p:tgtEl>
                                        <p:attrNameLst>
                                          <p:attrName>ppt_x</p:attrName>
                                        </p:attrNameLst>
                                      </p:cBhvr>
                                      <p:tavLst>
                                        <p:tav tm="0">
                                          <p:val>
                                            <p:strVal val="0-#ppt_w/2"/>
                                          </p:val>
                                        </p:tav>
                                        <p:tav tm="100000">
                                          <p:val>
                                            <p:strVal val="#ppt_x"/>
                                          </p:val>
                                        </p:tav>
                                      </p:tavLst>
                                    </p:anim>
                                    <p:anim calcmode="lin" valueType="num">
                                      <p:cBhvr additive="base">
                                        <p:cTn id="14"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11"/>
                                        </p:tgtEl>
                                        <p:attrNameLst>
                                          <p:attrName>style.visibility</p:attrName>
                                        </p:attrNameLst>
                                      </p:cBhvr>
                                      <p:to>
                                        <p:strVal val="visible"/>
                                      </p:to>
                                    </p:set>
                                    <p:anim calcmode="lin" valueType="num">
                                      <p:cBhvr additive="base">
                                        <p:cTn id="19" dur="500" fill="hold"/>
                                        <p:tgtEl>
                                          <p:spTgt spid="25611"/>
                                        </p:tgtEl>
                                        <p:attrNameLst>
                                          <p:attrName>ppt_x</p:attrName>
                                        </p:attrNameLst>
                                      </p:cBhvr>
                                      <p:tavLst>
                                        <p:tav tm="0">
                                          <p:val>
                                            <p:strVal val="0-#ppt_w/2"/>
                                          </p:val>
                                        </p:tav>
                                        <p:tav tm="100000">
                                          <p:val>
                                            <p:strVal val="#ppt_x"/>
                                          </p:val>
                                        </p:tav>
                                      </p:tavLst>
                                    </p:anim>
                                    <p:anim calcmode="lin" valueType="num">
                                      <p:cBhvr additive="base">
                                        <p:cTn id="20" dur="500" fill="hold"/>
                                        <p:tgtEl>
                                          <p:spTgt spid="25611"/>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25608"/>
                                        </p:tgtEl>
                                        <p:attrNameLst>
                                          <p:attrName>style.visibility</p:attrName>
                                        </p:attrNameLst>
                                      </p:cBhvr>
                                      <p:to>
                                        <p:strVal val="visible"/>
                                      </p:to>
                                    </p:set>
                                    <p:anim calcmode="lin" valueType="num">
                                      <p:cBhvr additive="base">
                                        <p:cTn id="24" dur="500" fill="hold"/>
                                        <p:tgtEl>
                                          <p:spTgt spid="25608"/>
                                        </p:tgtEl>
                                        <p:attrNameLst>
                                          <p:attrName>ppt_x</p:attrName>
                                        </p:attrNameLst>
                                      </p:cBhvr>
                                      <p:tavLst>
                                        <p:tav tm="0">
                                          <p:val>
                                            <p:strVal val="0-#ppt_w/2"/>
                                          </p:val>
                                        </p:tav>
                                        <p:tav tm="100000">
                                          <p:val>
                                            <p:strVal val="#ppt_x"/>
                                          </p:val>
                                        </p:tav>
                                      </p:tavLst>
                                    </p:anim>
                                    <p:anim calcmode="lin" valueType="num">
                                      <p:cBhvr additive="base">
                                        <p:cTn id="25" dur="500" fill="hold"/>
                                        <p:tgtEl>
                                          <p:spTgt spid="25608"/>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5609"/>
                                        </p:tgtEl>
                                        <p:attrNameLst>
                                          <p:attrName>style.visibility</p:attrName>
                                        </p:attrNameLst>
                                      </p:cBhvr>
                                      <p:to>
                                        <p:strVal val="visible"/>
                                      </p:to>
                                    </p:set>
                                    <p:anim calcmode="lin" valueType="num">
                                      <p:cBhvr additive="base">
                                        <p:cTn id="30" dur="500" fill="hold"/>
                                        <p:tgtEl>
                                          <p:spTgt spid="25609"/>
                                        </p:tgtEl>
                                        <p:attrNameLst>
                                          <p:attrName>ppt_x</p:attrName>
                                        </p:attrNameLst>
                                      </p:cBhvr>
                                      <p:tavLst>
                                        <p:tav tm="0">
                                          <p:val>
                                            <p:strVal val="0-#ppt_w/2"/>
                                          </p:val>
                                        </p:tav>
                                        <p:tav tm="100000">
                                          <p:val>
                                            <p:strVal val="#ppt_x"/>
                                          </p:val>
                                        </p:tav>
                                      </p:tavLst>
                                    </p:anim>
                                    <p:anim calcmode="lin" valueType="num">
                                      <p:cBhvr additive="base">
                                        <p:cTn id="31" dur="500" fill="hold"/>
                                        <p:tgtEl>
                                          <p:spTgt spid="25609"/>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25610"/>
                                        </p:tgtEl>
                                        <p:attrNameLst>
                                          <p:attrName>style.visibility</p:attrName>
                                        </p:attrNameLst>
                                      </p:cBhvr>
                                      <p:to>
                                        <p:strVal val="visible"/>
                                      </p:to>
                                    </p:set>
                                    <p:anim calcmode="lin" valueType="num">
                                      <p:cBhvr additive="base">
                                        <p:cTn id="36" dur="500" fill="hold"/>
                                        <p:tgtEl>
                                          <p:spTgt spid="25610"/>
                                        </p:tgtEl>
                                        <p:attrNameLst>
                                          <p:attrName>ppt_x</p:attrName>
                                        </p:attrNameLst>
                                      </p:cBhvr>
                                      <p:tavLst>
                                        <p:tav tm="0">
                                          <p:val>
                                            <p:strVal val="0-#ppt_w/2"/>
                                          </p:val>
                                        </p:tav>
                                        <p:tav tm="100000">
                                          <p:val>
                                            <p:strVal val="#ppt_x"/>
                                          </p:val>
                                        </p:tav>
                                      </p:tavLst>
                                    </p:anim>
                                    <p:anim calcmode="lin" valueType="num">
                                      <p:cBhvr additive="base">
                                        <p:cTn id="37" dur="500" fill="hold"/>
                                        <p:tgtEl>
                                          <p:spTgt spid="25610"/>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25604"/>
                                        </p:tgtEl>
                                        <p:attrNameLst>
                                          <p:attrName>style.visibility</p:attrName>
                                        </p:attrNameLst>
                                      </p:cBhvr>
                                      <p:to>
                                        <p:strVal val="visible"/>
                                      </p:to>
                                    </p:set>
                                    <p:anim calcmode="lin" valueType="num">
                                      <p:cBhvr additive="base">
                                        <p:cTn id="42" dur="500" fill="hold"/>
                                        <p:tgtEl>
                                          <p:spTgt spid="25604"/>
                                        </p:tgtEl>
                                        <p:attrNameLst>
                                          <p:attrName>ppt_x</p:attrName>
                                        </p:attrNameLst>
                                      </p:cBhvr>
                                      <p:tavLst>
                                        <p:tav tm="0">
                                          <p:val>
                                            <p:strVal val="0-#ppt_w/2"/>
                                          </p:val>
                                        </p:tav>
                                        <p:tav tm="100000">
                                          <p:val>
                                            <p:strVal val="#ppt_x"/>
                                          </p:val>
                                        </p:tav>
                                      </p:tavLst>
                                    </p:anim>
                                    <p:anim calcmode="lin" valueType="num">
                                      <p:cBhvr additive="base">
                                        <p:cTn id="43"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25606"/>
                                        </p:tgtEl>
                                        <p:attrNameLst>
                                          <p:attrName>style.visibility</p:attrName>
                                        </p:attrNameLst>
                                      </p:cBhvr>
                                      <p:to>
                                        <p:strVal val="visible"/>
                                      </p:to>
                                    </p:set>
                                    <p:anim calcmode="lin" valueType="num">
                                      <p:cBhvr additive="base">
                                        <p:cTn id="48" dur="500" fill="hold"/>
                                        <p:tgtEl>
                                          <p:spTgt spid="25606"/>
                                        </p:tgtEl>
                                        <p:attrNameLst>
                                          <p:attrName>ppt_x</p:attrName>
                                        </p:attrNameLst>
                                      </p:cBhvr>
                                      <p:tavLst>
                                        <p:tav tm="0">
                                          <p:val>
                                            <p:strVal val="0-#ppt_w/2"/>
                                          </p:val>
                                        </p:tav>
                                        <p:tav tm="100000">
                                          <p:val>
                                            <p:strVal val="#ppt_x"/>
                                          </p:val>
                                        </p:tav>
                                      </p:tavLst>
                                    </p:anim>
                                    <p:anim calcmode="lin" valueType="num">
                                      <p:cBhvr additive="base">
                                        <p:cTn id="49" dur="500" fill="hold"/>
                                        <p:tgtEl>
                                          <p:spTgt spid="25606"/>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25607"/>
                                        </p:tgtEl>
                                        <p:attrNameLst>
                                          <p:attrName>style.visibility</p:attrName>
                                        </p:attrNameLst>
                                      </p:cBhvr>
                                      <p:to>
                                        <p:strVal val="visible"/>
                                      </p:to>
                                    </p:set>
                                    <p:anim calcmode="lin" valueType="num">
                                      <p:cBhvr additive="base">
                                        <p:cTn id="54" dur="500" fill="hold"/>
                                        <p:tgtEl>
                                          <p:spTgt spid="25607"/>
                                        </p:tgtEl>
                                        <p:attrNameLst>
                                          <p:attrName>ppt_x</p:attrName>
                                        </p:attrNameLst>
                                      </p:cBhvr>
                                      <p:tavLst>
                                        <p:tav tm="0">
                                          <p:val>
                                            <p:strVal val="0-#ppt_w/2"/>
                                          </p:val>
                                        </p:tav>
                                        <p:tav tm="100000">
                                          <p:val>
                                            <p:strVal val="#ppt_x"/>
                                          </p:val>
                                        </p:tav>
                                      </p:tavLst>
                                    </p:anim>
                                    <p:anim calcmode="lin" valueType="num">
                                      <p:cBhvr additive="base">
                                        <p:cTn id="55" dur="500" fill="hold"/>
                                        <p:tgtEl>
                                          <p:spTgt spid="25607"/>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additive="base">
                                        <p:cTn id="60" dur="500" fill="hold"/>
                                        <p:tgtEl>
                                          <p:spTgt spid="12"/>
                                        </p:tgtEl>
                                        <p:attrNameLst>
                                          <p:attrName>ppt_x</p:attrName>
                                        </p:attrNameLst>
                                      </p:cBhvr>
                                      <p:tavLst>
                                        <p:tav tm="0">
                                          <p:val>
                                            <p:strVal val="0-#ppt_w/2"/>
                                          </p:val>
                                        </p:tav>
                                        <p:tav tm="100000">
                                          <p:val>
                                            <p:strVal val="#ppt_x"/>
                                          </p:val>
                                        </p:tav>
                                      </p:tavLst>
                                    </p:anim>
                                    <p:anim calcmode="lin" valueType="num">
                                      <p:cBhvr additive="base">
                                        <p:cTn id="61"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0-#ppt_w/2"/>
                                          </p:val>
                                        </p:tav>
                                        <p:tav tm="100000">
                                          <p:val>
                                            <p:strVal val="#ppt_x"/>
                                          </p:val>
                                        </p:tav>
                                      </p:tavLst>
                                    </p:anim>
                                    <p:anim calcmode="lin" valueType="num">
                                      <p:cBhvr additive="base">
                                        <p:cTn id="67"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P spid="25604" grpId="0" autoUpdateAnimBg="0"/>
      <p:bldP spid="25606" grpId="0" autoUpdateAnimBg="0"/>
      <p:bldP spid="25607" grpId="0" autoUpdateAnimBg="0"/>
      <p:bldP spid="25608" grpId="0" autoUpdateAnimBg="0"/>
      <p:bldP spid="25609" grpId="0" autoUpdateAnimBg="0"/>
      <p:bldP spid="25610" grpId="0" autoUpdateAnimBg="0"/>
      <p:bldP spid="25611" grpId="0" autoUpdateAnimBg="0"/>
      <p:bldP spid="12" grpId="0" autoUpdateAnimBg="0"/>
      <p:bldP spid="1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0350"/>
            <a:ext cx="8532813"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 Box 3"/>
          <p:cNvSpPr txBox="1">
            <a:spLocks noChangeArrowheads="1"/>
          </p:cNvSpPr>
          <p:nvPr/>
        </p:nvSpPr>
        <p:spPr bwMode="auto">
          <a:xfrm>
            <a:off x="363538" y="6211888"/>
            <a:ext cx="831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solidFill>
                  <a:srgbClr val="000000"/>
                </a:solidFill>
                <a:latin typeface="Times New Roman" pitchFamily="18" charset="0"/>
              </a:rPr>
              <a:t>(00)(10)(20)(30)(01)(11)(21)(31)(02)(12)(22)(32)(03)(13)(23)(33)</a:t>
            </a:r>
            <a:endParaRPr kumimoji="1" lang="en-US" altLang="zh-CN" sz="2400">
              <a:latin typeface="Times New Roman" pitchFamily="18" charset="0"/>
            </a:endParaRPr>
          </a:p>
        </p:txBody>
      </p:sp>
      <p:sp>
        <p:nvSpPr>
          <p:cNvPr id="27652" name="Text Box 4"/>
          <p:cNvSpPr txBox="1">
            <a:spLocks noChangeArrowheads="1"/>
          </p:cNvSpPr>
          <p:nvPr/>
        </p:nvSpPr>
        <p:spPr bwMode="auto">
          <a:xfrm>
            <a:off x="7086600" y="3352800"/>
            <a:ext cx="109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(3,y)=y</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0-#ppt_w/2"/>
                                          </p:val>
                                        </p:tav>
                                        <p:tav tm="100000">
                                          <p:val>
                                            <p:strVal val="#ppt_x"/>
                                          </p:val>
                                        </p:tav>
                                      </p:tavLst>
                                    </p:anim>
                                    <p:anim calcmode="lin" valueType="num">
                                      <p:cBhvr additive="base">
                                        <p:cTn id="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651"/>
                                        </p:tgtEl>
                                        <p:attrNameLst>
                                          <p:attrName>style.visibility</p:attrName>
                                        </p:attrNameLst>
                                      </p:cBhvr>
                                      <p:to>
                                        <p:strVal val="visible"/>
                                      </p:to>
                                    </p:set>
                                    <p:anim calcmode="lin" valueType="num">
                                      <p:cBhvr additive="base">
                                        <p:cTn id="13" dur="500" fill="hold"/>
                                        <p:tgtEl>
                                          <p:spTgt spid="27651"/>
                                        </p:tgtEl>
                                        <p:attrNameLst>
                                          <p:attrName>ppt_x</p:attrName>
                                        </p:attrNameLst>
                                      </p:cBhvr>
                                      <p:tavLst>
                                        <p:tav tm="0">
                                          <p:val>
                                            <p:strVal val="0-#ppt_w/2"/>
                                          </p:val>
                                        </p:tav>
                                        <p:tav tm="100000">
                                          <p:val>
                                            <p:strVal val="#ppt_x"/>
                                          </p:val>
                                        </p:tav>
                                      </p:tavLst>
                                    </p:anim>
                                    <p:anim calcmode="lin" valueType="num">
                                      <p:cBhvr additive="base">
                                        <p:cTn id="14" dur="500" fill="hold"/>
                                        <p:tgtEl>
                                          <p:spTgt spid="276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utoUpdateAnimBg="0"/>
      <p:bldP spid="2765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457200"/>
            <a:ext cx="4800600"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ext Box 3"/>
          <p:cNvSpPr txBox="1">
            <a:spLocks noChangeArrowheads="1"/>
          </p:cNvSpPr>
          <p:nvPr/>
        </p:nvSpPr>
        <p:spPr bwMode="auto">
          <a:xfrm>
            <a:off x="152400" y="6172200"/>
            <a:ext cx="831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solidFill>
                  <a:srgbClr val="000000"/>
                </a:solidFill>
                <a:latin typeface="Times New Roman" pitchFamily="18" charset="0"/>
              </a:rPr>
              <a:t>(00)(10)(20)(30)(01)(11)(21)(31)(02)(12)(22)(32)(03)(13)(23)(33)</a:t>
            </a:r>
            <a:endParaRPr kumimoji="1" lang="en-US" altLang="zh-CN" sz="2400">
              <a:latin typeface="Times New Roman" pitchFamily="18" charset="0"/>
            </a:endParaRPr>
          </a:p>
        </p:txBody>
      </p:sp>
      <p:sp>
        <p:nvSpPr>
          <p:cNvPr id="28676" name="Text Box 4"/>
          <p:cNvSpPr txBox="1">
            <a:spLocks noChangeArrowheads="1"/>
          </p:cNvSpPr>
          <p:nvPr/>
        </p:nvSpPr>
        <p:spPr bwMode="auto">
          <a:xfrm>
            <a:off x="3779838" y="2125663"/>
            <a:ext cx="8651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a:latin typeface="Times New Roman" pitchFamily="18" charset="0"/>
              </a:rPr>
              <a:t>(3,y)=y</a:t>
            </a:r>
          </a:p>
        </p:txBody>
      </p:sp>
      <p:sp>
        <p:nvSpPr>
          <p:cNvPr id="25605" name="Text Box 5"/>
          <p:cNvSpPr txBox="1">
            <a:spLocks noChangeArrowheads="1"/>
          </p:cNvSpPr>
          <p:nvPr/>
        </p:nvSpPr>
        <p:spPr bwMode="auto">
          <a:xfrm>
            <a:off x="5851525" y="6302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kumimoji="1" lang="zh-CN" altLang="zh-CN" sz="2400">
              <a:latin typeface="Times New Roman" pitchFamily="18" charset="0"/>
            </a:endParaRPr>
          </a:p>
        </p:txBody>
      </p:sp>
      <p:sp>
        <p:nvSpPr>
          <p:cNvPr id="28678" name="Text Box 6"/>
          <p:cNvSpPr txBox="1">
            <a:spLocks noChangeArrowheads="1"/>
          </p:cNvSpPr>
          <p:nvPr/>
        </p:nvSpPr>
        <p:spPr bwMode="auto">
          <a:xfrm>
            <a:off x="5651500" y="404813"/>
            <a:ext cx="104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00</a:t>
            </a:r>
            <a:r>
              <a:rPr kumimoji="1" lang="en-US" altLang="zh-CN" sz="2400" b="1">
                <a:solidFill>
                  <a:srgbClr val="000000"/>
                </a:solidFill>
                <a:latin typeface="Times New Roman" pitchFamily="18" charset="0"/>
              </a:rPr>
              <a:t> = 0</a:t>
            </a:r>
            <a:endParaRPr kumimoji="1" lang="en-US" altLang="zh-CN" sz="2400" b="1">
              <a:latin typeface="Times New Roman" pitchFamily="18" charset="0"/>
            </a:endParaRPr>
          </a:p>
        </p:txBody>
      </p:sp>
      <p:sp>
        <p:nvSpPr>
          <p:cNvPr id="28679" name="Text Box 7"/>
          <p:cNvSpPr txBox="1">
            <a:spLocks noChangeArrowheads="1"/>
          </p:cNvSpPr>
          <p:nvPr/>
        </p:nvSpPr>
        <p:spPr bwMode="auto">
          <a:xfrm>
            <a:off x="7164388" y="333375"/>
            <a:ext cx="1049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10</a:t>
            </a:r>
            <a:r>
              <a:rPr kumimoji="1" lang="en-US" altLang="zh-CN" sz="2400" b="1">
                <a:solidFill>
                  <a:srgbClr val="000000"/>
                </a:solidFill>
                <a:latin typeface="Times New Roman" pitchFamily="18" charset="0"/>
              </a:rPr>
              <a:t> = 0</a:t>
            </a:r>
            <a:endParaRPr kumimoji="1" lang="en-US" altLang="zh-CN" sz="2400" b="1">
              <a:latin typeface="Times New Roman" pitchFamily="18" charset="0"/>
            </a:endParaRPr>
          </a:p>
        </p:txBody>
      </p:sp>
      <p:sp>
        <p:nvSpPr>
          <p:cNvPr id="28680" name="Text Box 8"/>
          <p:cNvSpPr txBox="1">
            <a:spLocks noChangeArrowheads="1"/>
          </p:cNvSpPr>
          <p:nvPr/>
        </p:nvSpPr>
        <p:spPr bwMode="auto">
          <a:xfrm>
            <a:off x="5508625" y="908050"/>
            <a:ext cx="104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20</a:t>
            </a:r>
            <a:r>
              <a:rPr kumimoji="1" lang="en-US" altLang="zh-CN" sz="2400" b="1">
                <a:solidFill>
                  <a:srgbClr val="000000"/>
                </a:solidFill>
                <a:latin typeface="Times New Roman" pitchFamily="18" charset="0"/>
              </a:rPr>
              <a:t> = 0</a:t>
            </a:r>
            <a:endParaRPr kumimoji="1" lang="en-US" altLang="zh-CN" sz="2400" b="1">
              <a:latin typeface="Times New Roman" pitchFamily="18" charset="0"/>
            </a:endParaRPr>
          </a:p>
        </p:txBody>
      </p:sp>
      <p:sp>
        <p:nvSpPr>
          <p:cNvPr id="28681" name="Text Box 9"/>
          <p:cNvSpPr txBox="1">
            <a:spLocks noChangeArrowheads="1"/>
          </p:cNvSpPr>
          <p:nvPr/>
        </p:nvSpPr>
        <p:spPr bwMode="auto">
          <a:xfrm>
            <a:off x="6659563" y="908050"/>
            <a:ext cx="1049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30</a:t>
            </a:r>
            <a:r>
              <a:rPr kumimoji="1" lang="en-US" altLang="zh-CN" sz="2400" b="1">
                <a:solidFill>
                  <a:srgbClr val="000000"/>
                </a:solidFill>
                <a:latin typeface="Times New Roman" pitchFamily="18" charset="0"/>
              </a:rPr>
              <a:t> = 0</a:t>
            </a:r>
            <a:endParaRPr kumimoji="1" lang="en-US" altLang="zh-CN" sz="2400" b="1">
              <a:latin typeface="Times New Roman" pitchFamily="18" charset="0"/>
            </a:endParaRPr>
          </a:p>
        </p:txBody>
      </p:sp>
      <p:sp>
        <p:nvSpPr>
          <p:cNvPr id="28682" name="Text Box 10"/>
          <p:cNvSpPr txBox="1">
            <a:spLocks noChangeArrowheads="1"/>
          </p:cNvSpPr>
          <p:nvPr/>
        </p:nvSpPr>
        <p:spPr bwMode="auto">
          <a:xfrm>
            <a:off x="8094663" y="908050"/>
            <a:ext cx="1049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01</a:t>
            </a:r>
            <a:r>
              <a:rPr kumimoji="1" lang="en-US" altLang="zh-CN" sz="2400" b="1">
                <a:solidFill>
                  <a:srgbClr val="000000"/>
                </a:solidFill>
                <a:latin typeface="Times New Roman" pitchFamily="18" charset="0"/>
              </a:rPr>
              <a:t> = 1</a:t>
            </a:r>
            <a:endParaRPr kumimoji="1" lang="en-US" altLang="zh-CN" sz="2400" b="1">
              <a:latin typeface="Times New Roman" pitchFamily="18" charset="0"/>
            </a:endParaRPr>
          </a:p>
        </p:txBody>
      </p:sp>
      <p:graphicFrame>
        <p:nvGraphicFramePr>
          <p:cNvPr id="28683" name="Object 11"/>
          <p:cNvGraphicFramePr>
            <a:graphicFrameLocks noChangeAspect="1"/>
          </p:cNvGraphicFramePr>
          <p:nvPr/>
        </p:nvGraphicFramePr>
        <p:xfrm>
          <a:off x="323850" y="3851275"/>
          <a:ext cx="3960813" cy="790575"/>
        </p:xfrm>
        <a:graphic>
          <a:graphicData uri="http://schemas.openxmlformats.org/presentationml/2006/ole">
            <mc:AlternateContent xmlns:mc="http://schemas.openxmlformats.org/markup-compatibility/2006">
              <mc:Choice xmlns:v="urn:schemas-microsoft-com:vml" Requires="v">
                <p:oleObj spid="_x0000_s25652" r:id="rId4" imgW="2971800" imgH="444500" progId="Equation.3">
                  <p:embed/>
                </p:oleObj>
              </mc:Choice>
              <mc:Fallback>
                <p:oleObj r:id="rId4" imgW="2971800" imgH="4445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3851275"/>
                        <a:ext cx="3960813"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84" name="Rectangle 12"/>
          <p:cNvSpPr>
            <a:spLocks noChangeArrowheads="1"/>
          </p:cNvSpPr>
          <p:nvPr/>
        </p:nvSpPr>
        <p:spPr bwMode="auto">
          <a:xfrm>
            <a:off x="381000" y="4800600"/>
            <a:ext cx="38100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10000"/>
              </a:lnSpc>
            </a:pPr>
            <a:r>
              <a:rPr kumimoji="1" lang="en-US" altLang="zh-CN" sz="2800" b="1">
                <a:solidFill>
                  <a:schemeClr val="accent2"/>
                </a:solidFill>
                <a:latin typeface="Times New Roman" pitchFamily="18" charset="0"/>
              </a:rPr>
              <a:t>-4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ij</a:t>
            </a:r>
            <a:r>
              <a:rPr kumimoji="1" lang="en-US" altLang="zh-CN" sz="2800" b="1">
                <a:solidFill>
                  <a:schemeClr val="accent2"/>
                </a:solidFill>
                <a:latin typeface="Times New Roman" pitchFamily="18" charset="0"/>
              </a:rPr>
              <a:t> </a:t>
            </a:r>
            <a:r>
              <a:rPr kumimoji="1" lang="en-US" altLang="zh-CN" sz="2800" b="1" i="1">
                <a:solidFill>
                  <a:schemeClr val="accent2"/>
                </a:solidFill>
                <a:latin typeface="Times New Roman" pitchFamily="18" charset="0"/>
              </a:rPr>
              <a:t>+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i–1,j</a:t>
            </a:r>
            <a:r>
              <a:rPr kumimoji="1" lang="en-US" altLang="zh-CN" sz="2800" b="1">
                <a:solidFill>
                  <a:schemeClr val="accent2"/>
                </a:solidFill>
                <a:latin typeface="Times New Roman" pitchFamily="18" charset="0"/>
              </a:rPr>
              <a:t> </a:t>
            </a:r>
            <a:r>
              <a:rPr kumimoji="1" lang="en-US" altLang="zh-CN" sz="2800" b="1" i="1">
                <a:solidFill>
                  <a:schemeClr val="accent2"/>
                </a:solidFill>
                <a:latin typeface="Times New Roman" pitchFamily="18" charset="0"/>
              </a:rPr>
              <a:t>+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i,j–1</a:t>
            </a:r>
            <a:r>
              <a:rPr kumimoji="1" lang="en-US" altLang="zh-CN" sz="2800" b="1">
                <a:solidFill>
                  <a:schemeClr val="accent2"/>
                </a:solidFill>
                <a:latin typeface="Times New Roman" pitchFamily="18" charset="0"/>
              </a:rPr>
              <a:t>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i+1,j</a:t>
            </a:r>
            <a:r>
              <a:rPr kumimoji="1" lang="en-US" altLang="zh-CN" sz="2800" b="1" i="1">
                <a:solidFill>
                  <a:schemeClr val="accent2"/>
                </a:solidFill>
                <a:latin typeface="Times New Roman" pitchFamily="18" charset="0"/>
              </a:rPr>
              <a:t> +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i,j+1</a:t>
            </a:r>
            <a:r>
              <a:rPr kumimoji="1" lang="en-US" altLang="zh-CN" sz="2800" b="1">
                <a:solidFill>
                  <a:schemeClr val="accent2"/>
                </a:solidFill>
                <a:latin typeface="Times New Roman" pitchFamily="18" charset="0"/>
              </a:rPr>
              <a:t> </a:t>
            </a:r>
            <a:r>
              <a:rPr kumimoji="1" lang="en-US" altLang="zh-CN" sz="2800" b="1">
                <a:solidFill>
                  <a:schemeClr val="accent2"/>
                </a:solidFill>
                <a:latin typeface="Symbol" pitchFamily="18" charset="2"/>
              </a:rPr>
              <a:t>=0</a:t>
            </a:r>
          </a:p>
        </p:txBody>
      </p:sp>
      <p:sp>
        <p:nvSpPr>
          <p:cNvPr id="28685" name="Text Box 13"/>
          <p:cNvSpPr txBox="1">
            <a:spLocks noChangeArrowheads="1"/>
          </p:cNvSpPr>
          <p:nvPr/>
        </p:nvSpPr>
        <p:spPr bwMode="auto">
          <a:xfrm>
            <a:off x="4787900" y="1484313"/>
            <a:ext cx="435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-4</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11</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3200" b="1">
                <a:solidFill>
                  <a:srgbClr val="008000"/>
                </a:solidFill>
                <a:latin typeface="Symbol" pitchFamily="18" charset="2"/>
              </a:rPr>
              <a:t>j</a:t>
            </a:r>
            <a:r>
              <a:rPr kumimoji="1" lang="en-US" altLang="zh-CN" sz="2400" b="1" baseline="-25000">
                <a:solidFill>
                  <a:srgbClr val="008000"/>
                </a:solidFill>
                <a:latin typeface="Symbol" pitchFamily="18" charset="2"/>
              </a:rPr>
              <a:t>01</a:t>
            </a:r>
            <a:r>
              <a:rPr kumimoji="1" lang="en-US" altLang="zh-CN" sz="2400" b="1">
                <a:solidFill>
                  <a:srgbClr val="008000"/>
                </a:solidFill>
                <a:latin typeface="Symbol" pitchFamily="18" charset="2"/>
              </a:rPr>
              <a:t>+</a:t>
            </a:r>
            <a:r>
              <a:rPr kumimoji="1" lang="en-US" altLang="zh-CN" sz="3200" b="1">
                <a:solidFill>
                  <a:srgbClr val="008000"/>
                </a:solidFill>
                <a:latin typeface="Symbol" pitchFamily="18" charset="2"/>
              </a:rPr>
              <a:t>j</a:t>
            </a:r>
            <a:r>
              <a:rPr kumimoji="1" lang="en-US" altLang="zh-CN" sz="2400" b="1" baseline="-25000">
                <a:solidFill>
                  <a:srgbClr val="008000"/>
                </a:solidFill>
                <a:latin typeface="Symbol" pitchFamily="18" charset="2"/>
              </a:rPr>
              <a:t>10</a:t>
            </a:r>
            <a:r>
              <a:rPr kumimoji="1" lang="en-US" altLang="zh-CN" sz="2400" b="1">
                <a:solidFill>
                  <a:srgbClr val="008000"/>
                </a:solidFill>
                <a:latin typeface="Symbol" pitchFamily="18" charset="2"/>
              </a:rPr>
              <a:t>+</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21</a:t>
            </a:r>
            <a:r>
              <a:rPr kumimoji="1" lang="en-US" altLang="zh-CN" sz="2400" b="1">
                <a:solidFill>
                  <a:srgbClr val="008000"/>
                </a:solidFill>
                <a:latin typeface="Symbol" pitchFamily="18" charset="2"/>
              </a:rPr>
              <a:t>+</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 12</a:t>
            </a:r>
            <a:r>
              <a:rPr kumimoji="1" lang="en-US" altLang="zh-CN" sz="2400" b="1">
                <a:solidFill>
                  <a:srgbClr val="000000"/>
                </a:solidFill>
                <a:latin typeface="Times New Roman" pitchFamily="18" charset="0"/>
              </a:rPr>
              <a:t>= 0</a:t>
            </a:r>
          </a:p>
        </p:txBody>
      </p:sp>
      <p:sp>
        <p:nvSpPr>
          <p:cNvPr id="28686" name="Text Box 14"/>
          <p:cNvSpPr txBox="1">
            <a:spLocks noChangeArrowheads="1"/>
          </p:cNvSpPr>
          <p:nvPr/>
        </p:nvSpPr>
        <p:spPr bwMode="auto">
          <a:xfrm>
            <a:off x="4787900" y="2133600"/>
            <a:ext cx="4175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-4</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21</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11</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20</a:t>
            </a:r>
            <a:r>
              <a:rPr kumimoji="1" lang="en-US" altLang="zh-CN" sz="2400" b="1">
                <a:solidFill>
                  <a:srgbClr val="008000"/>
                </a:solidFill>
                <a:latin typeface="Symbol" pitchFamily="18" charset="2"/>
              </a:rPr>
              <a:t>+</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 31</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2800" b="1">
                <a:solidFill>
                  <a:schemeClr val="accent2"/>
                </a:solidFill>
                <a:latin typeface="Symbol" pitchFamily="18" charset="2"/>
              </a:rPr>
              <a:t>F</a:t>
            </a:r>
            <a:r>
              <a:rPr kumimoji="1" lang="en-US" altLang="zh-CN" sz="2400" b="1" baseline="-25000">
                <a:solidFill>
                  <a:srgbClr val="008000"/>
                </a:solidFill>
                <a:latin typeface="Symbol" pitchFamily="18" charset="2"/>
              </a:rPr>
              <a:t>22</a:t>
            </a:r>
            <a:r>
              <a:rPr kumimoji="1" lang="en-US" altLang="zh-CN" sz="2400" b="1">
                <a:solidFill>
                  <a:srgbClr val="000000"/>
                </a:solidFill>
                <a:latin typeface="Times New Roman" pitchFamily="18" charset="0"/>
              </a:rPr>
              <a:t>= 0</a:t>
            </a:r>
          </a:p>
        </p:txBody>
      </p:sp>
      <p:sp>
        <p:nvSpPr>
          <p:cNvPr id="28687" name="Text Box 15"/>
          <p:cNvSpPr txBox="1">
            <a:spLocks noChangeArrowheads="1"/>
          </p:cNvSpPr>
          <p:nvPr/>
        </p:nvSpPr>
        <p:spPr bwMode="auto">
          <a:xfrm>
            <a:off x="5364163" y="2708275"/>
            <a:ext cx="1049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31</a:t>
            </a:r>
            <a:r>
              <a:rPr kumimoji="1" lang="en-US" altLang="zh-CN" sz="2400" b="1">
                <a:solidFill>
                  <a:srgbClr val="000000"/>
                </a:solidFill>
                <a:latin typeface="Times New Roman" pitchFamily="18" charset="0"/>
              </a:rPr>
              <a:t> = 1</a:t>
            </a:r>
            <a:endParaRPr kumimoji="1" lang="en-US" altLang="zh-CN" sz="2400" b="1">
              <a:latin typeface="Times New Roman" pitchFamily="18" charset="0"/>
            </a:endParaRPr>
          </a:p>
        </p:txBody>
      </p:sp>
      <p:sp>
        <p:nvSpPr>
          <p:cNvPr id="28688" name="Text Box 16"/>
          <p:cNvSpPr txBox="1">
            <a:spLocks noChangeArrowheads="1"/>
          </p:cNvSpPr>
          <p:nvPr/>
        </p:nvSpPr>
        <p:spPr bwMode="auto">
          <a:xfrm>
            <a:off x="5003800" y="3068638"/>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-4</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12</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02</a:t>
            </a:r>
            <a:r>
              <a:rPr kumimoji="1" lang="en-US" altLang="zh-CN" sz="2400" b="1">
                <a:solidFill>
                  <a:srgbClr val="008000"/>
                </a:solidFill>
                <a:latin typeface="Symbol" pitchFamily="18" charset="2"/>
              </a:rPr>
              <a:t>+</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11</a:t>
            </a:r>
            <a:r>
              <a:rPr kumimoji="1" lang="en-US" altLang="zh-CN" sz="2400" b="1">
                <a:solidFill>
                  <a:srgbClr val="008000"/>
                </a:solidFill>
                <a:latin typeface="Symbol" pitchFamily="18" charset="2"/>
              </a:rPr>
              <a:t>+</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 22</a:t>
            </a:r>
            <a:r>
              <a:rPr kumimoji="1" lang="en-US" altLang="zh-CN" sz="2400" b="1">
                <a:solidFill>
                  <a:srgbClr val="008000"/>
                </a:solidFill>
                <a:latin typeface="Symbol" pitchFamily="18" charset="2"/>
              </a:rPr>
              <a:t>+</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13</a:t>
            </a:r>
            <a:r>
              <a:rPr kumimoji="1" lang="en-US" altLang="zh-CN" sz="2400" b="1">
                <a:solidFill>
                  <a:srgbClr val="000000"/>
                </a:solidFill>
                <a:latin typeface="Times New Roman" pitchFamily="18" charset="0"/>
              </a:rPr>
              <a:t>= 0</a:t>
            </a:r>
          </a:p>
        </p:txBody>
      </p:sp>
      <p:sp>
        <p:nvSpPr>
          <p:cNvPr id="28689" name="Text Box 17"/>
          <p:cNvSpPr txBox="1">
            <a:spLocks noChangeArrowheads="1"/>
          </p:cNvSpPr>
          <p:nvPr/>
        </p:nvSpPr>
        <p:spPr bwMode="auto">
          <a:xfrm>
            <a:off x="6804025" y="2636838"/>
            <a:ext cx="104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02</a:t>
            </a:r>
            <a:r>
              <a:rPr kumimoji="1" lang="en-US" altLang="zh-CN" sz="2400" b="1">
                <a:solidFill>
                  <a:srgbClr val="000000"/>
                </a:solidFill>
                <a:latin typeface="Times New Roman" pitchFamily="18" charset="0"/>
              </a:rPr>
              <a:t> = 2</a:t>
            </a:r>
            <a:endParaRPr kumimoji="1" lang="en-US" altLang="zh-CN" sz="2400" b="1">
              <a:latin typeface="Times New Roman" pitchFamily="18" charset="0"/>
            </a:endParaRPr>
          </a:p>
        </p:txBody>
      </p:sp>
      <p:sp>
        <p:nvSpPr>
          <p:cNvPr id="28690" name="Text Box 18"/>
          <p:cNvSpPr txBox="1">
            <a:spLocks noChangeArrowheads="1"/>
          </p:cNvSpPr>
          <p:nvPr/>
        </p:nvSpPr>
        <p:spPr bwMode="auto">
          <a:xfrm>
            <a:off x="5003800" y="3716338"/>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-4</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22</a:t>
            </a:r>
            <a:r>
              <a:rPr kumimoji="1" lang="en-US" altLang="zh-CN" sz="2400" b="1">
                <a:solidFill>
                  <a:srgbClr val="008000"/>
                </a:solidFill>
                <a:latin typeface="Symbol" pitchFamily="18" charset="2"/>
              </a:rPr>
              <a:t>+</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12</a:t>
            </a:r>
            <a:r>
              <a:rPr kumimoji="1" lang="en-US" altLang="zh-CN" sz="2400" b="1">
                <a:solidFill>
                  <a:srgbClr val="008000"/>
                </a:solidFill>
                <a:latin typeface="Symbol" pitchFamily="18" charset="2"/>
              </a:rPr>
              <a:t>+</a:t>
            </a:r>
            <a:r>
              <a:rPr kumimoji="1" lang="en-US" altLang="zh-CN" sz="2400" b="1">
                <a:solidFill>
                  <a:schemeClr val="accent2"/>
                </a:solidFill>
                <a:latin typeface="Symbol" pitchFamily="18" charset="2"/>
              </a:rPr>
              <a:t>F</a:t>
            </a:r>
            <a:r>
              <a:rPr kumimoji="1" lang="en-US" altLang="zh-CN" sz="2400" b="1" baseline="-25000">
                <a:solidFill>
                  <a:srgbClr val="008000"/>
                </a:solidFill>
                <a:latin typeface="Symbol" pitchFamily="18" charset="2"/>
              </a:rPr>
              <a:t>21</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32</a:t>
            </a:r>
            <a:r>
              <a:rPr kumimoji="1" lang="en-US" altLang="zh-CN" sz="2400" b="1">
                <a:solidFill>
                  <a:srgbClr val="008000"/>
                </a:solidFill>
                <a:latin typeface="Symbol" pitchFamily="18" charset="2"/>
              </a:rPr>
              <a:t>+</a:t>
            </a:r>
            <a:r>
              <a:rPr kumimoji="1" lang="en-US" altLang="zh-CN" sz="2400" b="1" baseline="-25000">
                <a:solidFill>
                  <a:srgbClr val="008000"/>
                </a:solidFill>
                <a:latin typeface="Symbol" pitchFamily="18" charset="2"/>
              </a:rPr>
              <a:t> </a:t>
            </a:r>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23</a:t>
            </a:r>
            <a:r>
              <a:rPr kumimoji="1" lang="en-US" altLang="zh-CN" sz="2400" b="1">
                <a:solidFill>
                  <a:srgbClr val="000000"/>
                </a:solidFill>
                <a:latin typeface="Times New Roman" pitchFamily="18" charset="0"/>
              </a:rPr>
              <a:t>= 0</a:t>
            </a:r>
          </a:p>
        </p:txBody>
      </p:sp>
      <p:sp>
        <p:nvSpPr>
          <p:cNvPr id="28691" name="Text Box 19"/>
          <p:cNvSpPr txBox="1">
            <a:spLocks noChangeArrowheads="1"/>
          </p:cNvSpPr>
          <p:nvPr/>
        </p:nvSpPr>
        <p:spPr bwMode="auto">
          <a:xfrm>
            <a:off x="5219700" y="4221163"/>
            <a:ext cx="104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32</a:t>
            </a:r>
            <a:r>
              <a:rPr kumimoji="1" lang="en-US" altLang="zh-CN" sz="2400" b="1">
                <a:solidFill>
                  <a:srgbClr val="000000"/>
                </a:solidFill>
                <a:latin typeface="Times New Roman" pitchFamily="18" charset="0"/>
              </a:rPr>
              <a:t> = 2</a:t>
            </a:r>
            <a:endParaRPr kumimoji="1" lang="en-US" altLang="zh-CN" sz="2400" b="1">
              <a:latin typeface="Times New Roman" pitchFamily="18" charset="0"/>
            </a:endParaRPr>
          </a:p>
        </p:txBody>
      </p:sp>
      <p:sp>
        <p:nvSpPr>
          <p:cNvPr id="28692" name="Text Box 20"/>
          <p:cNvSpPr txBox="1">
            <a:spLocks noChangeArrowheads="1"/>
          </p:cNvSpPr>
          <p:nvPr/>
        </p:nvSpPr>
        <p:spPr bwMode="auto">
          <a:xfrm>
            <a:off x="6659563" y="4292600"/>
            <a:ext cx="187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03</a:t>
            </a:r>
            <a:r>
              <a:rPr kumimoji="1" lang="en-US" altLang="zh-CN" sz="2400" b="1">
                <a:solidFill>
                  <a:srgbClr val="008000"/>
                </a:solidFill>
                <a:latin typeface="Symbol" pitchFamily="18" charset="2"/>
              </a:rPr>
              <a:t> -j</a:t>
            </a:r>
            <a:r>
              <a:rPr kumimoji="1" lang="en-US" altLang="zh-CN" sz="2400" b="1" baseline="-25000">
                <a:solidFill>
                  <a:srgbClr val="008000"/>
                </a:solidFill>
                <a:latin typeface="Symbol" pitchFamily="18" charset="2"/>
              </a:rPr>
              <a:t>02</a:t>
            </a:r>
            <a:r>
              <a:rPr kumimoji="1" lang="en-US" altLang="zh-CN" sz="2400" b="1">
                <a:solidFill>
                  <a:srgbClr val="000000"/>
                </a:solidFill>
                <a:latin typeface="Times New Roman" pitchFamily="18" charset="0"/>
              </a:rPr>
              <a:t> =1</a:t>
            </a:r>
          </a:p>
        </p:txBody>
      </p:sp>
      <p:sp>
        <p:nvSpPr>
          <p:cNvPr id="28693" name="Text Box 21"/>
          <p:cNvSpPr txBox="1">
            <a:spLocks noChangeArrowheads="1"/>
          </p:cNvSpPr>
          <p:nvPr/>
        </p:nvSpPr>
        <p:spPr bwMode="auto">
          <a:xfrm>
            <a:off x="4643438" y="4868863"/>
            <a:ext cx="187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13</a:t>
            </a:r>
            <a:r>
              <a:rPr kumimoji="1" lang="en-US" altLang="zh-CN" sz="2400" b="1">
                <a:solidFill>
                  <a:srgbClr val="008000"/>
                </a:solidFill>
                <a:latin typeface="Symbol" pitchFamily="18" charset="2"/>
              </a:rPr>
              <a:t> -j</a:t>
            </a:r>
            <a:r>
              <a:rPr kumimoji="1" lang="en-US" altLang="zh-CN" sz="2400" b="1" baseline="-25000">
                <a:solidFill>
                  <a:srgbClr val="008000"/>
                </a:solidFill>
                <a:latin typeface="Symbol" pitchFamily="18" charset="2"/>
              </a:rPr>
              <a:t>12</a:t>
            </a:r>
            <a:r>
              <a:rPr kumimoji="1" lang="en-US" altLang="zh-CN" sz="2400" b="1">
                <a:solidFill>
                  <a:srgbClr val="000000"/>
                </a:solidFill>
                <a:latin typeface="Times New Roman" pitchFamily="18" charset="0"/>
              </a:rPr>
              <a:t> =1</a:t>
            </a:r>
          </a:p>
        </p:txBody>
      </p:sp>
      <p:sp>
        <p:nvSpPr>
          <p:cNvPr id="28694" name="Text Box 22"/>
          <p:cNvSpPr txBox="1">
            <a:spLocks noChangeArrowheads="1"/>
          </p:cNvSpPr>
          <p:nvPr/>
        </p:nvSpPr>
        <p:spPr bwMode="auto">
          <a:xfrm>
            <a:off x="6516688" y="4941888"/>
            <a:ext cx="187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23</a:t>
            </a:r>
            <a:r>
              <a:rPr kumimoji="1" lang="en-US" altLang="zh-CN" sz="2400" b="1">
                <a:solidFill>
                  <a:srgbClr val="008000"/>
                </a:solidFill>
                <a:latin typeface="Symbol" pitchFamily="18" charset="2"/>
              </a:rPr>
              <a:t> -j</a:t>
            </a:r>
            <a:r>
              <a:rPr kumimoji="1" lang="en-US" altLang="zh-CN" sz="2400" b="1" baseline="-25000">
                <a:solidFill>
                  <a:srgbClr val="008000"/>
                </a:solidFill>
                <a:latin typeface="Symbol" pitchFamily="18" charset="2"/>
              </a:rPr>
              <a:t>22</a:t>
            </a:r>
            <a:r>
              <a:rPr kumimoji="1" lang="en-US" altLang="zh-CN" sz="2400" b="1">
                <a:solidFill>
                  <a:srgbClr val="000000"/>
                </a:solidFill>
                <a:latin typeface="Times New Roman" pitchFamily="18" charset="0"/>
              </a:rPr>
              <a:t> =1</a:t>
            </a:r>
          </a:p>
        </p:txBody>
      </p:sp>
      <p:sp>
        <p:nvSpPr>
          <p:cNvPr id="28695" name="Text Box 23"/>
          <p:cNvSpPr txBox="1">
            <a:spLocks noChangeArrowheads="1"/>
          </p:cNvSpPr>
          <p:nvPr/>
        </p:nvSpPr>
        <p:spPr bwMode="auto">
          <a:xfrm>
            <a:off x="5724525" y="5589588"/>
            <a:ext cx="1871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8000"/>
                </a:solidFill>
                <a:latin typeface="Symbol" pitchFamily="18" charset="2"/>
              </a:rPr>
              <a:t>j</a:t>
            </a:r>
            <a:r>
              <a:rPr kumimoji="1" lang="en-US" altLang="zh-CN" sz="2400" b="1" baseline="-25000">
                <a:solidFill>
                  <a:srgbClr val="008000"/>
                </a:solidFill>
                <a:latin typeface="Symbol" pitchFamily="18" charset="2"/>
              </a:rPr>
              <a:t>33</a:t>
            </a:r>
            <a:r>
              <a:rPr kumimoji="1" lang="en-US" altLang="zh-CN" sz="2400" b="1">
                <a:solidFill>
                  <a:srgbClr val="008000"/>
                </a:solidFill>
                <a:latin typeface="Symbol" pitchFamily="18" charset="2"/>
              </a:rPr>
              <a:t> -j</a:t>
            </a:r>
            <a:r>
              <a:rPr kumimoji="1" lang="en-US" altLang="zh-CN" sz="2400" b="1" baseline="-25000">
                <a:solidFill>
                  <a:srgbClr val="008000"/>
                </a:solidFill>
                <a:latin typeface="Symbol" pitchFamily="18" charset="2"/>
              </a:rPr>
              <a:t>32</a:t>
            </a:r>
            <a:r>
              <a:rPr kumimoji="1" lang="en-US" altLang="zh-CN" sz="2400" b="1">
                <a:solidFill>
                  <a:srgbClr val="000000"/>
                </a:solidFill>
                <a:latin typeface="Times New Roman" pitchFamily="18" charset="0"/>
              </a:rPr>
              <a:t> =1</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0-#ppt_w/2"/>
                                          </p:val>
                                        </p:tav>
                                        <p:tav tm="100000">
                                          <p:val>
                                            <p:strVal val="#ppt_x"/>
                                          </p:val>
                                        </p:tav>
                                      </p:tavLst>
                                    </p:anim>
                                    <p:anim calcmode="lin" valueType="num">
                                      <p:cBhvr additive="base">
                                        <p:cTn id="8" dur="500" fill="hold"/>
                                        <p:tgtEl>
                                          <p:spTgt spid="2867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5"/>
                                        </p:tgtEl>
                                        <p:attrNameLst>
                                          <p:attrName>style.visibility</p:attrName>
                                        </p:attrNameLst>
                                      </p:cBhvr>
                                      <p:to>
                                        <p:strVal val="visible"/>
                                      </p:to>
                                    </p:set>
                                    <p:anim calcmode="lin" valueType="num">
                                      <p:cBhvr additive="base">
                                        <p:cTn id="13" dur="500" fill="hold"/>
                                        <p:tgtEl>
                                          <p:spTgt spid="28675"/>
                                        </p:tgtEl>
                                        <p:attrNameLst>
                                          <p:attrName>ppt_x</p:attrName>
                                        </p:attrNameLst>
                                      </p:cBhvr>
                                      <p:tavLst>
                                        <p:tav tm="0">
                                          <p:val>
                                            <p:strVal val="0-#ppt_w/2"/>
                                          </p:val>
                                        </p:tav>
                                        <p:tav tm="100000">
                                          <p:val>
                                            <p:strVal val="#ppt_x"/>
                                          </p:val>
                                        </p:tav>
                                      </p:tavLst>
                                    </p:anim>
                                    <p:anim calcmode="lin" valueType="num">
                                      <p:cBhvr additive="base">
                                        <p:cTn id="14" dur="500" fill="hold"/>
                                        <p:tgtEl>
                                          <p:spTgt spid="2867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8"/>
                                        </p:tgtEl>
                                        <p:attrNameLst>
                                          <p:attrName>style.visibility</p:attrName>
                                        </p:attrNameLst>
                                      </p:cBhvr>
                                      <p:to>
                                        <p:strVal val="visible"/>
                                      </p:to>
                                    </p:set>
                                    <p:anim calcmode="lin" valueType="num">
                                      <p:cBhvr additive="base">
                                        <p:cTn id="19" dur="500" fill="hold"/>
                                        <p:tgtEl>
                                          <p:spTgt spid="28678"/>
                                        </p:tgtEl>
                                        <p:attrNameLst>
                                          <p:attrName>ppt_x</p:attrName>
                                        </p:attrNameLst>
                                      </p:cBhvr>
                                      <p:tavLst>
                                        <p:tav tm="0">
                                          <p:val>
                                            <p:strVal val="0-#ppt_w/2"/>
                                          </p:val>
                                        </p:tav>
                                        <p:tav tm="100000">
                                          <p:val>
                                            <p:strVal val="#ppt_x"/>
                                          </p:val>
                                        </p:tav>
                                      </p:tavLst>
                                    </p:anim>
                                    <p:anim calcmode="lin" valueType="num">
                                      <p:cBhvr additive="base">
                                        <p:cTn id="20" dur="500" fill="hold"/>
                                        <p:tgtEl>
                                          <p:spTgt spid="2867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679"/>
                                        </p:tgtEl>
                                        <p:attrNameLst>
                                          <p:attrName>style.visibility</p:attrName>
                                        </p:attrNameLst>
                                      </p:cBhvr>
                                      <p:to>
                                        <p:strVal val="visible"/>
                                      </p:to>
                                    </p:set>
                                    <p:anim calcmode="lin" valueType="num">
                                      <p:cBhvr additive="base">
                                        <p:cTn id="25" dur="500" fill="hold"/>
                                        <p:tgtEl>
                                          <p:spTgt spid="28679"/>
                                        </p:tgtEl>
                                        <p:attrNameLst>
                                          <p:attrName>ppt_x</p:attrName>
                                        </p:attrNameLst>
                                      </p:cBhvr>
                                      <p:tavLst>
                                        <p:tav tm="0">
                                          <p:val>
                                            <p:strVal val="0-#ppt_w/2"/>
                                          </p:val>
                                        </p:tav>
                                        <p:tav tm="100000">
                                          <p:val>
                                            <p:strVal val="#ppt_x"/>
                                          </p:val>
                                        </p:tav>
                                      </p:tavLst>
                                    </p:anim>
                                    <p:anim calcmode="lin" valueType="num">
                                      <p:cBhvr additive="base">
                                        <p:cTn id="26" dur="500" fill="hold"/>
                                        <p:tgtEl>
                                          <p:spTgt spid="2867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680"/>
                                        </p:tgtEl>
                                        <p:attrNameLst>
                                          <p:attrName>style.visibility</p:attrName>
                                        </p:attrNameLst>
                                      </p:cBhvr>
                                      <p:to>
                                        <p:strVal val="visible"/>
                                      </p:to>
                                    </p:set>
                                    <p:anim calcmode="lin" valueType="num">
                                      <p:cBhvr additive="base">
                                        <p:cTn id="31" dur="500" fill="hold"/>
                                        <p:tgtEl>
                                          <p:spTgt spid="28680"/>
                                        </p:tgtEl>
                                        <p:attrNameLst>
                                          <p:attrName>ppt_x</p:attrName>
                                        </p:attrNameLst>
                                      </p:cBhvr>
                                      <p:tavLst>
                                        <p:tav tm="0">
                                          <p:val>
                                            <p:strVal val="0-#ppt_w/2"/>
                                          </p:val>
                                        </p:tav>
                                        <p:tav tm="100000">
                                          <p:val>
                                            <p:strVal val="#ppt_x"/>
                                          </p:val>
                                        </p:tav>
                                      </p:tavLst>
                                    </p:anim>
                                    <p:anim calcmode="lin" valueType="num">
                                      <p:cBhvr additive="base">
                                        <p:cTn id="32" dur="500" fill="hold"/>
                                        <p:tgtEl>
                                          <p:spTgt spid="2868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8681"/>
                                        </p:tgtEl>
                                        <p:attrNameLst>
                                          <p:attrName>style.visibility</p:attrName>
                                        </p:attrNameLst>
                                      </p:cBhvr>
                                      <p:to>
                                        <p:strVal val="visible"/>
                                      </p:to>
                                    </p:set>
                                    <p:anim calcmode="lin" valueType="num">
                                      <p:cBhvr additive="base">
                                        <p:cTn id="37" dur="500" fill="hold"/>
                                        <p:tgtEl>
                                          <p:spTgt spid="28681"/>
                                        </p:tgtEl>
                                        <p:attrNameLst>
                                          <p:attrName>ppt_x</p:attrName>
                                        </p:attrNameLst>
                                      </p:cBhvr>
                                      <p:tavLst>
                                        <p:tav tm="0">
                                          <p:val>
                                            <p:strVal val="0-#ppt_w/2"/>
                                          </p:val>
                                        </p:tav>
                                        <p:tav tm="100000">
                                          <p:val>
                                            <p:strVal val="#ppt_x"/>
                                          </p:val>
                                        </p:tav>
                                      </p:tavLst>
                                    </p:anim>
                                    <p:anim calcmode="lin" valueType="num">
                                      <p:cBhvr additive="base">
                                        <p:cTn id="38" dur="500" fill="hold"/>
                                        <p:tgtEl>
                                          <p:spTgt spid="28681"/>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8682"/>
                                        </p:tgtEl>
                                        <p:attrNameLst>
                                          <p:attrName>style.visibility</p:attrName>
                                        </p:attrNameLst>
                                      </p:cBhvr>
                                      <p:to>
                                        <p:strVal val="visible"/>
                                      </p:to>
                                    </p:set>
                                    <p:anim calcmode="lin" valueType="num">
                                      <p:cBhvr additive="base">
                                        <p:cTn id="43" dur="500" fill="hold"/>
                                        <p:tgtEl>
                                          <p:spTgt spid="28682"/>
                                        </p:tgtEl>
                                        <p:attrNameLst>
                                          <p:attrName>ppt_x</p:attrName>
                                        </p:attrNameLst>
                                      </p:cBhvr>
                                      <p:tavLst>
                                        <p:tav tm="0">
                                          <p:val>
                                            <p:strVal val="0-#ppt_w/2"/>
                                          </p:val>
                                        </p:tav>
                                        <p:tav tm="100000">
                                          <p:val>
                                            <p:strVal val="#ppt_x"/>
                                          </p:val>
                                        </p:tav>
                                      </p:tavLst>
                                    </p:anim>
                                    <p:anim calcmode="lin" valueType="num">
                                      <p:cBhvr additive="base">
                                        <p:cTn id="44" dur="500" fill="hold"/>
                                        <p:tgtEl>
                                          <p:spTgt spid="28682"/>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28683"/>
                                        </p:tgtEl>
                                        <p:attrNameLst>
                                          <p:attrName>style.visibility</p:attrName>
                                        </p:attrNameLst>
                                      </p:cBhvr>
                                      <p:to>
                                        <p:strVal val="visible"/>
                                      </p:to>
                                    </p:set>
                                    <p:anim calcmode="lin" valueType="num">
                                      <p:cBhvr additive="base">
                                        <p:cTn id="49" dur="500" fill="hold"/>
                                        <p:tgtEl>
                                          <p:spTgt spid="28683"/>
                                        </p:tgtEl>
                                        <p:attrNameLst>
                                          <p:attrName>ppt_x</p:attrName>
                                        </p:attrNameLst>
                                      </p:cBhvr>
                                      <p:tavLst>
                                        <p:tav tm="0">
                                          <p:val>
                                            <p:strVal val="0-#ppt_w/2"/>
                                          </p:val>
                                        </p:tav>
                                        <p:tav tm="100000">
                                          <p:val>
                                            <p:strVal val="#ppt_x"/>
                                          </p:val>
                                        </p:tav>
                                      </p:tavLst>
                                    </p:anim>
                                    <p:anim calcmode="lin" valueType="num">
                                      <p:cBhvr additive="base">
                                        <p:cTn id="50" dur="500" fill="hold"/>
                                        <p:tgtEl>
                                          <p:spTgt spid="2868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8684"/>
                                        </p:tgtEl>
                                        <p:attrNameLst>
                                          <p:attrName>style.visibility</p:attrName>
                                        </p:attrNameLst>
                                      </p:cBhvr>
                                      <p:to>
                                        <p:strVal val="visible"/>
                                      </p:to>
                                    </p:set>
                                    <p:anim calcmode="lin" valueType="num">
                                      <p:cBhvr additive="base">
                                        <p:cTn id="55" dur="500" fill="hold"/>
                                        <p:tgtEl>
                                          <p:spTgt spid="28684"/>
                                        </p:tgtEl>
                                        <p:attrNameLst>
                                          <p:attrName>ppt_x</p:attrName>
                                        </p:attrNameLst>
                                      </p:cBhvr>
                                      <p:tavLst>
                                        <p:tav tm="0">
                                          <p:val>
                                            <p:strVal val="0-#ppt_w/2"/>
                                          </p:val>
                                        </p:tav>
                                        <p:tav tm="100000">
                                          <p:val>
                                            <p:strVal val="#ppt_x"/>
                                          </p:val>
                                        </p:tav>
                                      </p:tavLst>
                                    </p:anim>
                                    <p:anim calcmode="lin" valueType="num">
                                      <p:cBhvr additive="base">
                                        <p:cTn id="56" dur="500" fill="hold"/>
                                        <p:tgtEl>
                                          <p:spTgt spid="28684"/>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8685"/>
                                        </p:tgtEl>
                                        <p:attrNameLst>
                                          <p:attrName>style.visibility</p:attrName>
                                        </p:attrNameLst>
                                      </p:cBhvr>
                                      <p:to>
                                        <p:strVal val="visible"/>
                                      </p:to>
                                    </p:set>
                                    <p:anim calcmode="lin" valueType="num">
                                      <p:cBhvr additive="base">
                                        <p:cTn id="61" dur="500" fill="hold"/>
                                        <p:tgtEl>
                                          <p:spTgt spid="28685"/>
                                        </p:tgtEl>
                                        <p:attrNameLst>
                                          <p:attrName>ppt_x</p:attrName>
                                        </p:attrNameLst>
                                      </p:cBhvr>
                                      <p:tavLst>
                                        <p:tav tm="0">
                                          <p:val>
                                            <p:strVal val="0-#ppt_w/2"/>
                                          </p:val>
                                        </p:tav>
                                        <p:tav tm="100000">
                                          <p:val>
                                            <p:strVal val="#ppt_x"/>
                                          </p:val>
                                        </p:tav>
                                      </p:tavLst>
                                    </p:anim>
                                    <p:anim calcmode="lin" valueType="num">
                                      <p:cBhvr additive="base">
                                        <p:cTn id="62" dur="500" fill="hold"/>
                                        <p:tgtEl>
                                          <p:spTgt spid="28685"/>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8686"/>
                                        </p:tgtEl>
                                        <p:attrNameLst>
                                          <p:attrName>style.visibility</p:attrName>
                                        </p:attrNameLst>
                                      </p:cBhvr>
                                      <p:to>
                                        <p:strVal val="visible"/>
                                      </p:to>
                                    </p:set>
                                    <p:anim calcmode="lin" valueType="num">
                                      <p:cBhvr additive="base">
                                        <p:cTn id="67" dur="500" fill="hold"/>
                                        <p:tgtEl>
                                          <p:spTgt spid="28686"/>
                                        </p:tgtEl>
                                        <p:attrNameLst>
                                          <p:attrName>ppt_x</p:attrName>
                                        </p:attrNameLst>
                                      </p:cBhvr>
                                      <p:tavLst>
                                        <p:tav tm="0">
                                          <p:val>
                                            <p:strVal val="0-#ppt_w/2"/>
                                          </p:val>
                                        </p:tav>
                                        <p:tav tm="100000">
                                          <p:val>
                                            <p:strVal val="#ppt_x"/>
                                          </p:val>
                                        </p:tav>
                                      </p:tavLst>
                                    </p:anim>
                                    <p:anim calcmode="lin" valueType="num">
                                      <p:cBhvr additive="base">
                                        <p:cTn id="68" dur="500" fill="hold"/>
                                        <p:tgtEl>
                                          <p:spTgt spid="28686"/>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8687"/>
                                        </p:tgtEl>
                                        <p:attrNameLst>
                                          <p:attrName>style.visibility</p:attrName>
                                        </p:attrNameLst>
                                      </p:cBhvr>
                                      <p:to>
                                        <p:strVal val="visible"/>
                                      </p:to>
                                    </p:set>
                                    <p:anim calcmode="lin" valueType="num">
                                      <p:cBhvr additive="base">
                                        <p:cTn id="73" dur="500" fill="hold"/>
                                        <p:tgtEl>
                                          <p:spTgt spid="28687"/>
                                        </p:tgtEl>
                                        <p:attrNameLst>
                                          <p:attrName>ppt_x</p:attrName>
                                        </p:attrNameLst>
                                      </p:cBhvr>
                                      <p:tavLst>
                                        <p:tav tm="0">
                                          <p:val>
                                            <p:strVal val="0-#ppt_w/2"/>
                                          </p:val>
                                        </p:tav>
                                        <p:tav tm="100000">
                                          <p:val>
                                            <p:strVal val="#ppt_x"/>
                                          </p:val>
                                        </p:tav>
                                      </p:tavLst>
                                    </p:anim>
                                    <p:anim calcmode="lin" valueType="num">
                                      <p:cBhvr additive="base">
                                        <p:cTn id="74" dur="500" fill="hold"/>
                                        <p:tgtEl>
                                          <p:spTgt spid="28687"/>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8689"/>
                                        </p:tgtEl>
                                        <p:attrNameLst>
                                          <p:attrName>style.visibility</p:attrName>
                                        </p:attrNameLst>
                                      </p:cBhvr>
                                      <p:to>
                                        <p:strVal val="visible"/>
                                      </p:to>
                                    </p:set>
                                    <p:anim calcmode="lin" valueType="num">
                                      <p:cBhvr additive="base">
                                        <p:cTn id="79" dur="500" fill="hold"/>
                                        <p:tgtEl>
                                          <p:spTgt spid="28689"/>
                                        </p:tgtEl>
                                        <p:attrNameLst>
                                          <p:attrName>ppt_x</p:attrName>
                                        </p:attrNameLst>
                                      </p:cBhvr>
                                      <p:tavLst>
                                        <p:tav tm="0">
                                          <p:val>
                                            <p:strVal val="0-#ppt_w/2"/>
                                          </p:val>
                                        </p:tav>
                                        <p:tav tm="100000">
                                          <p:val>
                                            <p:strVal val="#ppt_x"/>
                                          </p:val>
                                        </p:tav>
                                      </p:tavLst>
                                    </p:anim>
                                    <p:anim calcmode="lin" valueType="num">
                                      <p:cBhvr additive="base">
                                        <p:cTn id="80" dur="500" fill="hold"/>
                                        <p:tgtEl>
                                          <p:spTgt spid="28689"/>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8688"/>
                                        </p:tgtEl>
                                        <p:attrNameLst>
                                          <p:attrName>style.visibility</p:attrName>
                                        </p:attrNameLst>
                                      </p:cBhvr>
                                      <p:to>
                                        <p:strVal val="visible"/>
                                      </p:to>
                                    </p:set>
                                    <p:anim calcmode="lin" valueType="num">
                                      <p:cBhvr additive="base">
                                        <p:cTn id="85" dur="500" fill="hold"/>
                                        <p:tgtEl>
                                          <p:spTgt spid="28688"/>
                                        </p:tgtEl>
                                        <p:attrNameLst>
                                          <p:attrName>ppt_x</p:attrName>
                                        </p:attrNameLst>
                                      </p:cBhvr>
                                      <p:tavLst>
                                        <p:tav tm="0">
                                          <p:val>
                                            <p:strVal val="0-#ppt_w/2"/>
                                          </p:val>
                                        </p:tav>
                                        <p:tav tm="100000">
                                          <p:val>
                                            <p:strVal val="#ppt_x"/>
                                          </p:val>
                                        </p:tav>
                                      </p:tavLst>
                                    </p:anim>
                                    <p:anim calcmode="lin" valueType="num">
                                      <p:cBhvr additive="base">
                                        <p:cTn id="86" dur="500" fill="hold"/>
                                        <p:tgtEl>
                                          <p:spTgt spid="28688"/>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28690"/>
                                        </p:tgtEl>
                                        <p:attrNameLst>
                                          <p:attrName>style.visibility</p:attrName>
                                        </p:attrNameLst>
                                      </p:cBhvr>
                                      <p:to>
                                        <p:strVal val="visible"/>
                                      </p:to>
                                    </p:set>
                                    <p:anim calcmode="lin" valueType="num">
                                      <p:cBhvr additive="base">
                                        <p:cTn id="91" dur="500" fill="hold"/>
                                        <p:tgtEl>
                                          <p:spTgt spid="28690"/>
                                        </p:tgtEl>
                                        <p:attrNameLst>
                                          <p:attrName>ppt_x</p:attrName>
                                        </p:attrNameLst>
                                      </p:cBhvr>
                                      <p:tavLst>
                                        <p:tav tm="0">
                                          <p:val>
                                            <p:strVal val="0-#ppt_w/2"/>
                                          </p:val>
                                        </p:tav>
                                        <p:tav tm="100000">
                                          <p:val>
                                            <p:strVal val="#ppt_x"/>
                                          </p:val>
                                        </p:tav>
                                      </p:tavLst>
                                    </p:anim>
                                    <p:anim calcmode="lin" valueType="num">
                                      <p:cBhvr additive="base">
                                        <p:cTn id="92" dur="500" fill="hold"/>
                                        <p:tgtEl>
                                          <p:spTgt spid="28690"/>
                                        </p:tgtEl>
                                        <p:attrNameLst>
                                          <p:attrName>ppt_y</p:attrName>
                                        </p:attrNameLst>
                                      </p:cBhvr>
                                      <p:tavLst>
                                        <p:tav tm="0">
                                          <p:val>
                                            <p:strVal val="#ppt_y"/>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8691"/>
                                        </p:tgtEl>
                                        <p:attrNameLst>
                                          <p:attrName>style.visibility</p:attrName>
                                        </p:attrNameLst>
                                      </p:cBhvr>
                                      <p:to>
                                        <p:strVal val="visible"/>
                                      </p:to>
                                    </p:set>
                                    <p:anim calcmode="lin" valueType="num">
                                      <p:cBhvr additive="base">
                                        <p:cTn id="97" dur="500" fill="hold"/>
                                        <p:tgtEl>
                                          <p:spTgt spid="28691"/>
                                        </p:tgtEl>
                                        <p:attrNameLst>
                                          <p:attrName>ppt_x</p:attrName>
                                        </p:attrNameLst>
                                      </p:cBhvr>
                                      <p:tavLst>
                                        <p:tav tm="0">
                                          <p:val>
                                            <p:strVal val="0-#ppt_w/2"/>
                                          </p:val>
                                        </p:tav>
                                        <p:tav tm="100000">
                                          <p:val>
                                            <p:strVal val="#ppt_x"/>
                                          </p:val>
                                        </p:tav>
                                      </p:tavLst>
                                    </p:anim>
                                    <p:anim calcmode="lin" valueType="num">
                                      <p:cBhvr additive="base">
                                        <p:cTn id="98" dur="500" fill="hold"/>
                                        <p:tgtEl>
                                          <p:spTgt spid="28691"/>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8692"/>
                                        </p:tgtEl>
                                        <p:attrNameLst>
                                          <p:attrName>style.visibility</p:attrName>
                                        </p:attrNameLst>
                                      </p:cBhvr>
                                      <p:to>
                                        <p:strVal val="visible"/>
                                      </p:to>
                                    </p:set>
                                    <p:anim calcmode="lin" valueType="num">
                                      <p:cBhvr additive="base">
                                        <p:cTn id="103" dur="500" fill="hold"/>
                                        <p:tgtEl>
                                          <p:spTgt spid="28692"/>
                                        </p:tgtEl>
                                        <p:attrNameLst>
                                          <p:attrName>ppt_x</p:attrName>
                                        </p:attrNameLst>
                                      </p:cBhvr>
                                      <p:tavLst>
                                        <p:tav tm="0">
                                          <p:val>
                                            <p:strVal val="0-#ppt_w/2"/>
                                          </p:val>
                                        </p:tav>
                                        <p:tav tm="100000">
                                          <p:val>
                                            <p:strVal val="#ppt_x"/>
                                          </p:val>
                                        </p:tav>
                                      </p:tavLst>
                                    </p:anim>
                                    <p:anim calcmode="lin" valueType="num">
                                      <p:cBhvr additive="base">
                                        <p:cTn id="104" dur="500" fill="hold"/>
                                        <p:tgtEl>
                                          <p:spTgt spid="28692"/>
                                        </p:tgtEl>
                                        <p:attrNameLst>
                                          <p:attrName>ppt_y</p:attrName>
                                        </p:attrNameLst>
                                      </p:cBhvr>
                                      <p:tavLst>
                                        <p:tav tm="0">
                                          <p:val>
                                            <p:strVal val="#ppt_y"/>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28693"/>
                                        </p:tgtEl>
                                        <p:attrNameLst>
                                          <p:attrName>style.visibility</p:attrName>
                                        </p:attrNameLst>
                                      </p:cBhvr>
                                      <p:to>
                                        <p:strVal val="visible"/>
                                      </p:to>
                                    </p:set>
                                    <p:anim calcmode="lin" valueType="num">
                                      <p:cBhvr additive="base">
                                        <p:cTn id="109" dur="500" fill="hold"/>
                                        <p:tgtEl>
                                          <p:spTgt spid="28693"/>
                                        </p:tgtEl>
                                        <p:attrNameLst>
                                          <p:attrName>ppt_x</p:attrName>
                                        </p:attrNameLst>
                                      </p:cBhvr>
                                      <p:tavLst>
                                        <p:tav tm="0">
                                          <p:val>
                                            <p:strVal val="0-#ppt_w/2"/>
                                          </p:val>
                                        </p:tav>
                                        <p:tav tm="100000">
                                          <p:val>
                                            <p:strVal val="#ppt_x"/>
                                          </p:val>
                                        </p:tav>
                                      </p:tavLst>
                                    </p:anim>
                                    <p:anim calcmode="lin" valueType="num">
                                      <p:cBhvr additive="base">
                                        <p:cTn id="110" dur="500" fill="hold"/>
                                        <p:tgtEl>
                                          <p:spTgt spid="28693"/>
                                        </p:tgtEl>
                                        <p:attrNameLst>
                                          <p:attrName>ppt_y</p:attrName>
                                        </p:attrNameLst>
                                      </p:cBhvr>
                                      <p:tavLst>
                                        <p:tav tm="0">
                                          <p:val>
                                            <p:strVal val="#ppt_y"/>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28694"/>
                                        </p:tgtEl>
                                        <p:attrNameLst>
                                          <p:attrName>style.visibility</p:attrName>
                                        </p:attrNameLst>
                                      </p:cBhvr>
                                      <p:to>
                                        <p:strVal val="visible"/>
                                      </p:to>
                                    </p:set>
                                    <p:anim calcmode="lin" valueType="num">
                                      <p:cBhvr additive="base">
                                        <p:cTn id="115" dur="500" fill="hold"/>
                                        <p:tgtEl>
                                          <p:spTgt spid="28694"/>
                                        </p:tgtEl>
                                        <p:attrNameLst>
                                          <p:attrName>ppt_x</p:attrName>
                                        </p:attrNameLst>
                                      </p:cBhvr>
                                      <p:tavLst>
                                        <p:tav tm="0">
                                          <p:val>
                                            <p:strVal val="0-#ppt_w/2"/>
                                          </p:val>
                                        </p:tav>
                                        <p:tav tm="100000">
                                          <p:val>
                                            <p:strVal val="#ppt_x"/>
                                          </p:val>
                                        </p:tav>
                                      </p:tavLst>
                                    </p:anim>
                                    <p:anim calcmode="lin" valueType="num">
                                      <p:cBhvr additive="base">
                                        <p:cTn id="116" dur="500" fill="hold"/>
                                        <p:tgtEl>
                                          <p:spTgt spid="28694"/>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28695"/>
                                        </p:tgtEl>
                                        <p:attrNameLst>
                                          <p:attrName>style.visibility</p:attrName>
                                        </p:attrNameLst>
                                      </p:cBhvr>
                                      <p:to>
                                        <p:strVal val="visible"/>
                                      </p:to>
                                    </p:set>
                                    <p:anim calcmode="lin" valueType="num">
                                      <p:cBhvr additive="base">
                                        <p:cTn id="121" dur="500" fill="hold"/>
                                        <p:tgtEl>
                                          <p:spTgt spid="28695"/>
                                        </p:tgtEl>
                                        <p:attrNameLst>
                                          <p:attrName>ppt_x</p:attrName>
                                        </p:attrNameLst>
                                      </p:cBhvr>
                                      <p:tavLst>
                                        <p:tav tm="0">
                                          <p:val>
                                            <p:strVal val="0-#ppt_w/2"/>
                                          </p:val>
                                        </p:tav>
                                        <p:tav tm="100000">
                                          <p:val>
                                            <p:strVal val="#ppt_x"/>
                                          </p:val>
                                        </p:tav>
                                      </p:tavLst>
                                    </p:anim>
                                    <p:anim calcmode="lin" valueType="num">
                                      <p:cBhvr additive="base">
                                        <p:cTn id="122" dur="500" fill="hold"/>
                                        <p:tgtEl>
                                          <p:spTgt spid="286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P spid="28676" grpId="0" autoUpdateAnimBg="0"/>
      <p:bldP spid="28678" grpId="0" autoUpdateAnimBg="0"/>
      <p:bldP spid="28679" grpId="0" autoUpdateAnimBg="0"/>
      <p:bldP spid="28680" grpId="0" autoUpdateAnimBg="0"/>
      <p:bldP spid="28681" grpId="0" autoUpdateAnimBg="0"/>
      <p:bldP spid="28682" grpId="0" autoUpdateAnimBg="0"/>
      <p:bldP spid="28684" grpId="0" autoUpdateAnimBg="0"/>
      <p:bldP spid="28685" grpId="0" autoUpdateAnimBg="0"/>
      <p:bldP spid="28686" grpId="0" autoUpdateAnimBg="0"/>
      <p:bldP spid="28687" grpId="0" autoUpdateAnimBg="0"/>
      <p:bldP spid="28688" grpId="0" autoUpdateAnimBg="0"/>
      <p:bldP spid="28689" grpId="0" autoUpdateAnimBg="0"/>
      <p:bldP spid="28690" grpId="0" autoUpdateAnimBg="0"/>
      <p:bldP spid="28691" grpId="0" autoUpdateAnimBg="0"/>
      <p:bldP spid="28692" grpId="0" autoUpdateAnimBg="0"/>
      <p:bldP spid="28693" grpId="0" autoUpdateAnimBg="0"/>
      <p:bldP spid="28694" grpId="0" autoUpdateAnimBg="0"/>
      <p:bldP spid="2869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395288" y="549275"/>
            <a:ext cx="8137525" cy="5838825"/>
            <a:chOff x="249" y="346"/>
            <a:chExt cx="5126" cy="3678"/>
          </a:xfrm>
        </p:grpSpPr>
        <p:sp>
          <p:nvSpPr>
            <p:cNvPr id="26642" name="Text Box 3"/>
            <p:cNvSpPr txBox="1">
              <a:spLocks noChangeArrowheads="1"/>
            </p:cNvSpPr>
            <p:nvPr/>
          </p:nvSpPr>
          <p:spPr bwMode="auto">
            <a:xfrm>
              <a:off x="249" y="3793"/>
              <a:ext cx="44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a:solidFill>
                    <a:srgbClr val="000000"/>
                  </a:solidFill>
                  <a:latin typeface="Times New Roman" pitchFamily="18" charset="0"/>
                </a:rPr>
                <a:t>(00) (10) (20) (30) (01) (11) (21) (31) (02) (12) (22 )(32) (03) (13) (23) (33)</a:t>
              </a:r>
              <a:endParaRPr kumimoji="1" lang="en-US" altLang="zh-CN">
                <a:latin typeface="Times New Roman" pitchFamily="18" charset="0"/>
              </a:endParaRPr>
            </a:p>
          </p:txBody>
        </p:sp>
        <p:sp>
          <p:nvSpPr>
            <p:cNvPr id="26643" name="Text Box 4"/>
            <p:cNvSpPr txBox="1">
              <a:spLocks noChangeArrowheads="1"/>
            </p:cNvSpPr>
            <p:nvPr/>
          </p:nvSpPr>
          <p:spPr bwMode="auto">
            <a:xfrm>
              <a:off x="249" y="346"/>
              <a:ext cx="44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a:solidFill>
                    <a:srgbClr val="000000"/>
                  </a:solidFill>
                  <a:latin typeface="Times New Roman" pitchFamily="18" charset="0"/>
                </a:rPr>
                <a:t>(00) (10) (20) (30) (01) (11) (21) (31) (02) (12) (22 )(32) (03) (13) (23) (33)</a:t>
              </a:r>
              <a:endParaRPr kumimoji="1" lang="en-US" altLang="zh-CN">
                <a:latin typeface="Times New Roman" pitchFamily="18" charset="0"/>
              </a:endParaRPr>
            </a:p>
          </p:txBody>
        </p:sp>
        <p:pic>
          <p:nvPicPr>
            <p:cNvPr id="2664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 y="572"/>
              <a:ext cx="5126" cy="3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27" name="Line 6"/>
          <p:cNvSpPr>
            <a:spLocks noChangeShapeType="1"/>
          </p:cNvSpPr>
          <p:nvPr/>
        </p:nvSpPr>
        <p:spPr bwMode="auto">
          <a:xfrm>
            <a:off x="900113" y="333375"/>
            <a:ext cx="0" cy="6335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28" name="Line 7"/>
          <p:cNvSpPr>
            <a:spLocks noChangeShapeType="1"/>
          </p:cNvSpPr>
          <p:nvPr/>
        </p:nvSpPr>
        <p:spPr bwMode="auto">
          <a:xfrm>
            <a:off x="1331913" y="333375"/>
            <a:ext cx="0" cy="6335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29" name="Line 8"/>
          <p:cNvSpPr>
            <a:spLocks noChangeShapeType="1"/>
          </p:cNvSpPr>
          <p:nvPr/>
        </p:nvSpPr>
        <p:spPr bwMode="auto">
          <a:xfrm>
            <a:off x="1763713" y="333375"/>
            <a:ext cx="0" cy="6335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0" name="Line 9"/>
          <p:cNvSpPr>
            <a:spLocks noChangeShapeType="1"/>
          </p:cNvSpPr>
          <p:nvPr/>
        </p:nvSpPr>
        <p:spPr bwMode="auto">
          <a:xfrm>
            <a:off x="2195513" y="333375"/>
            <a:ext cx="0" cy="6335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1" name="Line 10"/>
          <p:cNvSpPr>
            <a:spLocks noChangeShapeType="1"/>
          </p:cNvSpPr>
          <p:nvPr/>
        </p:nvSpPr>
        <p:spPr bwMode="auto">
          <a:xfrm>
            <a:off x="2627313" y="260350"/>
            <a:ext cx="0" cy="6335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2" name="Line 11"/>
          <p:cNvSpPr>
            <a:spLocks noChangeShapeType="1"/>
          </p:cNvSpPr>
          <p:nvPr/>
        </p:nvSpPr>
        <p:spPr bwMode="auto">
          <a:xfrm>
            <a:off x="3059113"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3" name="Line 12"/>
          <p:cNvSpPr>
            <a:spLocks noChangeShapeType="1"/>
          </p:cNvSpPr>
          <p:nvPr/>
        </p:nvSpPr>
        <p:spPr bwMode="auto">
          <a:xfrm>
            <a:off x="3492500"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4" name="Line 13"/>
          <p:cNvSpPr>
            <a:spLocks noChangeShapeType="1"/>
          </p:cNvSpPr>
          <p:nvPr/>
        </p:nvSpPr>
        <p:spPr bwMode="auto">
          <a:xfrm>
            <a:off x="3924300"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5" name="Line 14"/>
          <p:cNvSpPr>
            <a:spLocks noChangeShapeType="1"/>
          </p:cNvSpPr>
          <p:nvPr/>
        </p:nvSpPr>
        <p:spPr bwMode="auto">
          <a:xfrm>
            <a:off x="4356100"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6" name="Line 15"/>
          <p:cNvSpPr>
            <a:spLocks noChangeShapeType="1"/>
          </p:cNvSpPr>
          <p:nvPr/>
        </p:nvSpPr>
        <p:spPr bwMode="auto">
          <a:xfrm>
            <a:off x="4787900"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7" name="Line 16"/>
          <p:cNvSpPr>
            <a:spLocks noChangeShapeType="1"/>
          </p:cNvSpPr>
          <p:nvPr/>
        </p:nvSpPr>
        <p:spPr bwMode="auto">
          <a:xfrm>
            <a:off x="5292725"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8" name="Line 17"/>
          <p:cNvSpPr>
            <a:spLocks noChangeShapeType="1"/>
          </p:cNvSpPr>
          <p:nvPr/>
        </p:nvSpPr>
        <p:spPr bwMode="auto">
          <a:xfrm>
            <a:off x="5724525"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39" name="Line 18"/>
          <p:cNvSpPr>
            <a:spLocks noChangeShapeType="1"/>
          </p:cNvSpPr>
          <p:nvPr/>
        </p:nvSpPr>
        <p:spPr bwMode="auto">
          <a:xfrm>
            <a:off x="6156325"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0" name="Line 19"/>
          <p:cNvSpPr>
            <a:spLocks noChangeShapeType="1"/>
          </p:cNvSpPr>
          <p:nvPr/>
        </p:nvSpPr>
        <p:spPr bwMode="auto">
          <a:xfrm>
            <a:off x="6588125"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1" name="Line 20"/>
          <p:cNvSpPr>
            <a:spLocks noChangeShapeType="1"/>
          </p:cNvSpPr>
          <p:nvPr/>
        </p:nvSpPr>
        <p:spPr bwMode="auto">
          <a:xfrm>
            <a:off x="7019925" y="188913"/>
            <a:ext cx="0" cy="6335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23850" y="836613"/>
            <a:ext cx="8305800" cy="515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However, this approach may be feasible if the total number of mesh points (m+1)(n+1) required is relatively small, but as the matrix A used to represent the complete system will have [(m+1)(n+1)]</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 elements, the storage and computational cost of such a solution will become prohibitive even for relatively modest m and n.</a:t>
            </a:r>
            <a:r>
              <a:rPr kumimoji="1" lang="en-US" altLang="zh-CN" sz="3200" b="1">
                <a:latin typeface="Times New Roman" pitchFamily="18" charset="0"/>
              </a:rPr>
              <a:t> </a:t>
            </a:r>
          </a:p>
        </p:txBody>
      </p:sp>
    </p:spTree>
  </p:cSld>
  <p:clrMapOvr>
    <a:masterClrMapping/>
  </p:clrMapOvr>
  <p:transition>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468313" y="2133600"/>
            <a:ext cx="8351837"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The structure of the system ensures </a:t>
            </a:r>
            <a:r>
              <a:rPr kumimoji="1" lang="en-US" altLang="zh-CN" sz="2800" b="1">
                <a:solidFill>
                  <a:srgbClr val="000080"/>
                </a:solidFill>
                <a:latin typeface="Times New Roman" pitchFamily="18" charset="0"/>
              </a:rPr>
              <a:t>A </a:t>
            </a:r>
            <a:r>
              <a:rPr kumimoji="1" lang="en-US" altLang="zh-CN" sz="2800" b="1">
                <a:solidFill>
                  <a:srgbClr val="000000"/>
                </a:solidFill>
                <a:latin typeface="Times New Roman" pitchFamily="18" charset="0"/>
              </a:rPr>
              <a:t>is relatively sparse, consisting of a tridiagonal core with one nonzero diagonal above and another below this. These nonzero diagonals are offset by either </a:t>
            </a:r>
            <a:r>
              <a:rPr kumimoji="1" lang="en-US" altLang="zh-CN" sz="2800" b="1" i="1">
                <a:solidFill>
                  <a:srgbClr val="000080"/>
                </a:solidFill>
                <a:latin typeface="Times New Roman" pitchFamily="18" charset="0"/>
              </a:rPr>
              <a:t>m </a:t>
            </a:r>
            <a:r>
              <a:rPr kumimoji="1" lang="en-US" altLang="zh-CN" sz="2800" b="1">
                <a:solidFill>
                  <a:srgbClr val="000000"/>
                </a:solidFill>
                <a:latin typeface="Times New Roman" pitchFamily="18" charset="0"/>
              </a:rPr>
              <a:t>or </a:t>
            </a:r>
            <a:r>
              <a:rPr kumimoji="1" lang="en-US" altLang="zh-CN" sz="2800" b="1" i="1">
                <a:solidFill>
                  <a:srgbClr val="000080"/>
                </a:solidFill>
                <a:latin typeface="Times New Roman" pitchFamily="18" charset="0"/>
              </a:rPr>
              <a:t>n </a:t>
            </a:r>
            <a:r>
              <a:rPr kumimoji="1" lang="en-US" altLang="zh-CN" sz="2800" b="1">
                <a:solidFill>
                  <a:srgbClr val="000000"/>
                </a:solidFill>
                <a:latin typeface="Times New Roman" pitchFamily="18" charset="0"/>
              </a:rPr>
              <a:t>from the leading diagonal. </a:t>
            </a:r>
            <a:endParaRPr kumimoji="1" lang="en-US" altLang="zh-CN" sz="2800" b="1">
              <a:latin typeface="Times New Roman" pitchFamily="18" charset="0"/>
            </a:endParaRPr>
          </a:p>
        </p:txBody>
      </p:sp>
      <p:sp>
        <p:nvSpPr>
          <p:cNvPr id="31747" name="Text Box 3"/>
          <p:cNvSpPr txBox="1">
            <a:spLocks noChangeArrowheads="1"/>
          </p:cNvSpPr>
          <p:nvPr/>
        </p:nvSpPr>
        <p:spPr bwMode="auto">
          <a:xfrm>
            <a:off x="7667625" y="836613"/>
            <a:ext cx="1211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solidFill>
                  <a:srgbClr val="000000"/>
                </a:solidFill>
                <a:latin typeface="Times New Roman" pitchFamily="18" charset="0"/>
              </a:rPr>
              <a:t>A</a:t>
            </a:r>
            <a:r>
              <a:rPr kumimoji="1" lang="en-US" altLang="zh-CN" sz="2800">
                <a:solidFill>
                  <a:srgbClr val="008000"/>
                </a:solidFill>
                <a:latin typeface="Symbol" pitchFamily="18" charset="2"/>
              </a:rPr>
              <a:t>j</a:t>
            </a:r>
            <a:r>
              <a:rPr kumimoji="1" lang="en-US" altLang="zh-CN" sz="2800">
                <a:solidFill>
                  <a:srgbClr val="000000"/>
                </a:solidFill>
                <a:latin typeface="Times New Roman" pitchFamily="18" charset="0"/>
              </a:rPr>
              <a:t> = b</a:t>
            </a:r>
            <a:endParaRPr kumimoji="1" lang="en-US" altLang="zh-CN" sz="2400">
              <a:latin typeface="Times New Roman" pitchFamily="18" charset="0"/>
            </a:endParaRPr>
          </a:p>
        </p:txBody>
      </p:sp>
      <p:graphicFrame>
        <p:nvGraphicFramePr>
          <p:cNvPr id="28676" name="Object 4"/>
          <p:cNvGraphicFramePr>
            <a:graphicFrameLocks noChangeAspect="1"/>
          </p:cNvGraphicFramePr>
          <p:nvPr/>
        </p:nvGraphicFramePr>
        <p:xfrm>
          <a:off x="900113" y="620713"/>
          <a:ext cx="6029325" cy="1114425"/>
        </p:xfrm>
        <a:graphic>
          <a:graphicData uri="http://schemas.openxmlformats.org/presentationml/2006/ole">
            <mc:AlternateContent xmlns:mc="http://schemas.openxmlformats.org/markup-compatibility/2006">
              <mc:Choice xmlns:v="urn:schemas-microsoft-com:vml" Requires="v">
                <p:oleObj spid="_x0000_s28705" r:id="rId3" imgW="2971800" imgH="444500" progId="Equation.3">
                  <p:embed/>
                </p:oleObj>
              </mc:Choice>
              <mc:Fallback>
                <p:oleObj r:id="rId3" imgW="29718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620713"/>
                        <a:ext cx="60293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additive="base">
                                        <p:cTn id="7" dur="500" fill="hold"/>
                                        <p:tgtEl>
                                          <p:spTgt spid="31747"/>
                                        </p:tgtEl>
                                        <p:attrNameLst>
                                          <p:attrName>ppt_x</p:attrName>
                                        </p:attrNameLst>
                                      </p:cBhvr>
                                      <p:tavLst>
                                        <p:tav tm="0">
                                          <p:val>
                                            <p:strVal val="0-#ppt_w/2"/>
                                          </p:val>
                                        </p:tav>
                                        <p:tav tm="100000">
                                          <p:val>
                                            <p:strVal val="#ppt_x"/>
                                          </p:val>
                                        </p:tav>
                                      </p:tavLst>
                                    </p:anim>
                                    <p:anim calcmode="lin" valueType="num">
                                      <p:cBhvr additive="base">
                                        <p:cTn id="8" dur="500" fill="hold"/>
                                        <p:tgtEl>
                                          <p:spTgt spid="317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46"/>
                                        </p:tgtEl>
                                        <p:attrNameLst>
                                          <p:attrName>style.visibility</p:attrName>
                                        </p:attrNameLst>
                                      </p:cBhvr>
                                      <p:to>
                                        <p:strVal val="visible"/>
                                      </p:to>
                                    </p:set>
                                    <p:anim calcmode="lin" valueType="num">
                                      <p:cBhvr additive="base">
                                        <p:cTn id="13" dur="500" fill="hold"/>
                                        <p:tgtEl>
                                          <p:spTgt spid="31746"/>
                                        </p:tgtEl>
                                        <p:attrNameLst>
                                          <p:attrName>ppt_x</p:attrName>
                                        </p:attrNameLst>
                                      </p:cBhvr>
                                      <p:tavLst>
                                        <p:tav tm="0">
                                          <p:val>
                                            <p:strVal val="0-#ppt_w/2"/>
                                          </p:val>
                                        </p:tav>
                                        <p:tav tm="100000">
                                          <p:val>
                                            <p:strVal val="#ppt_x"/>
                                          </p:val>
                                        </p:tav>
                                      </p:tavLst>
                                    </p:anim>
                                    <p:anim calcmode="lin" valueType="num">
                                      <p:cBhvr additive="base">
                                        <p:cTn id="14" dur="500" fill="hold"/>
                                        <p:tgtEl>
                                          <p:spTgt spid="317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autoUpdateAnimBg="0"/>
      <p:bldP spid="3174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395288" y="549275"/>
            <a:ext cx="8245475"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Provided pivoting (if required) is conducted in such a way that it does not place any nonzero elements outside this band then solution by Gauss Elimination or LU Decomposition will only produce nonzero elements inside this band, substantially reducing the storage and computational requirements (see section 4.4). Careful choice of the order of the matrix elements (</a:t>
            </a:r>
            <a:r>
              <a:rPr kumimoji="1" lang="en-US" altLang="zh-CN" sz="2800" b="1" i="1">
                <a:solidFill>
                  <a:srgbClr val="000000"/>
                </a:solidFill>
                <a:latin typeface="Times New Roman" pitchFamily="18" charset="0"/>
              </a:rPr>
              <a:t>i.e. </a:t>
            </a:r>
            <a:r>
              <a:rPr kumimoji="1" lang="en-US" altLang="zh-CN" sz="2800" b="1">
                <a:solidFill>
                  <a:srgbClr val="000000"/>
                </a:solidFill>
                <a:latin typeface="Times New Roman" pitchFamily="18" charset="0"/>
              </a:rPr>
              <a:t>by </a:t>
            </a:r>
            <a:r>
              <a:rPr kumimoji="1" lang="en-US" altLang="zh-CN" sz="2800" b="1" i="1">
                <a:solidFill>
                  <a:srgbClr val="000080"/>
                </a:solidFill>
                <a:latin typeface="Times New Roman" pitchFamily="18" charset="0"/>
              </a:rPr>
              <a:t>x </a:t>
            </a:r>
            <a:r>
              <a:rPr kumimoji="1" lang="en-US" altLang="zh-CN" sz="2800" b="1">
                <a:solidFill>
                  <a:srgbClr val="000000"/>
                </a:solidFill>
                <a:latin typeface="Times New Roman" pitchFamily="18" charset="0"/>
              </a:rPr>
              <a:t>or by </a:t>
            </a:r>
            <a:r>
              <a:rPr kumimoji="1" lang="en-US" altLang="zh-CN" sz="2800" b="1" i="1">
                <a:solidFill>
                  <a:srgbClr val="000080"/>
                </a:solidFill>
                <a:latin typeface="Times New Roman" pitchFamily="18" charset="0"/>
              </a:rPr>
              <a:t>y</a:t>
            </a:r>
            <a:r>
              <a:rPr kumimoji="1" lang="en-US" altLang="zh-CN" sz="2800" b="1">
                <a:solidFill>
                  <a:srgbClr val="000000"/>
                </a:solidFill>
                <a:latin typeface="Times New Roman" pitchFamily="18" charset="0"/>
              </a:rPr>
              <a:t>) may help reduce the size of this matrix so that it need contain only </a:t>
            </a:r>
            <a:r>
              <a:rPr kumimoji="1" lang="en-US" altLang="zh-CN" sz="2800" b="1" i="1">
                <a:solidFill>
                  <a:srgbClr val="000080"/>
                </a:solidFill>
                <a:latin typeface="Times New Roman" pitchFamily="18" charset="0"/>
              </a:rPr>
              <a:t>O</a:t>
            </a:r>
            <a:r>
              <a:rPr kumimoji="1" lang="en-US" altLang="zh-CN" sz="2800" b="1">
                <a:solidFill>
                  <a:srgbClr val="000080"/>
                </a:solidFill>
                <a:latin typeface="Times New Roman" pitchFamily="18" charset="0"/>
              </a:rPr>
              <a:t>(</a:t>
            </a:r>
            <a:r>
              <a:rPr kumimoji="1" lang="en-US" altLang="zh-CN" sz="2800" b="1" i="1">
                <a:solidFill>
                  <a:srgbClr val="000080"/>
                </a:solidFill>
                <a:latin typeface="Times New Roman" pitchFamily="18" charset="0"/>
              </a:rPr>
              <a:t>m</a:t>
            </a:r>
            <a:r>
              <a:rPr kumimoji="1" lang="en-US" altLang="zh-CN" sz="2800" b="1" baseline="30000">
                <a:solidFill>
                  <a:srgbClr val="800080"/>
                </a:solidFill>
                <a:latin typeface="Times New Roman" pitchFamily="18" charset="0"/>
              </a:rPr>
              <a:t>3</a:t>
            </a:r>
            <a:r>
              <a:rPr kumimoji="1" lang="en-US" altLang="zh-CN" sz="2800" b="1">
                <a:solidFill>
                  <a:srgbClr val="000080"/>
                </a:solidFill>
                <a:latin typeface="Times New Roman" pitchFamily="18" charset="0"/>
              </a:rPr>
              <a:t>) </a:t>
            </a:r>
            <a:r>
              <a:rPr kumimoji="1" lang="en-US" altLang="zh-CN" sz="2800" b="1">
                <a:solidFill>
                  <a:srgbClr val="000000"/>
                </a:solidFill>
                <a:latin typeface="Times New Roman" pitchFamily="18" charset="0"/>
              </a:rPr>
              <a:t>elements for a square domain.</a:t>
            </a:r>
            <a:endParaRPr kumimoji="1" lang="en-US" altLang="zh-CN" sz="2800" b="1">
              <a:latin typeface="Times New Roman" pitchFamily="18" charset="0"/>
            </a:endParaRPr>
          </a:p>
        </p:txBody>
      </p:sp>
    </p:spTree>
  </p:cSld>
  <p:clrMapOvr>
    <a:masterClrMapping/>
  </p:clrMapOvr>
  <p:transition>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457200" y="914400"/>
            <a:ext cx="7788275"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a:solidFill>
                  <a:srgbClr val="000000"/>
                </a:solidFill>
                <a:latin typeface="Times New Roman" pitchFamily="18" charset="0"/>
              </a:rPr>
              <a:t>Because of the wide spread need to solve Laplace’s and related equations, specialized solvers have been developed for this problem. One of the best of these is Hockney’s method for solving </a:t>
            </a:r>
            <a:r>
              <a:rPr kumimoji="1" lang="en-US" altLang="zh-CN" sz="3200" b="1">
                <a:solidFill>
                  <a:srgbClr val="000080"/>
                </a:solidFill>
                <a:latin typeface="Times New Roman" pitchFamily="18" charset="0"/>
              </a:rPr>
              <a:t>A</a:t>
            </a:r>
            <a:r>
              <a:rPr kumimoji="1" lang="en-US" altLang="zh-CN" sz="3200" b="1">
                <a:solidFill>
                  <a:srgbClr val="008000"/>
                </a:solidFill>
                <a:latin typeface="Symbol" pitchFamily="18" charset="2"/>
              </a:rPr>
              <a:t>j </a:t>
            </a:r>
            <a:r>
              <a:rPr kumimoji="1" lang="en-US" altLang="zh-CN" sz="3200" b="1">
                <a:solidFill>
                  <a:srgbClr val="000080"/>
                </a:solidFill>
                <a:latin typeface="Times New Roman" pitchFamily="18" charset="0"/>
              </a:rPr>
              <a:t>= </a:t>
            </a:r>
            <a:r>
              <a:rPr kumimoji="1" lang="en-US" altLang="zh-CN" sz="3200" b="1" i="1">
                <a:solidFill>
                  <a:srgbClr val="000080"/>
                </a:solidFill>
                <a:latin typeface="Times New Roman" pitchFamily="18" charset="0"/>
              </a:rPr>
              <a:t>b </a:t>
            </a:r>
            <a:r>
              <a:rPr kumimoji="1" lang="en-US" altLang="zh-CN" sz="3200" b="1">
                <a:solidFill>
                  <a:srgbClr val="000000"/>
                </a:solidFill>
                <a:latin typeface="Times New Roman" pitchFamily="18" charset="0"/>
              </a:rPr>
              <a:t>which may be used to reduce a block tridiagonal matrix (and the corresponding right-hand side) of the form</a:t>
            </a:r>
            <a:r>
              <a:rPr kumimoji="1" lang="en-US" altLang="zh-CN" sz="3200" b="1">
                <a:latin typeface="Times New Roman" pitchFamily="18" charset="0"/>
              </a:rPr>
              <a:t> </a:t>
            </a:r>
          </a:p>
        </p:txBody>
      </p:sp>
    </p:spTree>
  </p:cSld>
  <p:clrMapOvr>
    <a:masterClrMapping/>
  </p:clrMapOvr>
  <p:transition>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7"/>
          <p:cNvGrpSpPr>
            <a:grpSpLocks/>
          </p:cNvGrpSpPr>
          <p:nvPr/>
        </p:nvGrpSpPr>
        <p:grpSpPr bwMode="auto">
          <a:xfrm>
            <a:off x="395288" y="549275"/>
            <a:ext cx="8137525" cy="5838825"/>
            <a:chOff x="249" y="346"/>
            <a:chExt cx="5126" cy="3678"/>
          </a:xfrm>
        </p:grpSpPr>
        <p:sp>
          <p:nvSpPr>
            <p:cNvPr id="31760" name="Text Box 4"/>
            <p:cNvSpPr txBox="1">
              <a:spLocks noChangeArrowheads="1"/>
            </p:cNvSpPr>
            <p:nvPr/>
          </p:nvSpPr>
          <p:spPr bwMode="auto">
            <a:xfrm>
              <a:off x="249" y="3793"/>
              <a:ext cx="44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a:solidFill>
                    <a:srgbClr val="000000"/>
                  </a:solidFill>
                  <a:latin typeface="Times New Roman" pitchFamily="18" charset="0"/>
                </a:rPr>
                <a:t>(00) (10) (20) (30) (01) (11) (21) (31) (02) (12) (22 )(32) (03) (13) (23) (33)</a:t>
              </a:r>
              <a:endParaRPr kumimoji="1" lang="en-US" altLang="zh-CN">
                <a:latin typeface="Times New Roman" pitchFamily="18" charset="0"/>
              </a:endParaRPr>
            </a:p>
          </p:txBody>
        </p:sp>
        <p:sp>
          <p:nvSpPr>
            <p:cNvPr id="31761" name="Text Box 5"/>
            <p:cNvSpPr txBox="1">
              <a:spLocks noChangeArrowheads="1"/>
            </p:cNvSpPr>
            <p:nvPr/>
          </p:nvSpPr>
          <p:spPr bwMode="auto">
            <a:xfrm>
              <a:off x="249" y="346"/>
              <a:ext cx="44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a:solidFill>
                    <a:srgbClr val="000000"/>
                  </a:solidFill>
                  <a:latin typeface="Times New Roman" pitchFamily="18" charset="0"/>
                </a:rPr>
                <a:t>(00) (10) (20) (30) (01) (11) (21) (31) (02) (12) (22 )(32) (03) (13) (23) (33)</a:t>
              </a:r>
              <a:endParaRPr kumimoji="1" lang="en-US" altLang="zh-CN">
                <a:latin typeface="Times New Roman" pitchFamily="18" charset="0"/>
              </a:endParaRPr>
            </a:p>
          </p:txBody>
        </p:sp>
        <p:pic>
          <p:nvPicPr>
            <p:cNvPr id="3176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 y="572"/>
              <a:ext cx="5126" cy="3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1747" name="Line 9"/>
          <p:cNvSpPr>
            <a:spLocks noChangeShapeType="1"/>
          </p:cNvSpPr>
          <p:nvPr/>
        </p:nvSpPr>
        <p:spPr bwMode="auto">
          <a:xfrm>
            <a:off x="3924300" y="2060575"/>
            <a:ext cx="0" cy="15128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8" name="Line 10"/>
          <p:cNvSpPr>
            <a:spLocks noChangeShapeType="1"/>
          </p:cNvSpPr>
          <p:nvPr/>
        </p:nvSpPr>
        <p:spPr bwMode="auto">
          <a:xfrm>
            <a:off x="2627313" y="3573463"/>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9" name="Line 11"/>
          <p:cNvSpPr>
            <a:spLocks noChangeShapeType="1"/>
          </p:cNvSpPr>
          <p:nvPr/>
        </p:nvSpPr>
        <p:spPr bwMode="auto">
          <a:xfrm>
            <a:off x="2195513" y="2133600"/>
            <a:ext cx="17287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0" name="Line 12"/>
          <p:cNvSpPr>
            <a:spLocks noChangeShapeType="1"/>
          </p:cNvSpPr>
          <p:nvPr/>
        </p:nvSpPr>
        <p:spPr bwMode="auto">
          <a:xfrm>
            <a:off x="2627313" y="4581525"/>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1" name="Line 13"/>
          <p:cNvSpPr>
            <a:spLocks noChangeShapeType="1"/>
          </p:cNvSpPr>
          <p:nvPr/>
        </p:nvSpPr>
        <p:spPr bwMode="auto">
          <a:xfrm>
            <a:off x="2627313" y="3789363"/>
            <a:ext cx="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2" name="Line 14"/>
          <p:cNvSpPr>
            <a:spLocks noChangeShapeType="1"/>
          </p:cNvSpPr>
          <p:nvPr/>
        </p:nvSpPr>
        <p:spPr bwMode="auto">
          <a:xfrm>
            <a:off x="3563938" y="3716338"/>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Line 15"/>
          <p:cNvSpPr>
            <a:spLocks noChangeShapeType="1"/>
          </p:cNvSpPr>
          <p:nvPr/>
        </p:nvSpPr>
        <p:spPr bwMode="auto">
          <a:xfrm>
            <a:off x="2195513" y="3573463"/>
            <a:ext cx="17287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4" name="Line 16"/>
          <p:cNvSpPr>
            <a:spLocks noChangeShapeType="1"/>
          </p:cNvSpPr>
          <p:nvPr/>
        </p:nvSpPr>
        <p:spPr bwMode="auto">
          <a:xfrm>
            <a:off x="2195513" y="2073275"/>
            <a:ext cx="0" cy="15128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5" name="Line 17"/>
          <p:cNvSpPr>
            <a:spLocks noChangeShapeType="1"/>
          </p:cNvSpPr>
          <p:nvPr/>
        </p:nvSpPr>
        <p:spPr bwMode="auto">
          <a:xfrm>
            <a:off x="4356100" y="3141663"/>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Line 18"/>
          <p:cNvSpPr>
            <a:spLocks noChangeShapeType="1"/>
          </p:cNvSpPr>
          <p:nvPr/>
        </p:nvSpPr>
        <p:spPr bwMode="auto">
          <a:xfrm>
            <a:off x="4356100" y="2349500"/>
            <a:ext cx="0"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Line 19"/>
          <p:cNvSpPr>
            <a:spLocks noChangeShapeType="1"/>
          </p:cNvSpPr>
          <p:nvPr/>
        </p:nvSpPr>
        <p:spPr bwMode="auto">
          <a:xfrm>
            <a:off x="5292725" y="2349500"/>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8" name="Line 23"/>
          <p:cNvSpPr>
            <a:spLocks noChangeShapeType="1"/>
          </p:cNvSpPr>
          <p:nvPr/>
        </p:nvSpPr>
        <p:spPr bwMode="auto">
          <a:xfrm>
            <a:off x="4356100" y="2349500"/>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9" name="Line 24"/>
          <p:cNvSpPr>
            <a:spLocks noChangeShapeType="1"/>
          </p:cNvSpPr>
          <p:nvPr/>
        </p:nvSpPr>
        <p:spPr bwMode="auto">
          <a:xfrm>
            <a:off x="2627313" y="3789363"/>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315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457200" y="914400"/>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latin typeface="Times New Roman" pitchFamily="18" charset="0"/>
              </a:rPr>
              <a:t>into a block diagonal matrix of the form</a:t>
            </a:r>
          </a:p>
        </p:txBody>
      </p:sp>
      <p:pic>
        <p:nvPicPr>
          <p:cNvPr id="337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133600"/>
            <a:ext cx="50292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179388" y="304800"/>
            <a:ext cx="8713787"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where A and B are themselves block tridiagonal matrices and I is an identity matrix. This process may be performed iteratively to reduce an </a:t>
            </a:r>
            <a:r>
              <a:rPr kumimoji="1" lang="en-US" altLang="zh-CN" sz="2800" b="1" i="1">
                <a:solidFill>
                  <a:srgbClr val="000080"/>
                </a:solidFill>
                <a:latin typeface="Times New Roman" pitchFamily="18" charset="0"/>
              </a:rPr>
              <a:t>n </a:t>
            </a:r>
            <a:r>
              <a:rPr kumimoji="1" lang="en-US" altLang="zh-CN" sz="2800" b="1">
                <a:solidFill>
                  <a:srgbClr val="000000"/>
                </a:solidFill>
                <a:latin typeface="Times New Roman" pitchFamily="18" charset="0"/>
              </a:rPr>
              <a:t>dimensional finite difference approximation to Laplace’s equation to a tridiagonal system of equations with </a:t>
            </a:r>
            <a:r>
              <a:rPr kumimoji="1" lang="en-US" altLang="zh-CN" sz="2800" b="1" i="1">
                <a:solidFill>
                  <a:srgbClr val="000080"/>
                </a:solidFill>
                <a:latin typeface="Times New Roman" pitchFamily="18" charset="0"/>
              </a:rPr>
              <a:t>n–</a:t>
            </a:r>
            <a:r>
              <a:rPr kumimoji="1" lang="en-US" altLang="zh-CN" sz="2800" b="1">
                <a:solidFill>
                  <a:srgbClr val="000080"/>
                </a:solidFill>
                <a:latin typeface="Times New Roman" pitchFamily="18" charset="0"/>
              </a:rPr>
              <a:t>1 </a:t>
            </a:r>
            <a:r>
              <a:rPr kumimoji="1" lang="en-US" altLang="zh-CN" sz="2800" b="1">
                <a:solidFill>
                  <a:srgbClr val="000000"/>
                </a:solidFill>
                <a:latin typeface="Times New Roman" pitchFamily="18" charset="0"/>
              </a:rPr>
              <a:t>applications. </a:t>
            </a:r>
            <a:endParaRPr kumimoji="1" lang="en-US" altLang="zh-CN" sz="2800" b="1">
              <a:latin typeface="Times New Roman" pitchFamily="18" charset="0"/>
            </a:endParaRPr>
          </a:p>
        </p:txBody>
      </p:sp>
      <p:sp>
        <p:nvSpPr>
          <p:cNvPr id="37891" name="Text Box 3"/>
          <p:cNvSpPr txBox="1">
            <a:spLocks noChangeArrowheads="1"/>
          </p:cNvSpPr>
          <p:nvPr/>
        </p:nvSpPr>
        <p:spPr bwMode="auto">
          <a:xfrm>
            <a:off x="250825" y="4953000"/>
            <a:ext cx="8642350"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The main drawback of this method is that the boundary conditions must be able to be cast into the block tridiagonal format.</a:t>
            </a:r>
            <a:r>
              <a:rPr kumimoji="1" lang="en-US" altLang="zh-CN" sz="2800" b="1">
                <a:latin typeface="Times New Roman" pitchFamily="18" charset="0"/>
              </a:rPr>
              <a:t> </a:t>
            </a:r>
          </a:p>
        </p:txBody>
      </p:sp>
      <p:sp>
        <p:nvSpPr>
          <p:cNvPr id="34820" name="Text Box 4"/>
          <p:cNvSpPr txBox="1">
            <a:spLocks noChangeArrowheads="1"/>
          </p:cNvSpPr>
          <p:nvPr/>
        </p:nvSpPr>
        <p:spPr bwMode="auto">
          <a:xfrm>
            <a:off x="179388" y="3500438"/>
            <a:ext cx="76962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The computational cost is </a:t>
            </a:r>
            <a:r>
              <a:rPr kumimoji="1" lang="en-US" altLang="zh-CN" sz="2800" b="1" i="1">
                <a:solidFill>
                  <a:srgbClr val="000080"/>
                </a:solidFill>
                <a:latin typeface="Times New Roman" pitchFamily="18" charset="0"/>
              </a:rPr>
              <a:t>O</a:t>
            </a:r>
            <a:r>
              <a:rPr kumimoji="1" lang="en-US" altLang="zh-CN" sz="2800" b="1">
                <a:solidFill>
                  <a:srgbClr val="000080"/>
                </a:solidFill>
                <a:latin typeface="Times New Roman" pitchFamily="18" charset="0"/>
              </a:rPr>
              <a:t>(</a:t>
            </a:r>
            <a:r>
              <a:rPr kumimoji="1" lang="en-US" altLang="zh-CN" sz="2800" b="1" i="1">
                <a:solidFill>
                  <a:srgbClr val="000080"/>
                </a:solidFill>
                <a:latin typeface="Times New Roman" pitchFamily="18" charset="0"/>
              </a:rPr>
              <a:t>p </a:t>
            </a:r>
            <a:r>
              <a:rPr kumimoji="1" lang="en-US" altLang="zh-CN" sz="2800" b="1">
                <a:solidFill>
                  <a:srgbClr val="000080"/>
                </a:solidFill>
                <a:latin typeface="Times New Roman" pitchFamily="18" charset="0"/>
              </a:rPr>
              <a:t>log </a:t>
            </a:r>
            <a:r>
              <a:rPr kumimoji="1" lang="en-US" altLang="zh-CN" sz="2800" b="1" i="1">
                <a:solidFill>
                  <a:srgbClr val="000080"/>
                </a:solidFill>
                <a:latin typeface="Times New Roman" pitchFamily="18" charset="0"/>
              </a:rPr>
              <a:t>p</a:t>
            </a:r>
            <a:r>
              <a:rPr kumimoji="1" lang="en-US" altLang="zh-CN" sz="2800" b="1">
                <a:solidFill>
                  <a:srgbClr val="000080"/>
                </a:solidFill>
                <a:latin typeface="Times New Roman" pitchFamily="18" charset="0"/>
              </a:rPr>
              <a:t>)</a:t>
            </a:r>
            <a:r>
              <a:rPr kumimoji="1" lang="en-US" altLang="zh-CN" sz="2800" b="1">
                <a:solidFill>
                  <a:srgbClr val="000000"/>
                </a:solidFill>
                <a:latin typeface="Times New Roman" pitchFamily="18" charset="0"/>
              </a:rPr>
              <a:t>, where </a:t>
            </a:r>
            <a:r>
              <a:rPr kumimoji="1" lang="en-US" altLang="zh-CN" sz="2800" b="1" i="1">
                <a:solidFill>
                  <a:srgbClr val="000080"/>
                </a:solidFill>
                <a:latin typeface="Times New Roman" pitchFamily="18" charset="0"/>
              </a:rPr>
              <a:t>p </a:t>
            </a:r>
            <a:r>
              <a:rPr kumimoji="1" lang="en-US" altLang="zh-CN" sz="2800" b="1">
                <a:solidFill>
                  <a:srgbClr val="000000"/>
                </a:solidFill>
                <a:latin typeface="Times New Roman" pitchFamily="18" charset="0"/>
              </a:rPr>
              <a:t>is the total number of mesh points. </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 calcmode="lin" valueType="num">
                                      <p:cBhvr additive="base">
                                        <p:cTn id="7" dur="500" fill="hold"/>
                                        <p:tgtEl>
                                          <p:spTgt spid="37891"/>
                                        </p:tgtEl>
                                        <p:attrNameLst>
                                          <p:attrName>ppt_x</p:attrName>
                                        </p:attrNameLst>
                                      </p:cBhvr>
                                      <p:tavLst>
                                        <p:tav tm="0">
                                          <p:val>
                                            <p:strVal val="0-#ppt_w/2"/>
                                          </p:val>
                                        </p:tav>
                                        <p:tav tm="100000">
                                          <p:val>
                                            <p:strVal val="#ppt_x"/>
                                          </p:val>
                                        </p:tav>
                                      </p:tavLst>
                                    </p:anim>
                                    <p:anim calcmode="lin" valueType="num">
                                      <p:cBhvr additive="base">
                                        <p:cTn id="8" dur="500" fill="hold"/>
                                        <p:tgtEl>
                                          <p:spTgt spid="378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619125" y="476250"/>
            <a:ext cx="3890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i="1">
                <a:solidFill>
                  <a:srgbClr val="000000"/>
                </a:solidFill>
                <a:latin typeface="Times New Roman" pitchFamily="18" charset="0"/>
              </a:rPr>
              <a:t>9.1.2 Relaxation</a:t>
            </a:r>
            <a:endParaRPr kumimoji="1" lang="en-US" altLang="zh-CN" sz="3200" b="1">
              <a:latin typeface="Times New Roman" pitchFamily="18" charset="0"/>
            </a:endParaRPr>
          </a:p>
        </p:txBody>
      </p:sp>
      <p:sp>
        <p:nvSpPr>
          <p:cNvPr id="35843" name="Text Box 3"/>
          <p:cNvSpPr txBox="1">
            <a:spLocks noChangeArrowheads="1"/>
          </p:cNvSpPr>
          <p:nvPr/>
        </p:nvSpPr>
        <p:spPr bwMode="auto">
          <a:xfrm>
            <a:off x="250825" y="1412875"/>
            <a:ext cx="8569325" cy="470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An alternative to direct solution of the finite difference equations is an iterative numerical solution. These iterative methods are often referred to as relaxation methods as an initial </a:t>
            </a:r>
            <a:r>
              <a:rPr kumimoji="1" lang="en-US" altLang="zh-CN" sz="2800" b="1" i="1">
                <a:solidFill>
                  <a:srgbClr val="000000"/>
                </a:solidFill>
                <a:latin typeface="Times New Roman" pitchFamily="18" charset="0"/>
              </a:rPr>
              <a:t>guess </a:t>
            </a:r>
            <a:r>
              <a:rPr kumimoji="1" lang="en-US" altLang="zh-CN" sz="2800" b="1">
                <a:solidFill>
                  <a:srgbClr val="000000"/>
                </a:solidFill>
                <a:latin typeface="Times New Roman" pitchFamily="18" charset="0"/>
              </a:rPr>
              <a:t>at the solution is allowed to slowly relax towards the true solution, reducing the errors as it does so. There are a variety of approaches with differing complexity and speed. We shall introduce these methods before looking at the basic mathematics behind them.</a:t>
            </a:r>
            <a:endParaRPr kumimoji="1" lang="en-US" altLang="zh-CN" sz="2800" b="1">
              <a:latin typeface="Times New Roman" pitchFamily="18" charset="0"/>
            </a:endParaRPr>
          </a:p>
        </p:txBody>
      </p:sp>
    </p:spTree>
  </p:cSld>
  <p:clrMapOvr>
    <a:masterClrMapping/>
  </p:clrMapOvr>
  <p:transition>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609600" y="304800"/>
            <a:ext cx="8093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9.1.2.1 Jacobi</a:t>
            </a:r>
            <a:endParaRPr kumimoji="1" lang="en-US" altLang="zh-CN" sz="2800" b="1">
              <a:latin typeface="Times New Roman" pitchFamily="18" charset="0"/>
            </a:endParaRPr>
          </a:p>
        </p:txBody>
      </p:sp>
      <p:sp>
        <p:nvSpPr>
          <p:cNvPr id="36867" name="Text Box 3"/>
          <p:cNvSpPr txBox="1">
            <a:spLocks noChangeArrowheads="1"/>
          </p:cNvSpPr>
          <p:nvPr/>
        </p:nvSpPr>
        <p:spPr bwMode="auto">
          <a:xfrm>
            <a:off x="457200" y="990600"/>
            <a:ext cx="8093075"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The Jacobi Iteration is the simplest approach. For clarity we consider the special case when </a:t>
            </a:r>
            <a:r>
              <a:rPr kumimoji="1" lang="en-US" altLang="zh-CN" sz="2800" b="1">
                <a:solidFill>
                  <a:srgbClr val="008000"/>
                </a:solidFill>
                <a:latin typeface="Symbol" pitchFamily="18" charset="2"/>
              </a:rPr>
              <a:t>D</a:t>
            </a:r>
            <a:r>
              <a:rPr kumimoji="1" lang="en-US" altLang="zh-CN" sz="2800" b="1" i="1">
                <a:solidFill>
                  <a:srgbClr val="000080"/>
                </a:solidFill>
                <a:latin typeface="Times New Roman" pitchFamily="18" charset="0"/>
              </a:rPr>
              <a:t>x = </a:t>
            </a:r>
            <a:r>
              <a:rPr kumimoji="1" lang="en-US" altLang="zh-CN" sz="2800" b="1">
                <a:solidFill>
                  <a:srgbClr val="008000"/>
                </a:solidFill>
                <a:latin typeface="Symbol" pitchFamily="18" charset="2"/>
              </a:rPr>
              <a:t>D</a:t>
            </a:r>
            <a:r>
              <a:rPr kumimoji="1" lang="en-US" altLang="zh-CN" sz="2800" b="1" i="1">
                <a:solidFill>
                  <a:srgbClr val="000080"/>
                </a:solidFill>
                <a:latin typeface="Times New Roman" pitchFamily="18" charset="0"/>
              </a:rPr>
              <a:t>y</a:t>
            </a:r>
            <a:r>
              <a:rPr kumimoji="1" lang="en-US" altLang="zh-CN" sz="2800" b="1">
                <a:solidFill>
                  <a:srgbClr val="000000"/>
                </a:solidFill>
                <a:latin typeface="Times New Roman" pitchFamily="18" charset="0"/>
              </a:rPr>
              <a:t>. To find the solution for a two-dimensional Laplace equation simply:</a:t>
            </a:r>
            <a:endParaRPr kumimoji="1" lang="en-US" altLang="zh-CN" sz="2800" b="1">
              <a:latin typeface="Times New Roman" pitchFamily="18" charset="0"/>
            </a:endParaRPr>
          </a:p>
        </p:txBody>
      </p:sp>
      <p:graphicFrame>
        <p:nvGraphicFramePr>
          <p:cNvPr id="39940" name="Object 4"/>
          <p:cNvGraphicFramePr>
            <a:graphicFrameLocks noChangeAspect="1"/>
          </p:cNvGraphicFramePr>
          <p:nvPr/>
        </p:nvGraphicFramePr>
        <p:xfrm>
          <a:off x="3563938" y="2852738"/>
          <a:ext cx="3875087" cy="1114425"/>
        </p:xfrm>
        <a:graphic>
          <a:graphicData uri="http://schemas.openxmlformats.org/presentationml/2006/ole">
            <mc:AlternateContent xmlns:mc="http://schemas.openxmlformats.org/markup-compatibility/2006">
              <mc:Choice xmlns:v="urn:schemas-microsoft-com:vml" Requires="v">
                <p:oleObj spid="_x0000_s36929" name="Equation" r:id="rId3" imgW="1511300" imgH="444500" progId="Equation.3">
                  <p:embed/>
                </p:oleObj>
              </mc:Choice>
              <mc:Fallback>
                <p:oleObj name="Equation" r:id="rId3" imgW="15113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852738"/>
                        <a:ext cx="3875087"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41" name="Object 5"/>
          <p:cNvGraphicFramePr>
            <a:graphicFrameLocks noChangeAspect="1"/>
          </p:cNvGraphicFramePr>
          <p:nvPr/>
        </p:nvGraphicFramePr>
        <p:xfrm>
          <a:off x="1330325" y="4149725"/>
          <a:ext cx="5472113" cy="962025"/>
        </p:xfrm>
        <a:graphic>
          <a:graphicData uri="http://schemas.openxmlformats.org/presentationml/2006/ole">
            <mc:AlternateContent xmlns:mc="http://schemas.openxmlformats.org/markup-compatibility/2006">
              <mc:Choice xmlns:v="urn:schemas-microsoft-com:vml" Requires="v">
                <p:oleObj spid="_x0000_s36930" r:id="rId5" imgW="2971800" imgH="444500" progId="Equation.3">
                  <p:embed/>
                </p:oleObj>
              </mc:Choice>
              <mc:Fallback>
                <p:oleObj r:id="rId5" imgW="2971800" imgH="444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0325" y="4149725"/>
                        <a:ext cx="5472113"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2" name="Rectangle 6"/>
          <p:cNvSpPr>
            <a:spLocks noChangeArrowheads="1"/>
          </p:cNvSpPr>
          <p:nvPr/>
        </p:nvSpPr>
        <p:spPr bwMode="auto">
          <a:xfrm>
            <a:off x="935038" y="5229225"/>
            <a:ext cx="74533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chemeClr val="accent2"/>
                </a:solidFill>
                <a:latin typeface="Times New Roman" pitchFamily="18" charset="0"/>
              </a:rPr>
              <a:t>-4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ij</a:t>
            </a:r>
            <a:r>
              <a:rPr kumimoji="1" lang="en-US" altLang="zh-CN" sz="3200" b="1">
                <a:solidFill>
                  <a:schemeClr val="accent2"/>
                </a:solidFill>
                <a:latin typeface="Times New Roman" pitchFamily="18" charset="0"/>
              </a:rPr>
              <a:t>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i+1,j</a:t>
            </a:r>
            <a:r>
              <a:rPr kumimoji="1" lang="en-US" altLang="zh-CN" sz="3200" b="1" i="1">
                <a:solidFill>
                  <a:schemeClr val="accent2"/>
                </a:solidFill>
                <a:latin typeface="Times New Roman" pitchFamily="18" charset="0"/>
              </a:rPr>
              <a:t> +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i–1,j</a:t>
            </a:r>
            <a:r>
              <a:rPr kumimoji="1" lang="en-US" altLang="zh-CN" sz="3200" b="1" i="1">
                <a:solidFill>
                  <a:schemeClr val="accent2"/>
                </a:solidFill>
                <a:latin typeface="Times New Roman" pitchFamily="18" charset="0"/>
              </a:rPr>
              <a:t> +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i,j+1</a:t>
            </a:r>
            <a:r>
              <a:rPr kumimoji="1" lang="en-US" altLang="zh-CN" sz="3200" b="1">
                <a:solidFill>
                  <a:schemeClr val="accent2"/>
                </a:solidFill>
                <a:latin typeface="Times New Roman" pitchFamily="18" charset="0"/>
              </a:rPr>
              <a:t> </a:t>
            </a:r>
            <a:r>
              <a:rPr kumimoji="1" lang="en-US" altLang="zh-CN" sz="3200" b="1" i="1">
                <a:solidFill>
                  <a:schemeClr val="accent2"/>
                </a:solidFill>
                <a:latin typeface="Times New Roman" pitchFamily="18" charset="0"/>
              </a:rPr>
              <a:t>+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i,j–1</a:t>
            </a:r>
            <a:r>
              <a:rPr kumimoji="1" lang="en-US" altLang="zh-CN" sz="3200" b="1">
                <a:solidFill>
                  <a:schemeClr val="accent2"/>
                </a:solidFill>
                <a:latin typeface="Symbol" pitchFamily="18" charset="2"/>
              </a:rPr>
              <a:t>=0</a:t>
            </a:r>
          </a:p>
        </p:txBody>
      </p:sp>
      <p:sp>
        <p:nvSpPr>
          <p:cNvPr id="39943" name="Text Box 7"/>
          <p:cNvSpPr txBox="1">
            <a:spLocks noChangeArrowheads="1"/>
          </p:cNvSpPr>
          <p:nvPr/>
        </p:nvSpPr>
        <p:spPr bwMode="auto">
          <a:xfrm>
            <a:off x="1554163" y="6149975"/>
            <a:ext cx="5754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9940"/>
                                        </p:tgtEl>
                                        <p:attrNameLst>
                                          <p:attrName>style.visibility</p:attrName>
                                        </p:attrNameLst>
                                      </p:cBhvr>
                                      <p:to>
                                        <p:strVal val="visible"/>
                                      </p:to>
                                    </p:set>
                                    <p:anim calcmode="lin" valueType="num">
                                      <p:cBhvr additive="base">
                                        <p:cTn id="7" dur="500" fill="hold"/>
                                        <p:tgtEl>
                                          <p:spTgt spid="39940"/>
                                        </p:tgtEl>
                                        <p:attrNameLst>
                                          <p:attrName>ppt_x</p:attrName>
                                        </p:attrNameLst>
                                      </p:cBhvr>
                                      <p:tavLst>
                                        <p:tav tm="0">
                                          <p:val>
                                            <p:strVal val="0-#ppt_w/2"/>
                                          </p:val>
                                        </p:tav>
                                        <p:tav tm="100000">
                                          <p:val>
                                            <p:strVal val="#ppt_x"/>
                                          </p:val>
                                        </p:tav>
                                      </p:tavLst>
                                    </p:anim>
                                    <p:anim calcmode="lin" valueType="num">
                                      <p:cBhvr additive="base">
                                        <p:cTn id="8" dur="500" fill="hold"/>
                                        <p:tgtEl>
                                          <p:spTgt spid="3994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9941"/>
                                        </p:tgtEl>
                                        <p:attrNameLst>
                                          <p:attrName>style.visibility</p:attrName>
                                        </p:attrNameLst>
                                      </p:cBhvr>
                                      <p:to>
                                        <p:strVal val="visible"/>
                                      </p:to>
                                    </p:set>
                                    <p:anim calcmode="lin" valueType="num">
                                      <p:cBhvr additive="base">
                                        <p:cTn id="13" dur="500" fill="hold"/>
                                        <p:tgtEl>
                                          <p:spTgt spid="39941"/>
                                        </p:tgtEl>
                                        <p:attrNameLst>
                                          <p:attrName>ppt_x</p:attrName>
                                        </p:attrNameLst>
                                      </p:cBhvr>
                                      <p:tavLst>
                                        <p:tav tm="0">
                                          <p:val>
                                            <p:strVal val="0-#ppt_w/2"/>
                                          </p:val>
                                        </p:tav>
                                        <p:tav tm="100000">
                                          <p:val>
                                            <p:strVal val="#ppt_x"/>
                                          </p:val>
                                        </p:tav>
                                      </p:tavLst>
                                    </p:anim>
                                    <p:anim calcmode="lin" valueType="num">
                                      <p:cBhvr additive="base">
                                        <p:cTn id="14" dur="500" fill="hold"/>
                                        <p:tgtEl>
                                          <p:spTgt spid="3994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942"/>
                                        </p:tgtEl>
                                        <p:attrNameLst>
                                          <p:attrName>style.visibility</p:attrName>
                                        </p:attrNameLst>
                                      </p:cBhvr>
                                      <p:to>
                                        <p:strVal val="visible"/>
                                      </p:to>
                                    </p:set>
                                    <p:anim calcmode="lin" valueType="num">
                                      <p:cBhvr additive="base">
                                        <p:cTn id="19" dur="500" fill="hold"/>
                                        <p:tgtEl>
                                          <p:spTgt spid="39942"/>
                                        </p:tgtEl>
                                        <p:attrNameLst>
                                          <p:attrName>ppt_x</p:attrName>
                                        </p:attrNameLst>
                                      </p:cBhvr>
                                      <p:tavLst>
                                        <p:tav tm="0">
                                          <p:val>
                                            <p:strVal val="0-#ppt_w/2"/>
                                          </p:val>
                                        </p:tav>
                                        <p:tav tm="100000">
                                          <p:val>
                                            <p:strVal val="#ppt_x"/>
                                          </p:val>
                                        </p:tav>
                                      </p:tavLst>
                                    </p:anim>
                                    <p:anim calcmode="lin" valueType="num">
                                      <p:cBhvr additive="base">
                                        <p:cTn id="20" dur="500" fill="hold"/>
                                        <p:tgtEl>
                                          <p:spTgt spid="3994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39943"/>
                                        </p:tgtEl>
                                        <p:attrNameLst>
                                          <p:attrName>style.visibility</p:attrName>
                                        </p:attrNameLst>
                                      </p:cBhvr>
                                      <p:to>
                                        <p:strVal val="visible"/>
                                      </p:to>
                                    </p:set>
                                    <p:anim calcmode="lin" valueType="num">
                                      <p:cBhvr additive="base">
                                        <p:cTn id="24" dur="500" fill="hold"/>
                                        <p:tgtEl>
                                          <p:spTgt spid="39943"/>
                                        </p:tgtEl>
                                        <p:attrNameLst>
                                          <p:attrName>ppt_x</p:attrName>
                                        </p:attrNameLst>
                                      </p:cBhvr>
                                      <p:tavLst>
                                        <p:tav tm="0">
                                          <p:val>
                                            <p:strVal val="0-#ppt_w/2"/>
                                          </p:val>
                                        </p:tav>
                                        <p:tav tm="100000">
                                          <p:val>
                                            <p:strVal val="#ppt_x"/>
                                          </p:val>
                                        </p:tav>
                                      </p:tavLst>
                                    </p:anim>
                                    <p:anim calcmode="lin" valueType="num">
                                      <p:cBhvr additive="base">
                                        <p:cTn id="25" dur="500" fill="hold"/>
                                        <p:tgtEl>
                                          <p:spTgt spid="399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autoUpdateAnimBg="0"/>
      <p:bldP spid="3994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184150" y="457200"/>
            <a:ext cx="55657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 Initialise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a:solidFill>
                  <a:srgbClr val="000000"/>
                </a:solidFill>
                <a:latin typeface="Times New Roman" pitchFamily="18" charset="0"/>
              </a:rPr>
              <a:t>to some initial </a:t>
            </a:r>
            <a:r>
              <a:rPr kumimoji="1" lang="en-US" altLang="zh-CN" sz="2800" b="1" i="1">
                <a:solidFill>
                  <a:srgbClr val="000000"/>
                </a:solidFill>
                <a:latin typeface="Times New Roman" pitchFamily="18" charset="0"/>
              </a:rPr>
              <a:t>guess</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
        <p:nvSpPr>
          <p:cNvPr id="40963" name="Text Box 3"/>
          <p:cNvSpPr txBox="1">
            <a:spLocks noChangeArrowheads="1"/>
          </p:cNvSpPr>
          <p:nvPr/>
        </p:nvSpPr>
        <p:spPr bwMode="auto">
          <a:xfrm>
            <a:off x="184150" y="1143000"/>
            <a:ext cx="5346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2. Apply the boundary conditions.</a:t>
            </a:r>
            <a:endParaRPr kumimoji="1" lang="en-US" altLang="zh-CN" sz="2800" b="1">
              <a:latin typeface="Times New Roman" pitchFamily="18" charset="0"/>
            </a:endParaRPr>
          </a:p>
        </p:txBody>
      </p:sp>
      <p:sp>
        <p:nvSpPr>
          <p:cNvPr id="40964" name="Text Box 4"/>
          <p:cNvSpPr txBox="1">
            <a:spLocks noChangeArrowheads="1"/>
          </p:cNvSpPr>
          <p:nvPr/>
        </p:nvSpPr>
        <p:spPr bwMode="auto">
          <a:xfrm>
            <a:off x="107950" y="1828800"/>
            <a:ext cx="5429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 For each internal mesh point set</a:t>
            </a:r>
            <a:endParaRPr kumimoji="1" lang="en-US" altLang="zh-CN" sz="2800" b="1">
              <a:latin typeface="Times New Roman" pitchFamily="18" charset="0"/>
            </a:endParaRPr>
          </a:p>
        </p:txBody>
      </p:sp>
      <p:sp>
        <p:nvSpPr>
          <p:cNvPr id="40965" name="Text Box 5"/>
          <p:cNvSpPr txBox="1">
            <a:spLocks noChangeArrowheads="1"/>
          </p:cNvSpPr>
          <p:nvPr/>
        </p:nvSpPr>
        <p:spPr bwMode="auto">
          <a:xfrm>
            <a:off x="381000" y="4114800"/>
            <a:ext cx="5754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
        <p:nvSpPr>
          <p:cNvPr id="40966" name="Text Box 6"/>
          <p:cNvSpPr txBox="1">
            <a:spLocks noChangeArrowheads="1"/>
          </p:cNvSpPr>
          <p:nvPr/>
        </p:nvSpPr>
        <p:spPr bwMode="auto">
          <a:xfrm>
            <a:off x="107950" y="5099050"/>
            <a:ext cx="7405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4. Replace old solution </a:t>
            </a:r>
            <a:r>
              <a:rPr kumimoji="1" lang="en-US" altLang="zh-CN" sz="2800" b="1">
                <a:solidFill>
                  <a:srgbClr val="008000"/>
                </a:solidFill>
                <a:latin typeface="Symbol" pitchFamily="18" charset="2"/>
              </a:rPr>
              <a:t>F </a:t>
            </a:r>
            <a:r>
              <a:rPr kumimoji="1" lang="en-US" altLang="zh-CN" sz="2800" b="1">
                <a:solidFill>
                  <a:srgbClr val="000000"/>
                </a:solidFill>
                <a:latin typeface="Times New Roman" pitchFamily="18" charset="0"/>
              </a:rPr>
              <a:t>with new estimate </a:t>
            </a:r>
            <a:r>
              <a:rPr kumimoji="1" lang="en-US" altLang="zh-CN" sz="2800" b="1">
                <a:solidFill>
                  <a:srgbClr val="008000"/>
                </a:solidFill>
                <a:latin typeface="Symbol" pitchFamily="18" charset="2"/>
              </a:rPr>
              <a:t>F</a:t>
            </a:r>
            <a:r>
              <a:rPr kumimoji="1" lang="en-US" altLang="zh-CN" sz="2800" b="1" i="1">
                <a:solidFill>
                  <a:srgbClr val="000080"/>
                </a:solidFill>
                <a:latin typeface="Times New Roman" pitchFamily="18" charset="0"/>
              </a:rPr>
              <a:t>*</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
        <p:nvSpPr>
          <p:cNvPr id="40967" name="Text Box 7"/>
          <p:cNvSpPr txBox="1">
            <a:spLocks noChangeArrowheads="1"/>
          </p:cNvSpPr>
          <p:nvPr/>
        </p:nvSpPr>
        <p:spPr bwMode="auto">
          <a:xfrm>
            <a:off x="107950" y="5867400"/>
            <a:ext cx="9024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5. If solution does not satisfy tolerance, repeat from step 2.</a:t>
            </a:r>
            <a:endParaRPr kumimoji="1" lang="en-US" altLang="zh-CN" sz="2800" b="1">
              <a:latin typeface="Times New Roman" pitchFamily="18" charset="0"/>
            </a:endParaRPr>
          </a:p>
        </p:txBody>
      </p:sp>
      <p:sp>
        <p:nvSpPr>
          <p:cNvPr id="40968" name="Rectangle 8"/>
          <p:cNvSpPr>
            <a:spLocks noChangeArrowheads="1"/>
          </p:cNvSpPr>
          <p:nvPr/>
        </p:nvSpPr>
        <p:spPr bwMode="auto">
          <a:xfrm>
            <a:off x="468313" y="2997200"/>
            <a:ext cx="586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chemeClr val="accent2"/>
                </a:solidFill>
                <a:latin typeface="Times New Roman" pitchFamily="18" charset="0"/>
              </a:rPr>
              <a:t>-4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ij</a:t>
            </a:r>
            <a:r>
              <a:rPr kumimoji="1" lang="en-US" altLang="zh-CN" sz="2800" b="1">
                <a:solidFill>
                  <a:schemeClr val="accent2"/>
                </a:solidFill>
                <a:latin typeface="Times New Roman" pitchFamily="18" charset="0"/>
              </a:rPr>
              <a:t>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i+1,j</a:t>
            </a:r>
            <a:r>
              <a:rPr kumimoji="1" lang="en-US" altLang="zh-CN" sz="2800" b="1" i="1">
                <a:solidFill>
                  <a:schemeClr val="accent2"/>
                </a:solidFill>
                <a:latin typeface="Times New Roman" pitchFamily="18" charset="0"/>
              </a:rPr>
              <a:t> +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i–1,j</a:t>
            </a:r>
            <a:r>
              <a:rPr kumimoji="1" lang="en-US" altLang="zh-CN" sz="2800" b="1" i="1">
                <a:solidFill>
                  <a:schemeClr val="accent2"/>
                </a:solidFill>
                <a:latin typeface="Times New Roman" pitchFamily="18" charset="0"/>
              </a:rPr>
              <a:t> +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i,j+1</a:t>
            </a:r>
            <a:r>
              <a:rPr kumimoji="1" lang="en-US" altLang="zh-CN" sz="2800" b="1">
                <a:solidFill>
                  <a:schemeClr val="accent2"/>
                </a:solidFill>
                <a:latin typeface="Times New Roman" pitchFamily="18" charset="0"/>
              </a:rPr>
              <a:t> </a:t>
            </a:r>
            <a:r>
              <a:rPr kumimoji="1" lang="en-US" altLang="zh-CN" sz="2800" b="1" i="1">
                <a:solidFill>
                  <a:schemeClr val="accent2"/>
                </a:solidFill>
                <a:latin typeface="Times New Roman" pitchFamily="18" charset="0"/>
              </a:rPr>
              <a:t>+ </a:t>
            </a:r>
            <a:r>
              <a:rPr kumimoji="1" lang="en-US" altLang="zh-CN" sz="2800" b="1">
                <a:solidFill>
                  <a:schemeClr val="accent2"/>
                </a:solidFill>
                <a:latin typeface="Symbol" pitchFamily="18" charset="2"/>
              </a:rPr>
              <a:t>F</a:t>
            </a:r>
            <a:r>
              <a:rPr kumimoji="1" lang="en-US" altLang="zh-CN" sz="2800" b="1" i="1" baseline="-30000">
                <a:solidFill>
                  <a:schemeClr val="accent2"/>
                </a:solidFill>
                <a:latin typeface="Times New Roman" pitchFamily="18" charset="0"/>
              </a:rPr>
              <a:t>i,j–1</a:t>
            </a:r>
            <a:r>
              <a:rPr kumimoji="1" lang="en-US" altLang="zh-CN" sz="2800" b="1">
                <a:solidFill>
                  <a:schemeClr val="accent2"/>
                </a:solidFill>
                <a:latin typeface="Symbol" pitchFamily="18" charset="2"/>
              </a:rPr>
              <a:t>=0</a:t>
            </a:r>
          </a:p>
        </p:txBody>
      </p:sp>
      <p:pic>
        <p:nvPicPr>
          <p:cNvPr id="3789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3775" y="549275"/>
            <a:ext cx="281940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 calcmode="lin" valueType="num">
                                      <p:cBhvr additive="base">
                                        <p:cTn id="7" dur="500" fill="hold"/>
                                        <p:tgtEl>
                                          <p:spTgt spid="40963"/>
                                        </p:tgtEl>
                                        <p:attrNameLst>
                                          <p:attrName>ppt_x</p:attrName>
                                        </p:attrNameLst>
                                      </p:cBhvr>
                                      <p:tavLst>
                                        <p:tav tm="0">
                                          <p:val>
                                            <p:strVal val="0-#ppt_w/2"/>
                                          </p:val>
                                        </p:tav>
                                        <p:tav tm="100000">
                                          <p:val>
                                            <p:strVal val="#ppt_x"/>
                                          </p:val>
                                        </p:tav>
                                      </p:tavLst>
                                    </p:anim>
                                    <p:anim calcmode="lin" valueType="num">
                                      <p:cBhvr additive="base">
                                        <p:cTn id="8" dur="500" fill="hold"/>
                                        <p:tgtEl>
                                          <p:spTgt spid="409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4"/>
                                        </p:tgtEl>
                                        <p:attrNameLst>
                                          <p:attrName>style.visibility</p:attrName>
                                        </p:attrNameLst>
                                      </p:cBhvr>
                                      <p:to>
                                        <p:strVal val="visible"/>
                                      </p:to>
                                    </p:set>
                                    <p:anim calcmode="lin" valueType="num">
                                      <p:cBhvr additive="base">
                                        <p:cTn id="13" dur="500" fill="hold"/>
                                        <p:tgtEl>
                                          <p:spTgt spid="40964"/>
                                        </p:tgtEl>
                                        <p:attrNameLst>
                                          <p:attrName>ppt_x</p:attrName>
                                        </p:attrNameLst>
                                      </p:cBhvr>
                                      <p:tavLst>
                                        <p:tav tm="0">
                                          <p:val>
                                            <p:strVal val="0-#ppt_w/2"/>
                                          </p:val>
                                        </p:tav>
                                        <p:tav tm="100000">
                                          <p:val>
                                            <p:strVal val="#ppt_x"/>
                                          </p:val>
                                        </p:tav>
                                      </p:tavLst>
                                    </p:anim>
                                    <p:anim calcmode="lin" valueType="num">
                                      <p:cBhvr additive="base">
                                        <p:cTn id="14" dur="500" fill="hold"/>
                                        <p:tgtEl>
                                          <p:spTgt spid="4096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68"/>
                                        </p:tgtEl>
                                        <p:attrNameLst>
                                          <p:attrName>style.visibility</p:attrName>
                                        </p:attrNameLst>
                                      </p:cBhvr>
                                      <p:to>
                                        <p:strVal val="visible"/>
                                      </p:to>
                                    </p:set>
                                    <p:anim calcmode="lin" valueType="num">
                                      <p:cBhvr additive="base">
                                        <p:cTn id="19" dur="500" fill="hold"/>
                                        <p:tgtEl>
                                          <p:spTgt spid="40968"/>
                                        </p:tgtEl>
                                        <p:attrNameLst>
                                          <p:attrName>ppt_x</p:attrName>
                                        </p:attrNameLst>
                                      </p:cBhvr>
                                      <p:tavLst>
                                        <p:tav tm="0">
                                          <p:val>
                                            <p:strVal val="0-#ppt_w/2"/>
                                          </p:val>
                                        </p:tav>
                                        <p:tav tm="100000">
                                          <p:val>
                                            <p:strVal val="#ppt_x"/>
                                          </p:val>
                                        </p:tav>
                                      </p:tavLst>
                                    </p:anim>
                                    <p:anim calcmode="lin" valueType="num">
                                      <p:cBhvr additive="base">
                                        <p:cTn id="20" dur="500" fill="hold"/>
                                        <p:tgtEl>
                                          <p:spTgt spid="40968"/>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40965"/>
                                        </p:tgtEl>
                                        <p:attrNameLst>
                                          <p:attrName>style.visibility</p:attrName>
                                        </p:attrNameLst>
                                      </p:cBhvr>
                                      <p:to>
                                        <p:strVal val="visible"/>
                                      </p:to>
                                    </p:set>
                                    <p:anim calcmode="lin" valueType="num">
                                      <p:cBhvr additive="base">
                                        <p:cTn id="24" dur="500" fill="hold"/>
                                        <p:tgtEl>
                                          <p:spTgt spid="40965"/>
                                        </p:tgtEl>
                                        <p:attrNameLst>
                                          <p:attrName>ppt_x</p:attrName>
                                        </p:attrNameLst>
                                      </p:cBhvr>
                                      <p:tavLst>
                                        <p:tav tm="0">
                                          <p:val>
                                            <p:strVal val="0-#ppt_w/2"/>
                                          </p:val>
                                        </p:tav>
                                        <p:tav tm="100000">
                                          <p:val>
                                            <p:strVal val="#ppt_x"/>
                                          </p:val>
                                        </p:tav>
                                      </p:tavLst>
                                    </p:anim>
                                    <p:anim calcmode="lin" valueType="num">
                                      <p:cBhvr additive="base">
                                        <p:cTn id="25" dur="500" fill="hold"/>
                                        <p:tgtEl>
                                          <p:spTgt spid="40965"/>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0966"/>
                                        </p:tgtEl>
                                        <p:attrNameLst>
                                          <p:attrName>style.visibility</p:attrName>
                                        </p:attrNameLst>
                                      </p:cBhvr>
                                      <p:to>
                                        <p:strVal val="visible"/>
                                      </p:to>
                                    </p:set>
                                    <p:anim calcmode="lin" valueType="num">
                                      <p:cBhvr additive="base">
                                        <p:cTn id="30" dur="500" fill="hold"/>
                                        <p:tgtEl>
                                          <p:spTgt spid="40966"/>
                                        </p:tgtEl>
                                        <p:attrNameLst>
                                          <p:attrName>ppt_x</p:attrName>
                                        </p:attrNameLst>
                                      </p:cBhvr>
                                      <p:tavLst>
                                        <p:tav tm="0">
                                          <p:val>
                                            <p:strVal val="0-#ppt_w/2"/>
                                          </p:val>
                                        </p:tav>
                                        <p:tav tm="100000">
                                          <p:val>
                                            <p:strVal val="#ppt_x"/>
                                          </p:val>
                                        </p:tav>
                                      </p:tavLst>
                                    </p:anim>
                                    <p:anim calcmode="lin" valueType="num">
                                      <p:cBhvr additive="base">
                                        <p:cTn id="31" dur="500" fill="hold"/>
                                        <p:tgtEl>
                                          <p:spTgt spid="40966"/>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40967"/>
                                        </p:tgtEl>
                                        <p:attrNameLst>
                                          <p:attrName>style.visibility</p:attrName>
                                        </p:attrNameLst>
                                      </p:cBhvr>
                                      <p:to>
                                        <p:strVal val="visible"/>
                                      </p:to>
                                    </p:set>
                                    <p:anim calcmode="lin" valueType="num">
                                      <p:cBhvr additive="base">
                                        <p:cTn id="36" dur="500" fill="hold"/>
                                        <p:tgtEl>
                                          <p:spTgt spid="40967"/>
                                        </p:tgtEl>
                                        <p:attrNameLst>
                                          <p:attrName>ppt_x</p:attrName>
                                        </p:attrNameLst>
                                      </p:cBhvr>
                                      <p:tavLst>
                                        <p:tav tm="0">
                                          <p:val>
                                            <p:strVal val="0-#ppt_w/2"/>
                                          </p:val>
                                        </p:tav>
                                        <p:tav tm="100000">
                                          <p:val>
                                            <p:strVal val="#ppt_x"/>
                                          </p:val>
                                        </p:tav>
                                      </p:tavLst>
                                    </p:anim>
                                    <p:anim calcmode="lin" valueType="num">
                                      <p:cBhvr additive="base">
                                        <p:cTn id="37" dur="500" fill="hold"/>
                                        <p:tgtEl>
                                          <p:spTgt spid="409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autoUpdateAnimBg="0"/>
      <p:bldP spid="40964" grpId="0" autoUpdateAnimBg="0"/>
      <p:bldP spid="40965" grpId="0" autoUpdateAnimBg="0"/>
      <p:bldP spid="40966" grpId="0" autoUpdateAnimBg="0"/>
      <p:bldP spid="40967" grpId="0" autoUpdateAnimBg="0"/>
      <p:bldP spid="4096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395288" y="188913"/>
            <a:ext cx="842486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An example of this algorithm is given in the table below where </a:t>
            </a:r>
            <a:r>
              <a:rPr kumimoji="1" lang="en-US" altLang="zh-CN" sz="2800" b="1">
                <a:solidFill>
                  <a:srgbClr val="008000"/>
                </a:solidFill>
                <a:latin typeface="Symbol" pitchFamily="18" charset="2"/>
              </a:rPr>
              <a:t>j </a:t>
            </a:r>
            <a:r>
              <a:rPr kumimoji="1" lang="en-US" altLang="zh-CN" sz="2800" b="1">
                <a:solidFill>
                  <a:srgbClr val="000080"/>
                </a:solidFill>
                <a:latin typeface="Times New Roman" pitchFamily="18" charset="0"/>
              </a:rPr>
              <a:t>= 0 </a:t>
            </a:r>
            <a:r>
              <a:rPr kumimoji="1" lang="en-US" altLang="zh-CN" sz="2800" b="1">
                <a:solidFill>
                  <a:srgbClr val="000000"/>
                </a:solidFill>
                <a:latin typeface="Times New Roman" pitchFamily="18" charset="0"/>
              </a:rPr>
              <a:t>on the boundaries and the initial guess is </a:t>
            </a:r>
            <a:r>
              <a:rPr kumimoji="1" lang="en-US" altLang="zh-CN" sz="2800" b="1">
                <a:solidFill>
                  <a:srgbClr val="008000"/>
                </a:solidFill>
                <a:latin typeface="Symbol" pitchFamily="18" charset="2"/>
              </a:rPr>
              <a:t>j </a:t>
            </a:r>
            <a:r>
              <a:rPr kumimoji="1" lang="en-US" altLang="zh-CN" sz="2800" b="1">
                <a:solidFill>
                  <a:srgbClr val="000080"/>
                </a:solidFill>
                <a:latin typeface="Times New Roman" pitchFamily="18" charset="0"/>
              </a:rPr>
              <a:t>= 1 </a:t>
            </a:r>
            <a:r>
              <a:rPr kumimoji="1" lang="en-US" altLang="zh-CN" sz="2800" b="1">
                <a:solidFill>
                  <a:srgbClr val="000000"/>
                </a:solidFill>
                <a:latin typeface="Times New Roman" pitchFamily="18" charset="0"/>
              </a:rPr>
              <a:t>in the interior (clearly the answer is </a:t>
            </a:r>
            <a:r>
              <a:rPr kumimoji="1" lang="en-US" altLang="zh-CN" sz="2800" b="1">
                <a:solidFill>
                  <a:srgbClr val="008000"/>
                </a:solidFill>
                <a:latin typeface="Symbol" pitchFamily="18" charset="2"/>
              </a:rPr>
              <a:t>j </a:t>
            </a:r>
            <a:r>
              <a:rPr kumimoji="1" lang="en-US" altLang="zh-CN" sz="2800" b="1">
                <a:solidFill>
                  <a:srgbClr val="000080"/>
                </a:solidFill>
                <a:latin typeface="Times New Roman" pitchFamily="18" charset="0"/>
              </a:rPr>
              <a:t>= 0 </a:t>
            </a:r>
            <a:r>
              <a:rPr kumimoji="1" lang="en-US" altLang="zh-CN" sz="2800" b="1">
                <a:solidFill>
                  <a:srgbClr val="000000"/>
                </a:solidFill>
                <a:latin typeface="Times New Roman" pitchFamily="18" charset="0"/>
              </a:rPr>
              <a:t>everywhere). </a:t>
            </a:r>
            <a:endParaRPr kumimoji="1" lang="en-US" altLang="zh-CN" sz="2800" b="1">
              <a:latin typeface="Times New Roman" pitchFamily="18" charset="0"/>
            </a:endParaRPr>
          </a:p>
        </p:txBody>
      </p:sp>
      <p:sp>
        <p:nvSpPr>
          <p:cNvPr id="41987" name="Text Box 3"/>
          <p:cNvSpPr txBox="1">
            <a:spLocks noChangeArrowheads="1"/>
          </p:cNvSpPr>
          <p:nvPr/>
        </p:nvSpPr>
        <p:spPr bwMode="auto">
          <a:xfrm>
            <a:off x="457200" y="6245225"/>
            <a:ext cx="803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a:solidFill>
                  <a:srgbClr val="000000"/>
                </a:solidFill>
                <a:latin typeface="Times New Roman" pitchFamily="18" charset="0"/>
              </a:rPr>
              <a:t>(00)(10)(20)(30) (40)(01)(11)(21)(31) (41)(02)(12)(22)(32) (42)(03)(13)(23)(33) (43)</a:t>
            </a:r>
          </a:p>
        </p:txBody>
      </p:sp>
      <p:sp>
        <p:nvSpPr>
          <p:cNvPr id="38916" name="Text Box 4"/>
          <p:cNvSpPr txBox="1">
            <a:spLocks noChangeArrowheads="1"/>
          </p:cNvSpPr>
          <p:nvPr/>
        </p:nvSpPr>
        <p:spPr bwMode="auto">
          <a:xfrm>
            <a:off x="2127250" y="55626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i=0,j=0</a:t>
            </a:r>
          </a:p>
        </p:txBody>
      </p:sp>
      <p:sp>
        <p:nvSpPr>
          <p:cNvPr id="38917" name="Text Box 5"/>
          <p:cNvSpPr txBox="1">
            <a:spLocks noChangeArrowheads="1"/>
          </p:cNvSpPr>
          <p:nvPr/>
        </p:nvSpPr>
        <p:spPr bwMode="auto">
          <a:xfrm>
            <a:off x="6705600" y="56388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i=4,j=0</a:t>
            </a:r>
          </a:p>
        </p:txBody>
      </p:sp>
      <p:sp>
        <p:nvSpPr>
          <p:cNvPr id="38918" name="Text Box 6"/>
          <p:cNvSpPr txBox="1">
            <a:spLocks noChangeArrowheads="1"/>
          </p:cNvSpPr>
          <p:nvPr/>
        </p:nvSpPr>
        <p:spPr bwMode="auto">
          <a:xfrm>
            <a:off x="2057400" y="28194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i=0,j=4</a:t>
            </a:r>
          </a:p>
        </p:txBody>
      </p:sp>
      <p:sp>
        <p:nvSpPr>
          <p:cNvPr id="38919" name="Text Box 7"/>
          <p:cNvSpPr txBox="1">
            <a:spLocks noChangeArrowheads="1"/>
          </p:cNvSpPr>
          <p:nvPr/>
        </p:nvSpPr>
        <p:spPr bwMode="auto">
          <a:xfrm>
            <a:off x="6781800" y="2971800"/>
            <a:ext cx="1096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i=4,j=4</a:t>
            </a:r>
          </a:p>
        </p:txBody>
      </p:sp>
      <p:pic>
        <p:nvPicPr>
          <p:cNvPr id="3892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895600"/>
            <a:ext cx="3074988"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anim calcmode="lin" valueType="num">
                                      <p:cBhvr additive="base">
                                        <p:cTn id="7" dur="500" fill="hold"/>
                                        <p:tgtEl>
                                          <p:spTgt spid="41987"/>
                                        </p:tgtEl>
                                        <p:attrNameLst>
                                          <p:attrName>ppt_x</p:attrName>
                                        </p:attrNameLst>
                                      </p:cBhvr>
                                      <p:tavLst>
                                        <p:tav tm="0">
                                          <p:val>
                                            <p:strVal val="0-#ppt_w/2"/>
                                          </p:val>
                                        </p:tav>
                                        <p:tav tm="100000">
                                          <p:val>
                                            <p:strVal val="#ppt_x"/>
                                          </p:val>
                                        </p:tav>
                                      </p:tavLst>
                                    </p:anim>
                                    <p:anim calcmode="lin" valueType="num">
                                      <p:cBhvr additive="base">
                                        <p:cTn id="8" dur="500" fill="hold"/>
                                        <p:tgtEl>
                                          <p:spTgt spid="41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2"/>
          <p:cNvGrpSpPr>
            <a:grpSpLocks/>
          </p:cNvGrpSpPr>
          <p:nvPr/>
        </p:nvGrpSpPr>
        <p:grpSpPr bwMode="auto">
          <a:xfrm>
            <a:off x="1371600" y="990600"/>
            <a:ext cx="4495800" cy="3970338"/>
            <a:chOff x="-3" y="-3"/>
            <a:chExt cx="2066" cy="2501"/>
          </a:xfrm>
        </p:grpSpPr>
        <p:grpSp>
          <p:nvGrpSpPr>
            <p:cNvPr id="39940" name="Group 3"/>
            <p:cNvGrpSpPr>
              <a:grpSpLocks/>
            </p:cNvGrpSpPr>
            <p:nvPr/>
          </p:nvGrpSpPr>
          <p:grpSpPr bwMode="auto">
            <a:xfrm>
              <a:off x="0" y="0"/>
              <a:ext cx="2060" cy="2495"/>
              <a:chOff x="0" y="0"/>
              <a:chExt cx="2060" cy="2495"/>
            </a:xfrm>
          </p:grpSpPr>
          <p:grpSp>
            <p:nvGrpSpPr>
              <p:cNvPr id="39942" name="Group 4"/>
              <p:cNvGrpSpPr>
                <a:grpSpLocks/>
              </p:cNvGrpSpPr>
              <p:nvPr/>
            </p:nvGrpSpPr>
            <p:grpSpPr bwMode="auto">
              <a:xfrm>
                <a:off x="0" y="0"/>
                <a:ext cx="412" cy="499"/>
                <a:chOff x="0" y="0"/>
                <a:chExt cx="412" cy="499"/>
              </a:xfrm>
            </p:grpSpPr>
            <p:sp>
              <p:nvSpPr>
                <p:cNvPr id="40015" name="Rectangle 5"/>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16" name="Rectangle 6"/>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3" name="Group 7"/>
              <p:cNvGrpSpPr>
                <a:grpSpLocks/>
              </p:cNvGrpSpPr>
              <p:nvPr/>
            </p:nvGrpSpPr>
            <p:grpSpPr bwMode="auto">
              <a:xfrm>
                <a:off x="412" y="0"/>
                <a:ext cx="412" cy="499"/>
                <a:chOff x="412" y="0"/>
                <a:chExt cx="412" cy="499"/>
              </a:xfrm>
            </p:grpSpPr>
            <p:sp>
              <p:nvSpPr>
                <p:cNvPr id="40013" name="Rectangle 8"/>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14" name="Rectangle 9"/>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4" name="Group 10"/>
              <p:cNvGrpSpPr>
                <a:grpSpLocks/>
              </p:cNvGrpSpPr>
              <p:nvPr/>
            </p:nvGrpSpPr>
            <p:grpSpPr bwMode="auto">
              <a:xfrm>
                <a:off x="824" y="0"/>
                <a:ext cx="412" cy="499"/>
                <a:chOff x="824" y="0"/>
                <a:chExt cx="412" cy="499"/>
              </a:xfrm>
            </p:grpSpPr>
            <p:sp>
              <p:nvSpPr>
                <p:cNvPr id="40011" name="Rectangle 11"/>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12" name="Rectangle 12"/>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5" name="Group 13"/>
              <p:cNvGrpSpPr>
                <a:grpSpLocks/>
              </p:cNvGrpSpPr>
              <p:nvPr/>
            </p:nvGrpSpPr>
            <p:grpSpPr bwMode="auto">
              <a:xfrm>
                <a:off x="1236" y="0"/>
                <a:ext cx="412" cy="499"/>
                <a:chOff x="1236" y="0"/>
                <a:chExt cx="412" cy="499"/>
              </a:xfrm>
            </p:grpSpPr>
            <p:sp>
              <p:nvSpPr>
                <p:cNvPr id="40009" name="Rectangle 14"/>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10" name="Rectangle 15"/>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6" name="Group 16"/>
              <p:cNvGrpSpPr>
                <a:grpSpLocks/>
              </p:cNvGrpSpPr>
              <p:nvPr/>
            </p:nvGrpSpPr>
            <p:grpSpPr bwMode="auto">
              <a:xfrm>
                <a:off x="1648" y="0"/>
                <a:ext cx="412" cy="499"/>
                <a:chOff x="1648" y="0"/>
                <a:chExt cx="412" cy="499"/>
              </a:xfrm>
            </p:grpSpPr>
            <p:sp>
              <p:nvSpPr>
                <p:cNvPr id="40007" name="Rectangle 17"/>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08" name="Rectangle 18"/>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7" name="Group 19"/>
              <p:cNvGrpSpPr>
                <a:grpSpLocks/>
              </p:cNvGrpSpPr>
              <p:nvPr/>
            </p:nvGrpSpPr>
            <p:grpSpPr bwMode="auto">
              <a:xfrm>
                <a:off x="0" y="499"/>
                <a:ext cx="412" cy="499"/>
                <a:chOff x="0" y="499"/>
                <a:chExt cx="412" cy="499"/>
              </a:xfrm>
            </p:grpSpPr>
            <p:sp>
              <p:nvSpPr>
                <p:cNvPr id="40005" name="Rectangle 20"/>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06" name="Rectangle 21"/>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8" name="Group 22"/>
              <p:cNvGrpSpPr>
                <a:grpSpLocks/>
              </p:cNvGrpSpPr>
              <p:nvPr/>
            </p:nvGrpSpPr>
            <p:grpSpPr bwMode="auto">
              <a:xfrm>
                <a:off x="412" y="499"/>
                <a:ext cx="412" cy="499"/>
                <a:chOff x="412" y="499"/>
                <a:chExt cx="412" cy="499"/>
              </a:xfrm>
            </p:grpSpPr>
            <p:sp>
              <p:nvSpPr>
                <p:cNvPr id="40003" name="Rectangle 23"/>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40004" name="Rectangle 24"/>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49" name="Group 25"/>
              <p:cNvGrpSpPr>
                <a:grpSpLocks/>
              </p:cNvGrpSpPr>
              <p:nvPr/>
            </p:nvGrpSpPr>
            <p:grpSpPr bwMode="auto">
              <a:xfrm>
                <a:off x="824" y="499"/>
                <a:ext cx="412" cy="499"/>
                <a:chOff x="824" y="499"/>
                <a:chExt cx="412" cy="499"/>
              </a:xfrm>
            </p:grpSpPr>
            <p:sp>
              <p:nvSpPr>
                <p:cNvPr id="40001" name="Rectangle 26"/>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02" name="Rectangle 27"/>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0" name="Group 28"/>
              <p:cNvGrpSpPr>
                <a:grpSpLocks/>
              </p:cNvGrpSpPr>
              <p:nvPr/>
            </p:nvGrpSpPr>
            <p:grpSpPr bwMode="auto">
              <a:xfrm>
                <a:off x="1236" y="499"/>
                <a:ext cx="412" cy="499"/>
                <a:chOff x="1236" y="499"/>
                <a:chExt cx="412" cy="499"/>
              </a:xfrm>
            </p:grpSpPr>
            <p:sp>
              <p:nvSpPr>
                <p:cNvPr id="39999" name="Rectangle 29"/>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000" name="Rectangle 30"/>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1" name="Group 31"/>
              <p:cNvGrpSpPr>
                <a:grpSpLocks/>
              </p:cNvGrpSpPr>
              <p:nvPr/>
            </p:nvGrpSpPr>
            <p:grpSpPr bwMode="auto">
              <a:xfrm>
                <a:off x="1648" y="499"/>
                <a:ext cx="412" cy="499"/>
                <a:chOff x="1648" y="499"/>
                <a:chExt cx="412" cy="499"/>
              </a:xfrm>
            </p:grpSpPr>
            <p:sp>
              <p:nvSpPr>
                <p:cNvPr id="39997" name="Rectangle 32"/>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98" name="Rectangle 33"/>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2" name="Group 34"/>
              <p:cNvGrpSpPr>
                <a:grpSpLocks/>
              </p:cNvGrpSpPr>
              <p:nvPr/>
            </p:nvGrpSpPr>
            <p:grpSpPr bwMode="auto">
              <a:xfrm>
                <a:off x="0" y="998"/>
                <a:ext cx="412" cy="499"/>
                <a:chOff x="0" y="998"/>
                <a:chExt cx="412" cy="499"/>
              </a:xfrm>
            </p:grpSpPr>
            <p:sp>
              <p:nvSpPr>
                <p:cNvPr id="39995" name="Rectangle 35"/>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96" name="Rectangle 36"/>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3" name="Group 37"/>
              <p:cNvGrpSpPr>
                <a:grpSpLocks/>
              </p:cNvGrpSpPr>
              <p:nvPr/>
            </p:nvGrpSpPr>
            <p:grpSpPr bwMode="auto">
              <a:xfrm>
                <a:off x="412" y="998"/>
                <a:ext cx="412" cy="499"/>
                <a:chOff x="412" y="998"/>
                <a:chExt cx="412" cy="499"/>
              </a:xfrm>
            </p:grpSpPr>
            <p:sp>
              <p:nvSpPr>
                <p:cNvPr id="39993" name="Rectangle 38"/>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94" name="Rectangle 39"/>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4" name="Group 40"/>
              <p:cNvGrpSpPr>
                <a:grpSpLocks/>
              </p:cNvGrpSpPr>
              <p:nvPr/>
            </p:nvGrpSpPr>
            <p:grpSpPr bwMode="auto">
              <a:xfrm>
                <a:off x="824" y="998"/>
                <a:ext cx="412" cy="499"/>
                <a:chOff x="824" y="998"/>
                <a:chExt cx="412" cy="499"/>
              </a:xfrm>
            </p:grpSpPr>
            <p:sp>
              <p:nvSpPr>
                <p:cNvPr id="39991" name="Rectangle 41"/>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92" name="Rectangle 42"/>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5" name="Group 43"/>
              <p:cNvGrpSpPr>
                <a:grpSpLocks/>
              </p:cNvGrpSpPr>
              <p:nvPr/>
            </p:nvGrpSpPr>
            <p:grpSpPr bwMode="auto">
              <a:xfrm>
                <a:off x="1236" y="998"/>
                <a:ext cx="412" cy="499"/>
                <a:chOff x="1236" y="998"/>
                <a:chExt cx="412" cy="499"/>
              </a:xfrm>
            </p:grpSpPr>
            <p:sp>
              <p:nvSpPr>
                <p:cNvPr id="39989" name="Rectangle 44"/>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90" name="Rectangle 45"/>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6" name="Group 46"/>
              <p:cNvGrpSpPr>
                <a:grpSpLocks/>
              </p:cNvGrpSpPr>
              <p:nvPr/>
            </p:nvGrpSpPr>
            <p:grpSpPr bwMode="auto">
              <a:xfrm>
                <a:off x="1648" y="998"/>
                <a:ext cx="412" cy="499"/>
                <a:chOff x="1648" y="998"/>
                <a:chExt cx="412" cy="499"/>
              </a:xfrm>
            </p:grpSpPr>
            <p:sp>
              <p:nvSpPr>
                <p:cNvPr id="39987" name="Rectangle 47"/>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88" name="Rectangle 48"/>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7" name="Group 49"/>
              <p:cNvGrpSpPr>
                <a:grpSpLocks/>
              </p:cNvGrpSpPr>
              <p:nvPr/>
            </p:nvGrpSpPr>
            <p:grpSpPr bwMode="auto">
              <a:xfrm>
                <a:off x="0" y="1497"/>
                <a:ext cx="412" cy="499"/>
                <a:chOff x="0" y="1497"/>
                <a:chExt cx="412" cy="499"/>
              </a:xfrm>
            </p:grpSpPr>
            <p:sp>
              <p:nvSpPr>
                <p:cNvPr id="39985" name="Rectangle 50"/>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86" name="Rectangle 51"/>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8" name="Group 52"/>
              <p:cNvGrpSpPr>
                <a:grpSpLocks/>
              </p:cNvGrpSpPr>
              <p:nvPr/>
            </p:nvGrpSpPr>
            <p:grpSpPr bwMode="auto">
              <a:xfrm>
                <a:off x="412" y="1497"/>
                <a:ext cx="412" cy="499"/>
                <a:chOff x="412" y="1497"/>
                <a:chExt cx="412" cy="499"/>
              </a:xfrm>
            </p:grpSpPr>
            <p:sp>
              <p:nvSpPr>
                <p:cNvPr id="39983" name="Rectangle 53"/>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84" name="Rectangle 54"/>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59" name="Group 55"/>
              <p:cNvGrpSpPr>
                <a:grpSpLocks/>
              </p:cNvGrpSpPr>
              <p:nvPr/>
            </p:nvGrpSpPr>
            <p:grpSpPr bwMode="auto">
              <a:xfrm>
                <a:off x="824" y="1497"/>
                <a:ext cx="412" cy="499"/>
                <a:chOff x="824" y="1497"/>
                <a:chExt cx="412" cy="499"/>
              </a:xfrm>
            </p:grpSpPr>
            <p:sp>
              <p:nvSpPr>
                <p:cNvPr id="39981" name="Rectangle 56"/>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82" name="Rectangle 57"/>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0" name="Group 58"/>
              <p:cNvGrpSpPr>
                <a:grpSpLocks/>
              </p:cNvGrpSpPr>
              <p:nvPr/>
            </p:nvGrpSpPr>
            <p:grpSpPr bwMode="auto">
              <a:xfrm>
                <a:off x="1236" y="1497"/>
                <a:ext cx="412" cy="499"/>
                <a:chOff x="1236" y="1497"/>
                <a:chExt cx="412" cy="499"/>
              </a:xfrm>
            </p:grpSpPr>
            <p:sp>
              <p:nvSpPr>
                <p:cNvPr id="39979" name="Rectangle 59"/>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80" name="Rectangle 60"/>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1" name="Group 61"/>
              <p:cNvGrpSpPr>
                <a:grpSpLocks/>
              </p:cNvGrpSpPr>
              <p:nvPr/>
            </p:nvGrpSpPr>
            <p:grpSpPr bwMode="auto">
              <a:xfrm>
                <a:off x="1648" y="1497"/>
                <a:ext cx="412" cy="499"/>
                <a:chOff x="1648" y="1497"/>
                <a:chExt cx="412" cy="499"/>
              </a:xfrm>
            </p:grpSpPr>
            <p:sp>
              <p:nvSpPr>
                <p:cNvPr id="39977" name="Rectangle 62"/>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78" name="Rectangle 63"/>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2" name="Group 64"/>
              <p:cNvGrpSpPr>
                <a:grpSpLocks/>
              </p:cNvGrpSpPr>
              <p:nvPr/>
            </p:nvGrpSpPr>
            <p:grpSpPr bwMode="auto">
              <a:xfrm>
                <a:off x="0" y="1996"/>
                <a:ext cx="412" cy="499"/>
                <a:chOff x="0" y="1996"/>
                <a:chExt cx="412" cy="499"/>
              </a:xfrm>
            </p:grpSpPr>
            <p:sp>
              <p:nvSpPr>
                <p:cNvPr id="39975" name="Rectangle 65"/>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76" name="Rectangle 66"/>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3" name="Group 67"/>
              <p:cNvGrpSpPr>
                <a:grpSpLocks/>
              </p:cNvGrpSpPr>
              <p:nvPr/>
            </p:nvGrpSpPr>
            <p:grpSpPr bwMode="auto">
              <a:xfrm>
                <a:off x="412" y="1996"/>
                <a:ext cx="412" cy="499"/>
                <a:chOff x="412" y="1996"/>
                <a:chExt cx="412" cy="499"/>
              </a:xfrm>
            </p:grpSpPr>
            <p:sp>
              <p:nvSpPr>
                <p:cNvPr id="39973" name="Rectangle 68"/>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74" name="Rectangle 69"/>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4" name="Group 70"/>
              <p:cNvGrpSpPr>
                <a:grpSpLocks/>
              </p:cNvGrpSpPr>
              <p:nvPr/>
            </p:nvGrpSpPr>
            <p:grpSpPr bwMode="auto">
              <a:xfrm>
                <a:off x="824" y="1996"/>
                <a:ext cx="412" cy="499"/>
                <a:chOff x="824" y="1996"/>
                <a:chExt cx="412" cy="499"/>
              </a:xfrm>
            </p:grpSpPr>
            <p:sp>
              <p:nvSpPr>
                <p:cNvPr id="39971" name="Rectangle 71"/>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72" name="Rectangle 72"/>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5" name="Group 73"/>
              <p:cNvGrpSpPr>
                <a:grpSpLocks/>
              </p:cNvGrpSpPr>
              <p:nvPr/>
            </p:nvGrpSpPr>
            <p:grpSpPr bwMode="auto">
              <a:xfrm>
                <a:off x="1236" y="1996"/>
                <a:ext cx="412" cy="499"/>
                <a:chOff x="1236" y="1996"/>
                <a:chExt cx="412" cy="499"/>
              </a:xfrm>
            </p:grpSpPr>
            <p:sp>
              <p:nvSpPr>
                <p:cNvPr id="39969" name="Rectangle 74"/>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70" name="Rectangle 75"/>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39966" name="Group 76"/>
              <p:cNvGrpSpPr>
                <a:grpSpLocks/>
              </p:cNvGrpSpPr>
              <p:nvPr/>
            </p:nvGrpSpPr>
            <p:grpSpPr bwMode="auto">
              <a:xfrm>
                <a:off x="1648" y="1996"/>
                <a:ext cx="412" cy="499"/>
                <a:chOff x="1648" y="1996"/>
                <a:chExt cx="412" cy="499"/>
              </a:xfrm>
            </p:grpSpPr>
            <p:sp>
              <p:nvSpPr>
                <p:cNvPr id="39967" name="Rectangle 77"/>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39968" name="Rectangle 78"/>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39941" name="Rectangle 79"/>
            <p:cNvSpPr>
              <a:spLocks noChangeArrowheads="1"/>
            </p:cNvSpPr>
            <p:nvPr/>
          </p:nvSpPr>
          <p:spPr bwMode="auto">
            <a:xfrm>
              <a:off x="-3" y="-3"/>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43088" name="Text Box 80"/>
          <p:cNvSpPr txBox="1">
            <a:spLocks noChangeArrowheads="1"/>
          </p:cNvSpPr>
          <p:nvPr/>
        </p:nvSpPr>
        <p:spPr bwMode="auto">
          <a:xfrm>
            <a:off x="1447800" y="5410200"/>
            <a:ext cx="5754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88"/>
                                        </p:tgtEl>
                                        <p:attrNameLst>
                                          <p:attrName>style.visibility</p:attrName>
                                        </p:attrNameLst>
                                      </p:cBhvr>
                                      <p:to>
                                        <p:strVal val="visible"/>
                                      </p:to>
                                    </p:set>
                                    <p:anim calcmode="lin" valueType="num">
                                      <p:cBhvr additive="base">
                                        <p:cTn id="7" dur="500" fill="hold"/>
                                        <p:tgtEl>
                                          <p:spTgt spid="43088"/>
                                        </p:tgtEl>
                                        <p:attrNameLst>
                                          <p:attrName>ppt_x</p:attrName>
                                        </p:attrNameLst>
                                      </p:cBhvr>
                                      <p:tavLst>
                                        <p:tav tm="0">
                                          <p:val>
                                            <p:strVal val="0-#ppt_w/2"/>
                                          </p:val>
                                        </p:tav>
                                        <p:tav tm="100000">
                                          <p:val>
                                            <p:strVal val="#ppt_x"/>
                                          </p:val>
                                        </p:tav>
                                      </p:tavLst>
                                    </p:anim>
                                    <p:anim calcmode="lin" valueType="num">
                                      <p:cBhvr additive="base">
                                        <p:cTn id="8" dur="500" fill="hold"/>
                                        <p:tgtEl>
                                          <p:spTgt spid="430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8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2743200" y="304800"/>
            <a:ext cx="3279775" cy="2819400"/>
            <a:chOff x="-3" y="-3"/>
            <a:chExt cx="2066" cy="2501"/>
          </a:xfrm>
        </p:grpSpPr>
        <p:grpSp>
          <p:nvGrpSpPr>
            <p:cNvPr id="41042" name="Group 3"/>
            <p:cNvGrpSpPr>
              <a:grpSpLocks/>
            </p:cNvGrpSpPr>
            <p:nvPr/>
          </p:nvGrpSpPr>
          <p:grpSpPr bwMode="auto">
            <a:xfrm>
              <a:off x="0" y="0"/>
              <a:ext cx="2060" cy="2495"/>
              <a:chOff x="0" y="0"/>
              <a:chExt cx="2060" cy="2495"/>
            </a:xfrm>
          </p:grpSpPr>
          <p:grpSp>
            <p:nvGrpSpPr>
              <p:cNvPr id="41044" name="Group 4"/>
              <p:cNvGrpSpPr>
                <a:grpSpLocks/>
              </p:cNvGrpSpPr>
              <p:nvPr/>
            </p:nvGrpSpPr>
            <p:grpSpPr bwMode="auto">
              <a:xfrm>
                <a:off x="0" y="0"/>
                <a:ext cx="412" cy="499"/>
                <a:chOff x="0" y="0"/>
                <a:chExt cx="412" cy="499"/>
              </a:xfrm>
            </p:grpSpPr>
            <p:sp>
              <p:nvSpPr>
                <p:cNvPr id="41117" name="Rectangle 5"/>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18" name="Rectangle 6"/>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45" name="Group 7"/>
              <p:cNvGrpSpPr>
                <a:grpSpLocks/>
              </p:cNvGrpSpPr>
              <p:nvPr/>
            </p:nvGrpSpPr>
            <p:grpSpPr bwMode="auto">
              <a:xfrm>
                <a:off x="412" y="0"/>
                <a:ext cx="412" cy="499"/>
                <a:chOff x="412" y="0"/>
                <a:chExt cx="412" cy="499"/>
              </a:xfrm>
            </p:grpSpPr>
            <p:sp>
              <p:nvSpPr>
                <p:cNvPr id="41115" name="Rectangle 8"/>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16" name="Rectangle 9"/>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46" name="Group 10"/>
              <p:cNvGrpSpPr>
                <a:grpSpLocks/>
              </p:cNvGrpSpPr>
              <p:nvPr/>
            </p:nvGrpSpPr>
            <p:grpSpPr bwMode="auto">
              <a:xfrm>
                <a:off x="824" y="0"/>
                <a:ext cx="412" cy="499"/>
                <a:chOff x="824" y="0"/>
                <a:chExt cx="412" cy="499"/>
              </a:xfrm>
            </p:grpSpPr>
            <p:sp>
              <p:nvSpPr>
                <p:cNvPr id="41113" name="Rectangle 11"/>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14" name="Rectangle 12"/>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47" name="Group 13"/>
              <p:cNvGrpSpPr>
                <a:grpSpLocks/>
              </p:cNvGrpSpPr>
              <p:nvPr/>
            </p:nvGrpSpPr>
            <p:grpSpPr bwMode="auto">
              <a:xfrm>
                <a:off x="1236" y="0"/>
                <a:ext cx="412" cy="499"/>
                <a:chOff x="1236" y="0"/>
                <a:chExt cx="412" cy="499"/>
              </a:xfrm>
            </p:grpSpPr>
            <p:sp>
              <p:nvSpPr>
                <p:cNvPr id="41111" name="Rectangle 14"/>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12" name="Rectangle 15"/>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48" name="Group 16"/>
              <p:cNvGrpSpPr>
                <a:grpSpLocks/>
              </p:cNvGrpSpPr>
              <p:nvPr/>
            </p:nvGrpSpPr>
            <p:grpSpPr bwMode="auto">
              <a:xfrm>
                <a:off x="1648" y="0"/>
                <a:ext cx="412" cy="499"/>
                <a:chOff x="1648" y="0"/>
                <a:chExt cx="412" cy="499"/>
              </a:xfrm>
            </p:grpSpPr>
            <p:sp>
              <p:nvSpPr>
                <p:cNvPr id="41109" name="Rectangle 17"/>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10" name="Rectangle 18"/>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49" name="Group 19"/>
              <p:cNvGrpSpPr>
                <a:grpSpLocks/>
              </p:cNvGrpSpPr>
              <p:nvPr/>
            </p:nvGrpSpPr>
            <p:grpSpPr bwMode="auto">
              <a:xfrm>
                <a:off x="0" y="499"/>
                <a:ext cx="412" cy="499"/>
                <a:chOff x="0" y="499"/>
                <a:chExt cx="412" cy="499"/>
              </a:xfrm>
            </p:grpSpPr>
            <p:sp>
              <p:nvSpPr>
                <p:cNvPr id="41107" name="Rectangle 20"/>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08" name="Rectangle 21"/>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0" name="Group 22"/>
              <p:cNvGrpSpPr>
                <a:grpSpLocks/>
              </p:cNvGrpSpPr>
              <p:nvPr/>
            </p:nvGrpSpPr>
            <p:grpSpPr bwMode="auto">
              <a:xfrm>
                <a:off x="412" y="499"/>
                <a:ext cx="412" cy="499"/>
                <a:chOff x="412" y="499"/>
                <a:chExt cx="412" cy="499"/>
              </a:xfrm>
            </p:grpSpPr>
            <p:sp>
              <p:nvSpPr>
                <p:cNvPr id="41105" name="Rectangle 23"/>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41106" name="Rectangle 24"/>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1" name="Group 25"/>
              <p:cNvGrpSpPr>
                <a:grpSpLocks/>
              </p:cNvGrpSpPr>
              <p:nvPr/>
            </p:nvGrpSpPr>
            <p:grpSpPr bwMode="auto">
              <a:xfrm>
                <a:off x="824" y="499"/>
                <a:ext cx="412" cy="499"/>
                <a:chOff x="824" y="499"/>
                <a:chExt cx="412" cy="499"/>
              </a:xfrm>
            </p:grpSpPr>
            <p:sp>
              <p:nvSpPr>
                <p:cNvPr id="41103" name="Rectangle 26"/>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04" name="Rectangle 27"/>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2" name="Group 28"/>
              <p:cNvGrpSpPr>
                <a:grpSpLocks/>
              </p:cNvGrpSpPr>
              <p:nvPr/>
            </p:nvGrpSpPr>
            <p:grpSpPr bwMode="auto">
              <a:xfrm>
                <a:off x="1236" y="499"/>
                <a:ext cx="412" cy="499"/>
                <a:chOff x="1236" y="499"/>
                <a:chExt cx="412" cy="499"/>
              </a:xfrm>
            </p:grpSpPr>
            <p:sp>
              <p:nvSpPr>
                <p:cNvPr id="41101" name="Rectangle 29"/>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02" name="Rectangle 30"/>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3" name="Group 31"/>
              <p:cNvGrpSpPr>
                <a:grpSpLocks/>
              </p:cNvGrpSpPr>
              <p:nvPr/>
            </p:nvGrpSpPr>
            <p:grpSpPr bwMode="auto">
              <a:xfrm>
                <a:off x="1648" y="499"/>
                <a:ext cx="412" cy="499"/>
                <a:chOff x="1648" y="499"/>
                <a:chExt cx="412" cy="499"/>
              </a:xfrm>
            </p:grpSpPr>
            <p:sp>
              <p:nvSpPr>
                <p:cNvPr id="41099" name="Rectangle 32"/>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100" name="Rectangle 33"/>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4" name="Group 34"/>
              <p:cNvGrpSpPr>
                <a:grpSpLocks/>
              </p:cNvGrpSpPr>
              <p:nvPr/>
            </p:nvGrpSpPr>
            <p:grpSpPr bwMode="auto">
              <a:xfrm>
                <a:off x="0" y="998"/>
                <a:ext cx="412" cy="499"/>
                <a:chOff x="0" y="998"/>
                <a:chExt cx="412" cy="499"/>
              </a:xfrm>
            </p:grpSpPr>
            <p:sp>
              <p:nvSpPr>
                <p:cNvPr id="41097" name="Rectangle 35"/>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98" name="Rectangle 36"/>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5" name="Group 37"/>
              <p:cNvGrpSpPr>
                <a:grpSpLocks/>
              </p:cNvGrpSpPr>
              <p:nvPr/>
            </p:nvGrpSpPr>
            <p:grpSpPr bwMode="auto">
              <a:xfrm>
                <a:off x="412" y="998"/>
                <a:ext cx="412" cy="499"/>
                <a:chOff x="412" y="998"/>
                <a:chExt cx="412" cy="499"/>
              </a:xfrm>
            </p:grpSpPr>
            <p:sp>
              <p:nvSpPr>
                <p:cNvPr id="41095" name="Rectangle 38"/>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96" name="Rectangle 39"/>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6" name="Group 40"/>
              <p:cNvGrpSpPr>
                <a:grpSpLocks/>
              </p:cNvGrpSpPr>
              <p:nvPr/>
            </p:nvGrpSpPr>
            <p:grpSpPr bwMode="auto">
              <a:xfrm>
                <a:off x="824" y="998"/>
                <a:ext cx="412" cy="499"/>
                <a:chOff x="824" y="998"/>
                <a:chExt cx="412" cy="499"/>
              </a:xfrm>
            </p:grpSpPr>
            <p:sp>
              <p:nvSpPr>
                <p:cNvPr id="41093" name="Rectangle 41"/>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94" name="Rectangle 42"/>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7" name="Group 43"/>
              <p:cNvGrpSpPr>
                <a:grpSpLocks/>
              </p:cNvGrpSpPr>
              <p:nvPr/>
            </p:nvGrpSpPr>
            <p:grpSpPr bwMode="auto">
              <a:xfrm>
                <a:off x="1236" y="998"/>
                <a:ext cx="412" cy="499"/>
                <a:chOff x="1236" y="998"/>
                <a:chExt cx="412" cy="499"/>
              </a:xfrm>
            </p:grpSpPr>
            <p:sp>
              <p:nvSpPr>
                <p:cNvPr id="41091" name="Rectangle 44"/>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92" name="Rectangle 45"/>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8" name="Group 46"/>
              <p:cNvGrpSpPr>
                <a:grpSpLocks/>
              </p:cNvGrpSpPr>
              <p:nvPr/>
            </p:nvGrpSpPr>
            <p:grpSpPr bwMode="auto">
              <a:xfrm>
                <a:off x="1648" y="998"/>
                <a:ext cx="412" cy="499"/>
                <a:chOff x="1648" y="998"/>
                <a:chExt cx="412" cy="499"/>
              </a:xfrm>
            </p:grpSpPr>
            <p:sp>
              <p:nvSpPr>
                <p:cNvPr id="41089" name="Rectangle 47"/>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90" name="Rectangle 48"/>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59" name="Group 49"/>
              <p:cNvGrpSpPr>
                <a:grpSpLocks/>
              </p:cNvGrpSpPr>
              <p:nvPr/>
            </p:nvGrpSpPr>
            <p:grpSpPr bwMode="auto">
              <a:xfrm>
                <a:off x="0" y="1497"/>
                <a:ext cx="412" cy="499"/>
                <a:chOff x="0" y="1497"/>
                <a:chExt cx="412" cy="499"/>
              </a:xfrm>
            </p:grpSpPr>
            <p:sp>
              <p:nvSpPr>
                <p:cNvPr id="41087" name="Rectangle 50"/>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88" name="Rectangle 51"/>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0" name="Group 52"/>
              <p:cNvGrpSpPr>
                <a:grpSpLocks/>
              </p:cNvGrpSpPr>
              <p:nvPr/>
            </p:nvGrpSpPr>
            <p:grpSpPr bwMode="auto">
              <a:xfrm>
                <a:off x="412" y="1497"/>
                <a:ext cx="412" cy="499"/>
                <a:chOff x="412" y="1497"/>
                <a:chExt cx="412" cy="499"/>
              </a:xfrm>
            </p:grpSpPr>
            <p:sp>
              <p:nvSpPr>
                <p:cNvPr id="41085" name="Rectangle 53"/>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86" name="Rectangle 54"/>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1" name="Group 55"/>
              <p:cNvGrpSpPr>
                <a:grpSpLocks/>
              </p:cNvGrpSpPr>
              <p:nvPr/>
            </p:nvGrpSpPr>
            <p:grpSpPr bwMode="auto">
              <a:xfrm>
                <a:off x="824" y="1497"/>
                <a:ext cx="412" cy="499"/>
                <a:chOff x="824" y="1497"/>
                <a:chExt cx="412" cy="499"/>
              </a:xfrm>
            </p:grpSpPr>
            <p:sp>
              <p:nvSpPr>
                <p:cNvPr id="41083" name="Rectangle 56"/>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84" name="Rectangle 57"/>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2" name="Group 58"/>
              <p:cNvGrpSpPr>
                <a:grpSpLocks/>
              </p:cNvGrpSpPr>
              <p:nvPr/>
            </p:nvGrpSpPr>
            <p:grpSpPr bwMode="auto">
              <a:xfrm>
                <a:off x="1236" y="1497"/>
                <a:ext cx="412" cy="499"/>
                <a:chOff x="1236" y="1497"/>
                <a:chExt cx="412" cy="499"/>
              </a:xfrm>
            </p:grpSpPr>
            <p:sp>
              <p:nvSpPr>
                <p:cNvPr id="41081" name="Rectangle 59"/>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82" name="Rectangle 60"/>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3" name="Group 61"/>
              <p:cNvGrpSpPr>
                <a:grpSpLocks/>
              </p:cNvGrpSpPr>
              <p:nvPr/>
            </p:nvGrpSpPr>
            <p:grpSpPr bwMode="auto">
              <a:xfrm>
                <a:off x="1648" y="1497"/>
                <a:ext cx="412" cy="499"/>
                <a:chOff x="1648" y="1497"/>
                <a:chExt cx="412" cy="499"/>
              </a:xfrm>
            </p:grpSpPr>
            <p:sp>
              <p:nvSpPr>
                <p:cNvPr id="41079" name="Rectangle 62"/>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80" name="Rectangle 63"/>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4" name="Group 64"/>
              <p:cNvGrpSpPr>
                <a:grpSpLocks/>
              </p:cNvGrpSpPr>
              <p:nvPr/>
            </p:nvGrpSpPr>
            <p:grpSpPr bwMode="auto">
              <a:xfrm>
                <a:off x="0" y="1996"/>
                <a:ext cx="412" cy="499"/>
                <a:chOff x="0" y="1996"/>
                <a:chExt cx="412" cy="499"/>
              </a:xfrm>
            </p:grpSpPr>
            <p:sp>
              <p:nvSpPr>
                <p:cNvPr id="41077" name="Rectangle 65"/>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78" name="Rectangle 66"/>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5" name="Group 67"/>
              <p:cNvGrpSpPr>
                <a:grpSpLocks/>
              </p:cNvGrpSpPr>
              <p:nvPr/>
            </p:nvGrpSpPr>
            <p:grpSpPr bwMode="auto">
              <a:xfrm>
                <a:off x="412" y="1996"/>
                <a:ext cx="412" cy="499"/>
                <a:chOff x="412" y="1996"/>
                <a:chExt cx="412" cy="499"/>
              </a:xfrm>
            </p:grpSpPr>
            <p:sp>
              <p:nvSpPr>
                <p:cNvPr id="41075" name="Rectangle 68"/>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76" name="Rectangle 69"/>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6" name="Group 70"/>
              <p:cNvGrpSpPr>
                <a:grpSpLocks/>
              </p:cNvGrpSpPr>
              <p:nvPr/>
            </p:nvGrpSpPr>
            <p:grpSpPr bwMode="auto">
              <a:xfrm>
                <a:off x="824" y="1996"/>
                <a:ext cx="412" cy="499"/>
                <a:chOff x="824" y="1996"/>
                <a:chExt cx="412" cy="499"/>
              </a:xfrm>
            </p:grpSpPr>
            <p:sp>
              <p:nvSpPr>
                <p:cNvPr id="41073" name="Rectangle 71"/>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74" name="Rectangle 72"/>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7" name="Group 73"/>
              <p:cNvGrpSpPr>
                <a:grpSpLocks/>
              </p:cNvGrpSpPr>
              <p:nvPr/>
            </p:nvGrpSpPr>
            <p:grpSpPr bwMode="auto">
              <a:xfrm>
                <a:off x="1236" y="1996"/>
                <a:ext cx="412" cy="499"/>
                <a:chOff x="1236" y="1996"/>
                <a:chExt cx="412" cy="499"/>
              </a:xfrm>
            </p:grpSpPr>
            <p:sp>
              <p:nvSpPr>
                <p:cNvPr id="41071" name="Rectangle 74"/>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72" name="Rectangle 75"/>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068" name="Group 76"/>
              <p:cNvGrpSpPr>
                <a:grpSpLocks/>
              </p:cNvGrpSpPr>
              <p:nvPr/>
            </p:nvGrpSpPr>
            <p:grpSpPr bwMode="auto">
              <a:xfrm>
                <a:off x="1648" y="1996"/>
                <a:ext cx="412" cy="499"/>
                <a:chOff x="1648" y="1996"/>
                <a:chExt cx="412" cy="499"/>
              </a:xfrm>
            </p:grpSpPr>
            <p:sp>
              <p:nvSpPr>
                <p:cNvPr id="41069" name="Rectangle 77"/>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70" name="Rectangle 78"/>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1043" name="Rectangle 79"/>
            <p:cNvSpPr>
              <a:spLocks noChangeArrowheads="1"/>
            </p:cNvSpPr>
            <p:nvPr/>
          </p:nvSpPr>
          <p:spPr bwMode="auto">
            <a:xfrm>
              <a:off x="-3" y="-3"/>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4112" name="Group 80"/>
          <p:cNvGrpSpPr>
            <a:grpSpLocks/>
          </p:cNvGrpSpPr>
          <p:nvPr/>
        </p:nvGrpSpPr>
        <p:grpSpPr bwMode="auto">
          <a:xfrm>
            <a:off x="395288" y="3265488"/>
            <a:ext cx="4968875" cy="3259137"/>
            <a:chOff x="-3" y="2994"/>
            <a:chExt cx="2066" cy="3134"/>
          </a:xfrm>
        </p:grpSpPr>
        <p:grpSp>
          <p:nvGrpSpPr>
            <p:cNvPr id="40965" name="Group 81"/>
            <p:cNvGrpSpPr>
              <a:grpSpLocks/>
            </p:cNvGrpSpPr>
            <p:nvPr/>
          </p:nvGrpSpPr>
          <p:grpSpPr bwMode="auto">
            <a:xfrm>
              <a:off x="0" y="2997"/>
              <a:ext cx="2060" cy="3128"/>
              <a:chOff x="0" y="2997"/>
              <a:chExt cx="2060" cy="3128"/>
            </a:xfrm>
          </p:grpSpPr>
          <p:grpSp>
            <p:nvGrpSpPr>
              <p:cNvPr id="40967" name="Group 82"/>
              <p:cNvGrpSpPr>
                <a:grpSpLocks/>
              </p:cNvGrpSpPr>
              <p:nvPr/>
            </p:nvGrpSpPr>
            <p:grpSpPr bwMode="auto">
              <a:xfrm>
                <a:off x="0" y="2997"/>
                <a:ext cx="412" cy="499"/>
                <a:chOff x="0" y="2997"/>
                <a:chExt cx="412" cy="499"/>
              </a:xfrm>
            </p:grpSpPr>
            <p:sp>
              <p:nvSpPr>
                <p:cNvPr id="41040" name="Rectangle 83"/>
                <p:cNvSpPr>
                  <a:spLocks noChangeArrowheads="1"/>
                </p:cNvSpPr>
                <p:nvPr/>
              </p:nvSpPr>
              <p:spPr bwMode="auto">
                <a:xfrm>
                  <a:off x="43"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41" name="Rectangle 84"/>
                <p:cNvSpPr>
                  <a:spLocks noChangeArrowheads="1"/>
                </p:cNvSpPr>
                <p:nvPr/>
              </p:nvSpPr>
              <p:spPr bwMode="auto">
                <a:xfrm>
                  <a:off x="0"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68" name="Group 85"/>
              <p:cNvGrpSpPr>
                <a:grpSpLocks/>
              </p:cNvGrpSpPr>
              <p:nvPr/>
            </p:nvGrpSpPr>
            <p:grpSpPr bwMode="auto">
              <a:xfrm>
                <a:off x="412" y="2997"/>
                <a:ext cx="412" cy="499"/>
                <a:chOff x="412" y="2997"/>
                <a:chExt cx="412" cy="499"/>
              </a:xfrm>
            </p:grpSpPr>
            <p:sp>
              <p:nvSpPr>
                <p:cNvPr id="41038" name="Rectangle 86"/>
                <p:cNvSpPr>
                  <a:spLocks noChangeArrowheads="1"/>
                </p:cNvSpPr>
                <p:nvPr/>
              </p:nvSpPr>
              <p:spPr bwMode="auto">
                <a:xfrm>
                  <a:off x="455"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39" name="Rectangle 87"/>
                <p:cNvSpPr>
                  <a:spLocks noChangeArrowheads="1"/>
                </p:cNvSpPr>
                <p:nvPr/>
              </p:nvSpPr>
              <p:spPr bwMode="auto">
                <a:xfrm>
                  <a:off x="412"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69" name="Group 88"/>
              <p:cNvGrpSpPr>
                <a:grpSpLocks/>
              </p:cNvGrpSpPr>
              <p:nvPr/>
            </p:nvGrpSpPr>
            <p:grpSpPr bwMode="auto">
              <a:xfrm>
                <a:off x="824" y="2997"/>
                <a:ext cx="412" cy="499"/>
                <a:chOff x="824" y="2997"/>
                <a:chExt cx="412" cy="499"/>
              </a:xfrm>
            </p:grpSpPr>
            <p:sp>
              <p:nvSpPr>
                <p:cNvPr id="41036" name="Rectangle 89"/>
                <p:cNvSpPr>
                  <a:spLocks noChangeArrowheads="1"/>
                </p:cNvSpPr>
                <p:nvPr/>
              </p:nvSpPr>
              <p:spPr bwMode="auto">
                <a:xfrm>
                  <a:off x="867"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37" name="Rectangle 90"/>
                <p:cNvSpPr>
                  <a:spLocks noChangeArrowheads="1"/>
                </p:cNvSpPr>
                <p:nvPr/>
              </p:nvSpPr>
              <p:spPr bwMode="auto">
                <a:xfrm>
                  <a:off x="824"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0" name="Group 91"/>
              <p:cNvGrpSpPr>
                <a:grpSpLocks/>
              </p:cNvGrpSpPr>
              <p:nvPr/>
            </p:nvGrpSpPr>
            <p:grpSpPr bwMode="auto">
              <a:xfrm>
                <a:off x="1236" y="2997"/>
                <a:ext cx="412" cy="499"/>
                <a:chOff x="1236" y="2997"/>
                <a:chExt cx="412" cy="499"/>
              </a:xfrm>
            </p:grpSpPr>
            <p:sp>
              <p:nvSpPr>
                <p:cNvPr id="41034" name="Rectangle 92"/>
                <p:cNvSpPr>
                  <a:spLocks noChangeArrowheads="1"/>
                </p:cNvSpPr>
                <p:nvPr/>
              </p:nvSpPr>
              <p:spPr bwMode="auto">
                <a:xfrm>
                  <a:off x="1279"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35" name="Rectangle 93"/>
                <p:cNvSpPr>
                  <a:spLocks noChangeArrowheads="1"/>
                </p:cNvSpPr>
                <p:nvPr/>
              </p:nvSpPr>
              <p:spPr bwMode="auto">
                <a:xfrm>
                  <a:off x="1236"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1" name="Group 94"/>
              <p:cNvGrpSpPr>
                <a:grpSpLocks/>
              </p:cNvGrpSpPr>
              <p:nvPr/>
            </p:nvGrpSpPr>
            <p:grpSpPr bwMode="auto">
              <a:xfrm>
                <a:off x="1648" y="2997"/>
                <a:ext cx="412" cy="499"/>
                <a:chOff x="1648" y="2997"/>
                <a:chExt cx="412" cy="499"/>
              </a:xfrm>
            </p:grpSpPr>
            <p:sp>
              <p:nvSpPr>
                <p:cNvPr id="41032" name="Rectangle 95"/>
                <p:cNvSpPr>
                  <a:spLocks noChangeArrowheads="1"/>
                </p:cNvSpPr>
                <p:nvPr/>
              </p:nvSpPr>
              <p:spPr bwMode="auto">
                <a:xfrm>
                  <a:off x="1691"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33" name="Rectangle 96"/>
                <p:cNvSpPr>
                  <a:spLocks noChangeArrowheads="1"/>
                </p:cNvSpPr>
                <p:nvPr/>
              </p:nvSpPr>
              <p:spPr bwMode="auto">
                <a:xfrm>
                  <a:off x="1648"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2" name="Group 97"/>
              <p:cNvGrpSpPr>
                <a:grpSpLocks/>
              </p:cNvGrpSpPr>
              <p:nvPr/>
            </p:nvGrpSpPr>
            <p:grpSpPr bwMode="auto">
              <a:xfrm>
                <a:off x="0" y="3496"/>
                <a:ext cx="412" cy="710"/>
                <a:chOff x="0" y="3496"/>
                <a:chExt cx="412" cy="710"/>
              </a:xfrm>
            </p:grpSpPr>
            <p:sp>
              <p:nvSpPr>
                <p:cNvPr id="41030" name="Rectangle 98"/>
                <p:cNvSpPr>
                  <a:spLocks noChangeArrowheads="1"/>
                </p:cNvSpPr>
                <p:nvPr/>
              </p:nvSpPr>
              <p:spPr bwMode="auto">
                <a:xfrm>
                  <a:off x="43"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31" name="Rectangle 99"/>
                <p:cNvSpPr>
                  <a:spLocks noChangeArrowheads="1"/>
                </p:cNvSpPr>
                <p:nvPr/>
              </p:nvSpPr>
              <p:spPr bwMode="auto">
                <a:xfrm>
                  <a:off x="0"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3" name="Group 100"/>
              <p:cNvGrpSpPr>
                <a:grpSpLocks/>
              </p:cNvGrpSpPr>
              <p:nvPr/>
            </p:nvGrpSpPr>
            <p:grpSpPr bwMode="auto">
              <a:xfrm>
                <a:off x="412" y="3496"/>
                <a:ext cx="412" cy="710"/>
                <a:chOff x="412" y="3496"/>
                <a:chExt cx="412" cy="710"/>
              </a:xfrm>
            </p:grpSpPr>
            <p:sp>
              <p:nvSpPr>
                <p:cNvPr id="41028" name="Rectangle 101"/>
                <p:cNvSpPr>
                  <a:spLocks noChangeArrowheads="1"/>
                </p:cNvSpPr>
                <p:nvPr/>
              </p:nvSpPr>
              <p:spPr bwMode="auto">
                <a:xfrm>
                  <a:off x="455"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29" name="Rectangle 102"/>
                <p:cNvSpPr>
                  <a:spLocks noChangeArrowheads="1"/>
                </p:cNvSpPr>
                <p:nvPr/>
              </p:nvSpPr>
              <p:spPr bwMode="auto">
                <a:xfrm>
                  <a:off x="412"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4" name="Group 103"/>
              <p:cNvGrpSpPr>
                <a:grpSpLocks/>
              </p:cNvGrpSpPr>
              <p:nvPr/>
            </p:nvGrpSpPr>
            <p:grpSpPr bwMode="auto">
              <a:xfrm>
                <a:off x="824" y="3496"/>
                <a:ext cx="412" cy="710"/>
                <a:chOff x="824" y="3496"/>
                <a:chExt cx="412" cy="710"/>
              </a:xfrm>
            </p:grpSpPr>
            <p:sp>
              <p:nvSpPr>
                <p:cNvPr id="41026" name="Rectangle 104"/>
                <p:cNvSpPr>
                  <a:spLocks noChangeArrowheads="1"/>
                </p:cNvSpPr>
                <p:nvPr/>
              </p:nvSpPr>
              <p:spPr bwMode="auto">
                <a:xfrm>
                  <a:off x="867"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3/4</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27" name="Rectangle 105"/>
                <p:cNvSpPr>
                  <a:spLocks noChangeArrowheads="1"/>
                </p:cNvSpPr>
                <p:nvPr/>
              </p:nvSpPr>
              <p:spPr bwMode="auto">
                <a:xfrm>
                  <a:off x="824"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5" name="Group 106"/>
              <p:cNvGrpSpPr>
                <a:grpSpLocks/>
              </p:cNvGrpSpPr>
              <p:nvPr/>
            </p:nvGrpSpPr>
            <p:grpSpPr bwMode="auto">
              <a:xfrm>
                <a:off x="1236" y="3496"/>
                <a:ext cx="412" cy="710"/>
                <a:chOff x="1236" y="3496"/>
                <a:chExt cx="412" cy="710"/>
              </a:xfrm>
            </p:grpSpPr>
            <p:sp>
              <p:nvSpPr>
                <p:cNvPr id="41024" name="Rectangle 107"/>
                <p:cNvSpPr>
                  <a:spLocks noChangeArrowheads="1"/>
                </p:cNvSpPr>
                <p:nvPr/>
              </p:nvSpPr>
              <p:spPr bwMode="auto">
                <a:xfrm>
                  <a:off x="1279"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25" name="Rectangle 108"/>
                <p:cNvSpPr>
                  <a:spLocks noChangeArrowheads="1"/>
                </p:cNvSpPr>
                <p:nvPr/>
              </p:nvSpPr>
              <p:spPr bwMode="auto">
                <a:xfrm>
                  <a:off x="1236"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6" name="Group 109"/>
              <p:cNvGrpSpPr>
                <a:grpSpLocks/>
              </p:cNvGrpSpPr>
              <p:nvPr/>
            </p:nvGrpSpPr>
            <p:grpSpPr bwMode="auto">
              <a:xfrm>
                <a:off x="1648" y="3496"/>
                <a:ext cx="412" cy="710"/>
                <a:chOff x="1648" y="3496"/>
                <a:chExt cx="412" cy="710"/>
              </a:xfrm>
            </p:grpSpPr>
            <p:sp>
              <p:nvSpPr>
                <p:cNvPr id="41022" name="Rectangle 110"/>
                <p:cNvSpPr>
                  <a:spLocks noChangeArrowheads="1"/>
                </p:cNvSpPr>
                <p:nvPr/>
              </p:nvSpPr>
              <p:spPr bwMode="auto">
                <a:xfrm>
                  <a:off x="1691"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23" name="Rectangle 111"/>
                <p:cNvSpPr>
                  <a:spLocks noChangeArrowheads="1"/>
                </p:cNvSpPr>
                <p:nvPr/>
              </p:nvSpPr>
              <p:spPr bwMode="auto">
                <a:xfrm>
                  <a:off x="1648"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7" name="Group 112"/>
              <p:cNvGrpSpPr>
                <a:grpSpLocks/>
              </p:cNvGrpSpPr>
              <p:nvPr/>
            </p:nvGrpSpPr>
            <p:grpSpPr bwMode="auto">
              <a:xfrm>
                <a:off x="0" y="4206"/>
                <a:ext cx="412" cy="710"/>
                <a:chOff x="0" y="4206"/>
                <a:chExt cx="412" cy="710"/>
              </a:xfrm>
            </p:grpSpPr>
            <p:sp>
              <p:nvSpPr>
                <p:cNvPr id="41020" name="Rectangle 113"/>
                <p:cNvSpPr>
                  <a:spLocks noChangeArrowheads="1"/>
                </p:cNvSpPr>
                <p:nvPr/>
              </p:nvSpPr>
              <p:spPr bwMode="auto">
                <a:xfrm>
                  <a:off x="43"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21" name="Rectangle 114"/>
                <p:cNvSpPr>
                  <a:spLocks noChangeArrowheads="1"/>
                </p:cNvSpPr>
                <p:nvPr/>
              </p:nvSpPr>
              <p:spPr bwMode="auto">
                <a:xfrm>
                  <a:off x="0"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8" name="Group 115"/>
              <p:cNvGrpSpPr>
                <a:grpSpLocks/>
              </p:cNvGrpSpPr>
              <p:nvPr/>
            </p:nvGrpSpPr>
            <p:grpSpPr bwMode="auto">
              <a:xfrm>
                <a:off x="412" y="4206"/>
                <a:ext cx="412" cy="710"/>
                <a:chOff x="412" y="4206"/>
                <a:chExt cx="412" cy="710"/>
              </a:xfrm>
            </p:grpSpPr>
            <p:sp>
              <p:nvSpPr>
                <p:cNvPr id="41018" name="Rectangle 116"/>
                <p:cNvSpPr>
                  <a:spLocks noChangeArrowheads="1"/>
                </p:cNvSpPr>
                <p:nvPr/>
              </p:nvSpPr>
              <p:spPr bwMode="auto">
                <a:xfrm>
                  <a:off x="455"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3/4</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19" name="Rectangle 117"/>
                <p:cNvSpPr>
                  <a:spLocks noChangeArrowheads="1"/>
                </p:cNvSpPr>
                <p:nvPr/>
              </p:nvSpPr>
              <p:spPr bwMode="auto">
                <a:xfrm>
                  <a:off x="412"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79" name="Group 118"/>
              <p:cNvGrpSpPr>
                <a:grpSpLocks/>
              </p:cNvGrpSpPr>
              <p:nvPr/>
            </p:nvGrpSpPr>
            <p:grpSpPr bwMode="auto">
              <a:xfrm>
                <a:off x="824" y="4206"/>
                <a:ext cx="412" cy="710"/>
                <a:chOff x="824" y="4206"/>
                <a:chExt cx="412" cy="710"/>
              </a:xfrm>
            </p:grpSpPr>
            <p:sp>
              <p:nvSpPr>
                <p:cNvPr id="41016" name="Rectangle 119"/>
                <p:cNvSpPr>
                  <a:spLocks noChangeArrowheads="1"/>
                </p:cNvSpPr>
                <p:nvPr/>
              </p:nvSpPr>
              <p:spPr bwMode="auto">
                <a:xfrm>
                  <a:off x="867"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17" name="Rectangle 120"/>
                <p:cNvSpPr>
                  <a:spLocks noChangeArrowheads="1"/>
                </p:cNvSpPr>
                <p:nvPr/>
              </p:nvSpPr>
              <p:spPr bwMode="auto">
                <a:xfrm>
                  <a:off x="824"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0" name="Group 121"/>
              <p:cNvGrpSpPr>
                <a:grpSpLocks/>
              </p:cNvGrpSpPr>
              <p:nvPr/>
            </p:nvGrpSpPr>
            <p:grpSpPr bwMode="auto">
              <a:xfrm>
                <a:off x="1236" y="4206"/>
                <a:ext cx="412" cy="710"/>
                <a:chOff x="1236" y="4206"/>
                <a:chExt cx="412" cy="710"/>
              </a:xfrm>
            </p:grpSpPr>
            <p:sp>
              <p:nvSpPr>
                <p:cNvPr id="41014" name="Rectangle 122"/>
                <p:cNvSpPr>
                  <a:spLocks noChangeArrowheads="1"/>
                </p:cNvSpPr>
                <p:nvPr/>
              </p:nvSpPr>
              <p:spPr bwMode="auto">
                <a:xfrm>
                  <a:off x="1279"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3/4</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15" name="Rectangle 123"/>
                <p:cNvSpPr>
                  <a:spLocks noChangeArrowheads="1"/>
                </p:cNvSpPr>
                <p:nvPr/>
              </p:nvSpPr>
              <p:spPr bwMode="auto">
                <a:xfrm>
                  <a:off x="1236"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1" name="Group 124"/>
              <p:cNvGrpSpPr>
                <a:grpSpLocks/>
              </p:cNvGrpSpPr>
              <p:nvPr/>
            </p:nvGrpSpPr>
            <p:grpSpPr bwMode="auto">
              <a:xfrm>
                <a:off x="1648" y="4206"/>
                <a:ext cx="412" cy="710"/>
                <a:chOff x="1648" y="4206"/>
                <a:chExt cx="412" cy="710"/>
              </a:xfrm>
            </p:grpSpPr>
            <p:sp>
              <p:nvSpPr>
                <p:cNvPr id="41012" name="Rectangle 125"/>
                <p:cNvSpPr>
                  <a:spLocks noChangeArrowheads="1"/>
                </p:cNvSpPr>
                <p:nvPr/>
              </p:nvSpPr>
              <p:spPr bwMode="auto">
                <a:xfrm>
                  <a:off x="1691"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13" name="Rectangle 126"/>
                <p:cNvSpPr>
                  <a:spLocks noChangeArrowheads="1"/>
                </p:cNvSpPr>
                <p:nvPr/>
              </p:nvSpPr>
              <p:spPr bwMode="auto">
                <a:xfrm>
                  <a:off x="1648"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2" name="Group 127"/>
              <p:cNvGrpSpPr>
                <a:grpSpLocks/>
              </p:cNvGrpSpPr>
              <p:nvPr/>
            </p:nvGrpSpPr>
            <p:grpSpPr bwMode="auto">
              <a:xfrm>
                <a:off x="0" y="4916"/>
                <a:ext cx="412" cy="710"/>
                <a:chOff x="0" y="4916"/>
                <a:chExt cx="412" cy="710"/>
              </a:xfrm>
            </p:grpSpPr>
            <p:sp>
              <p:nvSpPr>
                <p:cNvPr id="41010" name="Rectangle 128"/>
                <p:cNvSpPr>
                  <a:spLocks noChangeArrowheads="1"/>
                </p:cNvSpPr>
                <p:nvPr/>
              </p:nvSpPr>
              <p:spPr bwMode="auto">
                <a:xfrm>
                  <a:off x="43"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11" name="Rectangle 129"/>
                <p:cNvSpPr>
                  <a:spLocks noChangeArrowheads="1"/>
                </p:cNvSpPr>
                <p:nvPr/>
              </p:nvSpPr>
              <p:spPr bwMode="auto">
                <a:xfrm>
                  <a:off x="0"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3" name="Group 130"/>
              <p:cNvGrpSpPr>
                <a:grpSpLocks/>
              </p:cNvGrpSpPr>
              <p:nvPr/>
            </p:nvGrpSpPr>
            <p:grpSpPr bwMode="auto">
              <a:xfrm>
                <a:off x="412" y="4916"/>
                <a:ext cx="412" cy="710"/>
                <a:chOff x="412" y="4916"/>
                <a:chExt cx="412" cy="710"/>
              </a:xfrm>
            </p:grpSpPr>
            <p:sp>
              <p:nvSpPr>
                <p:cNvPr id="41008" name="Rectangle 131"/>
                <p:cNvSpPr>
                  <a:spLocks noChangeArrowheads="1"/>
                </p:cNvSpPr>
                <p:nvPr/>
              </p:nvSpPr>
              <p:spPr bwMode="auto">
                <a:xfrm>
                  <a:off x="455"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09" name="Rectangle 132"/>
                <p:cNvSpPr>
                  <a:spLocks noChangeArrowheads="1"/>
                </p:cNvSpPr>
                <p:nvPr/>
              </p:nvSpPr>
              <p:spPr bwMode="auto">
                <a:xfrm>
                  <a:off x="412"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4" name="Group 133"/>
              <p:cNvGrpSpPr>
                <a:grpSpLocks/>
              </p:cNvGrpSpPr>
              <p:nvPr/>
            </p:nvGrpSpPr>
            <p:grpSpPr bwMode="auto">
              <a:xfrm>
                <a:off x="824" y="4916"/>
                <a:ext cx="412" cy="710"/>
                <a:chOff x="824" y="4916"/>
                <a:chExt cx="412" cy="710"/>
              </a:xfrm>
            </p:grpSpPr>
            <p:sp>
              <p:nvSpPr>
                <p:cNvPr id="41006" name="Rectangle 134"/>
                <p:cNvSpPr>
                  <a:spLocks noChangeArrowheads="1"/>
                </p:cNvSpPr>
                <p:nvPr/>
              </p:nvSpPr>
              <p:spPr bwMode="auto">
                <a:xfrm>
                  <a:off x="867"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3/4</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07" name="Rectangle 135"/>
                <p:cNvSpPr>
                  <a:spLocks noChangeArrowheads="1"/>
                </p:cNvSpPr>
                <p:nvPr/>
              </p:nvSpPr>
              <p:spPr bwMode="auto">
                <a:xfrm>
                  <a:off x="824"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5" name="Group 136"/>
              <p:cNvGrpSpPr>
                <a:grpSpLocks/>
              </p:cNvGrpSpPr>
              <p:nvPr/>
            </p:nvGrpSpPr>
            <p:grpSpPr bwMode="auto">
              <a:xfrm>
                <a:off x="1236" y="4916"/>
                <a:ext cx="412" cy="710"/>
                <a:chOff x="1236" y="4916"/>
                <a:chExt cx="412" cy="710"/>
              </a:xfrm>
            </p:grpSpPr>
            <p:sp>
              <p:nvSpPr>
                <p:cNvPr id="41004" name="Rectangle 137"/>
                <p:cNvSpPr>
                  <a:spLocks noChangeArrowheads="1"/>
                </p:cNvSpPr>
                <p:nvPr/>
              </p:nvSpPr>
              <p:spPr bwMode="auto">
                <a:xfrm>
                  <a:off x="1279"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05" name="Rectangle 138"/>
                <p:cNvSpPr>
                  <a:spLocks noChangeArrowheads="1"/>
                </p:cNvSpPr>
                <p:nvPr/>
              </p:nvSpPr>
              <p:spPr bwMode="auto">
                <a:xfrm>
                  <a:off x="1236"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6" name="Group 139"/>
              <p:cNvGrpSpPr>
                <a:grpSpLocks/>
              </p:cNvGrpSpPr>
              <p:nvPr/>
            </p:nvGrpSpPr>
            <p:grpSpPr bwMode="auto">
              <a:xfrm>
                <a:off x="1648" y="4916"/>
                <a:ext cx="412" cy="710"/>
                <a:chOff x="1648" y="4916"/>
                <a:chExt cx="412" cy="710"/>
              </a:xfrm>
            </p:grpSpPr>
            <p:sp>
              <p:nvSpPr>
                <p:cNvPr id="41002" name="Rectangle 140"/>
                <p:cNvSpPr>
                  <a:spLocks noChangeArrowheads="1"/>
                </p:cNvSpPr>
                <p:nvPr/>
              </p:nvSpPr>
              <p:spPr bwMode="auto">
                <a:xfrm>
                  <a:off x="1691"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03" name="Rectangle 141"/>
                <p:cNvSpPr>
                  <a:spLocks noChangeArrowheads="1"/>
                </p:cNvSpPr>
                <p:nvPr/>
              </p:nvSpPr>
              <p:spPr bwMode="auto">
                <a:xfrm>
                  <a:off x="1648"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7" name="Group 142"/>
              <p:cNvGrpSpPr>
                <a:grpSpLocks/>
              </p:cNvGrpSpPr>
              <p:nvPr/>
            </p:nvGrpSpPr>
            <p:grpSpPr bwMode="auto">
              <a:xfrm>
                <a:off x="0" y="5626"/>
                <a:ext cx="412" cy="499"/>
                <a:chOff x="0" y="5626"/>
                <a:chExt cx="412" cy="499"/>
              </a:xfrm>
            </p:grpSpPr>
            <p:sp>
              <p:nvSpPr>
                <p:cNvPr id="41000" name="Rectangle 143"/>
                <p:cNvSpPr>
                  <a:spLocks noChangeArrowheads="1"/>
                </p:cNvSpPr>
                <p:nvPr/>
              </p:nvSpPr>
              <p:spPr bwMode="auto">
                <a:xfrm>
                  <a:off x="43"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1001" name="Rectangle 144"/>
                <p:cNvSpPr>
                  <a:spLocks noChangeArrowheads="1"/>
                </p:cNvSpPr>
                <p:nvPr/>
              </p:nvSpPr>
              <p:spPr bwMode="auto">
                <a:xfrm>
                  <a:off x="0"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8" name="Group 145"/>
              <p:cNvGrpSpPr>
                <a:grpSpLocks/>
              </p:cNvGrpSpPr>
              <p:nvPr/>
            </p:nvGrpSpPr>
            <p:grpSpPr bwMode="auto">
              <a:xfrm>
                <a:off x="412" y="5626"/>
                <a:ext cx="412" cy="499"/>
                <a:chOff x="412" y="5626"/>
                <a:chExt cx="412" cy="499"/>
              </a:xfrm>
            </p:grpSpPr>
            <p:sp>
              <p:nvSpPr>
                <p:cNvPr id="40998" name="Rectangle 146"/>
                <p:cNvSpPr>
                  <a:spLocks noChangeArrowheads="1"/>
                </p:cNvSpPr>
                <p:nvPr/>
              </p:nvSpPr>
              <p:spPr bwMode="auto">
                <a:xfrm>
                  <a:off x="455"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999" name="Rectangle 147"/>
                <p:cNvSpPr>
                  <a:spLocks noChangeArrowheads="1"/>
                </p:cNvSpPr>
                <p:nvPr/>
              </p:nvSpPr>
              <p:spPr bwMode="auto">
                <a:xfrm>
                  <a:off x="412"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89" name="Group 148"/>
              <p:cNvGrpSpPr>
                <a:grpSpLocks/>
              </p:cNvGrpSpPr>
              <p:nvPr/>
            </p:nvGrpSpPr>
            <p:grpSpPr bwMode="auto">
              <a:xfrm>
                <a:off x="824" y="5626"/>
                <a:ext cx="412" cy="499"/>
                <a:chOff x="824" y="5626"/>
                <a:chExt cx="412" cy="499"/>
              </a:xfrm>
            </p:grpSpPr>
            <p:sp>
              <p:nvSpPr>
                <p:cNvPr id="40996" name="Rectangle 149"/>
                <p:cNvSpPr>
                  <a:spLocks noChangeArrowheads="1"/>
                </p:cNvSpPr>
                <p:nvPr/>
              </p:nvSpPr>
              <p:spPr bwMode="auto">
                <a:xfrm>
                  <a:off x="867"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997" name="Rectangle 150"/>
                <p:cNvSpPr>
                  <a:spLocks noChangeArrowheads="1"/>
                </p:cNvSpPr>
                <p:nvPr/>
              </p:nvSpPr>
              <p:spPr bwMode="auto">
                <a:xfrm>
                  <a:off x="824"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90" name="Group 151"/>
              <p:cNvGrpSpPr>
                <a:grpSpLocks/>
              </p:cNvGrpSpPr>
              <p:nvPr/>
            </p:nvGrpSpPr>
            <p:grpSpPr bwMode="auto">
              <a:xfrm>
                <a:off x="1236" y="5626"/>
                <a:ext cx="412" cy="499"/>
                <a:chOff x="1236" y="5626"/>
                <a:chExt cx="412" cy="499"/>
              </a:xfrm>
            </p:grpSpPr>
            <p:sp>
              <p:nvSpPr>
                <p:cNvPr id="40994" name="Rectangle 152"/>
                <p:cNvSpPr>
                  <a:spLocks noChangeArrowheads="1"/>
                </p:cNvSpPr>
                <p:nvPr/>
              </p:nvSpPr>
              <p:spPr bwMode="auto">
                <a:xfrm>
                  <a:off x="1279"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995" name="Rectangle 153"/>
                <p:cNvSpPr>
                  <a:spLocks noChangeArrowheads="1"/>
                </p:cNvSpPr>
                <p:nvPr/>
              </p:nvSpPr>
              <p:spPr bwMode="auto">
                <a:xfrm>
                  <a:off x="1236"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0991" name="Group 154"/>
              <p:cNvGrpSpPr>
                <a:grpSpLocks/>
              </p:cNvGrpSpPr>
              <p:nvPr/>
            </p:nvGrpSpPr>
            <p:grpSpPr bwMode="auto">
              <a:xfrm>
                <a:off x="1648" y="5626"/>
                <a:ext cx="412" cy="499"/>
                <a:chOff x="1648" y="5626"/>
                <a:chExt cx="412" cy="499"/>
              </a:xfrm>
            </p:grpSpPr>
            <p:sp>
              <p:nvSpPr>
                <p:cNvPr id="40992" name="Rectangle 155"/>
                <p:cNvSpPr>
                  <a:spLocks noChangeArrowheads="1"/>
                </p:cNvSpPr>
                <p:nvPr/>
              </p:nvSpPr>
              <p:spPr bwMode="auto">
                <a:xfrm>
                  <a:off x="1691"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0993" name="Rectangle 156"/>
                <p:cNvSpPr>
                  <a:spLocks noChangeArrowheads="1"/>
                </p:cNvSpPr>
                <p:nvPr/>
              </p:nvSpPr>
              <p:spPr bwMode="auto">
                <a:xfrm>
                  <a:off x="1648"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0966" name="Rectangle 157"/>
            <p:cNvSpPr>
              <a:spLocks noChangeArrowheads="1"/>
            </p:cNvSpPr>
            <p:nvPr/>
          </p:nvSpPr>
          <p:spPr bwMode="auto">
            <a:xfrm>
              <a:off x="-3" y="2994"/>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44190" name="Text Box 158"/>
          <p:cNvSpPr txBox="1">
            <a:spLocks noChangeArrowheads="1"/>
          </p:cNvSpPr>
          <p:nvPr/>
        </p:nvSpPr>
        <p:spPr bwMode="auto">
          <a:xfrm>
            <a:off x="5715000" y="4648200"/>
            <a:ext cx="31638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4112"/>
                                        </p:tgtEl>
                                        <p:attrNameLst>
                                          <p:attrName>style.visibility</p:attrName>
                                        </p:attrNameLst>
                                      </p:cBhvr>
                                      <p:to>
                                        <p:strVal val="visible"/>
                                      </p:to>
                                    </p:set>
                                    <p:anim calcmode="lin" valueType="num">
                                      <p:cBhvr additive="base">
                                        <p:cTn id="7" dur="500" fill="hold"/>
                                        <p:tgtEl>
                                          <p:spTgt spid="44112"/>
                                        </p:tgtEl>
                                        <p:attrNameLst>
                                          <p:attrName>ppt_x</p:attrName>
                                        </p:attrNameLst>
                                      </p:cBhvr>
                                      <p:tavLst>
                                        <p:tav tm="0">
                                          <p:val>
                                            <p:strVal val="0-#ppt_w/2"/>
                                          </p:val>
                                        </p:tav>
                                        <p:tav tm="100000">
                                          <p:val>
                                            <p:strVal val="#ppt_x"/>
                                          </p:val>
                                        </p:tav>
                                      </p:tavLst>
                                    </p:anim>
                                    <p:anim calcmode="lin" valueType="num">
                                      <p:cBhvr additive="base">
                                        <p:cTn id="8" dur="500" fill="hold"/>
                                        <p:tgtEl>
                                          <p:spTgt spid="441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190"/>
                                        </p:tgtEl>
                                        <p:attrNameLst>
                                          <p:attrName>style.visibility</p:attrName>
                                        </p:attrNameLst>
                                      </p:cBhvr>
                                      <p:to>
                                        <p:strVal val="visible"/>
                                      </p:to>
                                    </p:set>
                                    <p:anim calcmode="lin" valueType="num">
                                      <p:cBhvr additive="base">
                                        <p:cTn id="13" dur="500" fill="hold"/>
                                        <p:tgtEl>
                                          <p:spTgt spid="44190"/>
                                        </p:tgtEl>
                                        <p:attrNameLst>
                                          <p:attrName>ppt_x</p:attrName>
                                        </p:attrNameLst>
                                      </p:cBhvr>
                                      <p:tavLst>
                                        <p:tav tm="0">
                                          <p:val>
                                            <p:strVal val="0-#ppt_w/2"/>
                                          </p:val>
                                        </p:tav>
                                        <p:tav tm="100000">
                                          <p:val>
                                            <p:strVal val="#ppt_x"/>
                                          </p:val>
                                        </p:tav>
                                      </p:tavLst>
                                    </p:anim>
                                    <p:anim calcmode="lin" valueType="num">
                                      <p:cBhvr additive="base">
                                        <p:cTn id="14" dur="500" fill="hold"/>
                                        <p:tgtEl>
                                          <p:spTgt spid="441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90"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2"/>
          <p:cNvGrpSpPr>
            <a:grpSpLocks/>
          </p:cNvGrpSpPr>
          <p:nvPr/>
        </p:nvGrpSpPr>
        <p:grpSpPr bwMode="auto">
          <a:xfrm>
            <a:off x="395288" y="260350"/>
            <a:ext cx="3214687" cy="2819400"/>
            <a:chOff x="-3" y="-3"/>
            <a:chExt cx="2066" cy="2501"/>
          </a:xfrm>
        </p:grpSpPr>
        <p:grpSp>
          <p:nvGrpSpPr>
            <p:cNvPr id="42221" name="Group 3"/>
            <p:cNvGrpSpPr>
              <a:grpSpLocks/>
            </p:cNvGrpSpPr>
            <p:nvPr/>
          </p:nvGrpSpPr>
          <p:grpSpPr bwMode="auto">
            <a:xfrm>
              <a:off x="0" y="0"/>
              <a:ext cx="2060" cy="2495"/>
              <a:chOff x="0" y="0"/>
              <a:chExt cx="2060" cy="2495"/>
            </a:xfrm>
          </p:grpSpPr>
          <p:grpSp>
            <p:nvGrpSpPr>
              <p:cNvPr id="42223" name="Group 4"/>
              <p:cNvGrpSpPr>
                <a:grpSpLocks/>
              </p:cNvGrpSpPr>
              <p:nvPr/>
            </p:nvGrpSpPr>
            <p:grpSpPr bwMode="auto">
              <a:xfrm>
                <a:off x="0" y="0"/>
                <a:ext cx="412" cy="499"/>
                <a:chOff x="0" y="0"/>
                <a:chExt cx="412" cy="499"/>
              </a:xfrm>
            </p:grpSpPr>
            <p:sp>
              <p:nvSpPr>
                <p:cNvPr id="42296" name="Rectangle 5"/>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97" name="Rectangle 6"/>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24" name="Group 7"/>
              <p:cNvGrpSpPr>
                <a:grpSpLocks/>
              </p:cNvGrpSpPr>
              <p:nvPr/>
            </p:nvGrpSpPr>
            <p:grpSpPr bwMode="auto">
              <a:xfrm>
                <a:off x="412" y="0"/>
                <a:ext cx="412" cy="499"/>
                <a:chOff x="412" y="0"/>
                <a:chExt cx="412" cy="499"/>
              </a:xfrm>
            </p:grpSpPr>
            <p:sp>
              <p:nvSpPr>
                <p:cNvPr id="42294" name="Rectangle 8"/>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95" name="Rectangle 9"/>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25" name="Group 10"/>
              <p:cNvGrpSpPr>
                <a:grpSpLocks/>
              </p:cNvGrpSpPr>
              <p:nvPr/>
            </p:nvGrpSpPr>
            <p:grpSpPr bwMode="auto">
              <a:xfrm>
                <a:off x="824" y="0"/>
                <a:ext cx="412" cy="499"/>
                <a:chOff x="824" y="0"/>
                <a:chExt cx="412" cy="499"/>
              </a:xfrm>
            </p:grpSpPr>
            <p:sp>
              <p:nvSpPr>
                <p:cNvPr id="42292" name="Rectangle 11"/>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93" name="Rectangle 12"/>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26" name="Group 13"/>
              <p:cNvGrpSpPr>
                <a:grpSpLocks/>
              </p:cNvGrpSpPr>
              <p:nvPr/>
            </p:nvGrpSpPr>
            <p:grpSpPr bwMode="auto">
              <a:xfrm>
                <a:off x="1236" y="0"/>
                <a:ext cx="412" cy="499"/>
                <a:chOff x="1236" y="0"/>
                <a:chExt cx="412" cy="499"/>
              </a:xfrm>
            </p:grpSpPr>
            <p:sp>
              <p:nvSpPr>
                <p:cNvPr id="42290" name="Rectangle 14"/>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91" name="Rectangle 15"/>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27" name="Group 16"/>
              <p:cNvGrpSpPr>
                <a:grpSpLocks/>
              </p:cNvGrpSpPr>
              <p:nvPr/>
            </p:nvGrpSpPr>
            <p:grpSpPr bwMode="auto">
              <a:xfrm>
                <a:off x="1648" y="0"/>
                <a:ext cx="412" cy="499"/>
                <a:chOff x="1648" y="0"/>
                <a:chExt cx="412" cy="499"/>
              </a:xfrm>
            </p:grpSpPr>
            <p:sp>
              <p:nvSpPr>
                <p:cNvPr id="42288" name="Rectangle 17"/>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89" name="Rectangle 18"/>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28" name="Group 19"/>
              <p:cNvGrpSpPr>
                <a:grpSpLocks/>
              </p:cNvGrpSpPr>
              <p:nvPr/>
            </p:nvGrpSpPr>
            <p:grpSpPr bwMode="auto">
              <a:xfrm>
                <a:off x="0" y="499"/>
                <a:ext cx="412" cy="499"/>
                <a:chOff x="0" y="499"/>
                <a:chExt cx="412" cy="499"/>
              </a:xfrm>
            </p:grpSpPr>
            <p:sp>
              <p:nvSpPr>
                <p:cNvPr id="42286" name="Rectangle 20"/>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87" name="Rectangle 21"/>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29" name="Group 22"/>
              <p:cNvGrpSpPr>
                <a:grpSpLocks/>
              </p:cNvGrpSpPr>
              <p:nvPr/>
            </p:nvGrpSpPr>
            <p:grpSpPr bwMode="auto">
              <a:xfrm>
                <a:off x="412" y="499"/>
                <a:ext cx="412" cy="499"/>
                <a:chOff x="412" y="499"/>
                <a:chExt cx="412" cy="499"/>
              </a:xfrm>
            </p:grpSpPr>
            <p:sp>
              <p:nvSpPr>
                <p:cNvPr id="42284" name="Rectangle 23"/>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42285" name="Rectangle 24"/>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0" name="Group 25"/>
              <p:cNvGrpSpPr>
                <a:grpSpLocks/>
              </p:cNvGrpSpPr>
              <p:nvPr/>
            </p:nvGrpSpPr>
            <p:grpSpPr bwMode="auto">
              <a:xfrm>
                <a:off x="824" y="499"/>
                <a:ext cx="412" cy="499"/>
                <a:chOff x="824" y="499"/>
                <a:chExt cx="412" cy="499"/>
              </a:xfrm>
            </p:grpSpPr>
            <p:sp>
              <p:nvSpPr>
                <p:cNvPr id="42282" name="Rectangle 26"/>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83" name="Rectangle 27"/>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1" name="Group 28"/>
              <p:cNvGrpSpPr>
                <a:grpSpLocks/>
              </p:cNvGrpSpPr>
              <p:nvPr/>
            </p:nvGrpSpPr>
            <p:grpSpPr bwMode="auto">
              <a:xfrm>
                <a:off x="1236" y="499"/>
                <a:ext cx="412" cy="499"/>
                <a:chOff x="1236" y="499"/>
                <a:chExt cx="412" cy="499"/>
              </a:xfrm>
            </p:grpSpPr>
            <p:sp>
              <p:nvSpPr>
                <p:cNvPr id="42280" name="Rectangle 29"/>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81" name="Rectangle 30"/>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2" name="Group 31"/>
              <p:cNvGrpSpPr>
                <a:grpSpLocks/>
              </p:cNvGrpSpPr>
              <p:nvPr/>
            </p:nvGrpSpPr>
            <p:grpSpPr bwMode="auto">
              <a:xfrm>
                <a:off x="1648" y="499"/>
                <a:ext cx="412" cy="499"/>
                <a:chOff x="1648" y="499"/>
                <a:chExt cx="412" cy="499"/>
              </a:xfrm>
            </p:grpSpPr>
            <p:sp>
              <p:nvSpPr>
                <p:cNvPr id="42278" name="Rectangle 32"/>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79" name="Rectangle 33"/>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3" name="Group 34"/>
              <p:cNvGrpSpPr>
                <a:grpSpLocks/>
              </p:cNvGrpSpPr>
              <p:nvPr/>
            </p:nvGrpSpPr>
            <p:grpSpPr bwMode="auto">
              <a:xfrm>
                <a:off x="0" y="998"/>
                <a:ext cx="412" cy="499"/>
                <a:chOff x="0" y="998"/>
                <a:chExt cx="412" cy="499"/>
              </a:xfrm>
            </p:grpSpPr>
            <p:sp>
              <p:nvSpPr>
                <p:cNvPr id="42276" name="Rectangle 35"/>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77" name="Rectangle 36"/>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4" name="Group 37"/>
              <p:cNvGrpSpPr>
                <a:grpSpLocks/>
              </p:cNvGrpSpPr>
              <p:nvPr/>
            </p:nvGrpSpPr>
            <p:grpSpPr bwMode="auto">
              <a:xfrm>
                <a:off x="412" y="998"/>
                <a:ext cx="412" cy="499"/>
                <a:chOff x="412" y="998"/>
                <a:chExt cx="412" cy="499"/>
              </a:xfrm>
            </p:grpSpPr>
            <p:sp>
              <p:nvSpPr>
                <p:cNvPr id="42274" name="Rectangle 38"/>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75" name="Rectangle 39"/>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5" name="Group 40"/>
              <p:cNvGrpSpPr>
                <a:grpSpLocks/>
              </p:cNvGrpSpPr>
              <p:nvPr/>
            </p:nvGrpSpPr>
            <p:grpSpPr bwMode="auto">
              <a:xfrm>
                <a:off x="824" y="998"/>
                <a:ext cx="412" cy="499"/>
                <a:chOff x="824" y="998"/>
                <a:chExt cx="412" cy="499"/>
              </a:xfrm>
            </p:grpSpPr>
            <p:sp>
              <p:nvSpPr>
                <p:cNvPr id="42272" name="Rectangle 41"/>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73" name="Rectangle 42"/>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6" name="Group 43"/>
              <p:cNvGrpSpPr>
                <a:grpSpLocks/>
              </p:cNvGrpSpPr>
              <p:nvPr/>
            </p:nvGrpSpPr>
            <p:grpSpPr bwMode="auto">
              <a:xfrm>
                <a:off x="1236" y="998"/>
                <a:ext cx="412" cy="499"/>
                <a:chOff x="1236" y="998"/>
                <a:chExt cx="412" cy="499"/>
              </a:xfrm>
            </p:grpSpPr>
            <p:sp>
              <p:nvSpPr>
                <p:cNvPr id="42270" name="Rectangle 44"/>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71" name="Rectangle 45"/>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7" name="Group 46"/>
              <p:cNvGrpSpPr>
                <a:grpSpLocks/>
              </p:cNvGrpSpPr>
              <p:nvPr/>
            </p:nvGrpSpPr>
            <p:grpSpPr bwMode="auto">
              <a:xfrm>
                <a:off x="1648" y="998"/>
                <a:ext cx="412" cy="499"/>
                <a:chOff x="1648" y="998"/>
                <a:chExt cx="412" cy="499"/>
              </a:xfrm>
            </p:grpSpPr>
            <p:sp>
              <p:nvSpPr>
                <p:cNvPr id="42268" name="Rectangle 47"/>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69" name="Rectangle 48"/>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8" name="Group 49"/>
              <p:cNvGrpSpPr>
                <a:grpSpLocks/>
              </p:cNvGrpSpPr>
              <p:nvPr/>
            </p:nvGrpSpPr>
            <p:grpSpPr bwMode="auto">
              <a:xfrm>
                <a:off x="0" y="1497"/>
                <a:ext cx="412" cy="499"/>
                <a:chOff x="0" y="1497"/>
                <a:chExt cx="412" cy="499"/>
              </a:xfrm>
            </p:grpSpPr>
            <p:sp>
              <p:nvSpPr>
                <p:cNvPr id="42266" name="Rectangle 50"/>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67" name="Rectangle 51"/>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39" name="Group 52"/>
              <p:cNvGrpSpPr>
                <a:grpSpLocks/>
              </p:cNvGrpSpPr>
              <p:nvPr/>
            </p:nvGrpSpPr>
            <p:grpSpPr bwMode="auto">
              <a:xfrm>
                <a:off x="412" y="1497"/>
                <a:ext cx="412" cy="499"/>
                <a:chOff x="412" y="1497"/>
                <a:chExt cx="412" cy="499"/>
              </a:xfrm>
            </p:grpSpPr>
            <p:sp>
              <p:nvSpPr>
                <p:cNvPr id="42264" name="Rectangle 53"/>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65" name="Rectangle 54"/>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0" name="Group 55"/>
              <p:cNvGrpSpPr>
                <a:grpSpLocks/>
              </p:cNvGrpSpPr>
              <p:nvPr/>
            </p:nvGrpSpPr>
            <p:grpSpPr bwMode="auto">
              <a:xfrm>
                <a:off x="824" y="1497"/>
                <a:ext cx="412" cy="499"/>
                <a:chOff x="824" y="1497"/>
                <a:chExt cx="412" cy="499"/>
              </a:xfrm>
            </p:grpSpPr>
            <p:sp>
              <p:nvSpPr>
                <p:cNvPr id="42262" name="Rectangle 56"/>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63" name="Rectangle 57"/>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1" name="Group 58"/>
              <p:cNvGrpSpPr>
                <a:grpSpLocks/>
              </p:cNvGrpSpPr>
              <p:nvPr/>
            </p:nvGrpSpPr>
            <p:grpSpPr bwMode="auto">
              <a:xfrm>
                <a:off x="1236" y="1497"/>
                <a:ext cx="412" cy="499"/>
                <a:chOff x="1236" y="1497"/>
                <a:chExt cx="412" cy="499"/>
              </a:xfrm>
            </p:grpSpPr>
            <p:sp>
              <p:nvSpPr>
                <p:cNvPr id="42260" name="Rectangle 59"/>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61" name="Rectangle 60"/>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2" name="Group 61"/>
              <p:cNvGrpSpPr>
                <a:grpSpLocks/>
              </p:cNvGrpSpPr>
              <p:nvPr/>
            </p:nvGrpSpPr>
            <p:grpSpPr bwMode="auto">
              <a:xfrm>
                <a:off x="1648" y="1497"/>
                <a:ext cx="412" cy="499"/>
                <a:chOff x="1648" y="1497"/>
                <a:chExt cx="412" cy="499"/>
              </a:xfrm>
            </p:grpSpPr>
            <p:sp>
              <p:nvSpPr>
                <p:cNvPr id="42258" name="Rectangle 62"/>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59" name="Rectangle 63"/>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3" name="Group 64"/>
              <p:cNvGrpSpPr>
                <a:grpSpLocks/>
              </p:cNvGrpSpPr>
              <p:nvPr/>
            </p:nvGrpSpPr>
            <p:grpSpPr bwMode="auto">
              <a:xfrm>
                <a:off x="0" y="1996"/>
                <a:ext cx="412" cy="499"/>
                <a:chOff x="0" y="1996"/>
                <a:chExt cx="412" cy="499"/>
              </a:xfrm>
            </p:grpSpPr>
            <p:sp>
              <p:nvSpPr>
                <p:cNvPr id="42256" name="Rectangle 65"/>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57" name="Rectangle 66"/>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4" name="Group 67"/>
              <p:cNvGrpSpPr>
                <a:grpSpLocks/>
              </p:cNvGrpSpPr>
              <p:nvPr/>
            </p:nvGrpSpPr>
            <p:grpSpPr bwMode="auto">
              <a:xfrm>
                <a:off x="412" y="1996"/>
                <a:ext cx="412" cy="499"/>
                <a:chOff x="412" y="1996"/>
                <a:chExt cx="412" cy="499"/>
              </a:xfrm>
            </p:grpSpPr>
            <p:sp>
              <p:nvSpPr>
                <p:cNvPr id="42254" name="Rectangle 68"/>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55" name="Rectangle 69"/>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5" name="Group 70"/>
              <p:cNvGrpSpPr>
                <a:grpSpLocks/>
              </p:cNvGrpSpPr>
              <p:nvPr/>
            </p:nvGrpSpPr>
            <p:grpSpPr bwMode="auto">
              <a:xfrm>
                <a:off x="824" y="1996"/>
                <a:ext cx="412" cy="499"/>
                <a:chOff x="824" y="1996"/>
                <a:chExt cx="412" cy="499"/>
              </a:xfrm>
            </p:grpSpPr>
            <p:sp>
              <p:nvSpPr>
                <p:cNvPr id="42252" name="Rectangle 71"/>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53" name="Rectangle 72"/>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6" name="Group 73"/>
              <p:cNvGrpSpPr>
                <a:grpSpLocks/>
              </p:cNvGrpSpPr>
              <p:nvPr/>
            </p:nvGrpSpPr>
            <p:grpSpPr bwMode="auto">
              <a:xfrm>
                <a:off x="1236" y="1996"/>
                <a:ext cx="412" cy="499"/>
                <a:chOff x="1236" y="1996"/>
                <a:chExt cx="412" cy="499"/>
              </a:xfrm>
            </p:grpSpPr>
            <p:sp>
              <p:nvSpPr>
                <p:cNvPr id="42250" name="Rectangle 74"/>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51" name="Rectangle 75"/>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247" name="Group 76"/>
              <p:cNvGrpSpPr>
                <a:grpSpLocks/>
              </p:cNvGrpSpPr>
              <p:nvPr/>
            </p:nvGrpSpPr>
            <p:grpSpPr bwMode="auto">
              <a:xfrm>
                <a:off x="1648" y="1996"/>
                <a:ext cx="412" cy="499"/>
                <a:chOff x="1648" y="1996"/>
                <a:chExt cx="412" cy="499"/>
              </a:xfrm>
            </p:grpSpPr>
            <p:sp>
              <p:nvSpPr>
                <p:cNvPr id="42248" name="Rectangle 77"/>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2249" name="Rectangle 78"/>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2222" name="Rectangle 79"/>
            <p:cNvSpPr>
              <a:spLocks noChangeArrowheads="1"/>
            </p:cNvSpPr>
            <p:nvPr/>
          </p:nvSpPr>
          <p:spPr bwMode="auto">
            <a:xfrm>
              <a:off x="-3" y="-3"/>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87" name="Group 80"/>
          <p:cNvGrpSpPr>
            <a:grpSpLocks/>
          </p:cNvGrpSpPr>
          <p:nvPr/>
        </p:nvGrpSpPr>
        <p:grpSpPr bwMode="auto">
          <a:xfrm>
            <a:off x="0" y="3500438"/>
            <a:ext cx="4211638" cy="2971800"/>
            <a:chOff x="-3" y="2994"/>
            <a:chExt cx="2066" cy="3134"/>
          </a:xfrm>
        </p:grpSpPr>
        <p:grpSp>
          <p:nvGrpSpPr>
            <p:cNvPr id="42144" name="Group 81"/>
            <p:cNvGrpSpPr>
              <a:grpSpLocks/>
            </p:cNvGrpSpPr>
            <p:nvPr/>
          </p:nvGrpSpPr>
          <p:grpSpPr bwMode="auto">
            <a:xfrm>
              <a:off x="0" y="2997"/>
              <a:ext cx="2060" cy="3128"/>
              <a:chOff x="0" y="2997"/>
              <a:chExt cx="2060" cy="3128"/>
            </a:xfrm>
          </p:grpSpPr>
          <p:grpSp>
            <p:nvGrpSpPr>
              <p:cNvPr id="42146" name="Group 82"/>
              <p:cNvGrpSpPr>
                <a:grpSpLocks/>
              </p:cNvGrpSpPr>
              <p:nvPr/>
            </p:nvGrpSpPr>
            <p:grpSpPr bwMode="auto">
              <a:xfrm>
                <a:off x="0" y="2997"/>
                <a:ext cx="412" cy="499"/>
                <a:chOff x="0" y="2997"/>
                <a:chExt cx="412" cy="499"/>
              </a:xfrm>
            </p:grpSpPr>
            <p:sp>
              <p:nvSpPr>
                <p:cNvPr id="42219" name="Rectangle 83"/>
                <p:cNvSpPr>
                  <a:spLocks noChangeArrowheads="1"/>
                </p:cNvSpPr>
                <p:nvPr/>
              </p:nvSpPr>
              <p:spPr bwMode="auto">
                <a:xfrm>
                  <a:off x="43"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20" name="Rectangle 84"/>
                <p:cNvSpPr>
                  <a:spLocks noChangeArrowheads="1"/>
                </p:cNvSpPr>
                <p:nvPr/>
              </p:nvSpPr>
              <p:spPr bwMode="auto">
                <a:xfrm>
                  <a:off x="0"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47" name="Group 85"/>
              <p:cNvGrpSpPr>
                <a:grpSpLocks/>
              </p:cNvGrpSpPr>
              <p:nvPr/>
            </p:nvGrpSpPr>
            <p:grpSpPr bwMode="auto">
              <a:xfrm>
                <a:off x="412" y="2997"/>
                <a:ext cx="412" cy="499"/>
                <a:chOff x="412" y="2997"/>
                <a:chExt cx="412" cy="499"/>
              </a:xfrm>
            </p:grpSpPr>
            <p:sp>
              <p:nvSpPr>
                <p:cNvPr id="42217" name="Rectangle 86"/>
                <p:cNvSpPr>
                  <a:spLocks noChangeArrowheads="1"/>
                </p:cNvSpPr>
                <p:nvPr/>
              </p:nvSpPr>
              <p:spPr bwMode="auto">
                <a:xfrm>
                  <a:off x="455"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18" name="Rectangle 87"/>
                <p:cNvSpPr>
                  <a:spLocks noChangeArrowheads="1"/>
                </p:cNvSpPr>
                <p:nvPr/>
              </p:nvSpPr>
              <p:spPr bwMode="auto">
                <a:xfrm>
                  <a:off x="412"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48" name="Group 88"/>
              <p:cNvGrpSpPr>
                <a:grpSpLocks/>
              </p:cNvGrpSpPr>
              <p:nvPr/>
            </p:nvGrpSpPr>
            <p:grpSpPr bwMode="auto">
              <a:xfrm>
                <a:off x="824" y="2997"/>
                <a:ext cx="412" cy="499"/>
                <a:chOff x="824" y="2997"/>
                <a:chExt cx="412" cy="499"/>
              </a:xfrm>
            </p:grpSpPr>
            <p:sp>
              <p:nvSpPr>
                <p:cNvPr id="42215" name="Rectangle 89"/>
                <p:cNvSpPr>
                  <a:spLocks noChangeArrowheads="1"/>
                </p:cNvSpPr>
                <p:nvPr/>
              </p:nvSpPr>
              <p:spPr bwMode="auto">
                <a:xfrm>
                  <a:off x="867"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16" name="Rectangle 90"/>
                <p:cNvSpPr>
                  <a:spLocks noChangeArrowheads="1"/>
                </p:cNvSpPr>
                <p:nvPr/>
              </p:nvSpPr>
              <p:spPr bwMode="auto">
                <a:xfrm>
                  <a:off x="824"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49" name="Group 91"/>
              <p:cNvGrpSpPr>
                <a:grpSpLocks/>
              </p:cNvGrpSpPr>
              <p:nvPr/>
            </p:nvGrpSpPr>
            <p:grpSpPr bwMode="auto">
              <a:xfrm>
                <a:off x="1236" y="2997"/>
                <a:ext cx="412" cy="499"/>
                <a:chOff x="1236" y="2997"/>
                <a:chExt cx="412" cy="499"/>
              </a:xfrm>
            </p:grpSpPr>
            <p:sp>
              <p:nvSpPr>
                <p:cNvPr id="42213" name="Rectangle 92"/>
                <p:cNvSpPr>
                  <a:spLocks noChangeArrowheads="1"/>
                </p:cNvSpPr>
                <p:nvPr/>
              </p:nvSpPr>
              <p:spPr bwMode="auto">
                <a:xfrm>
                  <a:off x="1279"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14" name="Rectangle 93"/>
                <p:cNvSpPr>
                  <a:spLocks noChangeArrowheads="1"/>
                </p:cNvSpPr>
                <p:nvPr/>
              </p:nvSpPr>
              <p:spPr bwMode="auto">
                <a:xfrm>
                  <a:off x="1236"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0" name="Group 94"/>
              <p:cNvGrpSpPr>
                <a:grpSpLocks/>
              </p:cNvGrpSpPr>
              <p:nvPr/>
            </p:nvGrpSpPr>
            <p:grpSpPr bwMode="auto">
              <a:xfrm>
                <a:off x="1648" y="2997"/>
                <a:ext cx="412" cy="499"/>
                <a:chOff x="1648" y="2997"/>
                <a:chExt cx="412" cy="499"/>
              </a:xfrm>
            </p:grpSpPr>
            <p:sp>
              <p:nvSpPr>
                <p:cNvPr id="42211" name="Rectangle 95"/>
                <p:cNvSpPr>
                  <a:spLocks noChangeArrowheads="1"/>
                </p:cNvSpPr>
                <p:nvPr/>
              </p:nvSpPr>
              <p:spPr bwMode="auto">
                <a:xfrm>
                  <a:off x="1691"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12" name="Rectangle 96"/>
                <p:cNvSpPr>
                  <a:spLocks noChangeArrowheads="1"/>
                </p:cNvSpPr>
                <p:nvPr/>
              </p:nvSpPr>
              <p:spPr bwMode="auto">
                <a:xfrm>
                  <a:off x="1648"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1" name="Group 97"/>
              <p:cNvGrpSpPr>
                <a:grpSpLocks/>
              </p:cNvGrpSpPr>
              <p:nvPr/>
            </p:nvGrpSpPr>
            <p:grpSpPr bwMode="auto">
              <a:xfrm>
                <a:off x="0" y="3496"/>
                <a:ext cx="412" cy="710"/>
                <a:chOff x="0" y="3496"/>
                <a:chExt cx="412" cy="710"/>
              </a:xfrm>
            </p:grpSpPr>
            <p:sp>
              <p:nvSpPr>
                <p:cNvPr id="42209" name="Rectangle 98"/>
                <p:cNvSpPr>
                  <a:spLocks noChangeArrowheads="1"/>
                </p:cNvSpPr>
                <p:nvPr/>
              </p:nvSpPr>
              <p:spPr bwMode="auto">
                <a:xfrm>
                  <a:off x="43"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10" name="Rectangle 99"/>
                <p:cNvSpPr>
                  <a:spLocks noChangeArrowheads="1"/>
                </p:cNvSpPr>
                <p:nvPr/>
              </p:nvSpPr>
              <p:spPr bwMode="auto">
                <a:xfrm>
                  <a:off x="0"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2" name="Group 100"/>
              <p:cNvGrpSpPr>
                <a:grpSpLocks/>
              </p:cNvGrpSpPr>
              <p:nvPr/>
            </p:nvGrpSpPr>
            <p:grpSpPr bwMode="auto">
              <a:xfrm>
                <a:off x="412" y="3496"/>
                <a:ext cx="412" cy="710"/>
                <a:chOff x="412" y="3496"/>
                <a:chExt cx="412" cy="710"/>
              </a:xfrm>
            </p:grpSpPr>
            <p:sp>
              <p:nvSpPr>
                <p:cNvPr id="42207" name="Rectangle 101"/>
                <p:cNvSpPr>
                  <a:spLocks noChangeArrowheads="1"/>
                </p:cNvSpPr>
                <p:nvPr/>
              </p:nvSpPr>
              <p:spPr bwMode="auto">
                <a:xfrm>
                  <a:off x="455"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08" name="Rectangle 102"/>
                <p:cNvSpPr>
                  <a:spLocks noChangeArrowheads="1"/>
                </p:cNvSpPr>
                <p:nvPr/>
              </p:nvSpPr>
              <p:spPr bwMode="auto">
                <a:xfrm>
                  <a:off x="412"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3" name="Group 103"/>
              <p:cNvGrpSpPr>
                <a:grpSpLocks/>
              </p:cNvGrpSpPr>
              <p:nvPr/>
            </p:nvGrpSpPr>
            <p:grpSpPr bwMode="auto">
              <a:xfrm>
                <a:off x="824" y="3496"/>
                <a:ext cx="412" cy="710"/>
                <a:chOff x="824" y="3496"/>
                <a:chExt cx="412" cy="710"/>
              </a:xfrm>
            </p:grpSpPr>
            <p:sp>
              <p:nvSpPr>
                <p:cNvPr id="42205" name="Rectangle 104"/>
                <p:cNvSpPr>
                  <a:spLocks noChangeArrowheads="1"/>
                </p:cNvSpPr>
                <p:nvPr/>
              </p:nvSpPr>
              <p:spPr bwMode="auto">
                <a:xfrm>
                  <a:off x="867"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06" name="Rectangle 105"/>
                <p:cNvSpPr>
                  <a:spLocks noChangeArrowheads="1"/>
                </p:cNvSpPr>
                <p:nvPr/>
              </p:nvSpPr>
              <p:spPr bwMode="auto">
                <a:xfrm>
                  <a:off x="824"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4" name="Group 106"/>
              <p:cNvGrpSpPr>
                <a:grpSpLocks/>
              </p:cNvGrpSpPr>
              <p:nvPr/>
            </p:nvGrpSpPr>
            <p:grpSpPr bwMode="auto">
              <a:xfrm>
                <a:off x="1236" y="3496"/>
                <a:ext cx="412" cy="710"/>
                <a:chOff x="1236" y="3496"/>
                <a:chExt cx="412" cy="710"/>
              </a:xfrm>
            </p:grpSpPr>
            <p:sp>
              <p:nvSpPr>
                <p:cNvPr id="42203" name="Rectangle 107"/>
                <p:cNvSpPr>
                  <a:spLocks noChangeArrowheads="1"/>
                </p:cNvSpPr>
                <p:nvPr/>
              </p:nvSpPr>
              <p:spPr bwMode="auto">
                <a:xfrm>
                  <a:off x="1279"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04" name="Rectangle 108"/>
                <p:cNvSpPr>
                  <a:spLocks noChangeArrowheads="1"/>
                </p:cNvSpPr>
                <p:nvPr/>
              </p:nvSpPr>
              <p:spPr bwMode="auto">
                <a:xfrm>
                  <a:off x="1236"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5" name="Group 109"/>
              <p:cNvGrpSpPr>
                <a:grpSpLocks/>
              </p:cNvGrpSpPr>
              <p:nvPr/>
            </p:nvGrpSpPr>
            <p:grpSpPr bwMode="auto">
              <a:xfrm>
                <a:off x="1648" y="3496"/>
                <a:ext cx="412" cy="710"/>
                <a:chOff x="1648" y="3496"/>
                <a:chExt cx="412" cy="710"/>
              </a:xfrm>
            </p:grpSpPr>
            <p:sp>
              <p:nvSpPr>
                <p:cNvPr id="42201" name="Rectangle 110"/>
                <p:cNvSpPr>
                  <a:spLocks noChangeArrowheads="1"/>
                </p:cNvSpPr>
                <p:nvPr/>
              </p:nvSpPr>
              <p:spPr bwMode="auto">
                <a:xfrm>
                  <a:off x="1691"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02" name="Rectangle 111"/>
                <p:cNvSpPr>
                  <a:spLocks noChangeArrowheads="1"/>
                </p:cNvSpPr>
                <p:nvPr/>
              </p:nvSpPr>
              <p:spPr bwMode="auto">
                <a:xfrm>
                  <a:off x="1648"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6" name="Group 112"/>
              <p:cNvGrpSpPr>
                <a:grpSpLocks/>
              </p:cNvGrpSpPr>
              <p:nvPr/>
            </p:nvGrpSpPr>
            <p:grpSpPr bwMode="auto">
              <a:xfrm>
                <a:off x="0" y="4206"/>
                <a:ext cx="412" cy="710"/>
                <a:chOff x="0" y="4206"/>
                <a:chExt cx="412" cy="710"/>
              </a:xfrm>
            </p:grpSpPr>
            <p:sp>
              <p:nvSpPr>
                <p:cNvPr id="42199" name="Rectangle 113"/>
                <p:cNvSpPr>
                  <a:spLocks noChangeArrowheads="1"/>
                </p:cNvSpPr>
                <p:nvPr/>
              </p:nvSpPr>
              <p:spPr bwMode="auto">
                <a:xfrm>
                  <a:off x="43"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200" name="Rectangle 114"/>
                <p:cNvSpPr>
                  <a:spLocks noChangeArrowheads="1"/>
                </p:cNvSpPr>
                <p:nvPr/>
              </p:nvSpPr>
              <p:spPr bwMode="auto">
                <a:xfrm>
                  <a:off x="0"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7" name="Group 115"/>
              <p:cNvGrpSpPr>
                <a:grpSpLocks/>
              </p:cNvGrpSpPr>
              <p:nvPr/>
            </p:nvGrpSpPr>
            <p:grpSpPr bwMode="auto">
              <a:xfrm>
                <a:off x="412" y="4206"/>
                <a:ext cx="412" cy="710"/>
                <a:chOff x="412" y="4206"/>
                <a:chExt cx="412" cy="710"/>
              </a:xfrm>
            </p:grpSpPr>
            <p:sp>
              <p:nvSpPr>
                <p:cNvPr id="42197" name="Rectangle 116"/>
                <p:cNvSpPr>
                  <a:spLocks noChangeArrowheads="1"/>
                </p:cNvSpPr>
                <p:nvPr/>
              </p:nvSpPr>
              <p:spPr bwMode="auto">
                <a:xfrm>
                  <a:off x="455"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98" name="Rectangle 117"/>
                <p:cNvSpPr>
                  <a:spLocks noChangeArrowheads="1"/>
                </p:cNvSpPr>
                <p:nvPr/>
              </p:nvSpPr>
              <p:spPr bwMode="auto">
                <a:xfrm>
                  <a:off x="412"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8" name="Group 118"/>
              <p:cNvGrpSpPr>
                <a:grpSpLocks/>
              </p:cNvGrpSpPr>
              <p:nvPr/>
            </p:nvGrpSpPr>
            <p:grpSpPr bwMode="auto">
              <a:xfrm>
                <a:off x="824" y="4206"/>
                <a:ext cx="412" cy="710"/>
                <a:chOff x="824" y="4206"/>
                <a:chExt cx="412" cy="710"/>
              </a:xfrm>
            </p:grpSpPr>
            <p:sp>
              <p:nvSpPr>
                <p:cNvPr id="42195" name="Rectangle 119"/>
                <p:cNvSpPr>
                  <a:spLocks noChangeArrowheads="1"/>
                </p:cNvSpPr>
                <p:nvPr/>
              </p:nvSpPr>
              <p:spPr bwMode="auto">
                <a:xfrm>
                  <a:off x="867"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96" name="Rectangle 120"/>
                <p:cNvSpPr>
                  <a:spLocks noChangeArrowheads="1"/>
                </p:cNvSpPr>
                <p:nvPr/>
              </p:nvSpPr>
              <p:spPr bwMode="auto">
                <a:xfrm>
                  <a:off x="824"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59" name="Group 121"/>
              <p:cNvGrpSpPr>
                <a:grpSpLocks/>
              </p:cNvGrpSpPr>
              <p:nvPr/>
            </p:nvGrpSpPr>
            <p:grpSpPr bwMode="auto">
              <a:xfrm>
                <a:off x="1236" y="4206"/>
                <a:ext cx="412" cy="710"/>
                <a:chOff x="1236" y="4206"/>
                <a:chExt cx="412" cy="710"/>
              </a:xfrm>
            </p:grpSpPr>
            <p:sp>
              <p:nvSpPr>
                <p:cNvPr id="42193" name="Rectangle 122"/>
                <p:cNvSpPr>
                  <a:spLocks noChangeArrowheads="1"/>
                </p:cNvSpPr>
                <p:nvPr/>
              </p:nvSpPr>
              <p:spPr bwMode="auto">
                <a:xfrm>
                  <a:off x="1279"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94" name="Rectangle 123"/>
                <p:cNvSpPr>
                  <a:spLocks noChangeArrowheads="1"/>
                </p:cNvSpPr>
                <p:nvPr/>
              </p:nvSpPr>
              <p:spPr bwMode="auto">
                <a:xfrm>
                  <a:off x="1236"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0" name="Group 124"/>
              <p:cNvGrpSpPr>
                <a:grpSpLocks/>
              </p:cNvGrpSpPr>
              <p:nvPr/>
            </p:nvGrpSpPr>
            <p:grpSpPr bwMode="auto">
              <a:xfrm>
                <a:off x="1648" y="4206"/>
                <a:ext cx="412" cy="710"/>
                <a:chOff x="1648" y="4206"/>
                <a:chExt cx="412" cy="710"/>
              </a:xfrm>
            </p:grpSpPr>
            <p:sp>
              <p:nvSpPr>
                <p:cNvPr id="42191" name="Rectangle 125"/>
                <p:cNvSpPr>
                  <a:spLocks noChangeArrowheads="1"/>
                </p:cNvSpPr>
                <p:nvPr/>
              </p:nvSpPr>
              <p:spPr bwMode="auto">
                <a:xfrm>
                  <a:off x="1691"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92" name="Rectangle 126"/>
                <p:cNvSpPr>
                  <a:spLocks noChangeArrowheads="1"/>
                </p:cNvSpPr>
                <p:nvPr/>
              </p:nvSpPr>
              <p:spPr bwMode="auto">
                <a:xfrm>
                  <a:off x="1648"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1" name="Group 127"/>
              <p:cNvGrpSpPr>
                <a:grpSpLocks/>
              </p:cNvGrpSpPr>
              <p:nvPr/>
            </p:nvGrpSpPr>
            <p:grpSpPr bwMode="auto">
              <a:xfrm>
                <a:off x="0" y="4916"/>
                <a:ext cx="412" cy="710"/>
                <a:chOff x="0" y="4916"/>
                <a:chExt cx="412" cy="710"/>
              </a:xfrm>
            </p:grpSpPr>
            <p:sp>
              <p:nvSpPr>
                <p:cNvPr id="42189" name="Rectangle 128"/>
                <p:cNvSpPr>
                  <a:spLocks noChangeArrowheads="1"/>
                </p:cNvSpPr>
                <p:nvPr/>
              </p:nvSpPr>
              <p:spPr bwMode="auto">
                <a:xfrm>
                  <a:off x="43"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90" name="Rectangle 129"/>
                <p:cNvSpPr>
                  <a:spLocks noChangeArrowheads="1"/>
                </p:cNvSpPr>
                <p:nvPr/>
              </p:nvSpPr>
              <p:spPr bwMode="auto">
                <a:xfrm>
                  <a:off x="0"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2" name="Group 130"/>
              <p:cNvGrpSpPr>
                <a:grpSpLocks/>
              </p:cNvGrpSpPr>
              <p:nvPr/>
            </p:nvGrpSpPr>
            <p:grpSpPr bwMode="auto">
              <a:xfrm>
                <a:off x="412" y="4916"/>
                <a:ext cx="412" cy="710"/>
                <a:chOff x="412" y="4916"/>
                <a:chExt cx="412" cy="710"/>
              </a:xfrm>
            </p:grpSpPr>
            <p:sp>
              <p:nvSpPr>
                <p:cNvPr id="42187" name="Rectangle 131"/>
                <p:cNvSpPr>
                  <a:spLocks noChangeArrowheads="1"/>
                </p:cNvSpPr>
                <p:nvPr/>
              </p:nvSpPr>
              <p:spPr bwMode="auto">
                <a:xfrm>
                  <a:off x="455"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88" name="Rectangle 132"/>
                <p:cNvSpPr>
                  <a:spLocks noChangeArrowheads="1"/>
                </p:cNvSpPr>
                <p:nvPr/>
              </p:nvSpPr>
              <p:spPr bwMode="auto">
                <a:xfrm>
                  <a:off x="412"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3" name="Group 133"/>
              <p:cNvGrpSpPr>
                <a:grpSpLocks/>
              </p:cNvGrpSpPr>
              <p:nvPr/>
            </p:nvGrpSpPr>
            <p:grpSpPr bwMode="auto">
              <a:xfrm>
                <a:off x="824" y="4916"/>
                <a:ext cx="412" cy="710"/>
                <a:chOff x="824" y="4916"/>
                <a:chExt cx="412" cy="710"/>
              </a:xfrm>
            </p:grpSpPr>
            <p:sp>
              <p:nvSpPr>
                <p:cNvPr id="42185" name="Rectangle 134"/>
                <p:cNvSpPr>
                  <a:spLocks noChangeArrowheads="1"/>
                </p:cNvSpPr>
                <p:nvPr/>
              </p:nvSpPr>
              <p:spPr bwMode="auto">
                <a:xfrm>
                  <a:off x="867"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86" name="Rectangle 135"/>
                <p:cNvSpPr>
                  <a:spLocks noChangeArrowheads="1"/>
                </p:cNvSpPr>
                <p:nvPr/>
              </p:nvSpPr>
              <p:spPr bwMode="auto">
                <a:xfrm>
                  <a:off x="824"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4" name="Group 136"/>
              <p:cNvGrpSpPr>
                <a:grpSpLocks/>
              </p:cNvGrpSpPr>
              <p:nvPr/>
            </p:nvGrpSpPr>
            <p:grpSpPr bwMode="auto">
              <a:xfrm>
                <a:off x="1236" y="4916"/>
                <a:ext cx="412" cy="710"/>
                <a:chOff x="1236" y="4916"/>
                <a:chExt cx="412" cy="710"/>
              </a:xfrm>
            </p:grpSpPr>
            <p:sp>
              <p:nvSpPr>
                <p:cNvPr id="42183" name="Rectangle 137"/>
                <p:cNvSpPr>
                  <a:spLocks noChangeArrowheads="1"/>
                </p:cNvSpPr>
                <p:nvPr/>
              </p:nvSpPr>
              <p:spPr bwMode="auto">
                <a:xfrm>
                  <a:off x="1279"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84" name="Rectangle 138"/>
                <p:cNvSpPr>
                  <a:spLocks noChangeArrowheads="1"/>
                </p:cNvSpPr>
                <p:nvPr/>
              </p:nvSpPr>
              <p:spPr bwMode="auto">
                <a:xfrm>
                  <a:off x="1236"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5" name="Group 139"/>
              <p:cNvGrpSpPr>
                <a:grpSpLocks/>
              </p:cNvGrpSpPr>
              <p:nvPr/>
            </p:nvGrpSpPr>
            <p:grpSpPr bwMode="auto">
              <a:xfrm>
                <a:off x="1648" y="4916"/>
                <a:ext cx="412" cy="710"/>
                <a:chOff x="1648" y="4916"/>
                <a:chExt cx="412" cy="710"/>
              </a:xfrm>
            </p:grpSpPr>
            <p:sp>
              <p:nvSpPr>
                <p:cNvPr id="42181" name="Rectangle 140"/>
                <p:cNvSpPr>
                  <a:spLocks noChangeArrowheads="1"/>
                </p:cNvSpPr>
                <p:nvPr/>
              </p:nvSpPr>
              <p:spPr bwMode="auto">
                <a:xfrm>
                  <a:off x="1691"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82" name="Rectangle 141"/>
                <p:cNvSpPr>
                  <a:spLocks noChangeArrowheads="1"/>
                </p:cNvSpPr>
                <p:nvPr/>
              </p:nvSpPr>
              <p:spPr bwMode="auto">
                <a:xfrm>
                  <a:off x="1648"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6" name="Group 142"/>
              <p:cNvGrpSpPr>
                <a:grpSpLocks/>
              </p:cNvGrpSpPr>
              <p:nvPr/>
            </p:nvGrpSpPr>
            <p:grpSpPr bwMode="auto">
              <a:xfrm>
                <a:off x="0" y="5626"/>
                <a:ext cx="412" cy="499"/>
                <a:chOff x="0" y="5626"/>
                <a:chExt cx="412" cy="499"/>
              </a:xfrm>
            </p:grpSpPr>
            <p:sp>
              <p:nvSpPr>
                <p:cNvPr id="42179" name="Rectangle 143"/>
                <p:cNvSpPr>
                  <a:spLocks noChangeArrowheads="1"/>
                </p:cNvSpPr>
                <p:nvPr/>
              </p:nvSpPr>
              <p:spPr bwMode="auto">
                <a:xfrm>
                  <a:off x="43"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80" name="Rectangle 144"/>
                <p:cNvSpPr>
                  <a:spLocks noChangeArrowheads="1"/>
                </p:cNvSpPr>
                <p:nvPr/>
              </p:nvSpPr>
              <p:spPr bwMode="auto">
                <a:xfrm>
                  <a:off x="0"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7" name="Group 145"/>
              <p:cNvGrpSpPr>
                <a:grpSpLocks/>
              </p:cNvGrpSpPr>
              <p:nvPr/>
            </p:nvGrpSpPr>
            <p:grpSpPr bwMode="auto">
              <a:xfrm>
                <a:off x="412" y="5626"/>
                <a:ext cx="412" cy="499"/>
                <a:chOff x="412" y="5626"/>
                <a:chExt cx="412" cy="499"/>
              </a:xfrm>
            </p:grpSpPr>
            <p:sp>
              <p:nvSpPr>
                <p:cNvPr id="42177" name="Rectangle 146"/>
                <p:cNvSpPr>
                  <a:spLocks noChangeArrowheads="1"/>
                </p:cNvSpPr>
                <p:nvPr/>
              </p:nvSpPr>
              <p:spPr bwMode="auto">
                <a:xfrm>
                  <a:off x="455"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78" name="Rectangle 147"/>
                <p:cNvSpPr>
                  <a:spLocks noChangeArrowheads="1"/>
                </p:cNvSpPr>
                <p:nvPr/>
              </p:nvSpPr>
              <p:spPr bwMode="auto">
                <a:xfrm>
                  <a:off x="412"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8" name="Group 148"/>
              <p:cNvGrpSpPr>
                <a:grpSpLocks/>
              </p:cNvGrpSpPr>
              <p:nvPr/>
            </p:nvGrpSpPr>
            <p:grpSpPr bwMode="auto">
              <a:xfrm>
                <a:off x="824" y="5626"/>
                <a:ext cx="412" cy="499"/>
                <a:chOff x="824" y="5626"/>
                <a:chExt cx="412" cy="499"/>
              </a:xfrm>
            </p:grpSpPr>
            <p:sp>
              <p:nvSpPr>
                <p:cNvPr id="42175" name="Rectangle 149"/>
                <p:cNvSpPr>
                  <a:spLocks noChangeArrowheads="1"/>
                </p:cNvSpPr>
                <p:nvPr/>
              </p:nvSpPr>
              <p:spPr bwMode="auto">
                <a:xfrm>
                  <a:off x="867"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76" name="Rectangle 150"/>
                <p:cNvSpPr>
                  <a:spLocks noChangeArrowheads="1"/>
                </p:cNvSpPr>
                <p:nvPr/>
              </p:nvSpPr>
              <p:spPr bwMode="auto">
                <a:xfrm>
                  <a:off x="824"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69" name="Group 151"/>
              <p:cNvGrpSpPr>
                <a:grpSpLocks/>
              </p:cNvGrpSpPr>
              <p:nvPr/>
            </p:nvGrpSpPr>
            <p:grpSpPr bwMode="auto">
              <a:xfrm>
                <a:off x="1236" y="5626"/>
                <a:ext cx="412" cy="499"/>
                <a:chOff x="1236" y="5626"/>
                <a:chExt cx="412" cy="499"/>
              </a:xfrm>
            </p:grpSpPr>
            <p:sp>
              <p:nvSpPr>
                <p:cNvPr id="42173" name="Rectangle 152"/>
                <p:cNvSpPr>
                  <a:spLocks noChangeArrowheads="1"/>
                </p:cNvSpPr>
                <p:nvPr/>
              </p:nvSpPr>
              <p:spPr bwMode="auto">
                <a:xfrm>
                  <a:off x="1279"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74" name="Rectangle 153"/>
                <p:cNvSpPr>
                  <a:spLocks noChangeArrowheads="1"/>
                </p:cNvSpPr>
                <p:nvPr/>
              </p:nvSpPr>
              <p:spPr bwMode="auto">
                <a:xfrm>
                  <a:off x="1236"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170" name="Group 154"/>
              <p:cNvGrpSpPr>
                <a:grpSpLocks/>
              </p:cNvGrpSpPr>
              <p:nvPr/>
            </p:nvGrpSpPr>
            <p:grpSpPr bwMode="auto">
              <a:xfrm>
                <a:off x="1648" y="5626"/>
                <a:ext cx="412" cy="499"/>
                <a:chOff x="1648" y="5626"/>
                <a:chExt cx="412" cy="499"/>
              </a:xfrm>
            </p:grpSpPr>
            <p:sp>
              <p:nvSpPr>
                <p:cNvPr id="42171" name="Rectangle 155"/>
                <p:cNvSpPr>
                  <a:spLocks noChangeArrowheads="1"/>
                </p:cNvSpPr>
                <p:nvPr/>
              </p:nvSpPr>
              <p:spPr bwMode="auto">
                <a:xfrm>
                  <a:off x="1691"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72" name="Rectangle 156"/>
                <p:cNvSpPr>
                  <a:spLocks noChangeArrowheads="1"/>
                </p:cNvSpPr>
                <p:nvPr/>
              </p:nvSpPr>
              <p:spPr bwMode="auto">
                <a:xfrm>
                  <a:off x="1648"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2145" name="Rectangle 157"/>
            <p:cNvSpPr>
              <a:spLocks noChangeArrowheads="1"/>
            </p:cNvSpPr>
            <p:nvPr/>
          </p:nvSpPr>
          <p:spPr bwMode="auto">
            <a:xfrm>
              <a:off x="-3" y="2994"/>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5214" name="Group 158"/>
          <p:cNvGrpSpPr>
            <a:grpSpLocks/>
          </p:cNvGrpSpPr>
          <p:nvPr/>
        </p:nvGrpSpPr>
        <p:grpSpPr bwMode="auto">
          <a:xfrm>
            <a:off x="4643438" y="304800"/>
            <a:ext cx="4249737" cy="2895600"/>
            <a:chOff x="-3" y="-3"/>
            <a:chExt cx="2066" cy="3134"/>
          </a:xfrm>
        </p:grpSpPr>
        <p:grpSp>
          <p:nvGrpSpPr>
            <p:cNvPr id="42067" name="Group 159"/>
            <p:cNvGrpSpPr>
              <a:grpSpLocks/>
            </p:cNvGrpSpPr>
            <p:nvPr/>
          </p:nvGrpSpPr>
          <p:grpSpPr bwMode="auto">
            <a:xfrm>
              <a:off x="0" y="0"/>
              <a:ext cx="2060" cy="3128"/>
              <a:chOff x="0" y="0"/>
              <a:chExt cx="2060" cy="3128"/>
            </a:xfrm>
          </p:grpSpPr>
          <p:grpSp>
            <p:nvGrpSpPr>
              <p:cNvPr id="42069" name="Group 160"/>
              <p:cNvGrpSpPr>
                <a:grpSpLocks/>
              </p:cNvGrpSpPr>
              <p:nvPr/>
            </p:nvGrpSpPr>
            <p:grpSpPr bwMode="auto">
              <a:xfrm>
                <a:off x="0" y="0"/>
                <a:ext cx="412" cy="499"/>
                <a:chOff x="0" y="0"/>
                <a:chExt cx="412" cy="499"/>
              </a:xfrm>
            </p:grpSpPr>
            <p:sp>
              <p:nvSpPr>
                <p:cNvPr id="42142" name="Rectangle 161"/>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43" name="Rectangle 162"/>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0" name="Group 163"/>
              <p:cNvGrpSpPr>
                <a:grpSpLocks/>
              </p:cNvGrpSpPr>
              <p:nvPr/>
            </p:nvGrpSpPr>
            <p:grpSpPr bwMode="auto">
              <a:xfrm>
                <a:off x="412" y="0"/>
                <a:ext cx="412" cy="499"/>
                <a:chOff x="412" y="0"/>
                <a:chExt cx="412" cy="499"/>
              </a:xfrm>
            </p:grpSpPr>
            <p:sp>
              <p:nvSpPr>
                <p:cNvPr id="42140" name="Rectangle 164"/>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41" name="Rectangle 165"/>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1" name="Group 166"/>
              <p:cNvGrpSpPr>
                <a:grpSpLocks/>
              </p:cNvGrpSpPr>
              <p:nvPr/>
            </p:nvGrpSpPr>
            <p:grpSpPr bwMode="auto">
              <a:xfrm>
                <a:off x="824" y="0"/>
                <a:ext cx="412" cy="499"/>
                <a:chOff x="824" y="0"/>
                <a:chExt cx="412" cy="499"/>
              </a:xfrm>
            </p:grpSpPr>
            <p:sp>
              <p:nvSpPr>
                <p:cNvPr id="42138" name="Rectangle 167"/>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39" name="Rectangle 168"/>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2" name="Group 169"/>
              <p:cNvGrpSpPr>
                <a:grpSpLocks/>
              </p:cNvGrpSpPr>
              <p:nvPr/>
            </p:nvGrpSpPr>
            <p:grpSpPr bwMode="auto">
              <a:xfrm>
                <a:off x="1236" y="0"/>
                <a:ext cx="412" cy="499"/>
                <a:chOff x="1236" y="0"/>
                <a:chExt cx="412" cy="499"/>
              </a:xfrm>
            </p:grpSpPr>
            <p:sp>
              <p:nvSpPr>
                <p:cNvPr id="42136" name="Rectangle 170"/>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37" name="Rectangle 171"/>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3" name="Group 172"/>
              <p:cNvGrpSpPr>
                <a:grpSpLocks/>
              </p:cNvGrpSpPr>
              <p:nvPr/>
            </p:nvGrpSpPr>
            <p:grpSpPr bwMode="auto">
              <a:xfrm>
                <a:off x="1648" y="0"/>
                <a:ext cx="412" cy="499"/>
                <a:chOff x="1648" y="0"/>
                <a:chExt cx="412" cy="499"/>
              </a:xfrm>
            </p:grpSpPr>
            <p:sp>
              <p:nvSpPr>
                <p:cNvPr id="42134" name="Rectangle 173"/>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35" name="Rectangle 174"/>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4" name="Group 175"/>
              <p:cNvGrpSpPr>
                <a:grpSpLocks/>
              </p:cNvGrpSpPr>
              <p:nvPr/>
            </p:nvGrpSpPr>
            <p:grpSpPr bwMode="auto">
              <a:xfrm>
                <a:off x="0" y="499"/>
                <a:ext cx="412" cy="710"/>
                <a:chOff x="0" y="499"/>
                <a:chExt cx="412" cy="710"/>
              </a:xfrm>
            </p:grpSpPr>
            <p:sp>
              <p:nvSpPr>
                <p:cNvPr id="42132" name="Rectangle 176"/>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33" name="Rectangle 177"/>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5" name="Group 178"/>
              <p:cNvGrpSpPr>
                <a:grpSpLocks/>
              </p:cNvGrpSpPr>
              <p:nvPr/>
            </p:nvGrpSpPr>
            <p:grpSpPr bwMode="auto">
              <a:xfrm>
                <a:off x="412" y="499"/>
                <a:ext cx="412" cy="710"/>
                <a:chOff x="412" y="499"/>
                <a:chExt cx="412" cy="710"/>
              </a:xfrm>
            </p:grpSpPr>
            <p:sp>
              <p:nvSpPr>
                <p:cNvPr id="42130" name="Rectangle 179"/>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31" name="Rectangle 180"/>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6" name="Group 181"/>
              <p:cNvGrpSpPr>
                <a:grpSpLocks/>
              </p:cNvGrpSpPr>
              <p:nvPr/>
            </p:nvGrpSpPr>
            <p:grpSpPr bwMode="auto">
              <a:xfrm>
                <a:off x="824" y="499"/>
                <a:ext cx="412" cy="710"/>
                <a:chOff x="824" y="499"/>
                <a:chExt cx="412" cy="710"/>
              </a:xfrm>
            </p:grpSpPr>
            <p:sp>
              <p:nvSpPr>
                <p:cNvPr id="42128" name="Rectangle 182"/>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29" name="Rectangle 183"/>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7" name="Group 184"/>
              <p:cNvGrpSpPr>
                <a:grpSpLocks/>
              </p:cNvGrpSpPr>
              <p:nvPr/>
            </p:nvGrpSpPr>
            <p:grpSpPr bwMode="auto">
              <a:xfrm>
                <a:off x="1236" y="499"/>
                <a:ext cx="412" cy="710"/>
                <a:chOff x="1236" y="499"/>
                <a:chExt cx="412" cy="710"/>
              </a:xfrm>
            </p:grpSpPr>
            <p:sp>
              <p:nvSpPr>
                <p:cNvPr id="42126" name="Rectangle 185"/>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27" name="Rectangle 186"/>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8" name="Group 187"/>
              <p:cNvGrpSpPr>
                <a:grpSpLocks/>
              </p:cNvGrpSpPr>
              <p:nvPr/>
            </p:nvGrpSpPr>
            <p:grpSpPr bwMode="auto">
              <a:xfrm>
                <a:off x="1648" y="499"/>
                <a:ext cx="412" cy="710"/>
                <a:chOff x="1648" y="499"/>
                <a:chExt cx="412" cy="710"/>
              </a:xfrm>
            </p:grpSpPr>
            <p:sp>
              <p:nvSpPr>
                <p:cNvPr id="42124" name="Rectangle 188"/>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25" name="Rectangle 189"/>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79" name="Group 190"/>
              <p:cNvGrpSpPr>
                <a:grpSpLocks/>
              </p:cNvGrpSpPr>
              <p:nvPr/>
            </p:nvGrpSpPr>
            <p:grpSpPr bwMode="auto">
              <a:xfrm>
                <a:off x="0" y="1209"/>
                <a:ext cx="412" cy="710"/>
                <a:chOff x="0" y="1209"/>
                <a:chExt cx="412" cy="710"/>
              </a:xfrm>
            </p:grpSpPr>
            <p:sp>
              <p:nvSpPr>
                <p:cNvPr id="42122" name="Rectangle 191"/>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23" name="Rectangle 192"/>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0" name="Group 193"/>
              <p:cNvGrpSpPr>
                <a:grpSpLocks/>
              </p:cNvGrpSpPr>
              <p:nvPr/>
            </p:nvGrpSpPr>
            <p:grpSpPr bwMode="auto">
              <a:xfrm>
                <a:off x="412" y="1209"/>
                <a:ext cx="412" cy="710"/>
                <a:chOff x="412" y="1209"/>
                <a:chExt cx="412" cy="710"/>
              </a:xfrm>
            </p:grpSpPr>
            <p:sp>
              <p:nvSpPr>
                <p:cNvPr id="42120" name="Rectangle 194"/>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21" name="Rectangle 195"/>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1" name="Group 196"/>
              <p:cNvGrpSpPr>
                <a:grpSpLocks/>
              </p:cNvGrpSpPr>
              <p:nvPr/>
            </p:nvGrpSpPr>
            <p:grpSpPr bwMode="auto">
              <a:xfrm>
                <a:off x="824" y="1209"/>
                <a:ext cx="412" cy="710"/>
                <a:chOff x="824" y="1209"/>
                <a:chExt cx="412" cy="710"/>
              </a:xfrm>
            </p:grpSpPr>
            <p:sp>
              <p:nvSpPr>
                <p:cNvPr id="42118" name="Rectangle 197"/>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19" name="Rectangle 198"/>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2" name="Group 199"/>
              <p:cNvGrpSpPr>
                <a:grpSpLocks/>
              </p:cNvGrpSpPr>
              <p:nvPr/>
            </p:nvGrpSpPr>
            <p:grpSpPr bwMode="auto">
              <a:xfrm>
                <a:off x="1236" y="1209"/>
                <a:ext cx="412" cy="710"/>
                <a:chOff x="1236" y="1209"/>
                <a:chExt cx="412" cy="710"/>
              </a:xfrm>
            </p:grpSpPr>
            <p:sp>
              <p:nvSpPr>
                <p:cNvPr id="42116" name="Rectangle 200"/>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17" name="Rectangle 201"/>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3" name="Group 202"/>
              <p:cNvGrpSpPr>
                <a:grpSpLocks/>
              </p:cNvGrpSpPr>
              <p:nvPr/>
            </p:nvGrpSpPr>
            <p:grpSpPr bwMode="auto">
              <a:xfrm>
                <a:off x="1648" y="1209"/>
                <a:ext cx="412" cy="710"/>
                <a:chOff x="1648" y="1209"/>
                <a:chExt cx="412" cy="710"/>
              </a:xfrm>
            </p:grpSpPr>
            <p:sp>
              <p:nvSpPr>
                <p:cNvPr id="42114" name="Rectangle 203"/>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15" name="Rectangle 204"/>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4" name="Group 205"/>
              <p:cNvGrpSpPr>
                <a:grpSpLocks/>
              </p:cNvGrpSpPr>
              <p:nvPr/>
            </p:nvGrpSpPr>
            <p:grpSpPr bwMode="auto">
              <a:xfrm>
                <a:off x="0" y="1919"/>
                <a:ext cx="412" cy="710"/>
                <a:chOff x="0" y="1919"/>
                <a:chExt cx="412" cy="710"/>
              </a:xfrm>
            </p:grpSpPr>
            <p:sp>
              <p:nvSpPr>
                <p:cNvPr id="42112" name="Rectangle 206"/>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13" name="Rectangle 207"/>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5" name="Group 208"/>
              <p:cNvGrpSpPr>
                <a:grpSpLocks/>
              </p:cNvGrpSpPr>
              <p:nvPr/>
            </p:nvGrpSpPr>
            <p:grpSpPr bwMode="auto">
              <a:xfrm>
                <a:off x="412" y="1919"/>
                <a:ext cx="412" cy="710"/>
                <a:chOff x="412" y="1919"/>
                <a:chExt cx="412" cy="710"/>
              </a:xfrm>
            </p:grpSpPr>
            <p:sp>
              <p:nvSpPr>
                <p:cNvPr id="42110" name="Rectangle 209"/>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11" name="Rectangle 210"/>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6" name="Group 211"/>
              <p:cNvGrpSpPr>
                <a:grpSpLocks/>
              </p:cNvGrpSpPr>
              <p:nvPr/>
            </p:nvGrpSpPr>
            <p:grpSpPr bwMode="auto">
              <a:xfrm>
                <a:off x="824" y="1919"/>
                <a:ext cx="412" cy="710"/>
                <a:chOff x="824" y="1919"/>
                <a:chExt cx="412" cy="710"/>
              </a:xfrm>
            </p:grpSpPr>
            <p:sp>
              <p:nvSpPr>
                <p:cNvPr id="42108" name="Rectangle 212"/>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09" name="Rectangle 213"/>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7" name="Group 214"/>
              <p:cNvGrpSpPr>
                <a:grpSpLocks/>
              </p:cNvGrpSpPr>
              <p:nvPr/>
            </p:nvGrpSpPr>
            <p:grpSpPr bwMode="auto">
              <a:xfrm>
                <a:off x="1236" y="1919"/>
                <a:ext cx="412" cy="710"/>
                <a:chOff x="1236" y="1919"/>
                <a:chExt cx="412" cy="710"/>
              </a:xfrm>
            </p:grpSpPr>
            <p:sp>
              <p:nvSpPr>
                <p:cNvPr id="42106" name="Rectangle 215"/>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07" name="Rectangle 216"/>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8" name="Group 217"/>
              <p:cNvGrpSpPr>
                <a:grpSpLocks/>
              </p:cNvGrpSpPr>
              <p:nvPr/>
            </p:nvGrpSpPr>
            <p:grpSpPr bwMode="auto">
              <a:xfrm>
                <a:off x="1648" y="1919"/>
                <a:ext cx="412" cy="710"/>
                <a:chOff x="1648" y="1919"/>
                <a:chExt cx="412" cy="710"/>
              </a:xfrm>
            </p:grpSpPr>
            <p:sp>
              <p:nvSpPr>
                <p:cNvPr id="42104" name="Rectangle 218"/>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05" name="Rectangle 219"/>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89" name="Group 220"/>
              <p:cNvGrpSpPr>
                <a:grpSpLocks/>
              </p:cNvGrpSpPr>
              <p:nvPr/>
            </p:nvGrpSpPr>
            <p:grpSpPr bwMode="auto">
              <a:xfrm>
                <a:off x="0" y="2629"/>
                <a:ext cx="412" cy="499"/>
                <a:chOff x="0" y="2629"/>
                <a:chExt cx="412" cy="499"/>
              </a:xfrm>
            </p:grpSpPr>
            <p:sp>
              <p:nvSpPr>
                <p:cNvPr id="42102" name="Rectangle 221"/>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03" name="Rectangle 222"/>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90" name="Group 223"/>
              <p:cNvGrpSpPr>
                <a:grpSpLocks/>
              </p:cNvGrpSpPr>
              <p:nvPr/>
            </p:nvGrpSpPr>
            <p:grpSpPr bwMode="auto">
              <a:xfrm>
                <a:off x="412" y="2629"/>
                <a:ext cx="412" cy="499"/>
                <a:chOff x="412" y="2629"/>
                <a:chExt cx="412" cy="499"/>
              </a:xfrm>
            </p:grpSpPr>
            <p:sp>
              <p:nvSpPr>
                <p:cNvPr id="42100" name="Rectangle 224"/>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101" name="Rectangle 225"/>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91" name="Group 226"/>
              <p:cNvGrpSpPr>
                <a:grpSpLocks/>
              </p:cNvGrpSpPr>
              <p:nvPr/>
            </p:nvGrpSpPr>
            <p:grpSpPr bwMode="auto">
              <a:xfrm>
                <a:off x="824" y="2629"/>
                <a:ext cx="412" cy="499"/>
                <a:chOff x="824" y="2629"/>
                <a:chExt cx="412" cy="499"/>
              </a:xfrm>
            </p:grpSpPr>
            <p:sp>
              <p:nvSpPr>
                <p:cNvPr id="42098" name="Rectangle 227"/>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99" name="Rectangle 228"/>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92" name="Group 229"/>
              <p:cNvGrpSpPr>
                <a:grpSpLocks/>
              </p:cNvGrpSpPr>
              <p:nvPr/>
            </p:nvGrpSpPr>
            <p:grpSpPr bwMode="auto">
              <a:xfrm>
                <a:off x="1236" y="2629"/>
                <a:ext cx="412" cy="499"/>
                <a:chOff x="1236" y="2629"/>
                <a:chExt cx="412" cy="499"/>
              </a:xfrm>
            </p:grpSpPr>
            <p:sp>
              <p:nvSpPr>
                <p:cNvPr id="42096" name="Rectangle 230"/>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97" name="Rectangle 231"/>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93" name="Group 232"/>
              <p:cNvGrpSpPr>
                <a:grpSpLocks/>
              </p:cNvGrpSpPr>
              <p:nvPr/>
            </p:nvGrpSpPr>
            <p:grpSpPr bwMode="auto">
              <a:xfrm>
                <a:off x="1648" y="2629"/>
                <a:ext cx="412" cy="499"/>
                <a:chOff x="1648" y="2629"/>
                <a:chExt cx="412" cy="499"/>
              </a:xfrm>
            </p:grpSpPr>
            <p:sp>
              <p:nvSpPr>
                <p:cNvPr id="42094" name="Rectangle 233"/>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95" name="Rectangle 234"/>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2068" name="Rectangle 235"/>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5292" name="Group 236"/>
          <p:cNvGrpSpPr>
            <a:grpSpLocks/>
          </p:cNvGrpSpPr>
          <p:nvPr/>
        </p:nvGrpSpPr>
        <p:grpSpPr bwMode="auto">
          <a:xfrm>
            <a:off x="4716463" y="3429000"/>
            <a:ext cx="4162425" cy="3159125"/>
            <a:chOff x="-3" y="3627"/>
            <a:chExt cx="2066" cy="3134"/>
          </a:xfrm>
        </p:grpSpPr>
        <p:grpSp>
          <p:nvGrpSpPr>
            <p:cNvPr id="41990" name="Group 237"/>
            <p:cNvGrpSpPr>
              <a:grpSpLocks/>
            </p:cNvGrpSpPr>
            <p:nvPr/>
          </p:nvGrpSpPr>
          <p:grpSpPr bwMode="auto">
            <a:xfrm>
              <a:off x="0" y="3630"/>
              <a:ext cx="2060" cy="3128"/>
              <a:chOff x="0" y="3630"/>
              <a:chExt cx="2060" cy="3128"/>
            </a:xfrm>
          </p:grpSpPr>
          <p:grpSp>
            <p:nvGrpSpPr>
              <p:cNvPr id="41992" name="Group 238"/>
              <p:cNvGrpSpPr>
                <a:grpSpLocks/>
              </p:cNvGrpSpPr>
              <p:nvPr/>
            </p:nvGrpSpPr>
            <p:grpSpPr bwMode="auto">
              <a:xfrm>
                <a:off x="0" y="3630"/>
                <a:ext cx="412" cy="499"/>
                <a:chOff x="0" y="3630"/>
                <a:chExt cx="412" cy="499"/>
              </a:xfrm>
            </p:grpSpPr>
            <p:sp>
              <p:nvSpPr>
                <p:cNvPr id="42065" name="Rectangle 239"/>
                <p:cNvSpPr>
                  <a:spLocks noChangeArrowheads="1"/>
                </p:cNvSpPr>
                <p:nvPr/>
              </p:nvSpPr>
              <p:spPr bwMode="auto">
                <a:xfrm>
                  <a:off x="43" y="363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66" name="Rectangle 240"/>
                <p:cNvSpPr>
                  <a:spLocks noChangeArrowheads="1"/>
                </p:cNvSpPr>
                <p:nvPr/>
              </p:nvSpPr>
              <p:spPr bwMode="auto">
                <a:xfrm>
                  <a:off x="0" y="363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3" name="Group 241"/>
              <p:cNvGrpSpPr>
                <a:grpSpLocks/>
              </p:cNvGrpSpPr>
              <p:nvPr/>
            </p:nvGrpSpPr>
            <p:grpSpPr bwMode="auto">
              <a:xfrm>
                <a:off x="412" y="3630"/>
                <a:ext cx="412" cy="499"/>
                <a:chOff x="412" y="3630"/>
                <a:chExt cx="412" cy="499"/>
              </a:xfrm>
            </p:grpSpPr>
            <p:sp>
              <p:nvSpPr>
                <p:cNvPr id="42063" name="Rectangle 242"/>
                <p:cNvSpPr>
                  <a:spLocks noChangeArrowheads="1"/>
                </p:cNvSpPr>
                <p:nvPr/>
              </p:nvSpPr>
              <p:spPr bwMode="auto">
                <a:xfrm>
                  <a:off x="455" y="363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64" name="Rectangle 243"/>
                <p:cNvSpPr>
                  <a:spLocks noChangeArrowheads="1"/>
                </p:cNvSpPr>
                <p:nvPr/>
              </p:nvSpPr>
              <p:spPr bwMode="auto">
                <a:xfrm>
                  <a:off x="412" y="363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4" name="Group 244"/>
              <p:cNvGrpSpPr>
                <a:grpSpLocks/>
              </p:cNvGrpSpPr>
              <p:nvPr/>
            </p:nvGrpSpPr>
            <p:grpSpPr bwMode="auto">
              <a:xfrm>
                <a:off x="824" y="3630"/>
                <a:ext cx="412" cy="499"/>
                <a:chOff x="824" y="3630"/>
                <a:chExt cx="412" cy="499"/>
              </a:xfrm>
            </p:grpSpPr>
            <p:sp>
              <p:nvSpPr>
                <p:cNvPr id="42061" name="Rectangle 245"/>
                <p:cNvSpPr>
                  <a:spLocks noChangeArrowheads="1"/>
                </p:cNvSpPr>
                <p:nvPr/>
              </p:nvSpPr>
              <p:spPr bwMode="auto">
                <a:xfrm>
                  <a:off x="867" y="363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62" name="Rectangle 246"/>
                <p:cNvSpPr>
                  <a:spLocks noChangeArrowheads="1"/>
                </p:cNvSpPr>
                <p:nvPr/>
              </p:nvSpPr>
              <p:spPr bwMode="auto">
                <a:xfrm>
                  <a:off x="824" y="363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5" name="Group 247"/>
              <p:cNvGrpSpPr>
                <a:grpSpLocks/>
              </p:cNvGrpSpPr>
              <p:nvPr/>
            </p:nvGrpSpPr>
            <p:grpSpPr bwMode="auto">
              <a:xfrm>
                <a:off x="1236" y="3630"/>
                <a:ext cx="412" cy="499"/>
                <a:chOff x="1236" y="3630"/>
                <a:chExt cx="412" cy="499"/>
              </a:xfrm>
            </p:grpSpPr>
            <p:sp>
              <p:nvSpPr>
                <p:cNvPr id="42059" name="Rectangle 248"/>
                <p:cNvSpPr>
                  <a:spLocks noChangeArrowheads="1"/>
                </p:cNvSpPr>
                <p:nvPr/>
              </p:nvSpPr>
              <p:spPr bwMode="auto">
                <a:xfrm>
                  <a:off x="1279" y="363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60" name="Rectangle 249"/>
                <p:cNvSpPr>
                  <a:spLocks noChangeArrowheads="1"/>
                </p:cNvSpPr>
                <p:nvPr/>
              </p:nvSpPr>
              <p:spPr bwMode="auto">
                <a:xfrm>
                  <a:off x="1236" y="363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6" name="Group 250"/>
              <p:cNvGrpSpPr>
                <a:grpSpLocks/>
              </p:cNvGrpSpPr>
              <p:nvPr/>
            </p:nvGrpSpPr>
            <p:grpSpPr bwMode="auto">
              <a:xfrm>
                <a:off x="1648" y="3630"/>
                <a:ext cx="412" cy="499"/>
                <a:chOff x="1648" y="3630"/>
                <a:chExt cx="412" cy="499"/>
              </a:xfrm>
            </p:grpSpPr>
            <p:sp>
              <p:nvSpPr>
                <p:cNvPr id="42057" name="Rectangle 251"/>
                <p:cNvSpPr>
                  <a:spLocks noChangeArrowheads="1"/>
                </p:cNvSpPr>
                <p:nvPr/>
              </p:nvSpPr>
              <p:spPr bwMode="auto">
                <a:xfrm>
                  <a:off x="1691" y="363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58" name="Rectangle 252"/>
                <p:cNvSpPr>
                  <a:spLocks noChangeArrowheads="1"/>
                </p:cNvSpPr>
                <p:nvPr/>
              </p:nvSpPr>
              <p:spPr bwMode="auto">
                <a:xfrm>
                  <a:off x="1648" y="363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7" name="Group 253"/>
              <p:cNvGrpSpPr>
                <a:grpSpLocks/>
              </p:cNvGrpSpPr>
              <p:nvPr/>
            </p:nvGrpSpPr>
            <p:grpSpPr bwMode="auto">
              <a:xfrm>
                <a:off x="0" y="4129"/>
                <a:ext cx="412" cy="710"/>
                <a:chOff x="0" y="4129"/>
                <a:chExt cx="412" cy="710"/>
              </a:xfrm>
            </p:grpSpPr>
            <p:sp>
              <p:nvSpPr>
                <p:cNvPr id="42055" name="Rectangle 254"/>
                <p:cNvSpPr>
                  <a:spLocks noChangeArrowheads="1"/>
                </p:cNvSpPr>
                <p:nvPr/>
              </p:nvSpPr>
              <p:spPr bwMode="auto">
                <a:xfrm>
                  <a:off x="43" y="412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56" name="Rectangle 255"/>
                <p:cNvSpPr>
                  <a:spLocks noChangeArrowheads="1"/>
                </p:cNvSpPr>
                <p:nvPr/>
              </p:nvSpPr>
              <p:spPr bwMode="auto">
                <a:xfrm>
                  <a:off x="0" y="412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8" name="Group 256"/>
              <p:cNvGrpSpPr>
                <a:grpSpLocks/>
              </p:cNvGrpSpPr>
              <p:nvPr/>
            </p:nvGrpSpPr>
            <p:grpSpPr bwMode="auto">
              <a:xfrm>
                <a:off x="412" y="4129"/>
                <a:ext cx="412" cy="710"/>
                <a:chOff x="412" y="4129"/>
                <a:chExt cx="412" cy="710"/>
              </a:xfrm>
            </p:grpSpPr>
            <p:sp>
              <p:nvSpPr>
                <p:cNvPr id="42053" name="Rectangle 257"/>
                <p:cNvSpPr>
                  <a:spLocks noChangeArrowheads="1"/>
                </p:cNvSpPr>
                <p:nvPr/>
              </p:nvSpPr>
              <p:spPr bwMode="auto">
                <a:xfrm>
                  <a:off x="455" y="412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54" name="Rectangle 258"/>
                <p:cNvSpPr>
                  <a:spLocks noChangeArrowheads="1"/>
                </p:cNvSpPr>
                <p:nvPr/>
              </p:nvSpPr>
              <p:spPr bwMode="auto">
                <a:xfrm>
                  <a:off x="412" y="412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1999" name="Group 259"/>
              <p:cNvGrpSpPr>
                <a:grpSpLocks/>
              </p:cNvGrpSpPr>
              <p:nvPr/>
            </p:nvGrpSpPr>
            <p:grpSpPr bwMode="auto">
              <a:xfrm>
                <a:off x="824" y="4129"/>
                <a:ext cx="412" cy="710"/>
                <a:chOff x="824" y="4129"/>
                <a:chExt cx="412" cy="710"/>
              </a:xfrm>
            </p:grpSpPr>
            <p:sp>
              <p:nvSpPr>
                <p:cNvPr id="42051" name="Rectangle 260"/>
                <p:cNvSpPr>
                  <a:spLocks noChangeArrowheads="1"/>
                </p:cNvSpPr>
                <p:nvPr/>
              </p:nvSpPr>
              <p:spPr bwMode="auto">
                <a:xfrm>
                  <a:off x="867" y="412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52" name="Rectangle 261"/>
                <p:cNvSpPr>
                  <a:spLocks noChangeArrowheads="1"/>
                </p:cNvSpPr>
                <p:nvPr/>
              </p:nvSpPr>
              <p:spPr bwMode="auto">
                <a:xfrm>
                  <a:off x="824" y="412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0" name="Group 262"/>
              <p:cNvGrpSpPr>
                <a:grpSpLocks/>
              </p:cNvGrpSpPr>
              <p:nvPr/>
            </p:nvGrpSpPr>
            <p:grpSpPr bwMode="auto">
              <a:xfrm>
                <a:off x="1236" y="4129"/>
                <a:ext cx="412" cy="710"/>
                <a:chOff x="1236" y="4129"/>
                <a:chExt cx="412" cy="710"/>
              </a:xfrm>
            </p:grpSpPr>
            <p:sp>
              <p:nvSpPr>
                <p:cNvPr id="42049" name="Rectangle 263"/>
                <p:cNvSpPr>
                  <a:spLocks noChangeArrowheads="1"/>
                </p:cNvSpPr>
                <p:nvPr/>
              </p:nvSpPr>
              <p:spPr bwMode="auto">
                <a:xfrm>
                  <a:off x="1279" y="412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50" name="Rectangle 264"/>
                <p:cNvSpPr>
                  <a:spLocks noChangeArrowheads="1"/>
                </p:cNvSpPr>
                <p:nvPr/>
              </p:nvSpPr>
              <p:spPr bwMode="auto">
                <a:xfrm>
                  <a:off x="1236" y="412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1" name="Group 265"/>
              <p:cNvGrpSpPr>
                <a:grpSpLocks/>
              </p:cNvGrpSpPr>
              <p:nvPr/>
            </p:nvGrpSpPr>
            <p:grpSpPr bwMode="auto">
              <a:xfrm>
                <a:off x="1648" y="4129"/>
                <a:ext cx="412" cy="710"/>
                <a:chOff x="1648" y="4129"/>
                <a:chExt cx="412" cy="710"/>
              </a:xfrm>
            </p:grpSpPr>
            <p:sp>
              <p:nvSpPr>
                <p:cNvPr id="42047" name="Rectangle 266"/>
                <p:cNvSpPr>
                  <a:spLocks noChangeArrowheads="1"/>
                </p:cNvSpPr>
                <p:nvPr/>
              </p:nvSpPr>
              <p:spPr bwMode="auto">
                <a:xfrm>
                  <a:off x="1691" y="412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48" name="Rectangle 267"/>
                <p:cNvSpPr>
                  <a:spLocks noChangeArrowheads="1"/>
                </p:cNvSpPr>
                <p:nvPr/>
              </p:nvSpPr>
              <p:spPr bwMode="auto">
                <a:xfrm>
                  <a:off x="1648" y="412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2" name="Group 268"/>
              <p:cNvGrpSpPr>
                <a:grpSpLocks/>
              </p:cNvGrpSpPr>
              <p:nvPr/>
            </p:nvGrpSpPr>
            <p:grpSpPr bwMode="auto">
              <a:xfrm>
                <a:off x="0" y="4839"/>
                <a:ext cx="412" cy="710"/>
                <a:chOff x="0" y="4839"/>
                <a:chExt cx="412" cy="710"/>
              </a:xfrm>
            </p:grpSpPr>
            <p:sp>
              <p:nvSpPr>
                <p:cNvPr id="42045" name="Rectangle 269"/>
                <p:cNvSpPr>
                  <a:spLocks noChangeArrowheads="1"/>
                </p:cNvSpPr>
                <p:nvPr/>
              </p:nvSpPr>
              <p:spPr bwMode="auto">
                <a:xfrm>
                  <a:off x="43" y="483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46" name="Rectangle 270"/>
                <p:cNvSpPr>
                  <a:spLocks noChangeArrowheads="1"/>
                </p:cNvSpPr>
                <p:nvPr/>
              </p:nvSpPr>
              <p:spPr bwMode="auto">
                <a:xfrm>
                  <a:off x="0" y="483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3" name="Group 271"/>
              <p:cNvGrpSpPr>
                <a:grpSpLocks/>
              </p:cNvGrpSpPr>
              <p:nvPr/>
            </p:nvGrpSpPr>
            <p:grpSpPr bwMode="auto">
              <a:xfrm>
                <a:off x="412" y="4839"/>
                <a:ext cx="412" cy="710"/>
                <a:chOff x="412" y="4839"/>
                <a:chExt cx="412" cy="710"/>
              </a:xfrm>
            </p:grpSpPr>
            <p:sp>
              <p:nvSpPr>
                <p:cNvPr id="42043" name="Rectangle 272"/>
                <p:cNvSpPr>
                  <a:spLocks noChangeArrowheads="1"/>
                </p:cNvSpPr>
                <p:nvPr/>
              </p:nvSpPr>
              <p:spPr bwMode="auto">
                <a:xfrm>
                  <a:off x="455" y="483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44" name="Rectangle 273"/>
                <p:cNvSpPr>
                  <a:spLocks noChangeArrowheads="1"/>
                </p:cNvSpPr>
                <p:nvPr/>
              </p:nvSpPr>
              <p:spPr bwMode="auto">
                <a:xfrm>
                  <a:off x="412" y="483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4" name="Group 274"/>
              <p:cNvGrpSpPr>
                <a:grpSpLocks/>
              </p:cNvGrpSpPr>
              <p:nvPr/>
            </p:nvGrpSpPr>
            <p:grpSpPr bwMode="auto">
              <a:xfrm>
                <a:off x="824" y="4839"/>
                <a:ext cx="412" cy="710"/>
                <a:chOff x="824" y="4839"/>
                <a:chExt cx="412" cy="710"/>
              </a:xfrm>
            </p:grpSpPr>
            <p:sp>
              <p:nvSpPr>
                <p:cNvPr id="42041" name="Rectangle 275"/>
                <p:cNvSpPr>
                  <a:spLocks noChangeArrowheads="1"/>
                </p:cNvSpPr>
                <p:nvPr/>
              </p:nvSpPr>
              <p:spPr bwMode="auto">
                <a:xfrm>
                  <a:off x="867" y="483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42" name="Rectangle 276"/>
                <p:cNvSpPr>
                  <a:spLocks noChangeArrowheads="1"/>
                </p:cNvSpPr>
                <p:nvPr/>
              </p:nvSpPr>
              <p:spPr bwMode="auto">
                <a:xfrm>
                  <a:off x="824" y="483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5" name="Group 277"/>
              <p:cNvGrpSpPr>
                <a:grpSpLocks/>
              </p:cNvGrpSpPr>
              <p:nvPr/>
            </p:nvGrpSpPr>
            <p:grpSpPr bwMode="auto">
              <a:xfrm>
                <a:off x="1236" y="4839"/>
                <a:ext cx="412" cy="710"/>
                <a:chOff x="1236" y="4839"/>
                <a:chExt cx="412" cy="710"/>
              </a:xfrm>
            </p:grpSpPr>
            <p:sp>
              <p:nvSpPr>
                <p:cNvPr id="42039" name="Rectangle 278"/>
                <p:cNvSpPr>
                  <a:spLocks noChangeArrowheads="1"/>
                </p:cNvSpPr>
                <p:nvPr/>
              </p:nvSpPr>
              <p:spPr bwMode="auto">
                <a:xfrm>
                  <a:off x="1279" y="483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40" name="Rectangle 279"/>
                <p:cNvSpPr>
                  <a:spLocks noChangeArrowheads="1"/>
                </p:cNvSpPr>
                <p:nvPr/>
              </p:nvSpPr>
              <p:spPr bwMode="auto">
                <a:xfrm>
                  <a:off x="1236" y="483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6" name="Group 280"/>
              <p:cNvGrpSpPr>
                <a:grpSpLocks/>
              </p:cNvGrpSpPr>
              <p:nvPr/>
            </p:nvGrpSpPr>
            <p:grpSpPr bwMode="auto">
              <a:xfrm>
                <a:off x="1648" y="4839"/>
                <a:ext cx="412" cy="710"/>
                <a:chOff x="1648" y="4839"/>
                <a:chExt cx="412" cy="710"/>
              </a:xfrm>
            </p:grpSpPr>
            <p:sp>
              <p:nvSpPr>
                <p:cNvPr id="42037" name="Rectangle 281"/>
                <p:cNvSpPr>
                  <a:spLocks noChangeArrowheads="1"/>
                </p:cNvSpPr>
                <p:nvPr/>
              </p:nvSpPr>
              <p:spPr bwMode="auto">
                <a:xfrm>
                  <a:off x="1691" y="483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38" name="Rectangle 282"/>
                <p:cNvSpPr>
                  <a:spLocks noChangeArrowheads="1"/>
                </p:cNvSpPr>
                <p:nvPr/>
              </p:nvSpPr>
              <p:spPr bwMode="auto">
                <a:xfrm>
                  <a:off x="1648" y="483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7" name="Group 283"/>
              <p:cNvGrpSpPr>
                <a:grpSpLocks/>
              </p:cNvGrpSpPr>
              <p:nvPr/>
            </p:nvGrpSpPr>
            <p:grpSpPr bwMode="auto">
              <a:xfrm>
                <a:off x="0" y="5549"/>
                <a:ext cx="412" cy="710"/>
                <a:chOff x="0" y="5549"/>
                <a:chExt cx="412" cy="710"/>
              </a:xfrm>
            </p:grpSpPr>
            <p:sp>
              <p:nvSpPr>
                <p:cNvPr id="42035" name="Rectangle 284"/>
                <p:cNvSpPr>
                  <a:spLocks noChangeArrowheads="1"/>
                </p:cNvSpPr>
                <p:nvPr/>
              </p:nvSpPr>
              <p:spPr bwMode="auto">
                <a:xfrm>
                  <a:off x="43" y="554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36" name="Rectangle 285"/>
                <p:cNvSpPr>
                  <a:spLocks noChangeArrowheads="1"/>
                </p:cNvSpPr>
                <p:nvPr/>
              </p:nvSpPr>
              <p:spPr bwMode="auto">
                <a:xfrm>
                  <a:off x="0" y="554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8" name="Group 286"/>
              <p:cNvGrpSpPr>
                <a:grpSpLocks/>
              </p:cNvGrpSpPr>
              <p:nvPr/>
            </p:nvGrpSpPr>
            <p:grpSpPr bwMode="auto">
              <a:xfrm>
                <a:off x="412" y="5549"/>
                <a:ext cx="412" cy="710"/>
                <a:chOff x="412" y="5549"/>
                <a:chExt cx="412" cy="710"/>
              </a:xfrm>
            </p:grpSpPr>
            <p:sp>
              <p:nvSpPr>
                <p:cNvPr id="42033" name="Rectangle 287"/>
                <p:cNvSpPr>
                  <a:spLocks noChangeArrowheads="1"/>
                </p:cNvSpPr>
                <p:nvPr/>
              </p:nvSpPr>
              <p:spPr bwMode="auto">
                <a:xfrm>
                  <a:off x="455" y="554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34" name="Rectangle 288"/>
                <p:cNvSpPr>
                  <a:spLocks noChangeArrowheads="1"/>
                </p:cNvSpPr>
                <p:nvPr/>
              </p:nvSpPr>
              <p:spPr bwMode="auto">
                <a:xfrm>
                  <a:off x="412" y="554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09" name="Group 289"/>
              <p:cNvGrpSpPr>
                <a:grpSpLocks/>
              </p:cNvGrpSpPr>
              <p:nvPr/>
            </p:nvGrpSpPr>
            <p:grpSpPr bwMode="auto">
              <a:xfrm>
                <a:off x="824" y="5549"/>
                <a:ext cx="412" cy="710"/>
                <a:chOff x="824" y="5549"/>
                <a:chExt cx="412" cy="710"/>
              </a:xfrm>
            </p:grpSpPr>
            <p:sp>
              <p:nvSpPr>
                <p:cNvPr id="42031" name="Rectangle 290"/>
                <p:cNvSpPr>
                  <a:spLocks noChangeArrowheads="1"/>
                </p:cNvSpPr>
                <p:nvPr/>
              </p:nvSpPr>
              <p:spPr bwMode="auto">
                <a:xfrm>
                  <a:off x="867" y="554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32" name="Rectangle 291"/>
                <p:cNvSpPr>
                  <a:spLocks noChangeArrowheads="1"/>
                </p:cNvSpPr>
                <p:nvPr/>
              </p:nvSpPr>
              <p:spPr bwMode="auto">
                <a:xfrm>
                  <a:off x="824" y="554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0" name="Group 292"/>
              <p:cNvGrpSpPr>
                <a:grpSpLocks/>
              </p:cNvGrpSpPr>
              <p:nvPr/>
            </p:nvGrpSpPr>
            <p:grpSpPr bwMode="auto">
              <a:xfrm>
                <a:off x="1236" y="5549"/>
                <a:ext cx="412" cy="710"/>
                <a:chOff x="1236" y="5549"/>
                <a:chExt cx="412" cy="710"/>
              </a:xfrm>
            </p:grpSpPr>
            <p:sp>
              <p:nvSpPr>
                <p:cNvPr id="42029" name="Rectangle 293"/>
                <p:cNvSpPr>
                  <a:spLocks noChangeArrowheads="1"/>
                </p:cNvSpPr>
                <p:nvPr/>
              </p:nvSpPr>
              <p:spPr bwMode="auto">
                <a:xfrm>
                  <a:off x="1279" y="554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30" name="Rectangle 294"/>
                <p:cNvSpPr>
                  <a:spLocks noChangeArrowheads="1"/>
                </p:cNvSpPr>
                <p:nvPr/>
              </p:nvSpPr>
              <p:spPr bwMode="auto">
                <a:xfrm>
                  <a:off x="1236" y="554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1" name="Group 295"/>
              <p:cNvGrpSpPr>
                <a:grpSpLocks/>
              </p:cNvGrpSpPr>
              <p:nvPr/>
            </p:nvGrpSpPr>
            <p:grpSpPr bwMode="auto">
              <a:xfrm>
                <a:off x="1648" y="5549"/>
                <a:ext cx="412" cy="710"/>
                <a:chOff x="1648" y="5549"/>
                <a:chExt cx="412" cy="710"/>
              </a:xfrm>
            </p:grpSpPr>
            <p:sp>
              <p:nvSpPr>
                <p:cNvPr id="42027" name="Rectangle 296"/>
                <p:cNvSpPr>
                  <a:spLocks noChangeArrowheads="1"/>
                </p:cNvSpPr>
                <p:nvPr/>
              </p:nvSpPr>
              <p:spPr bwMode="auto">
                <a:xfrm>
                  <a:off x="1691" y="554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28" name="Rectangle 297"/>
                <p:cNvSpPr>
                  <a:spLocks noChangeArrowheads="1"/>
                </p:cNvSpPr>
                <p:nvPr/>
              </p:nvSpPr>
              <p:spPr bwMode="auto">
                <a:xfrm>
                  <a:off x="1648" y="554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2" name="Group 298"/>
              <p:cNvGrpSpPr>
                <a:grpSpLocks/>
              </p:cNvGrpSpPr>
              <p:nvPr/>
            </p:nvGrpSpPr>
            <p:grpSpPr bwMode="auto">
              <a:xfrm>
                <a:off x="0" y="6259"/>
                <a:ext cx="412" cy="499"/>
                <a:chOff x="0" y="6259"/>
                <a:chExt cx="412" cy="499"/>
              </a:xfrm>
            </p:grpSpPr>
            <p:sp>
              <p:nvSpPr>
                <p:cNvPr id="42025" name="Rectangle 299"/>
                <p:cNvSpPr>
                  <a:spLocks noChangeArrowheads="1"/>
                </p:cNvSpPr>
                <p:nvPr/>
              </p:nvSpPr>
              <p:spPr bwMode="auto">
                <a:xfrm>
                  <a:off x="43" y="625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26" name="Rectangle 300"/>
                <p:cNvSpPr>
                  <a:spLocks noChangeArrowheads="1"/>
                </p:cNvSpPr>
                <p:nvPr/>
              </p:nvSpPr>
              <p:spPr bwMode="auto">
                <a:xfrm>
                  <a:off x="0" y="625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3" name="Group 301"/>
              <p:cNvGrpSpPr>
                <a:grpSpLocks/>
              </p:cNvGrpSpPr>
              <p:nvPr/>
            </p:nvGrpSpPr>
            <p:grpSpPr bwMode="auto">
              <a:xfrm>
                <a:off x="412" y="6259"/>
                <a:ext cx="412" cy="499"/>
                <a:chOff x="412" y="6259"/>
                <a:chExt cx="412" cy="499"/>
              </a:xfrm>
            </p:grpSpPr>
            <p:sp>
              <p:nvSpPr>
                <p:cNvPr id="42023" name="Rectangle 302"/>
                <p:cNvSpPr>
                  <a:spLocks noChangeArrowheads="1"/>
                </p:cNvSpPr>
                <p:nvPr/>
              </p:nvSpPr>
              <p:spPr bwMode="auto">
                <a:xfrm>
                  <a:off x="455" y="625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24" name="Rectangle 303"/>
                <p:cNvSpPr>
                  <a:spLocks noChangeArrowheads="1"/>
                </p:cNvSpPr>
                <p:nvPr/>
              </p:nvSpPr>
              <p:spPr bwMode="auto">
                <a:xfrm>
                  <a:off x="412" y="625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4" name="Group 304"/>
              <p:cNvGrpSpPr>
                <a:grpSpLocks/>
              </p:cNvGrpSpPr>
              <p:nvPr/>
            </p:nvGrpSpPr>
            <p:grpSpPr bwMode="auto">
              <a:xfrm>
                <a:off x="824" y="6259"/>
                <a:ext cx="412" cy="499"/>
                <a:chOff x="824" y="6259"/>
                <a:chExt cx="412" cy="499"/>
              </a:xfrm>
            </p:grpSpPr>
            <p:sp>
              <p:nvSpPr>
                <p:cNvPr id="42021" name="Rectangle 305"/>
                <p:cNvSpPr>
                  <a:spLocks noChangeArrowheads="1"/>
                </p:cNvSpPr>
                <p:nvPr/>
              </p:nvSpPr>
              <p:spPr bwMode="auto">
                <a:xfrm>
                  <a:off x="867" y="625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22" name="Rectangle 306"/>
                <p:cNvSpPr>
                  <a:spLocks noChangeArrowheads="1"/>
                </p:cNvSpPr>
                <p:nvPr/>
              </p:nvSpPr>
              <p:spPr bwMode="auto">
                <a:xfrm>
                  <a:off x="824" y="625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5" name="Group 307"/>
              <p:cNvGrpSpPr>
                <a:grpSpLocks/>
              </p:cNvGrpSpPr>
              <p:nvPr/>
            </p:nvGrpSpPr>
            <p:grpSpPr bwMode="auto">
              <a:xfrm>
                <a:off x="1236" y="6259"/>
                <a:ext cx="412" cy="499"/>
                <a:chOff x="1236" y="6259"/>
                <a:chExt cx="412" cy="499"/>
              </a:xfrm>
            </p:grpSpPr>
            <p:sp>
              <p:nvSpPr>
                <p:cNvPr id="42019" name="Rectangle 308"/>
                <p:cNvSpPr>
                  <a:spLocks noChangeArrowheads="1"/>
                </p:cNvSpPr>
                <p:nvPr/>
              </p:nvSpPr>
              <p:spPr bwMode="auto">
                <a:xfrm>
                  <a:off x="1279" y="625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20" name="Rectangle 309"/>
                <p:cNvSpPr>
                  <a:spLocks noChangeArrowheads="1"/>
                </p:cNvSpPr>
                <p:nvPr/>
              </p:nvSpPr>
              <p:spPr bwMode="auto">
                <a:xfrm>
                  <a:off x="1236" y="625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2016" name="Group 310"/>
              <p:cNvGrpSpPr>
                <a:grpSpLocks/>
              </p:cNvGrpSpPr>
              <p:nvPr/>
            </p:nvGrpSpPr>
            <p:grpSpPr bwMode="auto">
              <a:xfrm>
                <a:off x="1648" y="6259"/>
                <a:ext cx="412" cy="499"/>
                <a:chOff x="1648" y="6259"/>
                <a:chExt cx="412" cy="499"/>
              </a:xfrm>
            </p:grpSpPr>
            <p:sp>
              <p:nvSpPr>
                <p:cNvPr id="42017" name="Rectangle 311"/>
                <p:cNvSpPr>
                  <a:spLocks noChangeArrowheads="1"/>
                </p:cNvSpPr>
                <p:nvPr/>
              </p:nvSpPr>
              <p:spPr bwMode="auto">
                <a:xfrm>
                  <a:off x="1691" y="625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2018" name="Rectangle 312"/>
                <p:cNvSpPr>
                  <a:spLocks noChangeArrowheads="1"/>
                </p:cNvSpPr>
                <p:nvPr/>
              </p:nvSpPr>
              <p:spPr bwMode="auto">
                <a:xfrm>
                  <a:off x="1648" y="625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1991" name="Rectangle 313"/>
            <p:cNvSpPr>
              <a:spLocks noChangeArrowheads="1"/>
            </p:cNvSpPr>
            <p:nvPr/>
          </p:nvSpPr>
          <p:spPr bwMode="auto">
            <a:xfrm>
              <a:off x="-3" y="3627"/>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5214"/>
                                        </p:tgtEl>
                                        <p:attrNameLst>
                                          <p:attrName>style.visibility</p:attrName>
                                        </p:attrNameLst>
                                      </p:cBhvr>
                                      <p:to>
                                        <p:strVal val="visible"/>
                                      </p:to>
                                    </p:set>
                                    <p:anim calcmode="lin" valueType="num">
                                      <p:cBhvr additive="base">
                                        <p:cTn id="7" dur="500" fill="hold"/>
                                        <p:tgtEl>
                                          <p:spTgt spid="45214"/>
                                        </p:tgtEl>
                                        <p:attrNameLst>
                                          <p:attrName>ppt_x</p:attrName>
                                        </p:attrNameLst>
                                      </p:cBhvr>
                                      <p:tavLst>
                                        <p:tav tm="0">
                                          <p:val>
                                            <p:strVal val="0-#ppt_w/2"/>
                                          </p:val>
                                        </p:tav>
                                        <p:tav tm="100000">
                                          <p:val>
                                            <p:strVal val="#ppt_x"/>
                                          </p:val>
                                        </p:tav>
                                      </p:tavLst>
                                    </p:anim>
                                    <p:anim calcmode="lin" valueType="num">
                                      <p:cBhvr additive="base">
                                        <p:cTn id="8" dur="500" fill="hold"/>
                                        <p:tgtEl>
                                          <p:spTgt spid="4521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5292"/>
                                        </p:tgtEl>
                                        <p:attrNameLst>
                                          <p:attrName>style.visibility</p:attrName>
                                        </p:attrNameLst>
                                      </p:cBhvr>
                                      <p:to>
                                        <p:strVal val="visible"/>
                                      </p:to>
                                    </p:set>
                                    <p:anim calcmode="lin" valueType="num">
                                      <p:cBhvr additive="base">
                                        <p:cTn id="13" dur="500" fill="hold"/>
                                        <p:tgtEl>
                                          <p:spTgt spid="45292"/>
                                        </p:tgtEl>
                                        <p:attrNameLst>
                                          <p:attrName>ppt_x</p:attrName>
                                        </p:attrNameLst>
                                      </p:cBhvr>
                                      <p:tavLst>
                                        <p:tav tm="0">
                                          <p:val>
                                            <p:strVal val="0-#ppt_w/2"/>
                                          </p:val>
                                        </p:tav>
                                        <p:tav tm="100000">
                                          <p:val>
                                            <p:strVal val="#ppt_x"/>
                                          </p:val>
                                        </p:tav>
                                      </p:tavLst>
                                    </p:anim>
                                    <p:anim calcmode="lin" valueType="num">
                                      <p:cBhvr additive="base">
                                        <p:cTn id="14" dur="500" fill="hold"/>
                                        <p:tgtEl>
                                          <p:spTgt spid="4529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52400" y="228600"/>
            <a:ext cx="77724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400" b="1">
                <a:solidFill>
                  <a:srgbClr val="000000"/>
                </a:solidFill>
                <a:latin typeface="Times New Roman" pitchFamily="18" charset="0"/>
              </a:rPr>
              <a:t>SUBROUTINE Jacobi(NX,NY,H,ITMAX,U,IU)</a:t>
            </a:r>
            <a:endParaRPr kumimoji="1" lang="en-US" altLang="zh-CN" sz="2400" b="1">
              <a:latin typeface="Times New Roman" pitchFamily="18" charset="0"/>
            </a:endParaRPr>
          </a:p>
        </p:txBody>
      </p:sp>
      <p:sp>
        <p:nvSpPr>
          <p:cNvPr id="46083" name="Text Box 3"/>
          <p:cNvSpPr txBox="1">
            <a:spLocks noChangeArrowheads="1"/>
          </p:cNvSpPr>
          <p:nvPr/>
        </p:nvSpPr>
        <p:spPr bwMode="auto">
          <a:xfrm>
            <a:off x="2971800" y="4648200"/>
            <a:ext cx="5754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
        <p:nvSpPr>
          <p:cNvPr id="46084" name="Text Box 4"/>
          <p:cNvSpPr txBox="1">
            <a:spLocks noChangeArrowheads="1"/>
          </p:cNvSpPr>
          <p:nvPr/>
        </p:nvSpPr>
        <p:spPr bwMode="auto">
          <a:xfrm>
            <a:off x="228600" y="762000"/>
            <a:ext cx="77724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400" b="1">
                <a:solidFill>
                  <a:srgbClr val="000000"/>
                </a:solidFill>
                <a:latin typeface="Times New Roman" pitchFamily="18" charset="0"/>
              </a:rPr>
              <a:t>DIMENSION U(IU,NY), UP(IU,NY)</a:t>
            </a:r>
            <a:endParaRPr kumimoji="1" lang="en-US" altLang="zh-CN" sz="2400" b="1">
              <a:latin typeface="Times New Roman" pitchFamily="18" charset="0"/>
            </a:endParaRPr>
          </a:p>
        </p:txBody>
      </p:sp>
      <p:sp>
        <p:nvSpPr>
          <p:cNvPr id="46085" name="Text Box 5"/>
          <p:cNvSpPr txBox="1">
            <a:spLocks noChangeArrowheads="1"/>
          </p:cNvSpPr>
          <p:nvPr/>
        </p:nvSpPr>
        <p:spPr bwMode="auto">
          <a:xfrm>
            <a:off x="457200" y="1295400"/>
            <a:ext cx="77724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400" b="1">
                <a:solidFill>
                  <a:srgbClr val="000000"/>
                </a:solidFill>
                <a:latin typeface="Times New Roman" pitchFamily="18" charset="0"/>
              </a:rPr>
              <a:t>DO K=1,ITMAX</a:t>
            </a:r>
          </a:p>
        </p:txBody>
      </p:sp>
      <p:sp>
        <p:nvSpPr>
          <p:cNvPr id="46086" name="Text Box 6"/>
          <p:cNvSpPr txBox="1">
            <a:spLocks noChangeArrowheads="1"/>
          </p:cNvSpPr>
          <p:nvPr/>
        </p:nvSpPr>
        <p:spPr bwMode="auto">
          <a:xfrm>
            <a:off x="381000" y="1981200"/>
            <a:ext cx="7772400"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400" b="1">
                <a:solidFill>
                  <a:srgbClr val="000000"/>
                </a:solidFill>
                <a:latin typeface="Times New Roman" pitchFamily="18" charset="0"/>
              </a:rPr>
              <a:t>DO J=2,NY-1</a:t>
            </a:r>
            <a:endParaRPr kumimoji="1" lang="en-US" altLang="zh-CN" sz="2400" b="1">
              <a:latin typeface="Times New Roman" pitchFamily="18" charset="0"/>
            </a:endParaRPr>
          </a:p>
          <a:p>
            <a:pPr eaLnBrk="1" hangingPunct="1">
              <a:lnSpc>
                <a:spcPct val="135000"/>
              </a:lnSpc>
            </a:pPr>
            <a:r>
              <a:rPr kumimoji="1" lang="en-US" altLang="zh-CN" sz="2400" b="1">
                <a:solidFill>
                  <a:srgbClr val="000000"/>
                </a:solidFill>
                <a:latin typeface="Times New Roman" pitchFamily="18" charset="0"/>
              </a:rPr>
              <a:t>        DO I=2,NX-1</a:t>
            </a:r>
          </a:p>
          <a:p>
            <a:pPr eaLnBrk="1" hangingPunct="1">
              <a:lnSpc>
                <a:spcPct val="135000"/>
              </a:lnSpc>
            </a:pPr>
            <a:r>
              <a:rPr kumimoji="1" lang="en-US" altLang="zh-CN" sz="2400" b="1">
                <a:solidFill>
                  <a:srgbClr val="000000"/>
                </a:solidFill>
                <a:latin typeface="Times New Roman" pitchFamily="18" charset="0"/>
              </a:rPr>
              <a:t>        UP(I,J)=(U(I+1,J)+ U(I-1,J)+ U(I,J+1)+ U(I,J-1))/4. </a:t>
            </a:r>
          </a:p>
          <a:p>
            <a:pPr eaLnBrk="1" hangingPunct="1">
              <a:lnSpc>
                <a:spcPct val="135000"/>
              </a:lnSpc>
            </a:pPr>
            <a:r>
              <a:rPr kumimoji="1" lang="en-US" altLang="zh-CN" sz="2400" b="1">
                <a:solidFill>
                  <a:srgbClr val="000000"/>
                </a:solidFill>
                <a:latin typeface="Times New Roman" pitchFamily="18" charset="0"/>
              </a:rPr>
              <a:t>        ENDDO</a:t>
            </a:r>
          </a:p>
          <a:p>
            <a:pPr eaLnBrk="1" hangingPunct="1">
              <a:lnSpc>
                <a:spcPct val="135000"/>
              </a:lnSpc>
            </a:pPr>
            <a:r>
              <a:rPr kumimoji="1" lang="en-US" altLang="zh-CN" sz="2400" b="1">
                <a:solidFill>
                  <a:srgbClr val="000000"/>
                </a:solidFill>
                <a:latin typeface="Times New Roman" pitchFamily="18" charset="0"/>
              </a:rPr>
              <a:t>   ENDDO</a:t>
            </a:r>
          </a:p>
          <a:p>
            <a:pPr eaLnBrk="1" hangingPunct="1">
              <a:lnSpc>
                <a:spcPct val="135000"/>
              </a:lnSpc>
            </a:pPr>
            <a:r>
              <a:rPr kumimoji="1" lang="en-US" altLang="zh-CN" sz="2400" b="1">
                <a:solidFill>
                  <a:srgbClr val="000000"/>
                </a:solidFill>
                <a:latin typeface="Times New Roman" pitchFamily="18" charset="0"/>
              </a:rPr>
              <a:t>   U=UP</a:t>
            </a:r>
          </a:p>
        </p:txBody>
      </p:sp>
      <p:sp>
        <p:nvSpPr>
          <p:cNvPr id="46087" name="Text Box 7"/>
          <p:cNvSpPr txBox="1">
            <a:spLocks noChangeArrowheads="1"/>
          </p:cNvSpPr>
          <p:nvPr/>
        </p:nvSpPr>
        <p:spPr bwMode="auto">
          <a:xfrm>
            <a:off x="609600" y="5410200"/>
            <a:ext cx="12858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400" b="1">
                <a:solidFill>
                  <a:srgbClr val="000000"/>
                </a:solidFill>
                <a:latin typeface="Times New Roman" pitchFamily="18" charset="0"/>
              </a:rPr>
              <a:t>ENDDO</a:t>
            </a:r>
            <a:endParaRPr kumimoji="1" lang="en-US" altLang="zh-CN" sz="2400" b="1">
              <a:latin typeface="Times New Roman" pitchFamily="18" charset="0"/>
            </a:endParaRPr>
          </a:p>
        </p:txBody>
      </p:sp>
      <p:sp>
        <p:nvSpPr>
          <p:cNvPr id="46088" name="Text Box 8"/>
          <p:cNvSpPr txBox="1">
            <a:spLocks noChangeArrowheads="1"/>
          </p:cNvSpPr>
          <p:nvPr/>
        </p:nvSpPr>
        <p:spPr bwMode="auto">
          <a:xfrm>
            <a:off x="381000" y="6019800"/>
            <a:ext cx="2759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2400" b="1">
                <a:solidFill>
                  <a:srgbClr val="000000"/>
                </a:solidFill>
                <a:latin typeface="Times New Roman" pitchFamily="18" charset="0"/>
              </a:rPr>
              <a:t>RETURN  END</a:t>
            </a:r>
            <a:endParaRPr kumimoji="1" lang="en-US" altLang="zh-CN" sz="24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6088"/>
                                        </p:tgtEl>
                                        <p:attrNameLst>
                                          <p:attrName>style.visibility</p:attrName>
                                        </p:attrNameLst>
                                      </p:cBhvr>
                                      <p:to>
                                        <p:strVal val="visible"/>
                                      </p:to>
                                    </p:set>
                                    <p:anim calcmode="lin" valueType="num">
                                      <p:cBhvr additive="base">
                                        <p:cTn id="7" dur="500" fill="hold"/>
                                        <p:tgtEl>
                                          <p:spTgt spid="46088"/>
                                        </p:tgtEl>
                                        <p:attrNameLst>
                                          <p:attrName>ppt_x</p:attrName>
                                        </p:attrNameLst>
                                      </p:cBhvr>
                                      <p:tavLst>
                                        <p:tav tm="0">
                                          <p:val>
                                            <p:strVal val="0-#ppt_w/2"/>
                                          </p:val>
                                        </p:tav>
                                        <p:tav tm="100000">
                                          <p:val>
                                            <p:strVal val="#ppt_x"/>
                                          </p:val>
                                        </p:tav>
                                      </p:tavLst>
                                    </p:anim>
                                    <p:anim calcmode="lin" valueType="num">
                                      <p:cBhvr additive="base">
                                        <p:cTn id="8" dur="500" fill="hold"/>
                                        <p:tgtEl>
                                          <p:spTgt spid="460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6084"/>
                                        </p:tgtEl>
                                        <p:attrNameLst>
                                          <p:attrName>style.visibility</p:attrName>
                                        </p:attrNameLst>
                                      </p:cBhvr>
                                      <p:to>
                                        <p:strVal val="visible"/>
                                      </p:to>
                                    </p:set>
                                    <p:anim calcmode="lin" valueType="num">
                                      <p:cBhvr additive="base">
                                        <p:cTn id="13" dur="500" fill="hold"/>
                                        <p:tgtEl>
                                          <p:spTgt spid="46084"/>
                                        </p:tgtEl>
                                        <p:attrNameLst>
                                          <p:attrName>ppt_x</p:attrName>
                                        </p:attrNameLst>
                                      </p:cBhvr>
                                      <p:tavLst>
                                        <p:tav tm="0">
                                          <p:val>
                                            <p:strVal val="0-#ppt_w/2"/>
                                          </p:val>
                                        </p:tav>
                                        <p:tav tm="100000">
                                          <p:val>
                                            <p:strVal val="#ppt_x"/>
                                          </p:val>
                                        </p:tav>
                                      </p:tavLst>
                                    </p:anim>
                                    <p:anim calcmode="lin" valueType="num">
                                      <p:cBhvr additive="base">
                                        <p:cTn id="14" dur="500" fill="hold"/>
                                        <p:tgtEl>
                                          <p:spTgt spid="4608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6085"/>
                                        </p:tgtEl>
                                        <p:attrNameLst>
                                          <p:attrName>style.visibility</p:attrName>
                                        </p:attrNameLst>
                                      </p:cBhvr>
                                      <p:to>
                                        <p:strVal val="visible"/>
                                      </p:to>
                                    </p:set>
                                    <p:anim calcmode="lin" valueType="num">
                                      <p:cBhvr additive="base">
                                        <p:cTn id="19" dur="500" fill="hold"/>
                                        <p:tgtEl>
                                          <p:spTgt spid="46085"/>
                                        </p:tgtEl>
                                        <p:attrNameLst>
                                          <p:attrName>ppt_x</p:attrName>
                                        </p:attrNameLst>
                                      </p:cBhvr>
                                      <p:tavLst>
                                        <p:tav tm="0">
                                          <p:val>
                                            <p:strVal val="0-#ppt_w/2"/>
                                          </p:val>
                                        </p:tav>
                                        <p:tav tm="100000">
                                          <p:val>
                                            <p:strVal val="#ppt_x"/>
                                          </p:val>
                                        </p:tav>
                                      </p:tavLst>
                                    </p:anim>
                                    <p:anim calcmode="lin" valueType="num">
                                      <p:cBhvr additive="base">
                                        <p:cTn id="20" dur="500" fill="hold"/>
                                        <p:tgtEl>
                                          <p:spTgt spid="4608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6087"/>
                                        </p:tgtEl>
                                        <p:attrNameLst>
                                          <p:attrName>style.visibility</p:attrName>
                                        </p:attrNameLst>
                                      </p:cBhvr>
                                      <p:to>
                                        <p:strVal val="visible"/>
                                      </p:to>
                                    </p:set>
                                    <p:anim calcmode="lin" valueType="num">
                                      <p:cBhvr additive="base">
                                        <p:cTn id="25" dur="500" fill="hold"/>
                                        <p:tgtEl>
                                          <p:spTgt spid="46087"/>
                                        </p:tgtEl>
                                        <p:attrNameLst>
                                          <p:attrName>ppt_x</p:attrName>
                                        </p:attrNameLst>
                                      </p:cBhvr>
                                      <p:tavLst>
                                        <p:tav tm="0">
                                          <p:val>
                                            <p:strVal val="0-#ppt_w/2"/>
                                          </p:val>
                                        </p:tav>
                                        <p:tav tm="100000">
                                          <p:val>
                                            <p:strVal val="#ppt_x"/>
                                          </p:val>
                                        </p:tav>
                                      </p:tavLst>
                                    </p:anim>
                                    <p:anim calcmode="lin" valueType="num">
                                      <p:cBhvr additive="base">
                                        <p:cTn id="26" dur="500" fill="hold"/>
                                        <p:tgtEl>
                                          <p:spTgt spid="4608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6086"/>
                                        </p:tgtEl>
                                        <p:attrNameLst>
                                          <p:attrName>style.visibility</p:attrName>
                                        </p:attrNameLst>
                                      </p:cBhvr>
                                      <p:to>
                                        <p:strVal val="visible"/>
                                      </p:to>
                                    </p:set>
                                    <p:anim calcmode="lin" valueType="num">
                                      <p:cBhvr additive="base">
                                        <p:cTn id="31" dur="500" fill="hold"/>
                                        <p:tgtEl>
                                          <p:spTgt spid="46086"/>
                                        </p:tgtEl>
                                        <p:attrNameLst>
                                          <p:attrName>ppt_x</p:attrName>
                                        </p:attrNameLst>
                                      </p:cBhvr>
                                      <p:tavLst>
                                        <p:tav tm="0">
                                          <p:val>
                                            <p:strVal val="0-#ppt_w/2"/>
                                          </p:val>
                                        </p:tav>
                                        <p:tav tm="100000">
                                          <p:val>
                                            <p:strVal val="#ppt_x"/>
                                          </p:val>
                                        </p:tav>
                                      </p:tavLst>
                                    </p:anim>
                                    <p:anim calcmode="lin" valueType="num">
                                      <p:cBhvr additive="base">
                                        <p:cTn id="32" dur="500" fill="hold"/>
                                        <p:tgtEl>
                                          <p:spTgt spid="4608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6083"/>
                                        </p:tgtEl>
                                        <p:attrNameLst>
                                          <p:attrName>style.visibility</p:attrName>
                                        </p:attrNameLst>
                                      </p:cBhvr>
                                      <p:to>
                                        <p:strVal val="visible"/>
                                      </p:to>
                                    </p:set>
                                    <p:anim calcmode="lin" valueType="num">
                                      <p:cBhvr additive="base">
                                        <p:cTn id="37" dur="500" fill="hold"/>
                                        <p:tgtEl>
                                          <p:spTgt spid="46083"/>
                                        </p:tgtEl>
                                        <p:attrNameLst>
                                          <p:attrName>ppt_x</p:attrName>
                                        </p:attrNameLst>
                                      </p:cBhvr>
                                      <p:tavLst>
                                        <p:tav tm="0">
                                          <p:val>
                                            <p:strVal val="0-#ppt_w/2"/>
                                          </p:val>
                                        </p:tav>
                                        <p:tav tm="100000">
                                          <p:val>
                                            <p:strVal val="#ppt_x"/>
                                          </p:val>
                                        </p:tav>
                                      </p:tavLst>
                                    </p:anim>
                                    <p:anim calcmode="lin" valueType="num">
                                      <p:cBhvr additive="base">
                                        <p:cTn id="38" dur="500" fill="hold"/>
                                        <p:tgtEl>
                                          <p:spTgt spid="460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autoUpdateAnimBg="0"/>
      <p:bldP spid="46084" grpId="0" autoUpdateAnimBg="0"/>
      <p:bldP spid="46085" grpId="0" autoUpdateAnimBg="0"/>
      <p:bldP spid="46086" grpId="0" autoUpdateAnimBg="0"/>
      <p:bldP spid="46087" grpId="0" autoUpdateAnimBg="0"/>
      <p:bldP spid="4608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755650" y="260350"/>
            <a:ext cx="3371850"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9.1.2.2 Gauss-Seidel</a:t>
            </a:r>
            <a:endParaRPr kumimoji="1" lang="en-US" altLang="zh-CN" sz="2800" b="1">
              <a:latin typeface="Times New Roman" pitchFamily="18" charset="0"/>
            </a:endParaRPr>
          </a:p>
        </p:txBody>
      </p:sp>
      <p:sp>
        <p:nvSpPr>
          <p:cNvPr id="47107" name="Text Box 3"/>
          <p:cNvSpPr txBox="1">
            <a:spLocks noChangeArrowheads="1"/>
          </p:cNvSpPr>
          <p:nvPr/>
        </p:nvSpPr>
        <p:spPr bwMode="auto">
          <a:xfrm>
            <a:off x="381000" y="1219200"/>
            <a:ext cx="8588375"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The Gauss-Seidel Iteration is very similar to the Jacobi Iteration, the only difference being that the new estimate </a:t>
            </a:r>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25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a:solidFill>
                  <a:srgbClr val="000000"/>
                </a:solidFill>
                <a:latin typeface="Times New Roman" pitchFamily="18" charset="0"/>
              </a:rPr>
              <a:t>is returned to the solution </a:t>
            </a:r>
            <a:r>
              <a:rPr kumimoji="1" lang="en-US" altLang="zh-CN" sz="2800" b="1">
                <a:solidFill>
                  <a:srgbClr val="008000"/>
                </a:solidFill>
                <a:latin typeface="Symbol" pitchFamily="18" charset="2"/>
              </a:rPr>
              <a:t>F</a:t>
            </a:r>
            <a:r>
              <a:rPr kumimoji="1" lang="en-US" altLang="zh-CN" sz="2800" b="1" i="1" baseline="-25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a:solidFill>
                  <a:srgbClr val="000000"/>
                </a:solidFill>
                <a:latin typeface="Times New Roman" pitchFamily="18" charset="0"/>
              </a:rPr>
              <a:t>as soon as it is completed, allowing it to be used immediately rather than deferring its use to the next iteration. The advantages of this are:</a:t>
            </a:r>
            <a:endParaRPr kumimoji="1" lang="en-US" altLang="zh-CN" sz="2800" b="1">
              <a:latin typeface="Times New Roman" pitchFamily="18" charset="0"/>
            </a:endParaRPr>
          </a:p>
        </p:txBody>
      </p:sp>
      <p:sp>
        <p:nvSpPr>
          <p:cNvPr id="47108" name="Text Box 4"/>
          <p:cNvSpPr txBox="1">
            <a:spLocks noChangeArrowheads="1"/>
          </p:cNvSpPr>
          <p:nvPr/>
        </p:nvSpPr>
        <p:spPr bwMode="auto">
          <a:xfrm>
            <a:off x="304800" y="5029200"/>
            <a:ext cx="8588375"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2800" b="1">
                <a:solidFill>
                  <a:srgbClr val="000000"/>
                </a:solidFill>
                <a:latin typeface="Times New Roman" pitchFamily="18" charset="0"/>
              </a:rPr>
              <a:t>·</a:t>
            </a:r>
            <a:r>
              <a:rPr kumimoji="1" lang="en-US" altLang="zh-CN" sz="2800" b="1">
                <a:solidFill>
                  <a:srgbClr val="000000"/>
                </a:solidFill>
                <a:latin typeface="Symbol" pitchFamily="18" charset="2"/>
              </a:rPr>
              <a:t>  </a:t>
            </a:r>
            <a:r>
              <a:rPr kumimoji="1" lang="en-US" altLang="zh-CN" sz="2800" b="1">
                <a:solidFill>
                  <a:srgbClr val="000000"/>
                </a:solidFill>
                <a:latin typeface="Times New Roman" pitchFamily="18" charset="0"/>
              </a:rPr>
              <a:t>Less memory required (there is no need to store </a:t>
            </a:r>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a:p>
            <a:pPr eaLnBrk="1" hangingPunct="1">
              <a:lnSpc>
                <a:spcPct val="150000"/>
              </a:lnSpc>
            </a:pPr>
            <a:r>
              <a:rPr kumimoji="1" lang="en-US" altLang="zh-CN" sz="2800" b="1">
                <a:solidFill>
                  <a:srgbClr val="000000"/>
                </a:solidFill>
                <a:latin typeface="Times New Roman" pitchFamily="18" charset="0"/>
              </a:rPr>
              <a:t>·</a:t>
            </a:r>
            <a:r>
              <a:rPr kumimoji="1" lang="en-US" altLang="zh-CN" sz="2800" b="1">
                <a:solidFill>
                  <a:srgbClr val="000000"/>
                </a:solidFill>
                <a:latin typeface="Symbol" pitchFamily="18" charset="2"/>
              </a:rPr>
              <a:t>  </a:t>
            </a:r>
            <a:r>
              <a:rPr kumimoji="1" lang="en-US" altLang="zh-CN" sz="2800" b="1">
                <a:solidFill>
                  <a:srgbClr val="000000"/>
                </a:solidFill>
                <a:latin typeface="Times New Roman" pitchFamily="18" charset="0"/>
              </a:rPr>
              <a:t>Faster convergence (although still relatively slow).</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7"/>
                                        </p:tgtEl>
                                        <p:attrNameLst>
                                          <p:attrName>style.visibility</p:attrName>
                                        </p:attrNameLst>
                                      </p:cBhvr>
                                      <p:to>
                                        <p:strVal val="visible"/>
                                      </p:to>
                                    </p:set>
                                    <p:anim calcmode="lin" valueType="num">
                                      <p:cBhvr additive="base">
                                        <p:cTn id="7" dur="500" fill="hold"/>
                                        <p:tgtEl>
                                          <p:spTgt spid="47107"/>
                                        </p:tgtEl>
                                        <p:attrNameLst>
                                          <p:attrName>ppt_x</p:attrName>
                                        </p:attrNameLst>
                                      </p:cBhvr>
                                      <p:tavLst>
                                        <p:tav tm="0">
                                          <p:val>
                                            <p:strVal val="0-#ppt_w/2"/>
                                          </p:val>
                                        </p:tav>
                                        <p:tav tm="100000">
                                          <p:val>
                                            <p:strVal val="#ppt_x"/>
                                          </p:val>
                                        </p:tav>
                                      </p:tavLst>
                                    </p:anim>
                                    <p:anim calcmode="lin" valueType="num">
                                      <p:cBhvr additive="base">
                                        <p:cTn id="8" dur="500" fill="hold"/>
                                        <p:tgtEl>
                                          <p:spTgt spid="471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08"/>
                                        </p:tgtEl>
                                        <p:attrNameLst>
                                          <p:attrName>style.visibility</p:attrName>
                                        </p:attrNameLst>
                                      </p:cBhvr>
                                      <p:to>
                                        <p:strVal val="visible"/>
                                      </p:to>
                                    </p:set>
                                    <p:anim calcmode="lin" valueType="num">
                                      <p:cBhvr additive="base">
                                        <p:cTn id="13" dur="500" fill="hold"/>
                                        <p:tgtEl>
                                          <p:spTgt spid="47108"/>
                                        </p:tgtEl>
                                        <p:attrNameLst>
                                          <p:attrName>ppt_x</p:attrName>
                                        </p:attrNameLst>
                                      </p:cBhvr>
                                      <p:tavLst>
                                        <p:tav tm="0">
                                          <p:val>
                                            <p:strVal val="0-#ppt_w/2"/>
                                          </p:val>
                                        </p:tav>
                                        <p:tav tm="100000">
                                          <p:val>
                                            <p:strVal val="#ppt_x"/>
                                          </p:val>
                                        </p:tav>
                                      </p:tavLst>
                                    </p:anim>
                                    <p:anim calcmode="lin" valueType="num">
                                      <p:cBhvr additive="base">
                                        <p:cTn id="14" dur="500" fill="hold"/>
                                        <p:tgtEl>
                                          <p:spTgt spid="47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utoUpdateAnimBg="0"/>
      <p:bldP spid="47108"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395288" y="549275"/>
            <a:ext cx="8169275" cy="547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On the other hand, the method is less amenable to vectorisation as, for a given iteration, the new estimate of one mesh point is dependent on the new estimates for those already scanned.</a:t>
            </a:r>
            <a:endParaRPr kumimoji="1" lang="en-US" altLang="zh-CN" sz="2800" b="1">
              <a:latin typeface="Times New Roman" pitchFamily="18" charset="0"/>
            </a:endParaRPr>
          </a:p>
          <a:p>
            <a:pPr eaLnBrk="1" hangingPunct="1">
              <a:lnSpc>
                <a:spcPct val="140000"/>
              </a:lnSpc>
            </a:pPr>
            <a:r>
              <a:rPr kumimoji="1" lang="en-US" altLang="zh-CN" sz="2800" b="1">
                <a:solidFill>
                  <a:srgbClr val="000000"/>
                </a:solidFill>
                <a:latin typeface="Times New Roman" pitchFamily="18" charset="0"/>
              </a:rPr>
              <a:t>An example of the first iteration of the Gauss-Seidel approach using the same initial guess as our Jacobi iteration in §9.1.2.1 is given below, with the iteration starting at the bottom left and moving across then up.</a:t>
            </a:r>
          </a:p>
        </p:txBody>
      </p:sp>
    </p:spTree>
  </p:cSld>
  <p:clrMapOvr>
    <a:masterClrMapping/>
  </p:clrMapOvr>
  <p:transition>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2"/>
          <p:cNvGrpSpPr>
            <a:grpSpLocks/>
          </p:cNvGrpSpPr>
          <p:nvPr/>
        </p:nvGrpSpPr>
        <p:grpSpPr bwMode="auto">
          <a:xfrm>
            <a:off x="533400" y="188913"/>
            <a:ext cx="2514600" cy="2447925"/>
            <a:chOff x="-3" y="-3"/>
            <a:chExt cx="2478" cy="1542"/>
          </a:xfrm>
        </p:grpSpPr>
        <p:grpSp>
          <p:nvGrpSpPr>
            <p:cNvPr id="46239" name="Group 3"/>
            <p:cNvGrpSpPr>
              <a:grpSpLocks/>
            </p:cNvGrpSpPr>
            <p:nvPr/>
          </p:nvGrpSpPr>
          <p:grpSpPr bwMode="auto">
            <a:xfrm>
              <a:off x="0" y="0"/>
              <a:ext cx="2472" cy="1536"/>
              <a:chOff x="0" y="0"/>
              <a:chExt cx="2472" cy="1536"/>
            </a:xfrm>
          </p:grpSpPr>
          <p:grpSp>
            <p:nvGrpSpPr>
              <p:cNvPr id="46241" name="Group 4"/>
              <p:cNvGrpSpPr>
                <a:grpSpLocks/>
              </p:cNvGrpSpPr>
              <p:nvPr/>
            </p:nvGrpSpPr>
            <p:grpSpPr bwMode="auto">
              <a:xfrm>
                <a:off x="0" y="0"/>
                <a:ext cx="618" cy="384"/>
                <a:chOff x="0" y="0"/>
                <a:chExt cx="618" cy="384"/>
              </a:xfrm>
            </p:grpSpPr>
            <p:sp>
              <p:nvSpPr>
                <p:cNvPr id="46287" name="Rectangle 5"/>
                <p:cNvSpPr>
                  <a:spLocks noChangeArrowheads="1"/>
                </p:cNvSpPr>
                <p:nvPr/>
              </p:nvSpPr>
              <p:spPr bwMode="auto">
                <a:xfrm>
                  <a:off x="43" y="0"/>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88" name="Rectangle 6"/>
                <p:cNvSpPr>
                  <a:spLocks noChangeArrowheads="1"/>
                </p:cNvSpPr>
                <p:nvPr/>
              </p:nvSpPr>
              <p:spPr bwMode="auto">
                <a:xfrm>
                  <a:off x="0" y="0"/>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2" name="Group 7"/>
              <p:cNvGrpSpPr>
                <a:grpSpLocks/>
              </p:cNvGrpSpPr>
              <p:nvPr/>
            </p:nvGrpSpPr>
            <p:grpSpPr bwMode="auto">
              <a:xfrm>
                <a:off x="618" y="0"/>
                <a:ext cx="618" cy="384"/>
                <a:chOff x="618" y="0"/>
                <a:chExt cx="618" cy="384"/>
              </a:xfrm>
            </p:grpSpPr>
            <p:sp>
              <p:nvSpPr>
                <p:cNvPr id="46285" name="Rectangle 8"/>
                <p:cNvSpPr>
                  <a:spLocks noChangeArrowheads="1"/>
                </p:cNvSpPr>
                <p:nvPr/>
              </p:nvSpPr>
              <p:spPr bwMode="auto">
                <a:xfrm>
                  <a:off x="661" y="0"/>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86" name="Rectangle 9"/>
                <p:cNvSpPr>
                  <a:spLocks noChangeArrowheads="1"/>
                </p:cNvSpPr>
                <p:nvPr/>
              </p:nvSpPr>
              <p:spPr bwMode="auto">
                <a:xfrm>
                  <a:off x="618" y="0"/>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3" name="Group 10"/>
              <p:cNvGrpSpPr>
                <a:grpSpLocks/>
              </p:cNvGrpSpPr>
              <p:nvPr/>
            </p:nvGrpSpPr>
            <p:grpSpPr bwMode="auto">
              <a:xfrm>
                <a:off x="1236" y="0"/>
                <a:ext cx="618" cy="384"/>
                <a:chOff x="1236" y="0"/>
                <a:chExt cx="618" cy="384"/>
              </a:xfrm>
            </p:grpSpPr>
            <p:sp>
              <p:nvSpPr>
                <p:cNvPr id="46283" name="Rectangle 11"/>
                <p:cNvSpPr>
                  <a:spLocks noChangeArrowheads="1"/>
                </p:cNvSpPr>
                <p:nvPr/>
              </p:nvSpPr>
              <p:spPr bwMode="auto">
                <a:xfrm>
                  <a:off x="1279" y="0"/>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84" name="Rectangle 12"/>
                <p:cNvSpPr>
                  <a:spLocks noChangeArrowheads="1"/>
                </p:cNvSpPr>
                <p:nvPr/>
              </p:nvSpPr>
              <p:spPr bwMode="auto">
                <a:xfrm>
                  <a:off x="1236" y="0"/>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4" name="Group 13"/>
              <p:cNvGrpSpPr>
                <a:grpSpLocks/>
              </p:cNvGrpSpPr>
              <p:nvPr/>
            </p:nvGrpSpPr>
            <p:grpSpPr bwMode="auto">
              <a:xfrm>
                <a:off x="1854" y="0"/>
                <a:ext cx="618" cy="384"/>
                <a:chOff x="1854" y="0"/>
                <a:chExt cx="618" cy="384"/>
              </a:xfrm>
            </p:grpSpPr>
            <p:sp>
              <p:nvSpPr>
                <p:cNvPr id="46281" name="Rectangle 14"/>
                <p:cNvSpPr>
                  <a:spLocks noChangeArrowheads="1"/>
                </p:cNvSpPr>
                <p:nvPr/>
              </p:nvSpPr>
              <p:spPr bwMode="auto">
                <a:xfrm>
                  <a:off x="1897" y="0"/>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82" name="Rectangle 15"/>
                <p:cNvSpPr>
                  <a:spLocks noChangeArrowheads="1"/>
                </p:cNvSpPr>
                <p:nvPr/>
              </p:nvSpPr>
              <p:spPr bwMode="auto">
                <a:xfrm>
                  <a:off x="1854" y="0"/>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5" name="Group 16"/>
              <p:cNvGrpSpPr>
                <a:grpSpLocks/>
              </p:cNvGrpSpPr>
              <p:nvPr/>
            </p:nvGrpSpPr>
            <p:grpSpPr bwMode="auto">
              <a:xfrm>
                <a:off x="0" y="384"/>
                <a:ext cx="618" cy="384"/>
                <a:chOff x="0" y="384"/>
                <a:chExt cx="618" cy="384"/>
              </a:xfrm>
            </p:grpSpPr>
            <p:sp>
              <p:nvSpPr>
                <p:cNvPr id="46279" name="Rectangle 17"/>
                <p:cNvSpPr>
                  <a:spLocks noChangeArrowheads="1"/>
                </p:cNvSpPr>
                <p:nvPr/>
              </p:nvSpPr>
              <p:spPr bwMode="auto">
                <a:xfrm>
                  <a:off x="43" y="384"/>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80" name="Rectangle 18"/>
                <p:cNvSpPr>
                  <a:spLocks noChangeArrowheads="1"/>
                </p:cNvSpPr>
                <p:nvPr/>
              </p:nvSpPr>
              <p:spPr bwMode="auto">
                <a:xfrm>
                  <a:off x="0" y="384"/>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6" name="Group 19"/>
              <p:cNvGrpSpPr>
                <a:grpSpLocks/>
              </p:cNvGrpSpPr>
              <p:nvPr/>
            </p:nvGrpSpPr>
            <p:grpSpPr bwMode="auto">
              <a:xfrm>
                <a:off x="618" y="384"/>
                <a:ext cx="618" cy="384"/>
                <a:chOff x="618" y="384"/>
                <a:chExt cx="618" cy="384"/>
              </a:xfrm>
            </p:grpSpPr>
            <p:sp>
              <p:nvSpPr>
                <p:cNvPr id="46277" name="Rectangle 20"/>
                <p:cNvSpPr>
                  <a:spLocks noChangeArrowheads="1"/>
                </p:cNvSpPr>
                <p:nvPr/>
              </p:nvSpPr>
              <p:spPr bwMode="auto">
                <a:xfrm>
                  <a:off x="661" y="384"/>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78" name="Rectangle 21"/>
                <p:cNvSpPr>
                  <a:spLocks noChangeArrowheads="1"/>
                </p:cNvSpPr>
                <p:nvPr/>
              </p:nvSpPr>
              <p:spPr bwMode="auto">
                <a:xfrm>
                  <a:off x="618" y="384"/>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7" name="Group 22"/>
              <p:cNvGrpSpPr>
                <a:grpSpLocks/>
              </p:cNvGrpSpPr>
              <p:nvPr/>
            </p:nvGrpSpPr>
            <p:grpSpPr bwMode="auto">
              <a:xfrm>
                <a:off x="1236" y="384"/>
                <a:ext cx="618" cy="384"/>
                <a:chOff x="1236" y="384"/>
                <a:chExt cx="618" cy="384"/>
              </a:xfrm>
            </p:grpSpPr>
            <p:sp>
              <p:nvSpPr>
                <p:cNvPr id="46275" name="Rectangle 23"/>
                <p:cNvSpPr>
                  <a:spLocks noChangeArrowheads="1"/>
                </p:cNvSpPr>
                <p:nvPr/>
              </p:nvSpPr>
              <p:spPr bwMode="auto">
                <a:xfrm>
                  <a:off x="1279" y="384"/>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76" name="Rectangle 24"/>
                <p:cNvSpPr>
                  <a:spLocks noChangeArrowheads="1"/>
                </p:cNvSpPr>
                <p:nvPr/>
              </p:nvSpPr>
              <p:spPr bwMode="auto">
                <a:xfrm>
                  <a:off x="1236" y="384"/>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8" name="Group 25"/>
              <p:cNvGrpSpPr>
                <a:grpSpLocks/>
              </p:cNvGrpSpPr>
              <p:nvPr/>
            </p:nvGrpSpPr>
            <p:grpSpPr bwMode="auto">
              <a:xfrm>
                <a:off x="1854" y="384"/>
                <a:ext cx="618" cy="384"/>
                <a:chOff x="1854" y="384"/>
                <a:chExt cx="618" cy="384"/>
              </a:xfrm>
            </p:grpSpPr>
            <p:sp>
              <p:nvSpPr>
                <p:cNvPr id="46273" name="Rectangle 26"/>
                <p:cNvSpPr>
                  <a:spLocks noChangeArrowheads="1"/>
                </p:cNvSpPr>
                <p:nvPr/>
              </p:nvSpPr>
              <p:spPr bwMode="auto">
                <a:xfrm>
                  <a:off x="1897" y="384"/>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74" name="Rectangle 27"/>
                <p:cNvSpPr>
                  <a:spLocks noChangeArrowheads="1"/>
                </p:cNvSpPr>
                <p:nvPr/>
              </p:nvSpPr>
              <p:spPr bwMode="auto">
                <a:xfrm>
                  <a:off x="1854" y="384"/>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49" name="Group 28"/>
              <p:cNvGrpSpPr>
                <a:grpSpLocks/>
              </p:cNvGrpSpPr>
              <p:nvPr/>
            </p:nvGrpSpPr>
            <p:grpSpPr bwMode="auto">
              <a:xfrm>
                <a:off x="0" y="768"/>
                <a:ext cx="618" cy="384"/>
                <a:chOff x="0" y="768"/>
                <a:chExt cx="618" cy="384"/>
              </a:xfrm>
            </p:grpSpPr>
            <p:sp>
              <p:nvSpPr>
                <p:cNvPr id="46271" name="Rectangle 29"/>
                <p:cNvSpPr>
                  <a:spLocks noChangeArrowheads="1"/>
                </p:cNvSpPr>
                <p:nvPr/>
              </p:nvSpPr>
              <p:spPr bwMode="auto">
                <a:xfrm>
                  <a:off x="43" y="768"/>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72" name="Rectangle 30"/>
                <p:cNvSpPr>
                  <a:spLocks noChangeArrowheads="1"/>
                </p:cNvSpPr>
                <p:nvPr/>
              </p:nvSpPr>
              <p:spPr bwMode="auto">
                <a:xfrm>
                  <a:off x="0" y="768"/>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0" name="Group 31"/>
              <p:cNvGrpSpPr>
                <a:grpSpLocks/>
              </p:cNvGrpSpPr>
              <p:nvPr/>
            </p:nvGrpSpPr>
            <p:grpSpPr bwMode="auto">
              <a:xfrm>
                <a:off x="618" y="768"/>
                <a:ext cx="618" cy="384"/>
                <a:chOff x="618" y="768"/>
                <a:chExt cx="618" cy="384"/>
              </a:xfrm>
            </p:grpSpPr>
            <p:sp>
              <p:nvSpPr>
                <p:cNvPr id="46269" name="Rectangle 32"/>
                <p:cNvSpPr>
                  <a:spLocks noChangeArrowheads="1"/>
                </p:cNvSpPr>
                <p:nvPr/>
              </p:nvSpPr>
              <p:spPr bwMode="auto">
                <a:xfrm>
                  <a:off x="661" y="768"/>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70" name="Rectangle 33"/>
                <p:cNvSpPr>
                  <a:spLocks noChangeArrowheads="1"/>
                </p:cNvSpPr>
                <p:nvPr/>
              </p:nvSpPr>
              <p:spPr bwMode="auto">
                <a:xfrm>
                  <a:off x="618" y="768"/>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1" name="Group 34"/>
              <p:cNvGrpSpPr>
                <a:grpSpLocks/>
              </p:cNvGrpSpPr>
              <p:nvPr/>
            </p:nvGrpSpPr>
            <p:grpSpPr bwMode="auto">
              <a:xfrm>
                <a:off x="1236" y="768"/>
                <a:ext cx="618" cy="384"/>
                <a:chOff x="1236" y="768"/>
                <a:chExt cx="618" cy="384"/>
              </a:xfrm>
            </p:grpSpPr>
            <p:sp>
              <p:nvSpPr>
                <p:cNvPr id="46267" name="Rectangle 35"/>
                <p:cNvSpPr>
                  <a:spLocks noChangeArrowheads="1"/>
                </p:cNvSpPr>
                <p:nvPr/>
              </p:nvSpPr>
              <p:spPr bwMode="auto">
                <a:xfrm>
                  <a:off x="1279" y="768"/>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68" name="Rectangle 36"/>
                <p:cNvSpPr>
                  <a:spLocks noChangeArrowheads="1"/>
                </p:cNvSpPr>
                <p:nvPr/>
              </p:nvSpPr>
              <p:spPr bwMode="auto">
                <a:xfrm>
                  <a:off x="1236" y="768"/>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2" name="Group 37"/>
              <p:cNvGrpSpPr>
                <a:grpSpLocks/>
              </p:cNvGrpSpPr>
              <p:nvPr/>
            </p:nvGrpSpPr>
            <p:grpSpPr bwMode="auto">
              <a:xfrm>
                <a:off x="1854" y="768"/>
                <a:ext cx="618" cy="384"/>
                <a:chOff x="1854" y="768"/>
                <a:chExt cx="618" cy="384"/>
              </a:xfrm>
            </p:grpSpPr>
            <p:sp>
              <p:nvSpPr>
                <p:cNvPr id="46265" name="Rectangle 38"/>
                <p:cNvSpPr>
                  <a:spLocks noChangeArrowheads="1"/>
                </p:cNvSpPr>
                <p:nvPr/>
              </p:nvSpPr>
              <p:spPr bwMode="auto">
                <a:xfrm>
                  <a:off x="1897" y="768"/>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66" name="Rectangle 39"/>
                <p:cNvSpPr>
                  <a:spLocks noChangeArrowheads="1"/>
                </p:cNvSpPr>
                <p:nvPr/>
              </p:nvSpPr>
              <p:spPr bwMode="auto">
                <a:xfrm>
                  <a:off x="1854" y="768"/>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3" name="Group 40"/>
              <p:cNvGrpSpPr>
                <a:grpSpLocks/>
              </p:cNvGrpSpPr>
              <p:nvPr/>
            </p:nvGrpSpPr>
            <p:grpSpPr bwMode="auto">
              <a:xfrm>
                <a:off x="0" y="1152"/>
                <a:ext cx="618" cy="384"/>
                <a:chOff x="0" y="1152"/>
                <a:chExt cx="618" cy="384"/>
              </a:xfrm>
            </p:grpSpPr>
            <p:sp>
              <p:nvSpPr>
                <p:cNvPr id="46263" name="Rectangle 41"/>
                <p:cNvSpPr>
                  <a:spLocks noChangeArrowheads="1"/>
                </p:cNvSpPr>
                <p:nvPr/>
              </p:nvSpPr>
              <p:spPr bwMode="auto">
                <a:xfrm>
                  <a:off x="43" y="1152"/>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64" name="Rectangle 42"/>
                <p:cNvSpPr>
                  <a:spLocks noChangeArrowheads="1"/>
                </p:cNvSpPr>
                <p:nvPr/>
              </p:nvSpPr>
              <p:spPr bwMode="auto">
                <a:xfrm>
                  <a:off x="0" y="1152"/>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4" name="Group 43"/>
              <p:cNvGrpSpPr>
                <a:grpSpLocks/>
              </p:cNvGrpSpPr>
              <p:nvPr/>
            </p:nvGrpSpPr>
            <p:grpSpPr bwMode="auto">
              <a:xfrm>
                <a:off x="618" y="1152"/>
                <a:ext cx="618" cy="384"/>
                <a:chOff x="618" y="1152"/>
                <a:chExt cx="618" cy="384"/>
              </a:xfrm>
            </p:grpSpPr>
            <p:sp>
              <p:nvSpPr>
                <p:cNvPr id="46261" name="Rectangle 44"/>
                <p:cNvSpPr>
                  <a:spLocks noChangeArrowheads="1"/>
                </p:cNvSpPr>
                <p:nvPr/>
              </p:nvSpPr>
              <p:spPr bwMode="auto">
                <a:xfrm>
                  <a:off x="661" y="1152"/>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62" name="Rectangle 45"/>
                <p:cNvSpPr>
                  <a:spLocks noChangeArrowheads="1"/>
                </p:cNvSpPr>
                <p:nvPr/>
              </p:nvSpPr>
              <p:spPr bwMode="auto">
                <a:xfrm>
                  <a:off x="618" y="1152"/>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5" name="Group 46"/>
              <p:cNvGrpSpPr>
                <a:grpSpLocks/>
              </p:cNvGrpSpPr>
              <p:nvPr/>
            </p:nvGrpSpPr>
            <p:grpSpPr bwMode="auto">
              <a:xfrm>
                <a:off x="1236" y="1152"/>
                <a:ext cx="618" cy="384"/>
                <a:chOff x="1236" y="1152"/>
                <a:chExt cx="618" cy="384"/>
              </a:xfrm>
            </p:grpSpPr>
            <p:sp>
              <p:nvSpPr>
                <p:cNvPr id="46259" name="Rectangle 47"/>
                <p:cNvSpPr>
                  <a:spLocks noChangeArrowheads="1"/>
                </p:cNvSpPr>
                <p:nvPr/>
              </p:nvSpPr>
              <p:spPr bwMode="auto">
                <a:xfrm>
                  <a:off x="1279" y="1152"/>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60" name="Rectangle 48"/>
                <p:cNvSpPr>
                  <a:spLocks noChangeArrowheads="1"/>
                </p:cNvSpPr>
                <p:nvPr/>
              </p:nvSpPr>
              <p:spPr bwMode="auto">
                <a:xfrm>
                  <a:off x="1236" y="1152"/>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256" name="Group 49"/>
              <p:cNvGrpSpPr>
                <a:grpSpLocks/>
              </p:cNvGrpSpPr>
              <p:nvPr/>
            </p:nvGrpSpPr>
            <p:grpSpPr bwMode="auto">
              <a:xfrm>
                <a:off x="1854" y="1152"/>
                <a:ext cx="618" cy="384"/>
                <a:chOff x="1854" y="1152"/>
                <a:chExt cx="618" cy="384"/>
              </a:xfrm>
            </p:grpSpPr>
            <p:sp>
              <p:nvSpPr>
                <p:cNvPr id="46257" name="Rectangle 50"/>
                <p:cNvSpPr>
                  <a:spLocks noChangeArrowheads="1"/>
                </p:cNvSpPr>
                <p:nvPr/>
              </p:nvSpPr>
              <p:spPr bwMode="auto">
                <a:xfrm>
                  <a:off x="1897" y="1152"/>
                  <a:ext cx="53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46258" name="Rectangle 51"/>
                <p:cNvSpPr>
                  <a:spLocks noChangeArrowheads="1"/>
                </p:cNvSpPr>
                <p:nvPr/>
              </p:nvSpPr>
              <p:spPr bwMode="auto">
                <a:xfrm>
                  <a:off x="1854" y="1152"/>
                  <a:ext cx="61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6240" name="Rectangle 52"/>
            <p:cNvSpPr>
              <a:spLocks noChangeArrowheads="1"/>
            </p:cNvSpPr>
            <p:nvPr/>
          </p:nvSpPr>
          <p:spPr bwMode="auto">
            <a:xfrm>
              <a:off x="-3" y="-3"/>
              <a:ext cx="2478" cy="154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83" name="Group 53"/>
          <p:cNvGrpSpPr>
            <a:grpSpLocks/>
          </p:cNvGrpSpPr>
          <p:nvPr/>
        </p:nvGrpSpPr>
        <p:grpSpPr bwMode="auto">
          <a:xfrm>
            <a:off x="3776663" y="333375"/>
            <a:ext cx="2667000" cy="2514600"/>
            <a:chOff x="-3" y="-3"/>
            <a:chExt cx="2066" cy="2501"/>
          </a:xfrm>
        </p:grpSpPr>
        <p:grpSp>
          <p:nvGrpSpPr>
            <p:cNvPr id="46162" name="Group 54"/>
            <p:cNvGrpSpPr>
              <a:grpSpLocks/>
            </p:cNvGrpSpPr>
            <p:nvPr/>
          </p:nvGrpSpPr>
          <p:grpSpPr bwMode="auto">
            <a:xfrm>
              <a:off x="0" y="0"/>
              <a:ext cx="2060" cy="2495"/>
              <a:chOff x="0" y="0"/>
              <a:chExt cx="2060" cy="2495"/>
            </a:xfrm>
          </p:grpSpPr>
          <p:grpSp>
            <p:nvGrpSpPr>
              <p:cNvPr id="46164" name="Group 55"/>
              <p:cNvGrpSpPr>
                <a:grpSpLocks/>
              </p:cNvGrpSpPr>
              <p:nvPr/>
            </p:nvGrpSpPr>
            <p:grpSpPr bwMode="auto">
              <a:xfrm>
                <a:off x="0" y="0"/>
                <a:ext cx="412" cy="499"/>
                <a:chOff x="0" y="0"/>
                <a:chExt cx="412" cy="499"/>
              </a:xfrm>
            </p:grpSpPr>
            <p:sp>
              <p:nvSpPr>
                <p:cNvPr id="46237" name="Rectangle 56"/>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38" name="Rectangle 57"/>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65" name="Group 58"/>
              <p:cNvGrpSpPr>
                <a:grpSpLocks/>
              </p:cNvGrpSpPr>
              <p:nvPr/>
            </p:nvGrpSpPr>
            <p:grpSpPr bwMode="auto">
              <a:xfrm>
                <a:off x="412" y="0"/>
                <a:ext cx="412" cy="499"/>
                <a:chOff x="412" y="0"/>
                <a:chExt cx="412" cy="499"/>
              </a:xfrm>
            </p:grpSpPr>
            <p:sp>
              <p:nvSpPr>
                <p:cNvPr id="46235" name="Rectangle 59"/>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36" name="Rectangle 60"/>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66" name="Group 61"/>
              <p:cNvGrpSpPr>
                <a:grpSpLocks/>
              </p:cNvGrpSpPr>
              <p:nvPr/>
            </p:nvGrpSpPr>
            <p:grpSpPr bwMode="auto">
              <a:xfrm>
                <a:off x="824" y="0"/>
                <a:ext cx="412" cy="499"/>
                <a:chOff x="824" y="0"/>
                <a:chExt cx="412" cy="499"/>
              </a:xfrm>
            </p:grpSpPr>
            <p:sp>
              <p:nvSpPr>
                <p:cNvPr id="46233" name="Rectangle 62"/>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34" name="Rectangle 63"/>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67" name="Group 64"/>
              <p:cNvGrpSpPr>
                <a:grpSpLocks/>
              </p:cNvGrpSpPr>
              <p:nvPr/>
            </p:nvGrpSpPr>
            <p:grpSpPr bwMode="auto">
              <a:xfrm>
                <a:off x="1236" y="0"/>
                <a:ext cx="412" cy="499"/>
                <a:chOff x="1236" y="0"/>
                <a:chExt cx="412" cy="499"/>
              </a:xfrm>
            </p:grpSpPr>
            <p:sp>
              <p:nvSpPr>
                <p:cNvPr id="46231" name="Rectangle 65"/>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32" name="Rectangle 66"/>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68" name="Group 67"/>
              <p:cNvGrpSpPr>
                <a:grpSpLocks/>
              </p:cNvGrpSpPr>
              <p:nvPr/>
            </p:nvGrpSpPr>
            <p:grpSpPr bwMode="auto">
              <a:xfrm>
                <a:off x="1648" y="0"/>
                <a:ext cx="412" cy="499"/>
                <a:chOff x="1648" y="0"/>
                <a:chExt cx="412" cy="499"/>
              </a:xfrm>
            </p:grpSpPr>
            <p:sp>
              <p:nvSpPr>
                <p:cNvPr id="46229" name="Rectangle 68"/>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30" name="Rectangle 69"/>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69" name="Group 70"/>
              <p:cNvGrpSpPr>
                <a:grpSpLocks/>
              </p:cNvGrpSpPr>
              <p:nvPr/>
            </p:nvGrpSpPr>
            <p:grpSpPr bwMode="auto">
              <a:xfrm>
                <a:off x="0" y="499"/>
                <a:ext cx="412" cy="499"/>
                <a:chOff x="0" y="499"/>
                <a:chExt cx="412" cy="499"/>
              </a:xfrm>
            </p:grpSpPr>
            <p:sp>
              <p:nvSpPr>
                <p:cNvPr id="46227" name="Rectangle 71"/>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28" name="Rectangle 72"/>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0" name="Group 73"/>
              <p:cNvGrpSpPr>
                <a:grpSpLocks/>
              </p:cNvGrpSpPr>
              <p:nvPr/>
            </p:nvGrpSpPr>
            <p:grpSpPr bwMode="auto">
              <a:xfrm>
                <a:off x="412" y="499"/>
                <a:ext cx="412" cy="499"/>
                <a:chOff x="412" y="499"/>
                <a:chExt cx="412" cy="499"/>
              </a:xfrm>
            </p:grpSpPr>
            <p:sp>
              <p:nvSpPr>
                <p:cNvPr id="46225" name="Rectangle 74"/>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46226" name="Rectangle 75"/>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1" name="Group 76"/>
              <p:cNvGrpSpPr>
                <a:grpSpLocks/>
              </p:cNvGrpSpPr>
              <p:nvPr/>
            </p:nvGrpSpPr>
            <p:grpSpPr bwMode="auto">
              <a:xfrm>
                <a:off x="824" y="499"/>
                <a:ext cx="412" cy="499"/>
                <a:chOff x="824" y="499"/>
                <a:chExt cx="412" cy="499"/>
              </a:xfrm>
            </p:grpSpPr>
            <p:sp>
              <p:nvSpPr>
                <p:cNvPr id="46223" name="Rectangle 77"/>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24" name="Rectangle 78"/>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2" name="Group 79"/>
              <p:cNvGrpSpPr>
                <a:grpSpLocks/>
              </p:cNvGrpSpPr>
              <p:nvPr/>
            </p:nvGrpSpPr>
            <p:grpSpPr bwMode="auto">
              <a:xfrm>
                <a:off x="1236" y="499"/>
                <a:ext cx="412" cy="499"/>
                <a:chOff x="1236" y="499"/>
                <a:chExt cx="412" cy="499"/>
              </a:xfrm>
            </p:grpSpPr>
            <p:sp>
              <p:nvSpPr>
                <p:cNvPr id="46221" name="Rectangle 80"/>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22" name="Rectangle 81"/>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3" name="Group 82"/>
              <p:cNvGrpSpPr>
                <a:grpSpLocks/>
              </p:cNvGrpSpPr>
              <p:nvPr/>
            </p:nvGrpSpPr>
            <p:grpSpPr bwMode="auto">
              <a:xfrm>
                <a:off x="1648" y="499"/>
                <a:ext cx="412" cy="499"/>
                <a:chOff x="1648" y="499"/>
                <a:chExt cx="412" cy="499"/>
              </a:xfrm>
            </p:grpSpPr>
            <p:sp>
              <p:nvSpPr>
                <p:cNvPr id="46219" name="Rectangle 83"/>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20" name="Rectangle 84"/>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4" name="Group 85"/>
              <p:cNvGrpSpPr>
                <a:grpSpLocks/>
              </p:cNvGrpSpPr>
              <p:nvPr/>
            </p:nvGrpSpPr>
            <p:grpSpPr bwMode="auto">
              <a:xfrm>
                <a:off x="0" y="998"/>
                <a:ext cx="412" cy="499"/>
                <a:chOff x="0" y="998"/>
                <a:chExt cx="412" cy="499"/>
              </a:xfrm>
            </p:grpSpPr>
            <p:sp>
              <p:nvSpPr>
                <p:cNvPr id="46217" name="Rectangle 86"/>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18" name="Rectangle 87"/>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5" name="Group 88"/>
              <p:cNvGrpSpPr>
                <a:grpSpLocks/>
              </p:cNvGrpSpPr>
              <p:nvPr/>
            </p:nvGrpSpPr>
            <p:grpSpPr bwMode="auto">
              <a:xfrm>
                <a:off x="412" y="998"/>
                <a:ext cx="412" cy="499"/>
                <a:chOff x="412" y="998"/>
                <a:chExt cx="412" cy="499"/>
              </a:xfrm>
            </p:grpSpPr>
            <p:sp>
              <p:nvSpPr>
                <p:cNvPr id="46215" name="Rectangle 89"/>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16" name="Rectangle 90"/>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6" name="Group 91"/>
              <p:cNvGrpSpPr>
                <a:grpSpLocks/>
              </p:cNvGrpSpPr>
              <p:nvPr/>
            </p:nvGrpSpPr>
            <p:grpSpPr bwMode="auto">
              <a:xfrm>
                <a:off x="824" y="998"/>
                <a:ext cx="412" cy="499"/>
                <a:chOff x="824" y="998"/>
                <a:chExt cx="412" cy="499"/>
              </a:xfrm>
            </p:grpSpPr>
            <p:sp>
              <p:nvSpPr>
                <p:cNvPr id="46213" name="Rectangle 92"/>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14" name="Rectangle 93"/>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7" name="Group 94"/>
              <p:cNvGrpSpPr>
                <a:grpSpLocks/>
              </p:cNvGrpSpPr>
              <p:nvPr/>
            </p:nvGrpSpPr>
            <p:grpSpPr bwMode="auto">
              <a:xfrm>
                <a:off x="1236" y="998"/>
                <a:ext cx="412" cy="499"/>
                <a:chOff x="1236" y="998"/>
                <a:chExt cx="412" cy="499"/>
              </a:xfrm>
            </p:grpSpPr>
            <p:sp>
              <p:nvSpPr>
                <p:cNvPr id="46211" name="Rectangle 95"/>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12" name="Rectangle 96"/>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8" name="Group 97"/>
              <p:cNvGrpSpPr>
                <a:grpSpLocks/>
              </p:cNvGrpSpPr>
              <p:nvPr/>
            </p:nvGrpSpPr>
            <p:grpSpPr bwMode="auto">
              <a:xfrm>
                <a:off x="1648" y="998"/>
                <a:ext cx="412" cy="499"/>
                <a:chOff x="1648" y="998"/>
                <a:chExt cx="412" cy="499"/>
              </a:xfrm>
            </p:grpSpPr>
            <p:sp>
              <p:nvSpPr>
                <p:cNvPr id="46209" name="Rectangle 98"/>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10" name="Rectangle 99"/>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79" name="Group 100"/>
              <p:cNvGrpSpPr>
                <a:grpSpLocks/>
              </p:cNvGrpSpPr>
              <p:nvPr/>
            </p:nvGrpSpPr>
            <p:grpSpPr bwMode="auto">
              <a:xfrm>
                <a:off x="0" y="1497"/>
                <a:ext cx="412" cy="499"/>
                <a:chOff x="0" y="1497"/>
                <a:chExt cx="412" cy="499"/>
              </a:xfrm>
            </p:grpSpPr>
            <p:sp>
              <p:nvSpPr>
                <p:cNvPr id="46207" name="Rectangle 101"/>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08" name="Rectangle 102"/>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0" name="Group 103"/>
              <p:cNvGrpSpPr>
                <a:grpSpLocks/>
              </p:cNvGrpSpPr>
              <p:nvPr/>
            </p:nvGrpSpPr>
            <p:grpSpPr bwMode="auto">
              <a:xfrm>
                <a:off x="412" y="1497"/>
                <a:ext cx="412" cy="499"/>
                <a:chOff x="412" y="1497"/>
                <a:chExt cx="412" cy="499"/>
              </a:xfrm>
            </p:grpSpPr>
            <p:sp>
              <p:nvSpPr>
                <p:cNvPr id="46205" name="Rectangle 104"/>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06" name="Rectangle 105"/>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1" name="Group 106"/>
              <p:cNvGrpSpPr>
                <a:grpSpLocks/>
              </p:cNvGrpSpPr>
              <p:nvPr/>
            </p:nvGrpSpPr>
            <p:grpSpPr bwMode="auto">
              <a:xfrm>
                <a:off x="824" y="1497"/>
                <a:ext cx="412" cy="499"/>
                <a:chOff x="824" y="1497"/>
                <a:chExt cx="412" cy="499"/>
              </a:xfrm>
            </p:grpSpPr>
            <p:sp>
              <p:nvSpPr>
                <p:cNvPr id="46203" name="Rectangle 107"/>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04" name="Rectangle 108"/>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2" name="Group 109"/>
              <p:cNvGrpSpPr>
                <a:grpSpLocks/>
              </p:cNvGrpSpPr>
              <p:nvPr/>
            </p:nvGrpSpPr>
            <p:grpSpPr bwMode="auto">
              <a:xfrm>
                <a:off x="1236" y="1497"/>
                <a:ext cx="412" cy="499"/>
                <a:chOff x="1236" y="1497"/>
                <a:chExt cx="412" cy="499"/>
              </a:xfrm>
            </p:grpSpPr>
            <p:sp>
              <p:nvSpPr>
                <p:cNvPr id="46201" name="Rectangle 110"/>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02" name="Rectangle 111"/>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3" name="Group 112"/>
              <p:cNvGrpSpPr>
                <a:grpSpLocks/>
              </p:cNvGrpSpPr>
              <p:nvPr/>
            </p:nvGrpSpPr>
            <p:grpSpPr bwMode="auto">
              <a:xfrm>
                <a:off x="1648" y="1497"/>
                <a:ext cx="412" cy="499"/>
                <a:chOff x="1648" y="1497"/>
                <a:chExt cx="412" cy="499"/>
              </a:xfrm>
            </p:grpSpPr>
            <p:sp>
              <p:nvSpPr>
                <p:cNvPr id="46199" name="Rectangle 113"/>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200" name="Rectangle 114"/>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4" name="Group 115"/>
              <p:cNvGrpSpPr>
                <a:grpSpLocks/>
              </p:cNvGrpSpPr>
              <p:nvPr/>
            </p:nvGrpSpPr>
            <p:grpSpPr bwMode="auto">
              <a:xfrm>
                <a:off x="0" y="1996"/>
                <a:ext cx="412" cy="499"/>
                <a:chOff x="0" y="1996"/>
                <a:chExt cx="412" cy="499"/>
              </a:xfrm>
            </p:grpSpPr>
            <p:sp>
              <p:nvSpPr>
                <p:cNvPr id="46197" name="Rectangle 116"/>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98" name="Rectangle 117"/>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5" name="Group 118"/>
              <p:cNvGrpSpPr>
                <a:grpSpLocks/>
              </p:cNvGrpSpPr>
              <p:nvPr/>
            </p:nvGrpSpPr>
            <p:grpSpPr bwMode="auto">
              <a:xfrm>
                <a:off x="412" y="1996"/>
                <a:ext cx="412" cy="499"/>
                <a:chOff x="412" y="1996"/>
                <a:chExt cx="412" cy="499"/>
              </a:xfrm>
            </p:grpSpPr>
            <p:sp>
              <p:nvSpPr>
                <p:cNvPr id="46195" name="Rectangle 119"/>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96" name="Rectangle 120"/>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6" name="Group 121"/>
              <p:cNvGrpSpPr>
                <a:grpSpLocks/>
              </p:cNvGrpSpPr>
              <p:nvPr/>
            </p:nvGrpSpPr>
            <p:grpSpPr bwMode="auto">
              <a:xfrm>
                <a:off x="824" y="1996"/>
                <a:ext cx="412" cy="499"/>
                <a:chOff x="824" y="1996"/>
                <a:chExt cx="412" cy="499"/>
              </a:xfrm>
            </p:grpSpPr>
            <p:sp>
              <p:nvSpPr>
                <p:cNvPr id="46193" name="Rectangle 122"/>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94" name="Rectangle 123"/>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7" name="Group 124"/>
              <p:cNvGrpSpPr>
                <a:grpSpLocks/>
              </p:cNvGrpSpPr>
              <p:nvPr/>
            </p:nvGrpSpPr>
            <p:grpSpPr bwMode="auto">
              <a:xfrm>
                <a:off x="1236" y="1996"/>
                <a:ext cx="412" cy="499"/>
                <a:chOff x="1236" y="1996"/>
                <a:chExt cx="412" cy="499"/>
              </a:xfrm>
            </p:grpSpPr>
            <p:sp>
              <p:nvSpPr>
                <p:cNvPr id="46191" name="Rectangle 125"/>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92" name="Rectangle 126"/>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88" name="Group 127"/>
              <p:cNvGrpSpPr>
                <a:grpSpLocks/>
              </p:cNvGrpSpPr>
              <p:nvPr/>
            </p:nvGrpSpPr>
            <p:grpSpPr bwMode="auto">
              <a:xfrm>
                <a:off x="1648" y="1996"/>
                <a:ext cx="412" cy="499"/>
                <a:chOff x="1648" y="1996"/>
                <a:chExt cx="412" cy="499"/>
              </a:xfrm>
            </p:grpSpPr>
            <p:sp>
              <p:nvSpPr>
                <p:cNvPr id="46189" name="Rectangle 128"/>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90" name="Rectangle 129"/>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6163" name="Rectangle 130"/>
            <p:cNvSpPr>
              <a:spLocks noChangeArrowheads="1"/>
            </p:cNvSpPr>
            <p:nvPr/>
          </p:nvSpPr>
          <p:spPr bwMode="auto">
            <a:xfrm>
              <a:off x="-3" y="-3"/>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84" name="Group 131"/>
          <p:cNvGrpSpPr>
            <a:grpSpLocks/>
          </p:cNvGrpSpPr>
          <p:nvPr/>
        </p:nvGrpSpPr>
        <p:grpSpPr bwMode="auto">
          <a:xfrm>
            <a:off x="539750" y="3141663"/>
            <a:ext cx="8424863" cy="3559175"/>
            <a:chOff x="-3" y="-3"/>
            <a:chExt cx="2066" cy="3767"/>
          </a:xfrm>
        </p:grpSpPr>
        <p:grpSp>
          <p:nvGrpSpPr>
            <p:cNvPr id="46085" name="Group 132"/>
            <p:cNvGrpSpPr>
              <a:grpSpLocks/>
            </p:cNvGrpSpPr>
            <p:nvPr/>
          </p:nvGrpSpPr>
          <p:grpSpPr bwMode="auto">
            <a:xfrm>
              <a:off x="0" y="0"/>
              <a:ext cx="2060" cy="3761"/>
              <a:chOff x="0" y="0"/>
              <a:chExt cx="2060" cy="3761"/>
            </a:xfrm>
          </p:grpSpPr>
          <p:grpSp>
            <p:nvGrpSpPr>
              <p:cNvPr id="46087" name="Group 133"/>
              <p:cNvGrpSpPr>
                <a:grpSpLocks/>
              </p:cNvGrpSpPr>
              <p:nvPr/>
            </p:nvGrpSpPr>
            <p:grpSpPr bwMode="auto">
              <a:xfrm>
                <a:off x="0" y="0"/>
                <a:ext cx="412" cy="499"/>
                <a:chOff x="0" y="0"/>
                <a:chExt cx="412" cy="499"/>
              </a:xfrm>
            </p:grpSpPr>
            <p:sp>
              <p:nvSpPr>
                <p:cNvPr id="46160" name="Rectangle 134"/>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61" name="Rectangle 135"/>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88" name="Group 136"/>
              <p:cNvGrpSpPr>
                <a:grpSpLocks/>
              </p:cNvGrpSpPr>
              <p:nvPr/>
            </p:nvGrpSpPr>
            <p:grpSpPr bwMode="auto">
              <a:xfrm>
                <a:off x="412" y="0"/>
                <a:ext cx="412" cy="499"/>
                <a:chOff x="412" y="0"/>
                <a:chExt cx="412" cy="499"/>
              </a:xfrm>
            </p:grpSpPr>
            <p:sp>
              <p:nvSpPr>
                <p:cNvPr id="46158" name="Rectangle 137"/>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59" name="Rectangle 138"/>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89" name="Group 139"/>
              <p:cNvGrpSpPr>
                <a:grpSpLocks/>
              </p:cNvGrpSpPr>
              <p:nvPr/>
            </p:nvGrpSpPr>
            <p:grpSpPr bwMode="auto">
              <a:xfrm>
                <a:off x="824" y="0"/>
                <a:ext cx="412" cy="499"/>
                <a:chOff x="824" y="0"/>
                <a:chExt cx="412" cy="499"/>
              </a:xfrm>
            </p:grpSpPr>
            <p:sp>
              <p:nvSpPr>
                <p:cNvPr id="46156" name="Rectangle 140"/>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57" name="Rectangle 141"/>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0" name="Group 142"/>
              <p:cNvGrpSpPr>
                <a:grpSpLocks/>
              </p:cNvGrpSpPr>
              <p:nvPr/>
            </p:nvGrpSpPr>
            <p:grpSpPr bwMode="auto">
              <a:xfrm>
                <a:off x="1236" y="0"/>
                <a:ext cx="412" cy="499"/>
                <a:chOff x="1236" y="0"/>
                <a:chExt cx="412" cy="499"/>
              </a:xfrm>
            </p:grpSpPr>
            <p:sp>
              <p:nvSpPr>
                <p:cNvPr id="46154" name="Rectangle 143"/>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55" name="Rectangle 144"/>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1" name="Group 145"/>
              <p:cNvGrpSpPr>
                <a:grpSpLocks/>
              </p:cNvGrpSpPr>
              <p:nvPr/>
            </p:nvGrpSpPr>
            <p:grpSpPr bwMode="auto">
              <a:xfrm>
                <a:off x="1648" y="0"/>
                <a:ext cx="412" cy="499"/>
                <a:chOff x="1648" y="0"/>
                <a:chExt cx="412" cy="499"/>
              </a:xfrm>
            </p:grpSpPr>
            <p:sp>
              <p:nvSpPr>
                <p:cNvPr id="46152" name="Rectangle 146"/>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53" name="Rectangle 147"/>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2" name="Group 148"/>
              <p:cNvGrpSpPr>
                <a:grpSpLocks/>
              </p:cNvGrpSpPr>
              <p:nvPr/>
            </p:nvGrpSpPr>
            <p:grpSpPr bwMode="auto">
              <a:xfrm>
                <a:off x="0" y="499"/>
                <a:ext cx="412" cy="921"/>
                <a:chOff x="0" y="499"/>
                <a:chExt cx="412" cy="921"/>
              </a:xfrm>
            </p:grpSpPr>
            <p:sp>
              <p:nvSpPr>
                <p:cNvPr id="46150" name="Rectangle 149"/>
                <p:cNvSpPr>
                  <a:spLocks noChangeArrowheads="1"/>
                </p:cNvSpPr>
                <p:nvPr/>
              </p:nvSpPr>
              <p:spPr bwMode="auto">
                <a:xfrm>
                  <a:off x="43"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51" name="Rectangle 150"/>
                <p:cNvSpPr>
                  <a:spLocks noChangeArrowheads="1"/>
                </p:cNvSpPr>
                <p:nvPr/>
              </p:nvSpPr>
              <p:spPr bwMode="auto">
                <a:xfrm>
                  <a:off x="0"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3" name="Group 151"/>
              <p:cNvGrpSpPr>
                <a:grpSpLocks/>
              </p:cNvGrpSpPr>
              <p:nvPr/>
            </p:nvGrpSpPr>
            <p:grpSpPr bwMode="auto">
              <a:xfrm>
                <a:off x="412" y="499"/>
                <a:ext cx="412" cy="921"/>
                <a:chOff x="412" y="499"/>
                <a:chExt cx="412" cy="921"/>
              </a:xfrm>
            </p:grpSpPr>
            <p:sp>
              <p:nvSpPr>
                <p:cNvPr id="46148" name="Rectangle 152"/>
                <p:cNvSpPr>
                  <a:spLocks noChangeArrowheads="1"/>
                </p:cNvSpPr>
                <p:nvPr/>
              </p:nvSpPr>
              <p:spPr bwMode="auto">
                <a:xfrm>
                  <a:off x="455"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13/32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49" name="Rectangle 153"/>
                <p:cNvSpPr>
                  <a:spLocks noChangeArrowheads="1"/>
                </p:cNvSpPr>
                <p:nvPr/>
              </p:nvSpPr>
              <p:spPr bwMode="auto">
                <a:xfrm>
                  <a:off x="412"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4" name="Group 154"/>
              <p:cNvGrpSpPr>
                <a:grpSpLocks/>
              </p:cNvGrpSpPr>
              <p:nvPr/>
            </p:nvGrpSpPr>
            <p:grpSpPr bwMode="auto">
              <a:xfrm>
                <a:off x="824" y="499"/>
                <a:ext cx="412" cy="921"/>
                <a:chOff x="824" y="499"/>
                <a:chExt cx="412" cy="921"/>
              </a:xfrm>
            </p:grpSpPr>
            <p:sp>
              <p:nvSpPr>
                <p:cNvPr id="46146" name="Rectangle 155"/>
                <p:cNvSpPr>
                  <a:spLocks noChangeArrowheads="1"/>
                </p:cNvSpPr>
                <p:nvPr/>
              </p:nvSpPr>
              <p:spPr bwMode="auto">
                <a:xfrm>
                  <a:off x="867"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71/128</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47" name="Rectangle 156"/>
                <p:cNvSpPr>
                  <a:spLocks noChangeArrowheads="1"/>
                </p:cNvSpPr>
                <p:nvPr/>
              </p:nvSpPr>
              <p:spPr bwMode="auto">
                <a:xfrm>
                  <a:off x="824"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5" name="Group 157"/>
              <p:cNvGrpSpPr>
                <a:grpSpLocks/>
              </p:cNvGrpSpPr>
              <p:nvPr/>
            </p:nvGrpSpPr>
            <p:grpSpPr bwMode="auto">
              <a:xfrm>
                <a:off x="1236" y="499"/>
                <a:ext cx="412" cy="921"/>
                <a:chOff x="1236" y="499"/>
                <a:chExt cx="412" cy="921"/>
              </a:xfrm>
            </p:grpSpPr>
            <p:sp>
              <p:nvSpPr>
                <p:cNvPr id="46144" name="Rectangle 158"/>
                <p:cNvSpPr>
                  <a:spLocks noChangeArrowheads="1"/>
                </p:cNvSpPr>
                <p:nvPr/>
              </p:nvSpPr>
              <p:spPr bwMode="auto">
                <a:xfrm>
                  <a:off x="1279"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71/256</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45" name="Rectangle 159"/>
                <p:cNvSpPr>
                  <a:spLocks noChangeArrowheads="1"/>
                </p:cNvSpPr>
                <p:nvPr/>
              </p:nvSpPr>
              <p:spPr bwMode="auto">
                <a:xfrm>
                  <a:off x="1236"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6" name="Group 160"/>
              <p:cNvGrpSpPr>
                <a:grpSpLocks/>
              </p:cNvGrpSpPr>
              <p:nvPr/>
            </p:nvGrpSpPr>
            <p:grpSpPr bwMode="auto">
              <a:xfrm>
                <a:off x="1648" y="499"/>
                <a:ext cx="412" cy="921"/>
                <a:chOff x="1648" y="499"/>
                <a:chExt cx="412" cy="921"/>
              </a:xfrm>
            </p:grpSpPr>
            <p:sp>
              <p:nvSpPr>
                <p:cNvPr id="46142" name="Rectangle 161"/>
                <p:cNvSpPr>
                  <a:spLocks noChangeArrowheads="1"/>
                </p:cNvSpPr>
                <p:nvPr/>
              </p:nvSpPr>
              <p:spPr bwMode="auto">
                <a:xfrm>
                  <a:off x="1691"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43" name="Rectangle 162"/>
                <p:cNvSpPr>
                  <a:spLocks noChangeArrowheads="1"/>
                </p:cNvSpPr>
                <p:nvPr/>
              </p:nvSpPr>
              <p:spPr bwMode="auto">
                <a:xfrm>
                  <a:off x="1648"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7" name="Group 163"/>
              <p:cNvGrpSpPr>
                <a:grpSpLocks/>
              </p:cNvGrpSpPr>
              <p:nvPr/>
            </p:nvGrpSpPr>
            <p:grpSpPr bwMode="auto">
              <a:xfrm>
                <a:off x="0" y="1420"/>
                <a:ext cx="412" cy="921"/>
                <a:chOff x="0" y="1420"/>
                <a:chExt cx="412" cy="921"/>
              </a:xfrm>
            </p:grpSpPr>
            <p:sp>
              <p:nvSpPr>
                <p:cNvPr id="46140" name="Rectangle 164"/>
                <p:cNvSpPr>
                  <a:spLocks noChangeArrowheads="1"/>
                </p:cNvSpPr>
                <p:nvPr/>
              </p:nvSpPr>
              <p:spPr bwMode="auto">
                <a:xfrm>
                  <a:off x="43"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41" name="Rectangle 165"/>
                <p:cNvSpPr>
                  <a:spLocks noChangeArrowheads="1"/>
                </p:cNvSpPr>
                <p:nvPr/>
              </p:nvSpPr>
              <p:spPr bwMode="auto">
                <a:xfrm>
                  <a:off x="0"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8" name="Group 166"/>
              <p:cNvGrpSpPr>
                <a:grpSpLocks/>
              </p:cNvGrpSpPr>
              <p:nvPr/>
            </p:nvGrpSpPr>
            <p:grpSpPr bwMode="auto">
              <a:xfrm>
                <a:off x="412" y="1420"/>
                <a:ext cx="412" cy="921"/>
                <a:chOff x="412" y="1420"/>
                <a:chExt cx="412" cy="921"/>
              </a:xfrm>
            </p:grpSpPr>
            <p:sp>
              <p:nvSpPr>
                <p:cNvPr id="46138" name="Rectangle 167"/>
                <p:cNvSpPr>
                  <a:spLocks noChangeArrowheads="1"/>
                </p:cNvSpPr>
                <p:nvPr/>
              </p:nvSpPr>
              <p:spPr bwMode="auto">
                <a:xfrm>
                  <a:off x="455"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5/8</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39" name="Rectangle 168"/>
                <p:cNvSpPr>
                  <a:spLocks noChangeArrowheads="1"/>
                </p:cNvSpPr>
                <p:nvPr/>
              </p:nvSpPr>
              <p:spPr bwMode="auto">
                <a:xfrm>
                  <a:off x="412"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099" name="Group 169"/>
              <p:cNvGrpSpPr>
                <a:grpSpLocks/>
              </p:cNvGrpSpPr>
              <p:nvPr/>
            </p:nvGrpSpPr>
            <p:grpSpPr bwMode="auto">
              <a:xfrm>
                <a:off x="824" y="1420"/>
                <a:ext cx="412" cy="921"/>
                <a:chOff x="824" y="1420"/>
                <a:chExt cx="412" cy="921"/>
              </a:xfrm>
            </p:grpSpPr>
            <p:sp>
              <p:nvSpPr>
                <p:cNvPr id="46136" name="Rectangle 170"/>
                <p:cNvSpPr>
                  <a:spLocks noChangeArrowheads="1"/>
                </p:cNvSpPr>
                <p:nvPr/>
              </p:nvSpPr>
              <p:spPr bwMode="auto">
                <a:xfrm>
                  <a:off x="867"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13/16</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37" name="Rectangle 171"/>
                <p:cNvSpPr>
                  <a:spLocks noChangeArrowheads="1"/>
                </p:cNvSpPr>
                <p:nvPr/>
              </p:nvSpPr>
              <p:spPr bwMode="auto">
                <a:xfrm>
                  <a:off x="824"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0" name="Group 172"/>
              <p:cNvGrpSpPr>
                <a:grpSpLocks/>
              </p:cNvGrpSpPr>
              <p:nvPr/>
            </p:nvGrpSpPr>
            <p:grpSpPr bwMode="auto">
              <a:xfrm>
                <a:off x="1236" y="1420"/>
                <a:ext cx="412" cy="921"/>
                <a:chOff x="1236" y="1420"/>
                <a:chExt cx="412" cy="921"/>
              </a:xfrm>
            </p:grpSpPr>
            <p:sp>
              <p:nvSpPr>
                <p:cNvPr id="46134" name="Rectangle 173"/>
                <p:cNvSpPr>
                  <a:spLocks noChangeArrowheads="1"/>
                </p:cNvSpPr>
                <p:nvPr/>
              </p:nvSpPr>
              <p:spPr bwMode="auto">
                <a:xfrm>
                  <a:off x="1279"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71/128</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35" name="Rectangle 174"/>
                <p:cNvSpPr>
                  <a:spLocks noChangeArrowheads="1"/>
                </p:cNvSpPr>
                <p:nvPr/>
              </p:nvSpPr>
              <p:spPr bwMode="auto">
                <a:xfrm>
                  <a:off x="1236"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1" name="Group 175"/>
              <p:cNvGrpSpPr>
                <a:grpSpLocks/>
              </p:cNvGrpSpPr>
              <p:nvPr/>
            </p:nvGrpSpPr>
            <p:grpSpPr bwMode="auto">
              <a:xfrm>
                <a:off x="1648" y="1420"/>
                <a:ext cx="412" cy="921"/>
                <a:chOff x="1648" y="1420"/>
                <a:chExt cx="412" cy="921"/>
              </a:xfrm>
            </p:grpSpPr>
            <p:sp>
              <p:nvSpPr>
                <p:cNvPr id="46132" name="Rectangle 176"/>
                <p:cNvSpPr>
                  <a:spLocks noChangeArrowheads="1"/>
                </p:cNvSpPr>
                <p:nvPr/>
              </p:nvSpPr>
              <p:spPr bwMode="auto">
                <a:xfrm>
                  <a:off x="1691"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33" name="Rectangle 177"/>
                <p:cNvSpPr>
                  <a:spLocks noChangeArrowheads="1"/>
                </p:cNvSpPr>
                <p:nvPr/>
              </p:nvSpPr>
              <p:spPr bwMode="auto">
                <a:xfrm>
                  <a:off x="1648"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2" name="Group 178"/>
              <p:cNvGrpSpPr>
                <a:grpSpLocks/>
              </p:cNvGrpSpPr>
              <p:nvPr/>
            </p:nvGrpSpPr>
            <p:grpSpPr bwMode="auto">
              <a:xfrm>
                <a:off x="0" y="2341"/>
                <a:ext cx="412" cy="921"/>
                <a:chOff x="0" y="2341"/>
                <a:chExt cx="412" cy="921"/>
              </a:xfrm>
            </p:grpSpPr>
            <p:sp>
              <p:nvSpPr>
                <p:cNvPr id="46130" name="Rectangle 179"/>
                <p:cNvSpPr>
                  <a:spLocks noChangeArrowheads="1"/>
                </p:cNvSpPr>
                <p:nvPr/>
              </p:nvSpPr>
              <p:spPr bwMode="auto">
                <a:xfrm>
                  <a:off x="43"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31" name="Rectangle 180"/>
                <p:cNvSpPr>
                  <a:spLocks noChangeArrowheads="1"/>
                </p:cNvSpPr>
                <p:nvPr/>
              </p:nvSpPr>
              <p:spPr bwMode="auto">
                <a:xfrm>
                  <a:off x="0"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3" name="Group 181"/>
              <p:cNvGrpSpPr>
                <a:grpSpLocks/>
              </p:cNvGrpSpPr>
              <p:nvPr/>
            </p:nvGrpSpPr>
            <p:grpSpPr bwMode="auto">
              <a:xfrm>
                <a:off x="412" y="2341"/>
                <a:ext cx="412" cy="921"/>
                <a:chOff x="412" y="2341"/>
                <a:chExt cx="412" cy="921"/>
              </a:xfrm>
            </p:grpSpPr>
            <p:sp>
              <p:nvSpPr>
                <p:cNvPr id="46128" name="Rectangle 182"/>
                <p:cNvSpPr>
                  <a:spLocks noChangeArrowheads="1"/>
                </p:cNvSpPr>
                <p:nvPr/>
              </p:nvSpPr>
              <p:spPr bwMode="auto">
                <a:xfrm>
                  <a:off x="455"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29" name="Rectangle 183"/>
                <p:cNvSpPr>
                  <a:spLocks noChangeArrowheads="1"/>
                </p:cNvSpPr>
                <p:nvPr/>
              </p:nvSpPr>
              <p:spPr bwMode="auto">
                <a:xfrm>
                  <a:off x="412"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4" name="Group 184"/>
              <p:cNvGrpSpPr>
                <a:grpSpLocks/>
              </p:cNvGrpSpPr>
              <p:nvPr/>
            </p:nvGrpSpPr>
            <p:grpSpPr bwMode="auto">
              <a:xfrm>
                <a:off x="824" y="2341"/>
                <a:ext cx="412" cy="921"/>
                <a:chOff x="824" y="2341"/>
                <a:chExt cx="412" cy="921"/>
              </a:xfrm>
            </p:grpSpPr>
            <p:sp>
              <p:nvSpPr>
                <p:cNvPr id="46126" name="Rectangle 185"/>
                <p:cNvSpPr>
                  <a:spLocks noChangeArrowheads="1"/>
                </p:cNvSpPr>
                <p:nvPr/>
              </p:nvSpPr>
              <p:spPr bwMode="auto">
                <a:xfrm>
                  <a:off x="867"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5/8</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27" name="Rectangle 186"/>
                <p:cNvSpPr>
                  <a:spLocks noChangeArrowheads="1"/>
                </p:cNvSpPr>
                <p:nvPr/>
              </p:nvSpPr>
              <p:spPr bwMode="auto">
                <a:xfrm>
                  <a:off x="824"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5" name="Group 187"/>
              <p:cNvGrpSpPr>
                <a:grpSpLocks/>
              </p:cNvGrpSpPr>
              <p:nvPr/>
            </p:nvGrpSpPr>
            <p:grpSpPr bwMode="auto">
              <a:xfrm>
                <a:off x="1236" y="2341"/>
                <a:ext cx="412" cy="921"/>
                <a:chOff x="1236" y="2341"/>
                <a:chExt cx="412" cy="921"/>
              </a:xfrm>
            </p:grpSpPr>
            <p:sp>
              <p:nvSpPr>
                <p:cNvPr id="46124" name="Rectangle 188"/>
                <p:cNvSpPr>
                  <a:spLocks noChangeArrowheads="1"/>
                </p:cNvSpPr>
                <p:nvPr/>
              </p:nvSpPr>
              <p:spPr bwMode="auto">
                <a:xfrm>
                  <a:off x="1279"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13/32</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25" name="Rectangle 189"/>
                <p:cNvSpPr>
                  <a:spLocks noChangeArrowheads="1"/>
                </p:cNvSpPr>
                <p:nvPr/>
              </p:nvSpPr>
              <p:spPr bwMode="auto">
                <a:xfrm>
                  <a:off x="1236"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6" name="Group 190"/>
              <p:cNvGrpSpPr>
                <a:grpSpLocks/>
              </p:cNvGrpSpPr>
              <p:nvPr/>
            </p:nvGrpSpPr>
            <p:grpSpPr bwMode="auto">
              <a:xfrm>
                <a:off x="1648" y="2341"/>
                <a:ext cx="412" cy="921"/>
                <a:chOff x="1648" y="2341"/>
                <a:chExt cx="412" cy="921"/>
              </a:xfrm>
            </p:grpSpPr>
            <p:sp>
              <p:nvSpPr>
                <p:cNvPr id="46122" name="Rectangle 191"/>
                <p:cNvSpPr>
                  <a:spLocks noChangeArrowheads="1"/>
                </p:cNvSpPr>
                <p:nvPr/>
              </p:nvSpPr>
              <p:spPr bwMode="auto">
                <a:xfrm>
                  <a:off x="1691"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23" name="Rectangle 192"/>
                <p:cNvSpPr>
                  <a:spLocks noChangeArrowheads="1"/>
                </p:cNvSpPr>
                <p:nvPr/>
              </p:nvSpPr>
              <p:spPr bwMode="auto">
                <a:xfrm>
                  <a:off x="1648"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7" name="Group 193"/>
              <p:cNvGrpSpPr>
                <a:grpSpLocks/>
              </p:cNvGrpSpPr>
              <p:nvPr/>
            </p:nvGrpSpPr>
            <p:grpSpPr bwMode="auto">
              <a:xfrm>
                <a:off x="0" y="3262"/>
                <a:ext cx="412" cy="499"/>
                <a:chOff x="0" y="3262"/>
                <a:chExt cx="412" cy="499"/>
              </a:xfrm>
            </p:grpSpPr>
            <p:sp>
              <p:nvSpPr>
                <p:cNvPr id="46120" name="Rectangle 194"/>
                <p:cNvSpPr>
                  <a:spLocks noChangeArrowheads="1"/>
                </p:cNvSpPr>
                <p:nvPr/>
              </p:nvSpPr>
              <p:spPr bwMode="auto">
                <a:xfrm>
                  <a:off x="43"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21" name="Rectangle 195"/>
                <p:cNvSpPr>
                  <a:spLocks noChangeArrowheads="1"/>
                </p:cNvSpPr>
                <p:nvPr/>
              </p:nvSpPr>
              <p:spPr bwMode="auto">
                <a:xfrm>
                  <a:off x="0"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8" name="Group 196"/>
              <p:cNvGrpSpPr>
                <a:grpSpLocks/>
              </p:cNvGrpSpPr>
              <p:nvPr/>
            </p:nvGrpSpPr>
            <p:grpSpPr bwMode="auto">
              <a:xfrm>
                <a:off x="412" y="3262"/>
                <a:ext cx="412" cy="499"/>
                <a:chOff x="412" y="3262"/>
                <a:chExt cx="412" cy="499"/>
              </a:xfrm>
            </p:grpSpPr>
            <p:sp>
              <p:nvSpPr>
                <p:cNvPr id="46118" name="Rectangle 197"/>
                <p:cNvSpPr>
                  <a:spLocks noChangeArrowheads="1"/>
                </p:cNvSpPr>
                <p:nvPr/>
              </p:nvSpPr>
              <p:spPr bwMode="auto">
                <a:xfrm>
                  <a:off x="455"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19" name="Rectangle 198"/>
                <p:cNvSpPr>
                  <a:spLocks noChangeArrowheads="1"/>
                </p:cNvSpPr>
                <p:nvPr/>
              </p:nvSpPr>
              <p:spPr bwMode="auto">
                <a:xfrm>
                  <a:off x="412"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09" name="Group 199"/>
              <p:cNvGrpSpPr>
                <a:grpSpLocks/>
              </p:cNvGrpSpPr>
              <p:nvPr/>
            </p:nvGrpSpPr>
            <p:grpSpPr bwMode="auto">
              <a:xfrm>
                <a:off x="824" y="3262"/>
                <a:ext cx="412" cy="499"/>
                <a:chOff x="824" y="3262"/>
                <a:chExt cx="412" cy="499"/>
              </a:xfrm>
            </p:grpSpPr>
            <p:sp>
              <p:nvSpPr>
                <p:cNvPr id="46116" name="Rectangle 200"/>
                <p:cNvSpPr>
                  <a:spLocks noChangeArrowheads="1"/>
                </p:cNvSpPr>
                <p:nvPr/>
              </p:nvSpPr>
              <p:spPr bwMode="auto">
                <a:xfrm>
                  <a:off x="867"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17" name="Rectangle 201"/>
                <p:cNvSpPr>
                  <a:spLocks noChangeArrowheads="1"/>
                </p:cNvSpPr>
                <p:nvPr/>
              </p:nvSpPr>
              <p:spPr bwMode="auto">
                <a:xfrm>
                  <a:off x="824"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10" name="Group 202"/>
              <p:cNvGrpSpPr>
                <a:grpSpLocks/>
              </p:cNvGrpSpPr>
              <p:nvPr/>
            </p:nvGrpSpPr>
            <p:grpSpPr bwMode="auto">
              <a:xfrm>
                <a:off x="1236" y="3262"/>
                <a:ext cx="412" cy="499"/>
                <a:chOff x="1236" y="3262"/>
                <a:chExt cx="412" cy="499"/>
              </a:xfrm>
            </p:grpSpPr>
            <p:sp>
              <p:nvSpPr>
                <p:cNvPr id="46114" name="Rectangle 203"/>
                <p:cNvSpPr>
                  <a:spLocks noChangeArrowheads="1"/>
                </p:cNvSpPr>
                <p:nvPr/>
              </p:nvSpPr>
              <p:spPr bwMode="auto">
                <a:xfrm>
                  <a:off x="1279"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15" name="Rectangle 204"/>
                <p:cNvSpPr>
                  <a:spLocks noChangeArrowheads="1"/>
                </p:cNvSpPr>
                <p:nvPr/>
              </p:nvSpPr>
              <p:spPr bwMode="auto">
                <a:xfrm>
                  <a:off x="1236"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6111" name="Group 205"/>
              <p:cNvGrpSpPr>
                <a:grpSpLocks/>
              </p:cNvGrpSpPr>
              <p:nvPr/>
            </p:nvGrpSpPr>
            <p:grpSpPr bwMode="auto">
              <a:xfrm>
                <a:off x="1648" y="3262"/>
                <a:ext cx="412" cy="499"/>
                <a:chOff x="1648" y="3262"/>
                <a:chExt cx="412" cy="499"/>
              </a:xfrm>
            </p:grpSpPr>
            <p:sp>
              <p:nvSpPr>
                <p:cNvPr id="46112" name="Rectangle 206"/>
                <p:cNvSpPr>
                  <a:spLocks noChangeArrowheads="1"/>
                </p:cNvSpPr>
                <p:nvPr/>
              </p:nvSpPr>
              <p:spPr bwMode="auto">
                <a:xfrm>
                  <a:off x="1691"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46113" name="Rectangle 207"/>
                <p:cNvSpPr>
                  <a:spLocks noChangeArrowheads="1"/>
                </p:cNvSpPr>
                <p:nvPr/>
              </p:nvSpPr>
              <p:spPr bwMode="auto">
                <a:xfrm>
                  <a:off x="1648"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6086" name="Rectangle 208"/>
            <p:cNvSpPr>
              <a:spLocks noChangeArrowheads="1"/>
            </p:cNvSpPr>
            <p:nvPr/>
          </p:nvSpPr>
          <p:spPr bwMode="auto">
            <a:xfrm>
              <a:off x="-3" y="-3"/>
              <a:ext cx="2066" cy="376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2"/>
          <p:cNvGrpSpPr>
            <a:grpSpLocks/>
          </p:cNvGrpSpPr>
          <p:nvPr/>
        </p:nvGrpSpPr>
        <p:grpSpPr bwMode="auto">
          <a:xfrm>
            <a:off x="107950" y="3124200"/>
            <a:ext cx="7593013" cy="3448050"/>
            <a:chOff x="-3" y="-3"/>
            <a:chExt cx="2066" cy="3767"/>
          </a:xfrm>
        </p:grpSpPr>
        <p:grpSp>
          <p:nvGrpSpPr>
            <p:cNvPr id="47187" name="Group 3"/>
            <p:cNvGrpSpPr>
              <a:grpSpLocks/>
            </p:cNvGrpSpPr>
            <p:nvPr/>
          </p:nvGrpSpPr>
          <p:grpSpPr bwMode="auto">
            <a:xfrm>
              <a:off x="0" y="0"/>
              <a:ext cx="2060" cy="3761"/>
              <a:chOff x="0" y="0"/>
              <a:chExt cx="2060" cy="3761"/>
            </a:xfrm>
          </p:grpSpPr>
          <p:grpSp>
            <p:nvGrpSpPr>
              <p:cNvPr id="47189" name="Group 4"/>
              <p:cNvGrpSpPr>
                <a:grpSpLocks/>
              </p:cNvGrpSpPr>
              <p:nvPr/>
            </p:nvGrpSpPr>
            <p:grpSpPr bwMode="auto">
              <a:xfrm>
                <a:off x="0" y="0"/>
                <a:ext cx="412" cy="499"/>
                <a:chOff x="0" y="0"/>
                <a:chExt cx="412" cy="499"/>
              </a:xfrm>
            </p:grpSpPr>
            <p:sp>
              <p:nvSpPr>
                <p:cNvPr id="47262" name="Rectangle 5"/>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63" name="Rectangle 6"/>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0" name="Group 7"/>
              <p:cNvGrpSpPr>
                <a:grpSpLocks/>
              </p:cNvGrpSpPr>
              <p:nvPr/>
            </p:nvGrpSpPr>
            <p:grpSpPr bwMode="auto">
              <a:xfrm>
                <a:off x="412" y="0"/>
                <a:ext cx="412" cy="499"/>
                <a:chOff x="412" y="0"/>
                <a:chExt cx="412" cy="499"/>
              </a:xfrm>
            </p:grpSpPr>
            <p:sp>
              <p:nvSpPr>
                <p:cNvPr id="47260" name="Rectangle 8"/>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61" name="Rectangle 9"/>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1" name="Group 10"/>
              <p:cNvGrpSpPr>
                <a:grpSpLocks/>
              </p:cNvGrpSpPr>
              <p:nvPr/>
            </p:nvGrpSpPr>
            <p:grpSpPr bwMode="auto">
              <a:xfrm>
                <a:off x="824" y="0"/>
                <a:ext cx="412" cy="499"/>
                <a:chOff x="824" y="0"/>
                <a:chExt cx="412" cy="499"/>
              </a:xfrm>
            </p:grpSpPr>
            <p:sp>
              <p:nvSpPr>
                <p:cNvPr id="47258" name="Rectangle 11"/>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59" name="Rectangle 12"/>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2" name="Group 13"/>
              <p:cNvGrpSpPr>
                <a:grpSpLocks/>
              </p:cNvGrpSpPr>
              <p:nvPr/>
            </p:nvGrpSpPr>
            <p:grpSpPr bwMode="auto">
              <a:xfrm>
                <a:off x="1236" y="0"/>
                <a:ext cx="412" cy="499"/>
                <a:chOff x="1236" y="0"/>
                <a:chExt cx="412" cy="499"/>
              </a:xfrm>
            </p:grpSpPr>
            <p:sp>
              <p:nvSpPr>
                <p:cNvPr id="47256" name="Rectangle 14"/>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57" name="Rectangle 15"/>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3" name="Group 16"/>
              <p:cNvGrpSpPr>
                <a:grpSpLocks/>
              </p:cNvGrpSpPr>
              <p:nvPr/>
            </p:nvGrpSpPr>
            <p:grpSpPr bwMode="auto">
              <a:xfrm>
                <a:off x="1648" y="0"/>
                <a:ext cx="412" cy="499"/>
                <a:chOff x="1648" y="0"/>
                <a:chExt cx="412" cy="499"/>
              </a:xfrm>
            </p:grpSpPr>
            <p:sp>
              <p:nvSpPr>
                <p:cNvPr id="47254" name="Rectangle 17"/>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55" name="Rectangle 18"/>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4" name="Group 19"/>
              <p:cNvGrpSpPr>
                <a:grpSpLocks/>
              </p:cNvGrpSpPr>
              <p:nvPr/>
            </p:nvGrpSpPr>
            <p:grpSpPr bwMode="auto">
              <a:xfrm>
                <a:off x="0" y="499"/>
                <a:ext cx="412" cy="921"/>
                <a:chOff x="0" y="499"/>
                <a:chExt cx="412" cy="921"/>
              </a:xfrm>
            </p:grpSpPr>
            <p:sp>
              <p:nvSpPr>
                <p:cNvPr id="47252" name="Rectangle 20"/>
                <p:cNvSpPr>
                  <a:spLocks noChangeArrowheads="1"/>
                </p:cNvSpPr>
                <p:nvPr/>
              </p:nvSpPr>
              <p:spPr bwMode="auto">
                <a:xfrm>
                  <a:off x="43"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p:txBody>
            </p:sp>
            <p:sp>
              <p:nvSpPr>
                <p:cNvPr id="47253" name="Rectangle 21"/>
                <p:cNvSpPr>
                  <a:spLocks noChangeArrowheads="1"/>
                </p:cNvSpPr>
                <p:nvPr/>
              </p:nvSpPr>
              <p:spPr bwMode="auto">
                <a:xfrm>
                  <a:off x="0"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5" name="Group 22"/>
              <p:cNvGrpSpPr>
                <a:grpSpLocks/>
              </p:cNvGrpSpPr>
              <p:nvPr/>
            </p:nvGrpSpPr>
            <p:grpSpPr bwMode="auto">
              <a:xfrm>
                <a:off x="412" y="499"/>
                <a:ext cx="412" cy="921"/>
                <a:chOff x="412" y="499"/>
                <a:chExt cx="412" cy="921"/>
              </a:xfrm>
            </p:grpSpPr>
            <p:sp>
              <p:nvSpPr>
                <p:cNvPr id="47250" name="Rectangle 23"/>
                <p:cNvSpPr>
                  <a:spLocks noChangeArrowheads="1"/>
                </p:cNvSpPr>
                <p:nvPr/>
              </p:nvSpPr>
              <p:spPr bwMode="auto">
                <a:xfrm>
                  <a:off x="455"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13/32</a:t>
                  </a:r>
                  <a:endParaRPr kumimoji="1" lang="en-US" altLang="zh-CN" sz="2800" b="1">
                    <a:latin typeface="Times New Roman" pitchFamily="18" charset="0"/>
                  </a:endParaRPr>
                </a:p>
              </p:txBody>
            </p:sp>
            <p:sp>
              <p:nvSpPr>
                <p:cNvPr id="47251" name="Rectangle 24"/>
                <p:cNvSpPr>
                  <a:spLocks noChangeArrowheads="1"/>
                </p:cNvSpPr>
                <p:nvPr/>
              </p:nvSpPr>
              <p:spPr bwMode="auto">
                <a:xfrm>
                  <a:off x="412"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6" name="Group 25"/>
              <p:cNvGrpSpPr>
                <a:grpSpLocks/>
              </p:cNvGrpSpPr>
              <p:nvPr/>
            </p:nvGrpSpPr>
            <p:grpSpPr bwMode="auto">
              <a:xfrm>
                <a:off x="824" y="499"/>
                <a:ext cx="412" cy="921"/>
                <a:chOff x="824" y="499"/>
                <a:chExt cx="412" cy="921"/>
              </a:xfrm>
            </p:grpSpPr>
            <p:sp>
              <p:nvSpPr>
                <p:cNvPr id="47248" name="Rectangle 26"/>
                <p:cNvSpPr>
                  <a:spLocks noChangeArrowheads="1"/>
                </p:cNvSpPr>
                <p:nvPr/>
              </p:nvSpPr>
              <p:spPr bwMode="auto">
                <a:xfrm>
                  <a:off x="867"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71/128</a:t>
                  </a:r>
                  <a:endParaRPr kumimoji="1" lang="en-US" altLang="zh-CN" sz="2800" b="1">
                    <a:latin typeface="Times New Roman" pitchFamily="18" charset="0"/>
                  </a:endParaRPr>
                </a:p>
              </p:txBody>
            </p:sp>
            <p:sp>
              <p:nvSpPr>
                <p:cNvPr id="47249" name="Rectangle 27"/>
                <p:cNvSpPr>
                  <a:spLocks noChangeArrowheads="1"/>
                </p:cNvSpPr>
                <p:nvPr/>
              </p:nvSpPr>
              <p:spPr bwMode="auto">
                <a:xfrm>
                  <a:off x="824"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7" name="Group 28"/>
              <p:cNvGrpSpPr>
                <a:grpSpLocks/>
              </p:cNvGrpSpPr>
              <p:nvPr/>
            </p:nvGrpSpPr>
            <p:grpSpPr bwMode="auto">
              <a:xfrm>
                <a:off x="1236" y="499"/>
                <a:ext cx="412" cy="921"/>
                <a:chOff x="1236" y="499"/>
                <a:chExt cx="412" cy="921"/>
              </a:xfrm>
            </p:grpSpPr>
            <p:sp>
              <p:nvSpPr>
                <p:cNvPr id="47246" name="Rectangle 29"/>
                <p:cNvSpPr>
                  <a:spLocks noChangeArrowheads="1"/>
                </p:cNvSpPr>
                <p:nvPr/>
              </p:nvSpPr>
              <p:spPr bwMode="auto">
                <a:xfrm>
                  <a:off x="1279"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71/256</a:t>
                  </a:r>
                  <a:endParaRPr kumimoji="1" lang="en-US" altLang="zh-CN" sz="2800" b="1">
                    <a:latin typeface="Times New Roman" pitchFamily="18" charset="0"/>
                  </a:endParaRPr>
                </a:p>
              </p:txBody>
            </p:sp>
            <p:sp>
              <p:nvSpPr>
                <p:cNvPr id="47247" name="Rectangle 30"/>
                <p:cNvSpPr>
                  <a:spLocks noChangeArrowheads="1"/>
                </p:cNvSpPr>
                <p:nvPr/>
              </p:nvSpPr>
              <p:spPr bwMode="auto">
                <a:xfrm>
                  <a:off x="1236"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8" name="Group 31"/>
              <p:cNvGrpSpPr>
                <a:grpSpLocks/>
              </p:cNvGrpSpPr>
              <p:nvPr/>
            </p:nvGrpSpPr>
            <p:grpSpPr bwMode="auto">
              <a:xfrm>
                <a:off x="1648" y="499"/>
                <a:ext cx="412" cy="921"/>
                <a:chOff x="1648" y="499"/>
                <a:chExt cx="412" cy="921"/>
              </a:xfrm>
            </p:grpSpPr>
            <p:sp>
              <p:nvSpPr>
                <p:cNvPr id="47244" name="Rectangle 32"/>
                <p:cNvSpPr>
                  <a:spLocks noChangeArrowheads="1"/>
                </p:cNvSpPr>
                <p:nvPr/>
              </p:nvSpPr>
              <p:spPr bwMode="auto">
                <a:xfrm>
                  <a:off x="1691"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p:txBody>
            </p:sp>
            <p:sp>
              <p:nvSpPr>
                <p:cNvPr id="47245" name="Rectangle 33"/>
                <p:cNvSpPr>
                  <a:spLocks noChangeArrowheads="1"/>
                </p:cNvSpPr>
                <p:nvPr/>
              </p:nvSpPr>
              <p:spPr bwMode="auto">
                <a:xfrm>
                  <a:off x="1648"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99" name="Group 34"/>
              <p:cNvGrpSpPr>
                <a:grpSpLocks/>
              </p:cNvGrpSpPr>
              <p:nvPr/>
            </p:nvGrpSpPr>
            <p:grpSpPr bwMode="auto">
              <a:xfrm>
                <a:off x="0" y="1420"/>
                <a:ext cx="412" cy="921"/>
                <a:chOff x="0" y="1420"/>
                <a:chExt cx="412" cy="921"/>
              </a:xfrm>
            </p:grpSpPr>
            <p:sp>
              <p:nvSpPr>
                <p:cNvPr id="47242" name="Rectangle 35"/>
                <p:cNvSpPr>
                  <a:spLocks noChangeArrowheads="1"/>
                </p:cNvSpPr>
                <p:nvPr/>
              </p:nvSpPr>
              <p:spPr bwMode="auto">
                <a:xfrm>
                  <a:off x="43"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43" name="Rectangle 36"/>
                <p:cNvSpPr>
                  <a:spLocks noChangeArrowheads="1"/>
                </p:cNvSpPr>
                <p:nvPr/>
              </p:nvSpPr>
              <p:spPr bwMode="auto">
                <a:xfrm>
                  <a:off x="0"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0" name="Group 37"/>
              <p:cNvGrpSpPr>
                <a:grpSpLocks/>
              </p:cNvGrpSpPr>
              <p:nvPr/>
            </p:nvGrpSpPr>
            <p:grpSpPr bwMode="auto">
              <a:xfrm>
                <a:off x="412" y="1420"/>
                <a:ext cx="412" cy="921"/>
                <a:chOff x="412" y="1420"/>
                <a:chExt cx="412" cy="921"/>
              </a:xfrm>
            </p:grpSpPr>
            <p:sp>
              <p:nvSpPr>
                <p:cNvPr id="47240" name="Rectangle 38"/>
                <p:cNvSpPr>
                  <a:spLocks noChangeArrowheads="1"/>
                </p:cNvSpPr>
                <p:nvPr/>
              </p:nvSpPr>
              <p:spPr bwMode="auto">
                <a:xfrm>
                  <a:off x="455"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5/8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41" name="Rectangle 39"/>
                <p:cNvSpPr>
                  <a:spLocks noChangeArrowheads="1"/>
                </p:cNvSpPr>
                <p:nvPr/>
              </p:nvSpPr>
              <p:spPr bwMode="auto">
                <a:xfrm>
                  <a:off x="412"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1" name="Group 40"/>
              <p:cNvGrpSpPr>
                <a:grpSpLocks/>
              </p:cNvGrpSpPr>
              <p:nvPr/>
            </p:nvGrpSpPr>
            <p:grpSpPr bwMode="auto">
              <a:xfrm>
                <a:off x="824" y="1420"/>
                <a:ext cx="412" cy="921"/>
                <a:chOff x="824" y="1420"/>
                <a:chExt cx="412" cy="921"/>
              </a:xfrm>
            </p:grpSpPr>
            <p:sp>
              <p:nvSpPr>
                <p:cNvPr id="47238" name="Rectangle 41"/>
                <p:cNvSpPr>
                  <a:spLocks noChangeArrowheads="1"/>
                </p:cNvSpPr>
                <p:nvPr/>
              </p:nvSpPr>
              <p:spPr bwMode="auto">
                <a:xfrm>
                  <a:off x="867"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13/16</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39" name="Rectangle 42"/>
                <p:cNvSpPr>
                  <a:spLocks noChangeArrowheads="1"/>
                </p:cNvSpPr>
                <p:nvPr/>
              </p:nvSpPr>
              <p:spPr bwMode="auto">
                <a:xfrm>
                  <a:off x="824"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2" name="Group 43"/>
              <p:cNvGrpSpPr>
                <a:grpSpLocks/>
              </p:cNvGrpSpPr>
              <p:nvPr/>
            </p:nvGrpSpPr>
            <p:grpSpPr bwMode="auto">
              <a:xfrm>
                <a:off x="1236" y="1420"/>
                <a:ext cx="412" cy="921"/>
                <a:chOff x="1236" y="1420"/>
                <a:chExt cx="412" cy="921"/>
              </a:xfrm>
            </p:grpSpPr>
            <p:sp>
              <p:nvSpPr>
                <p:cNvPr id="47236" name="Rectangle 44"/>
                <p:cNvSpPr>
                  <a:spLocks noChangeArrowheads="1"/>
                </p:cNvSpPr>
                <p:nvPr/>
              </p:nvSpPr>
              <p:spPr bwMode="auto">
                <a:xfrm>
                  <a:off x="1279"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71/128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37" name="Rectangle 45"/>
                <p:cNvSpPr>
                  <a:spLocks noChangeArrowheads="1"/>
                </p:cNvSpPr>
                <p:nvPr/>
              </p:nvSpPr>
              <p:spPr bwMode="auto">
                <a:xfrm>
                  <a:off x="1236"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3" name="Group 46"/>
              <p:cNvGrpSpPr>
                <a:grpSpLocks/>
              </p:cNvGrpSpPr>
              <p:nvPr/>
            </p:nvGrpSpPr>
            <p:grpSpPr bwMode="auto">
              <a:xfrm>
                <a:off x="1648" y="1420"/>
                <a:ext cx="412" cy="921"/>
                <a:chOff x="1648" y="1420"/>
                <a:chExt cx="412" cy="921"/>
              </a:xfrm>
            </p:grpSpPr>
            <p:sp>
              <p:nvSpPr>
                <p:cNvPr id="47234" name="Rectangle 47"/>
                <p:cNvSpPr>
                  <a:spLocks noChangeArrowheads="1"/>
                </p:cNvSpPr>
                <p:nvPr/>
              </p:nvSpPr>
              <p:spPr bwMode="auto">
                <a:xfrm>
                  <a:off x="1691"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35" name="Rectangle 48"/>
                <p:cNvSpPr>
                  <a:spLocks noChangeArrowheads="1"/>
                </p:cNvSpPr>
                <p:nvPr/>
              </p:nvSpPr>
              <p:spPr bwMode="auto">
                <a:xfrm>
                  <a:off x="1648"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4" name="Group 49"/>
              <p:cNvGrpSpPr>
                <a:grpSpLocks/>
              </p:cNvGrpSpPr>
              <p:nvPr/>
            </p:nvGrpSpPr>
            <p:grpSpPr bwMode="auto">
              <a:xfrm>
                <a:off x="0" y="2341"/>
                <a:ext cx="412" cy="921"/>
                <a:chOff x="0" y="2341"/>
                <a:chExt cx="412" cy="921"/>
              </a:xfrm>
            </p:grpSpPr>
            <p:sp>
              <p:nvSpPr>
                <p:cNvPr id="47232" name="Rectangle 50"/>
                <p:cNvSpPr>
                  <a:spLocks noChangeArrowheads="1"/>
                </p:cNvSpPr>
                <p:nvPr/>
              </p:nvSpPr>
              <p:spPr bwMode="auto">
                <a:xfrm>
                  <a:off x="43"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33" name="Rectangle 51"/>
                <p:cNvSpPr>
                  <a:spLocks noChangeArrowheads="1"/>
                </p:cNvSpPr>
                <p:nvPr/>
              </p:nvSpPr>
              <p:spPr bwMode="auto">
                <a:xfrm>
                  <a:off x="0"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5" name="Group 52"/>
              <p:cNvGrpSpPr>
                <a:grpSpLocks/>
              </p:cNvGrpSpPr>
              <p:nvPr/>
            </p:nvGrpSpPr>
            <p:grpSpPr bwMode="auto">
              <a:xfrm>
                <a:off x="412" y="2341"/>
                <a:ext cx="412" cy="921"/>
                <a:chOff x="412" y="2341"/>
                <a:chExt cx="412" cy="921"/>
              </a:xfrm>
            </p:grpSpPr>
            <p:sp>
              <p:nvSpPr>
                <p:cNvPr id="47230" name="Rectangle 53"/>
                <p:cNvSpPr>
                  <a:spLocks noChangeArrowheads="1"/>
                </p:cNvSpPr>
                <p:nvPr/>
              </p:nvSpPr>
              <p:spPr bwMode="auto">
                <a:xfrm>
                  <a:off x="455"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31" name="Rectangle 54"/>
                <p:cNvSpPr>
                  <a:spLocks noChangeArrowheads="1"/>
                </p:cNvSpPr>
                <p:nvPr/>
              </p:nvSpPr>
              <p:spPr bwMode="auto">
                <a:xfrm>
                  <a:off x="412"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6" name="Group 55"/>
              <p:cNvGrpSpPr>
                <a:grpSpLocks/>
              </p:cNvGrpSpPr>
              <p:nvPr/>
            </p:nvGrpSpPr>
            <p:grpSpPr bwMode="auto">
              <a:xfrm>
                <a:off x="824" y="2341"/>
                <a:ext cx="412" cy="921"/>
                <a:chOff x="824" y="2341"/>
                <a:chExt cx="412" cy="921"/>
              </a:xfrm>
            </p:grpSpPr>
            <p:sp>
              <p:nvSpPr>
                <p:cNvPr id="47228" name="Rectangle 56"/>
                <p:cNvSpPr>
                  <a:spLocks noChangeArrowheads="1"/>
                </p:cNvSpPr>
                <p:nvPr/>
              </p:nvSpPr>
              <p:spPr bwMode="auto">
                <a:xfrm>
                  <a:off x="867"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5/8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29" name="Rectangle 57"/>
                <p:cNvSpPr>
                  <a:spLocks noChangeArrowheads="1"/>
                </p:cNvSpPr>
                <p:nvPr/>
              </p:nvSpPr>
              <p:spPr bwMode="auto">
                <a:xfrm>
                  <a:off x="824"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7" name="Group 58"/>
              <p:cNvGrpSpPr>
                <a:grpSpLocks/>
              </p:cNvGrpSpPr>
              <p:nvPr/>
            </p:nvGrpSpPr>
            <p:grpSpPr bwMode="auto">
              <a:xfrm>
                <a:off x="1236" y="2341"/>
                <a:ext cx="412" cy="921"/>
                <a:chOff x="1236" y="2341"/>
                <a:chExt cx="412" cy="921"/>
              </a:xfrm>
            </p:grpSpPr>
            <p:sp>
              <p:nvSpPr>
                <p:cNvPr id="47226" name="Rectangle 59"/>
                <p:cNvSpPr>
                  <a:spLocks noChangeArrowheads="1"/>
                </p:cNvSpPr>
                <p:nvPr/>
              </p:nvSpPr>
              <p:spPr bwMode="auto">
                <a:xfrm>
                  <a:off x="1279"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13/32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27" name="Rectangle 60"/>
                <p:cNvSpPr>
                  <a:spLocks noChangeArrowheads="1"/>
                </p:cNvSpPr>
                <p:nvPr/>
              </p:nvSpPr>
              <p:spPr bwMode="auto">
                <a:xfrm>
                  <a:off x="1236"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8" name="Group 61"/>
              <p:cNvGrpSpPr>
                <a:grpSpLocks/>
              </p:cNvGrpSpPr>
              <p:nvPr/>
            </p:nvGrpSpPr>
            <p:grpSpPr bwMode="auto">
              <a:xfrm>
                <a:off x="1648" y="2341"/>
                <a:ext cx="412" cy="921"/>
                <a:chOff x="1648" y="2341"/>
                <a:chExt cx="412" cy="921"/>
              </a:xfrm>
            </p:grpSpPr>
            <p:sp>
              <p:nvSpPr>
                <p:cNvPr id="47224" name="Rectangle 62"/>
                <p:cNvSpPr>
                  <a:spLocks noChangeArrowheads="1"/>
                </p:cNvSpPr>
                <p:nvPr/>
              </p:nvSpPr>
              <p:spPr bwMode="auto">
                <a:xfrm>
                  <a:off x="1691"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25" name="Rectangle 63"/>
                <p:cNvSpPr>
                  <a:spLocks noChangeArrowheads="1"/>
                </p:cNvSpPr>
                <p:nvPr/>
              </p:nvSpPr>
              <p:spPr bwMode="auto">
                <a:xfrm>
                  <a:off x="1648"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09" name="Group 64"/>
              <p:cNvGrpSpPr>
                <a:grpSpLocks/>
              </p:cNvGrpSpPr>
              <p:nvPr/>
            </p:nvGrpSpPr>
            <p:grpSpPr bwMode="auto">
              <a:xfrm>
                <a:off x="0" y="3262"/>
                <a:ext cx="412" cy="499"/>
                <a:chOff x="0" y="3262"/>
                <a:chExt cx="412" cy="499"/>
              </a:xfrm>
            </p:grpSpPr>
            <p:sp>
              <p:nvSpPr>
                <p:cNvPr id="47222" name="Rectangle 65"/>
                <p:cNvSpPr>
                  <a:spLocks noChangeArrowheads="1"/>
                </p:cNvSpPr>
                <p:nvPr/>
              </p:nvSpPr>
              <p:spPr bwMode="auto">
                <a:xfrm>
                  <a:off x="43"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23" name="Rectangle 66"/>
                <p:cNvSpPr>
                  <a:spLocks noChangeArrowheads="1"/>
                </p:cNvSpPr>
                <p:nvPr/>
              </p:nvSpPr>
              <p:spPr bwMode="auto">
                <a:xfrm>
                  <a:off x="0"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10" name="Group 67"/>
              <p:cNvGrpSpPr>
                <a:grpSpLocks/>
              </p:cNvGrpSpPr>
              <p:nvPr/>
            </p:nvGrpSpPr>
            <p:grpSpPr bwMode="auto">
              <a:xfrm>
                <a:off x="412" y="3262"/>
                <a:ext cx="412" cy="499"/>
                <a:chOff x="412" y="3262"/>
                <a:chExt cx="412" cy="499"/>
              </a:xfrm>
            </p:grpSpPr>
            <p:sp>
              <p:nvSpPr>
                <p:cNvPr id="47220" name="Rectangle 68"/>
                <p:cNvSpPr>
                  <a:spLocks noChangeArrowheads="1"/>
                </p:cNvSpPr>
                <p:nvPr/>
              </p:nvSpPr>
              <p:spPr bwMode="auto">
                <a:xfrm>
                  <a:off x="455"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21" name="Rectangle 69"/>
                <p:cNvSpPr>
                  <a:spLocks noChangeArrowheads="1"/>
                </p:cNvSpPr>
                <p:nvPr/>
              </p:nvSpPr>
              <p:spPr bwMode="auto">
                <a:xfrm>
                  <a:off x="412"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11" name="Group 70"/>
              <p:cNvGrpSpPr>
                <a:grpSpLocks/>
              </p:cNvGrpSpPr>
              <p:nvPr/>
            </p:nvGrpSpPr>
            <p:grpSpPr bwMode="auto">
              <a:xfrm>
                <a:off x="824" y="3262"/>
                <a:ext cx="412" cy="499"/>
                <a:chOff x="824" y="3262"/>
                <a:chExt cx="412" cy="499"/>
              </a:xfrm>
            </p:grpSpPr>
            <p:sp>
              <p:nvSpPr>
                <p:cNvPr id="47218" name="Rectangle 71"/>
                <p:cNvSpPr>
                  <a:spLocks noChangeArrowheads="1"/>
                </p:cNvSpPr>
                <p:nvPr/>
              </p:nvSpPr>
              <p:spPr bwMode="auto">
                <a:xfrm>
                  <a:off x="867"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19" name="Rectangle 72"/>
                <p:cNvSpPr>
                  <a:spLocks noChangeArrowheads="1"/>
                </p:cNvSpPr>
                <p:nvPr/>
              </p:nvSpPr>
              <p:spPr bwMode="auto">
                <a:xfrm>
                  <a:off x="824"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12" name="Group 73"/>
              <p:cNvGrpSpPr>
                <a:grpSpLocks/>
              </p:cNvGrpSpPr>
              <p:nvPr/>
            </p:nvGrpSpPr>
            <p:grpSpPr bwMode="auto">
              <a:xfrm>
                <a:off x="1236" y="3262"/>
                <a:ext cx="412" cy="499"/>
                <a:chOff x="1236" y="3262"/>
                <a:chExt cx="412" cy="499"/>
              </a:xfrm>
            </p:grpSpPr>
            <p:sp>
              <p:nvSpPr>
                <p:cNvPr id="47216" name="Rectangle 74"/>
                <p:cNvSpPr>
                  <a:spLocks noChangeArrowheads="1"/>
                </p:cNvSpPr>
                <p:nvPr/>
              </p:nvSpPr>
              <p:spPr bwMode="auto">
                <a:xfrm>
                  <a:off x="1279"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17" name="Rectangle 75"/>
                <p:cNvSpPr>
                  <a:spLocks noChangeArrowheads="1"/>
                </p:cNvSpPr>
                <p:nvPr/>
              </p:nvSpPr>
              <p:spPr bwMode="auto">
                <a:xfrm>
                  <a:off x="1236"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213" name="Group 76"/>
              <p:cNvGrpSpPr>
                <a:grpSpLocks/>
              </p:cNvGrpSpPr>
              <p:nvPr/>
            </p:nvGrpSpPr>
            <p:grpSpPr bwMode="auto">
              <a:xfrm>
                <a:off x="1648" y="3262"/>
                <a:ext cx="412" cy="499"/>
                <a:chOff x="1648" y="3262"/>
                <a:chExt cx="412" cy="499"/>
              </a:xfrm>
            </p:grpSpPr>
            <p:sp>
              <p:nvSpPr>
                <p:cNvPr id="47214" name="Rectangle 77"/>
                <p:cNvSpPr>
                  <a:spLocks noChangeArrowheads="1"/>
                </p:cNvSpPr>
                <p:nvPr/>
              </p:nvSpPr>
              <p:spPr bwMode="auto">
                <a:xfrm>
                  <a:off x="1691"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215" name="Rectangle 78"/>
                <p:cNvSpPr>
                  <a:spLocks noChangeArrowheads="1"/>
                </p:cNvSpPr>
                <p:nvPr/>
              </p:nvSpPr>
              <p:spPr bwMode="auto">
                <a:xfrm>
                  <a:off x="1648"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7188" name="Rectangle 79"/>
            <p:cNvSpPr>
              <a:spLocks noChangeArrowheads="1"/>
            </p:cNvSpPr>
            <p:nvPr/>
          </p:nvSpPr>
          <p:spPr bwMode="auto">
            <a:xfrm>
              <a:off x="-3" y="-3"/>
              <a:ext cx="2066" cy="376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07" name="Group 80"/>
          <p:cNvGrpSpPr>
            <a:grpSpLocks/>
          </p:cNvGrpSpPr>
          <p:nvPr/>
        </p:nvGrpSpPr>
        <p:grpSpPr bwMode="auto">
          <a:xfrm>
            <a:off x="539750" y="304800"/>
            <a:ext cx="6477000" cy="2514600"/>
            <a:chOff x="-3" y="-3"/>
            <a:chExt cx="2066" cy="3134"/>
          </a:xfrm>
        </p:grpSpPr>
        <p:grpSp>
          <p:nvGrpSpPr>
            <p:cNvPr id="47110" name="Group 81"/>
            <p:cNvGrpSpPr>
              <a:grpSpLocks/>
            </p:cNvGrpSpPr>
            <p:nvPr/>
          </p:nvGrpSpPr>
          <p:grpSpPr bwMode="auto">
            <a:xfrm>
              <a:off x="0" y="0"/>
              <a:ext cx="2060" cy="3128"/>
              <a:chOff x="0" y="0"/>
              <a:chExt cx="2060" cy="3128"/>
            </a:xfrm>
          </p:grpSpPr>
          <p:grpSp>
            <p:nvGrpSpPr>
              <p:cNvPr id="47112" name="Group 82"/>
              <p:cNvGrpSpPr>
                <a:grpSpLocks/>
              </p:cNvGrpSpPr>
              <p:nvPr/>
            </p:nvGrpSpPr>
            <p:grpSpPr bwMode="auto">
              <a:xfrm>
                <a:off x="0" y="0"/>
                <a:ext cx="412" cy="499"/>
                <a:chOff x="0" y="0"/>
                <a:chExt cx="412" cy="499"/>
              </a:xfrm>
            </p:grpSpPr>
            <p:sp>
              <p:nvSpPr>
                <p:cNvPr id="47185" name="Rectangle 83"/>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86" name="Rectangle 84"/>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3" name="Group 85"/>
              <p:cNvGrpSpPr>
                <a:grpSpLocks/>
              </p:cNvGrpSpPr>
              <p:nvPr/>
            </p:nvGrpSpPr>
            <p:grpSpPr bwMode="auto">
              <a:xfrm>
                <a:off x="412" y="0"/>
                <a:ext cx="412" cy="499"/>
                <a:chOff x="412" y="0"/>
                <a:chExt cx="412" cy="499"/>
              </a:xfrm>
            </p:grpSpPr>
            <p:sp>
              <p:nvSpPr>
                <p:cNvPr id="47183" name="Rectangle 86"/>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84" name="Rectangle 87"/>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4" name="Group 88"/>
              <p:cNvGrpSpPr>
                <a:grpSpLocks/>
              </p:cNvGrpSpPr>
              <p:nvPr/>
            </p:nvGrpSpPr>
            <p:grpSpPr bwMode="auto">
              <a:xfrm>
                <a:off x="824" y="0"/>
                <a:ext cx="412" cy="499"/>
                <a:chOff x="824" y="0"/>
                <a:chExt cx="412" cy="499"/>
              </a:xfrm>
            </p:grpSpPr>
            <p:sp>
              <p:nvSpPr>
                <p:cNvPr id="47181" name="Rectangle 89"/>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82" name="Rectangle 90"/>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5" name="Group 91"/>
              <p:cNvGrpSpPr>
                <a:grpSpLocks/>
              </p:cNvGrpSpPr>
              <p:nvPr/>
            </p:nvGrpSpPr>
            <p:grpSpPr bwMode="auto">
              <a:xfrm>
                <a:off x="1236" y="0"/>
                <a:ext cx="412" cy="499"/>
                <a:chOff x="1236" y="0"/>
                <a:chExt cx="412" cy="499"/>
              </a:xfrm>
            </p:grpSpPr>
            <p:sp>
              <p:nvSpPr>
                <p:cNvPr id="47179" name="Rectangle 92"/>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80" name="Rectangle 93"/>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6" name="Group 94"/>
              <p:cNvGrpSpPr>
                <a:grpSpLocks/>
              </p:cNvGrpSpPr>
              <p:nvPr/>
            </p:nvGrpSpPr>
            <p:grpSpPr bwMode="auto">
              <a:xfrm>
                <a:off x="1648" y="0"/>
                <a:ext cx="412" cy="499"/>
                <a:chOff x="1648" y="0"/>
                <a:chExt cx="412" cy="499"/>
              </a:xfrm>
            </p:grpSpPr>
            <p:sp>
              <p:nvSpPr>
                <p:cNvPr id="47177" name="Rectangle 95"/>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78" name="Rectangle 96"/>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7" name="Group 97"/>
              <p:cNvGrpSpPr>
                <a:grpSpLocks/>
              </p:cNvGrpSpPr>
              <p:nvPr/>
            </p:nvGrpSpPr>
            <p:grpSpPr bwMode="auto">
              <a:xfrm>
                <a:off x="0" y="499"/>
                <a:ext cx="412" cy="710"/>
                <a:chOff x="0" y="499"/>
                <a:chExt cx="412" cy="710"/>
              </a:xfrm>
            </p:grpSpPr>
            <p:sp>
              <p:nvSpPr>
                <p:cNvPr id="47175" name="Rectangle 98"/>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76" name="Rectangle 99"/>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8" name="Group 100"/>
              <p:cNvGrpSpPr>
                <a:grpSpLocks/>
              </p:cNvGrpSpPr>
              <p:nvPr/>
            </p:nvGrpSpPr>
            <p:grpSpPr bwMode="auto">
              <a:xfrm>
                <a:off x="412" y="499"/>
                <a:ext cx="412" cy="710"/>
                <a:chOff x="412" y="499"/>
                <a:chExt cx="412" cy="710"/>
              </a:xfrm>
            </p:grpSpPr>
            <p:sp>
              <p:nvSpPr>
                <p:cNvPr id="47173" name="Rectangle 101"/>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74" name="Rectangle 102"/>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19" name="Group 103"/>
              <p:cNvGrpSpPr>
                <a:grpSpLocks/>
              </p:cNvGrpSpPr>
              <p:nvPr/>
            </p:nvGrpSpPr>
            <p:grpSpPr bwMode="auto">
              <a:xfrm>
                <a:off x="824" y="499"/>
                <a:ext cx="412" cy="710"/>
                <a:chOff x="824" y="499"/>
                <a:chExt cx="412" cy="710"/>
              </a:xfrm>
            </p:grpSpPr>
            <p:sp>
              <p:nvSpPr>
                <p:cNvPr id="47171" name="Rectangle 104"/>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72" name="Rectangle 105"/>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0" name="Group 106"/>
              <p:cNvGrpSpPr>
                <a:grpSpLocks/>
              </p:cNvGrpSpPr>
              <p:nvPr/>
            </p:nvGrpSpPr>
            <p:grpSpPr bwMode="auto">
              <a:xfrm>
                <a:off x="1236" y="499"/>
                <a:ext cx="412" cy="710"/>
                <a:chOff x="1236" y="499"/>
                <a:chExt cx="412" cy="710"/>
              </a:xfrm>
            </p:grpSpPr>
            <p:sp>
              <p:nvSpPr>
                <p:cNvPr id="47169" name="Rectangle 107"/>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70" name="Rectangle 108"/>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1" name="Group 109"/>
              <p:cNvGrpSpPr>
                <a:grpSpLocks/>
              </p:cNvGrpSpPr>
              <p:nvPr/>
            </p:nvGrpSpPr>
            <p:grpSpPr bwMode="auto">
              <a:xfrm>
                <a:off x="1648" y="499"/>
                <a:ext cx="412" cy="710"/>
                <a:chOff x="1648" y="499"/>
                <a:chExt cx="412" cy="710"/>
              </a:xfrm>
            </p:grpSpPr>
            <p:sp>
              <p:nvSpPr>
                <p:cNvPr id="47167" name="Rectangle 110"/>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68" name="Rectangle 111"/>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2" name="Group 112"/>
              <p:cNvGrpSpPr>
                <a:grpSpLocks/>
              </p:cNvGrpSpPr>
              <p:nvPr/>
            </p:nvGrpSpPr>
            <p:grpSpPr bwMode="auto">
              <a:xfrm>
                <a:off x="0" y="1209"/>
                <a:ext cx="412" cy="710"/>
                <a:chOff x="0" y="1209"/>
                <a:chExt cx="412" cy="710"/>
              </a:xfrm>
            </p:grpSpPr>
            <p:sp>
              <p:nvSpPr>
                <p:cNvPr id="47165" name="Rectangle 113"/>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66" name="Rectangle 114"/>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3" name="Group 115"/>
              <p:cNvGrpSpPr>
                <a:grpSpLocks/>
              </p:cNvGrpSpPr>
              <p:nvPr/>
            </p:nvGrpSpPr>
            <p:grpSpPr bwMode="auto">
              <a:xfrm>
                <a:off x="412" y="1209"/>
                <a:ext cx="412" cy="710"/>
                <a:chOff x="412" y="1209"/>
                <a:chExt cx="412" cy="710"/>
              </a:xfrm>
            </p:grpSpPr>
            <p:sp>
              <p:nvSpPr>
                <p:cNvPr id="47163" name="Rectangle 116"/>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64" name="Rectangle 117"/>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4" name="Group 118"/>
              <p:cNvGrpSpPr>
                <a:grpSpLocks/>
              </p:cNvGrpSpPr>
              <p:nvPr/>
            </p:nvGrpSpPr>
            <p:grpSpPr bwMode="auto">
              <a:xfrm>
                <a:off x="824" y="1209"/>
                <a:ext cx="412" cy="710"/>
                <a:chOff x="824" y="1209"/>
                <a:chExt cx="412" cy="710"/>
              </a:xfrm>
            </p:grpSpPr>
            <p:sp>
              <p:nvSpPr>
                <p:cNvPr id="47161" name="Rectangle 119"/>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62" name="Rectangle 120"/>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5" name="Group 121"/>
              <p:cNvGrpSpPr>
                <a:grpSpLocks/>
              </p:cNvGrpSpPr>
              <p:nvPr/>
            </p:nvGrpSpPr>
            <p:grpSpPr bwMode="auto">
              <a:xfrm>
                <a:off x="1236" y="1209"/>
                <a:ext cx="412" cy="710"/>
                <a:chOff x="1236" y="1209"/>
                <a:chExt cx="412" cy="710"/>
              </a:xfrm>
            </p:grpSpPr>
            <p:sp>
              <p:nvSpPr>
                <p:cNvPr id="47159" name="Rectangle 122"/>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60" name="Rectangle 123"/>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6" name="Group 124"/>
              <p:cNvGrpSpPr>
                <a:grpSpLocks/>
              </p:cNvGrpSpPr>
              <p:nvPr/>
            </p:nvGrpSpPr>
            <p:grpSpPr bwMode="auto">
              <a:xfrm>
                <a:off x="1648" y="1209"/>
                <a:ext cx="412" cy="710"/>
                <a:chOff x="1648" y="1209"/>
                <a:chExt cx="412" cy="710"/>
              </a:xfrm>
            </p:grpSpPr>
            <p:sp>
              <p:nvSpPr>
                <p:cNvPr id="47157" name="Rectangle 125"/>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58" name="Rectangle 126"/>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7" name="Group 127"/>
              <p:cNvGrpSpPr>
                <a:grpSpLocks/>
              </p:cNvGrpSpPr>
              <p:nvPr/>
            </p:nvGrpSpPr>
            <p:grpSpPr bwMode="auto">
              <a:xfrm>
                <a:off x="0" y="1919"/>
                <a:ext cx="412" cy="710"/>
                <a:chOff x="0" y="1919"/>
                <a:chExt cx="412" cy="710"/>
              </a:xfrm>
            </p:grpSpPr>
            <p:sp>
              <p:nvSpPr>
                <p:cNvPr id="47155" name="Rectangle 128"/>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56" name="Rectangle 129"/>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8" name="Group 130"/>
              <p:cNvGrpSpPr>
                <a:grpSpLocks/>
              </p:cNvGrpSpPr>
              <p:nvPr/>
            </p:nvGrpSpPr>
            <p:grpSpPr bwMode="auto">
              <a:xfrm>
                <a:off x="412" y="1919"/>
                <a:ext cx="412" cy="710"/>
                <a:chOff x="412" y="1919"/>
                <a:chExt cx="412" cy="710"/>
              </a:xfrm>
            </p:grpSpPr>
            <p:sp>
              <p:nvSpPr>
                <p:cNvPr id="47153" name="Rectangle 131"/>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54" name="Rectangle 132"/>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29" name="Group 133"/>
              <p:cNvGrpSpPr>
                <a:grpSpLocks/>
              </p:cNvGrpSpPr>
              <p:nvPr/>
            </p:nvGrpSpPr>
            <p:grpSpPr bwMode="auto">
              <a:xfrm>
                <a:off x="824" y="1919"/>
                <a:ext cx="412" cy="710"/>
                <a:chOff x="824" y="1919"/>
                <a:chExt cx="412" cy="710"/>
              </a:xfrm>
            </p:grpSpPr>
            <p:sp>
              <p:nvSpPr>
                <p:cNvPr id="47151" name="Rectangle 134"/>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52" name="Rectangle 135"/>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0" name="Group 136"/>
              <p:cNvGrpSpPr>
                <a:grpSpLocks/>
              </p:cNvGrpSpPr>
              <p:nvPr/>
            </p:nvGrpSpPr>
            <p:grpSpPr bwMode="auto">
              <a:xfrm>
                <a:off x="1236" y="1919"/>
                <a:ext cx="412" cy="710"/>
                <a:chOff x="1236" y="1919"/>
                <a:chExt cx="412" cy="710"/>
              </a:xfrm>
            </p:grpSpPr>
            <p:sp>
              <p:nvSpPr>
                <p:cNvPr id="47149" name="Rectangle 137"/>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50" name="Rectangle 138"/>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1" name="Group 139"/>
              <p:cNvGrpSpPr>
                <a:grpSpLocks/>
              </p:cNvGrpSpPr>
              <p:nvPr/>
            </p:nvGrpSpPr>
            <p:grpSpPr bwMode="auto">
              <a:xfrm>
                <a:off x="1648" y="1919"/>
                <a:ext cx="412" cy="710"/>
                <a:chOff x="1648" y="1919"/>
                <a:chExt cx="412" cy="710"/>
              </a:xfrm>
            </p:grpSpPr>
            <p:sp>
              <p:nvSpPr>
                <p:cNvPr id="47147" name="Rectangle 140"/>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48" name="Rectangle 141"/>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2" name="Group 142"/>
              <p:cNvGrpSpPr>
                <a:grpSpLocks/>
              </p:cNvGrpSpPr>
              <p:nvPr/>
            </p:nvGrpSpPr>
            <p:grpSpPr bwMode="auto">
              <a:xfrm>
                <a:off x="0" y="2629"/>
                <a:ext cx="412" cy="499"/>
                <a:chOff x="0" y="2629"/>
                <a:chExt cx="412" cy="499"/>
              </a:xfrm>
            </p:grpSpPr>
            <p:sp>
              <p:nvSpPr>
                <p:cNvPr id="47145" name="Rectangle 143"/>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46" name="Rectangle 144"/>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3" name="Group 145"/>
              <p:cNvGrpSpPr>
                <a:grpSpLocks/>
              </p:cNvGrpSpPr>
              <p:nvPr/>
            </p:nvGrpSpPr>
            <p:grpSpPr bwMode="auto">
              <a:xfrm>
                <a:off x="412" y="2629"/>
                <a:ext cx="412" cy="499"/>
                <a:chOff x="412" y="2629"/>
                <a:chExt cx="412" cy="499"/>
              </a:xfrm>
            </p:grpSpPr>
            <p:sp>
              <p:nvSpPr>
                <p:cNvPr id="47143" name="Rectangle 146"/>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44" name="Rectangle 147"/>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4" name="Group 148"/>
              <p:cNvGrpSpPr>
                <a:grpSpLocks/>
              </p:cNvGrpSpPr>
              <p:nvPr/>
            </p:nvGrpSpPr>
            <p:grpSpPr bwMode="auto">
              <a:xfrm>
                <a:off x="824" y="2629"/>
                <a:ext cx="412" cy="499"/>
                <a:chOff x="824" y="2629"/>
                <a:chExt cx="412" cy="499"/>
              </a:xfrm>
            </p:grpSpPr>
            <p:sp>
              <p:nvSpPr>
                <p:cNvPr id="47141" name="Rectangle 149"/>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42" name="Rectangle 150"/>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5" name="Group 151"/>
              <p:cNvGrpSpPr>
                <a:grpSpLocks/>
              </p:cNvGrpSpPr>
              <p:nvPr/>
            </p:nvGrpSpPr>
            <p:grpSpPr bwMode="auto">
              <a:xfrm>
                <a:off x="1236" y="2629"/>
                <a:ext cx="412" cy="499"/>
                <a:chOff x="1236" y="2629"/>
                <a:chExt cx="412" cy="499"/>
              </a:xfrm>
            </p:grpSpPr>
            <p:sp>
              <p:nvSpPr>
                <p:cNvPr id="47139" name="Rectangle 152"/>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40" name="Rectangle 153"/>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47136" name="Group 154"/>
              <p:cNvGrpSpPr>
                <a:grpSpLocks/>
              </p:cNvGrpSpPr>
              <p:nvPr/>
            </p:nvGrpSpPr>
            <p:grpSpPr bwMode="auto">
              <a:xfrm>
                <a:off x="1648" y="2629"/>
                <a:ext cx="412" cy="499"/>
                <a:chOff x="1648" y="2629"/>
                <a:chExt cx="412" cy="499"/>
              </a:xfrm>
            </p:grpSpPr>
            <p:sp>
              <p:nvSpPr>
                <p:cNvPr id="47137" name="Rectangle 155"/>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47138" name="Rectangle 156"/>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47111" name="Rectangle 157"/>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47108" name="Text Box 158"/>
          <p:cNvSpPr txBox="1">
            <a:spLocks noChangeArrowheads="1"/>
          </p:cNvSpPr>
          <p:nvPr/>
        </p:nvSpPr>
        <p:spPr bwMode="auto">
          <a:xfrm>
            <a:off x="7235825" y="1341438"/>
            <a:ext cx="16557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 Jacobi</a:t>
            </a:r>
            <a:endParaRPr kumimoji="1" lang="en-US" altLang="zh-CN" sz="2800" b="1">
              <a:latin typeface="Times New Roman" pitchFamily="18" charset="0"/>
            </a:endParaRPr>
          </a:p>
        </p:txBody>
      </p:sp>
      <p:sp>
        <p:nvSpPr>
          <p:cNvPr id="47109" name="Text Box 159"/>
          <p:cNvSpPr txBox="1">
            <a:spLocks noChangeArrowheads="1"/>
          </p:cNvSpPr>
          <p:nvPr/>
        </p:nvSpPr>
        <p:spPr bwMode="auto">
          <a:xfrm>
            <a:off x="7775575" y="3716338"/>
            <a:ext cx="1368425"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Gauss-Seidel</a:t>
            </a:r>
            <a:endParaRPr kumimoji="1" lang="en-US" altLang="zh-CN" sz="2800" b="1">
              <a:latin typeface="Times New Roman" pitchFamily="18" charset="0"/>
            </a:endParaRPr>
          </a:p>
        </p:txBody>
      </p:sp>
    </p:spTree>
  </p:cSld>
  <p:clrMapOvr>
    <a:masterClrMapping/>
  </p:clrMapOvr>
  <p:transition>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3813"/>
            <a:ext cx="7391400" cy="681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685800" y="457200"/>
            <a:ext cx="791845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400" b="1">
                <a:solidFill>
                  <a:srgbClr val="000000"/>
                </a:solidFill>
                <a:latin typeface="Times New Roman" pitchFamily="18" charset="0"/>
              </a:rPr>
              <a:t>SUBROUTINE SEIDEL(NX,NY,H,ITMAX,U,IU)</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DIMENSION U(IU,NY)</a:t>
            </a:r>
          </a:p>
          <a:p>
            <a:pPr eaLnBrk="1" hangingPunct="1">
              <a:lnSpc>
                <a:spcPct val="140000"/>
              </a:lnSpc>
            </a:pPr>
            <a:r>
              <a:rPr kumimoji="1" lang="en-US" altLang="zh-CN" sz="2400" b="1">
                <a:solidFill>
                  <a:srgbClr val="000000"/>
                </a:solidFill>
                <a:latin typeface="Times New Roman" pitchFamily="18" charset="0"/>
              </a:rPr>
              <a:t> DO K=1,ITMAX</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    DO J=2,NY-1</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           DO I=2,NX-1 </a:t>
            </a:r>
          </a:p>
          <a:p>
            <a:pPr eaLnBrk="1" hangingPunct="1">
              <a:lnSpc>
                <a:spcPct val="140000"/>
              </a:lnSpc>
            </a:pPr>
            <a:r>
              <a:rPr kumimoji="1" lang="en-US" altLang="zh-CN" sz="2400" b="1">
                <a:solidFill>
                  <a:srgbClr val="000000"/>
                </a:solidFill>
                <a:latin typeface="Times New Roman" pitchFamily="18" charset="0"/>
              </a:rPr>
              <a:t>           U(I,J)=(U(I+1,J)+ U(I-1,J)+ U(I,J+1)+ U(I,J-1))/4.</a:t>
            </a:r>
          </a:p>
          <a:p>
            <a:pPr eaLnBrk="1" hangingPunct="1">
              <a:lnSpc>
                <a:spcPct val="140000"/>
              </a:lnSpc>
            </a:pPr>
            <a:r>
              <a:rPr kumimoji="1" lang="en-US" altLang="zh-CN" sz="2400" b="1">
                <a:solidFill>
                  <a:srgbClr val="000000"/>
                </a:solidFill>
                <a:latin typeface="Times New Roman" pitchFamily="18" charset="0"/>
              </a:rPr>
              <a:t>           ENDDO</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   ENDDO</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ENDDO</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RETURN</a:t>
            </a:r>
            <a:endParaRPr kumimoji="1" lang="en-US" altLang="zh-CN" sz="2400" b="1">
              <a:latin typeface="Times New Roman" pitchFamily="18" charset="0"/>
            </a:endParaRPr>
          </a:p>
          <a:p>
            <a:pPr eaLnBrk="1" hangingPunct="1">
              <a:lnSpc>
                <a:spcPct val="140000"/>
              </a:lnSpc>
            </a:pPr>
            <a:r>
              <a:rPr kumimoji="1" lang="en-US" altLang="zh-CN" sz="2400" b="1">
                <a:solidFill>
                  <a:srgbClr val="000000"/>
                </a:solidFill>
                <a:latin typeface="Times New Roman" pitchFamily="18" charset="0"/>
              </a:rPr>
              <a:t>END</a:t>
            </a:r>
            <a:endParaRPr kumimoji="1" lang="en-US" altLang="zh-CN" sz="2400" b="1">
              <a:latin typeface="Times New Roman" pitchFamily="18" charset="0"/>
            </a:endParaRPr>
          </a:p>
        </p:txBody>
      </p:sp>
    </p:spTree>
  </p:cSld>
  <p:clrMapOvr>
    <a:masterClrMapping/>
  </p:clrMapOvr>
  <p:transition>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468313" y="260350"/>
            <a:ext cx="7788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9.1.2.3 Red-Black ordering</a:t>
            </a:r>
            <a:endParaRPr kumimoji="1" lang="en-US" altLang="zh-CN" sz="2800" b="1">
              <a:latin typeface="Times New Roman" pitchFamily="18" charset="0"/>
            </a:endParaRPr>
          </a:p>
        </p:txBody>
      </p:sp>
      <p:sp>
        <p:nvSpPr>
          <p:cNvPr id="53251" name="Text Box 3"/>
          <p:cNvSpPr txBox="1">
            <a:spLocks noChangeArrowheads="1"/>
          </p:cNvSpPr>
          <p:nvPr/>
        </p:nvSpPr>
        <p:spPr bwMode="auto">
          <a:xfrm>
            <a:off x="323850" y="981075"/>
            <a:ext cx="8496300" cy="308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A variant on the Gauss-Seidel Iteration is obtained by updating the solution </a:t>
            </a:r>
            <a:r>
              <a:rPr kumimoji="1" lang="en-US" altLang="zh-CN" sz="2800" b="1">
                <a:solidFill>
                  <a:srgbClr val="008000"/>
                </a:solidFill>
                <a:latin typeface="Symbol" pitchFamily="18" charset="2"/>
              </a:rPr>
              <a:t>F</a:t>
            </a:r>
            <a:r>
              <a:rPr kumimoji="1" lang="en-US" altLang="zh-CN" sz="2800" b="1" i="1" baseline="-25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a:solidFill>
                  <a:srgbClr val="000000"/>
                </a:solidFill>
                <a:latin typeface="Times New Roman" pitchFamily="18" charset="0"/>
              </a:rPr>
              <a:t>in two passes rather than one. If we consider the mesh points as a chess board, then the white squares would be updated on the first pass and the black squares on the second pass. </a:t>
            </a:r>
          </a:p>
        </p:txBody>
      </p:sp>
      <p:sp>
        <p:nvSpPr>
          <p:cNvPr id="53252" name="Text Box 4"/>
          <p:cNvSpPr txBox="1">
            <a:spLocks noChangeArrowheads="1"/>
          </p:cNvSpPr>
          <p:nvPr/>
        </p:nvSpPr>
        <p:spPr bwMode="auto">
          <a:xfrm>
            <a:off x="990600" y="4724400"/>
            <a:ext cx="7974013" cy="188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a:t>
            </a:r>
            <a:r>
              <a:rPr kumimoji="1" lang="en-US" altLang="zh-CN" sz="2800" b="1">
                <a:solidFill>
                  <a:srgbClr val="000000"/>
                </a:solidFill>
                <a:latin typeface="Symbol" pitchFamily="18" charset="2"/>
              </a:rPr>
              <a:t>  </a:t>
            </a:r>
            <a:r>
              <a:rPr kumimoji="1" lang="en-US" altLang="zh-CN" sz="2800" b="1">
                <a:solidFill>
                  <a:srgbClr val="000000"/>
                </a:solidFill>
                <a:latin typeface="Times New Roman" pitchFamily="18" charset="0"/>
              </a:rPr>
              <a:t>No interdependence of the solution updates within a single pass aids vectorisation.</a:t>
            </a:r>
          </a:p>
          <a:p>
            <a:pPr eaLnBrk="1" hangingPunct="1">
              <a:lnSpc>
                <a:spcPct val="140000"/>
              </a:lnSpc>
            </a:pPr>
            <a:r>
              <a:rPr kumimoji="1" lang="en-US" altLang="zh-CN" sz="2800" b="1">
                <a:solidFill>
                  <a:srgbClr val="000000"/>
                </a:solidFill>
                <a:latin typeface="Times New Roman" pitchFamily="18" charset="0"/>
              </a:rPr>
              <a:t>·</a:t>
            </a:r>
            <a:r>
              <a:rPr kumimoji="1" lang="en-US" altLang="zh-CN" sz="2800" b="1">
                <a:solidFill>
                  <a:srgbClr val="000000"/>
                </a:solidFill>
                <a:latin typeface="Symbol" pitchFamily="18" charset="2"/>
              </a:rPr>
              <a:t>  </a:t>
            </a:r>
            <a:r>
              <a:rPr kumimoji="1" lang="en-US" altLang="zh-CN" sz="2800" b="1">
                <a:solidFill>
                  <a:srgbClr val="000000"/>
                </a:solidFill>
                <a:latin typeface="Times New Roman" pitchFamily="18" charset="0"/>
              </a:rPr>
              <a:t>Faster convergence at low wave numbers </a:t>
            </a:r>
          </a:p>
        </p:txBody>
      </p:sp>
      <p:sp>
        <p:nvSpPr>
          <p:cNvPr id="53253" name="Text Box 5"/>
          <p:cNvSpPr txBox="1">
            <a:spLocks noChangeArrowheads="1"/>
          </p:cNvSpPr>
          <p:nvPr/>
        </p:nvSpPr>
        <p:spPr bwMode="auto">
          <a:xfrm>
            <a:off x="441325" y="4257675"/>
            <a:ext cx="256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The advantages</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0-#ppt_w/2"/>
                                          </p:val>
                                        </p:tav>
                                        <p:tav tm="100000">
                                          <p:val>
                                            <p:strVal val="#ppt_x"/>
                                          </p:val>
                                        </p:tav>
                                      </p:tavLst>
                                    </p:anim>
                                    <p:anim calcmode="lin" valueType="num">
                                      <p:cBhvr additive="base">
                                        <p:cTn id="8" dur="500" fill="hold"/>
                                        <p:tgtEl>
                                          <p:spTgt spid="532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3253"/>
                                        </p:tgtEl>
                                        <p:attrNameLst>
                                          <p:attrName>style.visibility</p:attrName>
                                        </p:attrNameLst>
                                      </p:cBhvr>
                                      <p:to>
                                        <p:strVal val="visible"/>
                                      </p:to>
                                    </p:set>
                                    <p:anim calcmode="lin" valueType="num">
                                      <p:cBhvr additive="base">
                                        <p:cTn id="13" dur="500" fill="hold"/>
                                        <p:tgtEl>
                                          <p:spTgt spid="53253"/>
                                        </p:tgtEl>
                                        <p:attrNameLst>
                                          <p:attrName>ppt_x</p:attrName>
                                        </p:attrNameLst>
                                      </p:cBhvr>
                                      <p:tavLst>
                                        <p:tav tm="0">
                                          <p:val>
                                            <p:strVal val="0-#ppt_w/2"/>
                                          </p:val>
                                        </p:tav>
                                        <p:tav tm="100000">
                                          <p:val>
                                            <p:strVal val="#ppt_x"/>
                                          </p:val>
                                        </p:tav>
                                      </p:tavLst>
                                    </p:anim>
                                    <p:anim calcmode="lin" valueType="num">
                                      <p:cBhvr additive="base">
                                        <p:cTn id="14" dur="500" fill="hold"/>
                                        <p:tgtEl>
                                          <p:spTgt spid="5325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3252"/>
                                        </p:tgtEl>
                                        <p:attrNameLst>
                                          <p:attrName>style.visibility</p:attrName>
                                        </p:attrNameLst>
                                      </p:cBhvr>
                                      <p:to>
                                        <p:strVal val="visible"/>
                                      </p:to>
                                    </p:set>
                                    <p:anim calcmode="lin" valueType="num">
                                      <p:cBhvr additive="base">
                                        <p:cTn id="19" dur="500" fill="hold"/>
                                        <p:tgtEl>
                                          <p:spTgt spid="53252"/>
                                        </p:tgtEl>
                                        <p:attrNameLst>
                                          <p:attrName>ppt_x</p:attrName>
                                        </p:attrNameLst>
                                      </p:cBhvr>
                                      <p:tavLst>
                                        <p:tav tm="0">
                                          <p:val>
                                            <p:strVal val="0-#ppt_w/2"/>
                                          </p:val>
                                        </p:tav>
                                        <p:tav tm="100000">
                                          <p:val>
                                            <p:strVal val="#ppt_x"/>
                                          </p:val>
                                        </p:tav>
                                      </p:tavLst>
                                    </p:anim>
                                    <p:anim calcmode="lin" valueType="num">
                                      <p:cBhvr additive="base">
                                        <p:cTn id="20" dur="500" fill="hold"/>
                                        <p:tgtEl>
                                          <p:spTgt spid="532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utoUpdateAnimBg="0"/>
      <p:bldP spid="53252" grpId="0" autoUpdateAnimBg="0"/>
      <p:bldP spid="5325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762000" y="990600"/>
            <a:ext cx="7559675"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latin typeface="Times New Roman" pitchFamily="18" charset="0"/>
              </a:rPr>
              <a:t>An example, based on those in the previous two sections, is given below. Note that the cells labeled “Red” are updated on the first pass and those labeled “Black” on the second pass. Unlike the Gauss-Seidel, the order in which the cells are updated within one pass does not matter.</a:t>
            </a:r>
          </a:p>
        </p:txBody>
      </p:sp>
    </p:spTree>
  </p:cSld>
  <p:clrMapOvr>
    <a:masterClrMapping/>
  </p:clrMapOvr>
  <p:transition>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Group 2"/>
          <p:cNvGrpSpPr>
            <a:grpSpLocks/>
          </p:cNvGrpSpPr>
          <p:nvPr/>
        </p:nvGrpSpPr>
        <p:grpSpPr bwMode="auto">
          <a:xfrm>
            <a:off x="457200" y="457200"/>
            <a:ext cx="2590800" cy="2447925"/>
            <a:chOff x="-3" y="-3"/>
            <a:chExt cx="2062" cy="1542"/>
          </a:xfrm>
        </p:grpSpPr>
        <p:grpSp>
          <p:nvGrpSpPr>
            <p:cNvPr id="52462" name="Group 3"/>
            <p:cNvGrpSpPr>
              <a:grpSpLocks/>
            </p:cNvGrpSpPr>
            <p:nvPr/>
          </p:nvGrpSpPr>
          <p:grpSpPr bwMode="auto">
            <a:xfrm>
              <a:off x="0" y="0"/>
              <a:ext cx="2056" cy="1536"/>
              <a:chOff x="0" y="0"/>
              <a:chExt cx="2056" cy="1536"/>
            </a:xfrm>
          </p:grpSpPr>
          <p:grpSp>
            <p:nvGrpSpPr>
              <p:cNvPr id="52464" name="Group 4"/>
              <p:cNvGrpSpPr>
                <a:grpSpLocks/>
              </p:cNvGrpSpPr>
              <p:nvPr/>
            </p:nvGrpSpPr>
            <p:grpSpPr bwMode="auto">
              <a:xfrm>
                <a:off x="0" y="0"/>
                <a:ext cx="514" cy="384"/>
                <a:chOff x="0" y="0"/>
                <a:chExt cx="514" cy="384"/>
              </a:xfrm>
            </p:grpSpPr>
            <p:sp>
              <p:nvSpPr>
                <p:cNvPr id="52510" name="Rectangle 5"/>
                <p:cNvSpPr>
                  <a:spLocks noChangeArrowheads="1"/>
                </p:cNvSpPr>
                <p:nvPr/>
              </p:nvSpPr>
              <p:spPr bwMode="auto">
                <a:xfrm>
                  <a:off x="43" y="0"/>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511" name="Rectangle 6"/>
                <p:cNvSpPr>
                  <a:spLocks noChangeArrowheads="1"/>
                </p:cNvSpPr>
                <p:nvPr/>
              </p:nvSpPr>
              <p:spPr bwMode="auto">
                <a:xfrm>
                  <a:off x="0" y="0"/>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65" name="Group 7"/>
              <p:cNvGrpSpPr>
                <a:grpSpLocks/>
              </p:cNvGrpSpPr>
              <p:nvPr/>
            </p:nvGrpSpPr>
            <p:grpSpPr bwMode="auto">
              <a:xfrm>
                <a:off x="514" y="0"/>
                <a:ext cx="514" cy="384"/>
                <a:chOff x="514" y="0"/>
                <a:chExt cx="514" cy="384"/>
              </a:xfrm>
            </p:grpSpPr>
            <p:sp>
              <p:nvSpPr>
                <p:cNvPr id="52508" name="Rectangle 8"/>
                <p:cNvSpPr>
                  <a:spLocks noChangeArrowheads="1"/>
                </p:cNvSpPr>
                <p:nvPr/>
              </p:nvSpPr>
              <p:spPr bwMode="auto">
                <a:xfrm>
                  <a:off x="557" y="0"/>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509" name="Rectangle 9"/>
                <p:cNvSpPr>
                  <a:spLocks noChangeArrowheads="1"/>
                </p:cNvSpPr>
                <p:nvPr/>
              </p:nvSpPr>
              <p:spPr bwMode="auto">
                <a:xfrm>
                  <a:off x="514" y="0"/>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66" name="Group 10"/>
              <p:cNvGrpSpPr>
                <a:grpSpLocks/>
              </p:cNvGrpSpPr>
              <p:nvPr/>
            </p:nvGrpSpPr>
            <p:grpSpPr bwMode="auto">
              <a:xfrm>
                <a:off x="1028" y="0"/>
                <a:ext cx="514" cy="384"/>
                <a:chOff x="1028" y="0"/>
                <a:chExt cx="514" cy="384"/>
              </a:xfrm>
            </p:grpSpPr>
            <p:sp>
              <p:nvSpPr>
                <p:cNvPr id="52506" name="Rectangle 11"/>
                <p:cNvSpPr>
                  <a:spLocks noChangeArrowheads="1"/>
                </p:cNvSpPr>
                <p:nvPr/>
              </p:nvSpPr>
              <p:spPr bwMode="auto">
                <a:xfrm>
                  <a:off x="1071" y="0"/>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507" name="Rectangle 12"/>
                <p:cNvSpPr>
                  <a:spLocks noChangeArrowheads="1"/>
                </p:cNvSpPr>
                <p:nvPr/>
              </p:nvSpPr>
              <p:spPr bwMode="auto">
                <a:xfrm>
                  <a:off x="1028" y="0"/>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67" name="Group 13"/>
              <p:cNvGrpSpPr>
                <a:grpSpLocks/>
              </p:cNvGrpSpPr>
              <p:nvPr/>
            </p:nvGrpSpPr>
            <p:grpSpPr bwMode="auto">
              <a:xfrm>
                <a:off x="1542" y="0"/>
                <a:ext cx="514" cy="384"/>
                <a:chOff x="1542" y="0"/>
                <a:chExt cx="514" cy="384"/>
              </a:xfrm>
            </p:grpSpPr>
            <p:sp>
              <p:nvSpPr>
                <p:cNvPr id="52504" name="Rectangle 14"/>
                <p:cNvSpPr>
                  <a:spLocks noChangeArrowheads="1"/>
                </p:cNvSpPr>
                <p:nvPr/>
              </p:nvSpPr>
              <p:spPr bwMode="auto">
                <a:xfrm>
                  <a:off x="1585" y="0"/>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505" name="Rectangle 15"/>
                <p:cNvSpPr>
                  <a:spLocks noChangeArrowheads="1"/>
                </p:cNvSpPr>
                <p:nvPr/>
              </p:nvSpPr>
              <p:spPr bwMode="auto">
                <a:xfrm>
                  <a:off x="1542" y="0"/>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68" name="Group 16"/>
              <p:cNvGrpSpPr>
                <a:grpSpLocks/>
              </p:cNvGrpSpPr>
              <p:nvPr/>
            </p:nvGrpSpPr>
            <p:grpSpPr bwMode="auto">
              <a:xfrm>
                <a:off x="0" y="384"/>
                <a:ext cx="514" cy="384"/>
                <a:chOff x="0" y="384"/>
                <a:chExt cx="514" cy="384"/>
              </a:xfrm>
            </p:grpSpPr>
            <p:sp>
              <p:nvSpPr>
                <p:cNvPr id="52502" name="Rectangle 17"/>
                <p:cNvSpPr>
                  <a:spLocks noChangeArrowheads="1"/>
                </p:cNvSpPr>
                <p:nvPr/>
              </p:nvSpPr>
              <p:spPr bwMode="auto">
                <a:xfrm>
                  <a:off x="43" y="384"/>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503" name="Rectangle 18"/>
                <p:cNvSpPr>
                  <a:spLocks noChangeArrowheads="1"/>
                </p:cNvSpPr>
                <p:nvPr/>
              </p:nvSpPr>
              <p:spPr bwMode="auto">
                <a:xfrm>
                  <a:off x="0" y="384"/>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69" name="Group 19"/>
              <p:cNvGrpSpPr>
                <a:grpSpLocks/>
              </p:cNvGrpSpPr>
              <p:nvPr/>
            </p:nvGrpSpPr>
            <p:grpSpPr bwMode="auto">
              <a:xfrm>
                <a:off x="514" y="384"/>
                <a:ext cx="514" cy="384"/>
                <a:chOff x="514" y="384"/>
                <a:chExt cx="514" cy="384"/>
              </a:xfrm>
            </p:grpSpPr>
            <p:sp>
              <p:nvSpPr>
                <p:cNvPr id="52500" name="Rectangle 20"/>
                <p:cNvSpPr>
                  <a:spLocks noChangeArrowheads="1"/>
                </p:cNvSpPr>
                <p:nvPr/>
              </p:nvSpPr>
              <p:spPr bwMode="auto">
                <a:xfrm>
                  <a:off x="557" y="384"/>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501" name="Rectangle 21"/>
                <p:cNvSpPr>
                  <a:spLocks noChangeArrowheads="1"/>
                </p:cNvSpPr>
                <p:nvPr/>
              </p:nvSpPr>
              <p:spPr bwMode="auto">
                <a:xfrm>
                  <a:off x="514" y="384"/>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0" name="Group 22"/>
              <p:cNvGrpSpPr>
                <a:grpSpLocks/>
              </p:cNvGrpSpPr>
              <p:nvPr/>
            </p:nvGrpSpPr>
            <p:grpSpPr bwMode="auto">
              <a:xfrm>
                <a:off x="1028" y="384"/>
                <a:ext cx="514" cy="384"/>
                <a:chOff x="1028" y="384"/>
                <a:chExt cx="514" cy="384"/>
              </a:xfrm>
            </p:grpSpPr>
            <p:sp>
              <p:nvSpPr>
                <p:cNvPr id="52498" name="Rectangle 23"/>
                <p:cNvSpPr>
                  <a:spLocks noChangeArrowheads="1"/>
                </p:cNvSpPr>
                <p:nvPr/>
              </p:nvSpPr>
              <p:spPr bwMode="auto">
                <a:xfrm>
                  <a:off x="1071" y="384"/>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99" name="Rectangle 24"/>
                <p:cNvSpPr>
                  <a:spLocks noChangeArrowheads="1"/>
                </p:cNvSpPr>
                <p:nvPr/>
              </p:nvSpPr>
              <p:spPr bwMode="auto">
                <a:xfrm>
                  <a:off x="1028" y="384"/>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1" name="Group 25"/>
              <p:cNvGrpSpPr>
                <a:grpSpLocks/>
              </p:cNvGrpSpPr>
              <p:nvPr/>
            </p:nvGrpSpPr>
            <p:grpSpPr bwMode="auto">
              <a:xfrm>
                <a:off x="1542" y="384"/>
                <a:ext cx="514" cy="384"/>
                <a:chOff x="1542" y="384"/>
                <a:chExt cx="514" cy="384"/>
              </a:xfrm>
            </p:grpSpPr>
            <p:sp>
              <p:nvSpPr>
                <p:cNvPr id="52496" name="Rectangle 26"/>
                <p:cNvSpPr>
                  <a:spLocks noChangeArrowheads="1"/>
                </p:cNvSpPr>
                <p:nvPr/>
              </p:nvSpPr>
              <p:spPr bwMode="auto">
                <a:xfrm>
                  <a:off x="1585" y="384"/>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97" name="Rectangle 27"/>
                <p:cNvSpPr>
                  <a:spLocks noChangeArrowheads="1"/>
                </p:cNvSpPr>
                <p:nvPr/>
              </p:nvSpPr>
              <p:spPr bwMode="auto">
                <a:xfrm>
                  <a:off x="1542" y="384"/>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2" name="Group 28"/>
              <p:cNvGrpSpPr>
                <a:grpSpLocks/>
              </p:cNvGrpSpPr>
              <p:nvPr/>
            </p:nvGrpSpPr>
            <p:grpSpPr bwMode="auto">
              <a:xfrm>
                <a:off x="0" y="768"/>
                <a:ext cx="514" cy="384"/>
                <a:chOff x="0" y="768"/>
                <a:chExt cx="514" cy="384"/>
              </a:xfrm>
            </p:grpSpPr>
            <p:sp>
              <p:nvSpPr>
                <p:cNvPr id="52494" name="Rectangle 29"/>
                <p:cNvSpPr>
                  <a:spLocks noChangeArrowheads="1"/>
                </p:cNvSpPr>
                <p:nvPr/>
              </p:nvSpPr>
              <p:spPr bwMode="auto">
                <a:xfrm>
                  <a:off x="43" y="768"/>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95" name="Rectangle 30"/>
                <p:cNvSpPr>
                  <a:spLocks noChangeArrowheads="1"/>
                </p:cNvSpPr>
                <p:nvPr/>
              </p:nvSpPr>
              <p:spPr bwMode="auto">
                <a:xfrm>
                  <a:off x="0" y="768"/>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3" name="Group 31"/>
              <p:cNvGrpSpPr>
                <a:grpSpLocks/>
              </p:cNvGrpSpPr>
              <p:nvPr/>
            </p:nvGrpSpPr>
            <p:grpSpPr bwMode="auto">
              <a:xfrm>
                <a:off x="514" y="768"/>
                <a:ext cx="514" cy="384"/>
                <a:chOff x="514" y="768"/>
                <a:chExt cx="514" cy="384"/>
              </a:xfrm>
            </p:grpSpPr>
            <p:sp>
              <p:nvSpPr>
                <p:cNvPr id="52492" name="Rectangle 32"/>
                <p:cNvSpPr>
                  <a:spLocks noChangeArrowheads="1"/>
                </p:cNvSpPr>
                <p:nvPr/>
              </p:nvSpPr>
              <p:spPr bwMode="auto">
                <a:xfrm>
                  <a:off x="557" y="768"/>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93" name="Rectangle 33"/>
                <p:cNvSpPr>
                  <a:spLocks noChangeArrowheads="1"/>
                </p:cNvSpPr>
                <p:nvPr/>
              </p:nvSpPr>
              <p:spPr bwMode="auto">
                <a:xfrm>
                  <a:off x="514" y="768"/>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4" name="Group 34"/>
              <p:cNvGrpSpPr>
                <a:grpSpLocks/>
              </p:cNvGrpSpPr>
              <p:nvPr/>
            </p:nvGrpSpPr>
            <p:grpSpPr bwMode="auto">
              <a:xfrm>
                <a:off x="1028" y="768"/>
                <a:ext cx="514" cy="384"/>
                <a:chOff x="1028" y="768"/>
                <a:chExt cx="514" cy="384"/>
              </a:xfrm>
            </p:grpSpPr>
            <p:sp>
              <p:nvSpPr>
                <p:cNvPr id="52490" name="Rectangle 35"/>
                <p:cNvSpPr>
                  <a:spLocks noChangeArrowheads="1"/>
                </p:cNvSpPr>
                <p:nvPr/>
              </p:nvSpPr>
              <p:spPr bwMode="auto">
                <a:xfrm>
                  <a:off x="1071" y="768"/>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91" name="Rectangle 36"/>
                <p:cNvSpPr>
                  <a:spLocks noChangeArrowheads="1"/>
                </p:cNvSpPr>
                <p:nvPr/>
              </p:nvSpPr>
              <p:spPr bwMode="auto">
                <a:xfrm>
                  <a:off x="1028" y="768"/>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5" name="Group 37"/>
              <p:cNvGrpSpPr>
                <a:grpSpLocks/>
              </p:cNvGrpSpPr>
              <p:nvPr/>
            </p:nvGrpSpPr>
            <p:grpSpPr bwMode="auto">
              <a:xfrm>
                <a:off x="1542" y="768"/>
                <a:ext cx="514" cy="384"/>
                <a:chOff x="1542" y="768"/>
                <a:chExt cx="514" cy="384"/>
              </a:xfrm>
            </p:grpSpPr>
            <p:sp>
              <p:nvSpPr>
                <p:cNvPr id="52488" name="Rectangle 38"/>
                <p:cNvSpPr>
                  <a:spLocks noChangeArrowheads="1"/>
                </p:cNvSpPr>
                <p:nvPr/>
              </p:nvSpPr>
              <p:spPr bwMode="auto">
                <a:xfrm>
                  <a:off x="1585" y="768"/>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89" name="Rectangle 39"/>
                <p:cNvSpPr>
                  <a:spLocks noChangeArrowheads="1"/>
                </p:cNvSpPr>
                <p:nvPr/>
              </p:nvSpPr>
              <p:spPr bwMode="auto">
                <a:xfrm>
                  <a:off x="1542" y="768"/>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6" name="Group 40"/>
              <p:cNvGrpSpPr>
                <a:grpSpLocks/>
              </p:cNvGrpSpPr>
              <p:nvPr/>
            </p:nvGrpSpPr>
            <p:grpSpPr bwMode="auto">
              <a:xfrm>
                <a:off x="0" y="1152"/>
                <a:ext cx="514" cy="384"/>
                <a:chOff x="0" y="1152"/>
                <a:chExt cx="514" cy="384"/>
              </a:xfrm>
            </p:grpSpPr>
            <p:sp>
              <p:nvSpPr>
                <p:cNvPr id="52486" name="Rectangle 41"/>
                <p:cNvSpPr>
                  <a:spLocks noChangeArrowheads="1"/>
                </p:cNvSpPr>
                <p:nvPr/>
              </p:nvSpPr>
              <p:spPr bwMode="auto">
                <a:xfrm>
                  <a:off x="43" y="1152"/>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87" name="Rectangle 42"/>
                <p:cNvSpPr>
                  <a:spLocks noChangeArrowheads="1"/>
                </p:cNvSpPr>
                <p:nvPr/>
              </p:nvSpPr>
              <p:spPr bwMode="auto">
                <a:xfrm>
                  <a:off x="0" y="1152"/>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7" name="Group 43"/>
              <p:cNvGrpSpPr>
                <a:grpSpLocks/>
              </p:cNvGrpSpPr>
              <p:nvPr/>
            </p:nvGrpSpPr>
            <p:grpSpPr bwMode="auto">
              <a:xfrm>
                <a:off x="514" y="1152"/>
                <a:ext cx="514" cy="384"/>
                <a:chOff x="514" y="1152"/>
                <a:chExt cx="514" cy="384"/>
              </a:xfrm>
            </p:grpSpPr>
            <p:sp>
              <p:nvSpPr>
                <p:cNvPr id="52484" name="Rectangle 44"/>
                <p:cNvSpPr>
                  <a:spLocks noChangeArrowheads="1"/>
                </p:cNvSpPr>
                <p:nvPr/>
              </p:nvSpPr>
              <p:spPr bwMode="auto">
                <a:xfrm>
                  <a:off x="557" y="1152"/>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85" name="Rectangle 45"/>
                <p:cNvSpPr>
                  <a:spLocks noChangeArrowheads="1"/>
                </p:cNvSpPr>
                <p:nvPr/>
              </p:nvSpPr>
              <p:spPr bwMode="auto">
                <a:xfrm>
                  <a:off x="514" y="1152"/>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8" name="Group 46"/>
              <p:cNvGrpSpPr>
                <a:grpSpLocks/>
              </p:cNvGrpSpPr>
              <p:nvPr/>
            </p:nvGrpSpPr>
            <p:grpSpPr bwMode="auto">
              <a:xfrm>
                <a:off x="1028" y="1152"/>
                <a:ext cx="514" cy="384"/>
                <a:chOff x="1028" y="1152"/>
                <a:chExt cx="514" cy="384"/>
              </a:xfrm>
            </p:grpSpPr>
            <p:sp>
              <p:nvSpPr>
                <p:cNvPr id="52482" name="Rectangle 47"/>
                <p:cNvSpPr>
                  <a:spLocks noChangeArrowheads="1"/>
                </p:cNvSpPr>
                <p:nvPr/>
              </p:nvSpPr>
              <p:spPr bwMode="auto">
                <a:xfrm>
                  <a:off x="1071" y="1152"/>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83" name="Rectangle 48"/>
                <p:cNvSpPr>
                  <a:spLocks noChangeArrowheads="1"/>
                </p:cNvSpPr>
                <p:nvPr/>
              </p:nvSpPr>
              <p:spPr bwMode="auto">
                <a:xfrm>
                  <a:off x="1028" y="1152"/>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79" name="Group 49"/>
              <p:cNvGrpSpPr>
                <a:grpSpLocks/>
              </p:cNvGrpSpPr>
              <p:nvPr/>
            </p:nvGrpSpPr>
            <p:grpSpPr bwMode="auto">
              <a:xfrm>
                <a:off x="1542" y="1152"/>
                <a:ext cx="514" cy="384"/>
                <a:chOff x="1542" y="1152"/>
                <a:chExt cx="514" cy="384"/>
              </a:xfrm>
            </p:grpSpPr>
            <p:sp>
              <p:nvSpPr>
                <p:cNvPr id="52480" name="Rectangle 50"/>
                <p:cNvSpPr>
                  <a:spLocks noChangeArrowheads="1"/>
                </p:cNvSpPr>
                <p:nvPr/>
              </p:nvSpPr>
              <p:spPr bwMode="auto">
                <a:xfrm>
                  <a:off x="1585" y="1152"/>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1000">
                      <a:latin typeface="Times New Roman" pitchFamily="18" charset="0"/>
                    </a:rPr>
                    <a:t> </a:t>
                  </a:r>
                </a:p>
                <a:p>
                  <a:endParaRPr kumimoji="1" lang="en-US" altLang="zh-CN" sz="2400">
                    <a:latin typeface="Times New Roman" pitchFamily="18" charset="0"/>
                  </a:endParaRPr>
                </a:p>
              </p:txBody>
            </p:sp>
            <p:sp>
              <p:nvSpPr>
                <p:cNvPr id="52481" name="Rectangle 51"/>
                <p:cNvSpPr>
                  <a:spLocks noChangeArrowheads="1"/>
                </p:cNvSpPr>
                <p:nvPr/>
              </p:nvSpPr>
              <p:spPr bwMode="auto">
                <a:xfrm>
                  <a:off x="1542" y="1152"/>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2463" name="Rectangle 52"/>
            <p:cNvSpPr>
              <a:spLocks noChangeArrowheads="1"/>
            </p:cNvSpPr>
            <p:nvPr/>
          </p:nvSpPr>
          <p:spPr bwMode="auto">
            <a:xfrm>
              <a:off x="-3" y="-3"/>
              <a:ext cx="2062" cy="154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52227" name="Rectangle 53"/>
          <p:cNvSpPr>
            <a:spLocks noChangeArrowheads="1"/>
          </p:cNvSpPr>
          <p:nvPr/>
        </p:nvSpPr>
        <p:spPr bwMode="auto">
          <a:xfrm>
            <a:off x="0" y="-1830388"/>
            <a:ext cx="91440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200">
                <a:solidFill>
                  <a:srgbClr val="000000"/>
                </a:solidFill>
                <a:latin typeface="Times New Roman" pitchFamily="18" charset="0"/>
              </a:rPr>
              <a:t> </a:t>
            </a:r>
            <a:endParaRPr kumimoji="1" lang="en-US" altLang="zh-CN" sz="1000">
              <a:latin typeface="Times New Roman" pitchFamily="18" charset="0"/>
            </a:endParaRPr>
          </a:p>
          <a:p>
            <a:endParaRPr kumimoji="1" lang="en-US" altLang="zh-CN" sz="2400">
              <a:latin typeface="Times New Roman" pitchFamily="18" charset="0"/>
            </a:endParaRPr>
          </a:p>
        </p:txBody>
      </p:sp>
      <p:grpSp>
        <p:nvGrpSpPr>
          <p:cNvPr id="55350" name="Group 54"/>
          <p:cNvGrpSpPr>
            <a:grpSpLocks/>
          </p:cNvGrpSpPr>
          <p:nvPr/>
        </p:nvGrpSpPr>
        <p:grpSpPr bwMode="auto">
          <a:xfrm>
            <a:off x="4140200" y="260350"/>
            <a:ext cx="3230563" cy="2663825"/>
            <a:chOff x="-3" y="496"/>
            <a:chExt cx="2066" cy="2501"/>
          </a:xfrm>
        </p:grpSpPr>
        <p:grpSp>
          <p:nvGrpSpPr>
            <p:cNvPr id="52385" name="Group 55"/>
            <p:cNvGrpSpPr>
              <a:grpSpLocks/>
            </p:cNvGrpSpPr>
            <p:nvPr/>
          </p:nvGrpSpPr>
          <p:grpSpPr bwMode="auto">
            <a:xfrm>
              <a:off x="0" y="499"/>
              <a:ext cx="2060" cy="2495"/>
              <a:chOff x="0" y="499"/>
              <a:chExt cx="2060" cy="2495"/>
            </a:xfrm>
          </p:grpSpPr>
          <p:grpSp>
            <p:nvGrpSpPr>
              <p:cNvPr id="52387" name="Group 56"/>
              <p:cNvGrpSpPr>
                <a:grpSpLocks/>
              </p:cNvGrpSpPr>
              <p:nvPr/>
            </p:nvGrpSpPr>
            <p:grpSpPr bwMode="auto">
              <a:xfrm>
                <a:off x="0" y="499"/>
                <a:ext cx="412" cy="499"/>
                <a:chOff x="0" y="499"/>
                <a:chExt cx="412" cy="499"/>
              </a:xfrm>
            </p:grpSpPr>
            <p:sp>
              <p:nvSpPr>
                <p:cNvPr id="52460" name="Rectangle 57"/>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61" name="Rectangle 58"/>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88" name="Group 59"/>
              <p:cNvGrpSpPr>
                <a:grpSpLocks/>
              </p:cNvGrpSpPr>
              <p:nvPr/>
            </p:nvGrpSpPr>
            <p:grpSpPr bwMode="auto">
              <a:xfrm>
                <a:off x="412" y="499"/>
                <a:ext cx="412" cy="499"/>
                <a:chOff x="412" y="499"/>
                <a:chExt cx="412" cy="499"/>
              </a:xfrm>
            </p:grpSpPr>
            <p:sp>
              <p:nvSpPr>
                <p:cNvPr id="52458" name="Rectangle 60"/>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59" name="Rectangle 61"/>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89" name="Group 62"/>
              <p:cNvGrpSpPr>
                <a:grpSpLocks/>
              </p:cNvGrpSpPr>
              <p:nvPr/>
            </p:nvGrpSpPr>
            <p:grpSpPr bwMode="auto">
              <a:xfrm>
                <a:off x="824" y="499"/>
                <a:ext cx="412" cy="499"/>
                <a:chOff x="824" y="499"/>
                <a:chExt cx="412" cy="499"/>
              </a:xfrm>
            </p:grpSpPr>
            <p:sp>
              <p:nvSpPr>
                <p:cNvPr id="52456" name="Rectangle 63"/>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57" name="Rectangle 64"/>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0" name="Group 65"/>
              <p:cNvGrpSpPr>
                <a:grpSpLocks/>
              </p:cNvGrpSpPr>
              <p:nvPr/>
            </p:nvGrpSpPr>
            <p:grpSpPr bwMode="auto">
              <a:xfrm>
                <a:off x="1236" y="499"/>
                <a:ext cx="412" cy="499"/>
                <a:chOff x="1236" y="499"/>
                <a:chExt cx="412" cy="499"/>
              </a:xfrm>
            </p:grpSpPr>
            <p:sp>
              <p:nvSpPr>
                <p:cNvPr id="52454" name="Rectangle 66"/>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55" name="Rectangle 67"/>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1" name="Group 68"/>
              <p:cNvGrpSpPr>
                <a:grpSpLocks/>
              </p:cNvGrpSpPr>
              <p:nvPr/>
            </p:nvGrpSpPr>
            <p:grpSpPr bwMode="auto">
              <a:xfrm>
                <a:off x="1648" y="499"/>
                <a:ext cx="412" cy="499"/>
                <a:chOff x="1648" y="499"/>
                <a:chExt cx="412" cy="499"/>
              </a:xfrm>
            </p:grpSpPr>
            <p:sp>
              <p:nvSpPr>
                <p:cNvPr id="52452" name="Rectangle 69"/>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53" name="Rectangle 70"/>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2" name="Group 71"/>
              <p:cNvGrpSpPr>
                <a:grpSpLocks/>
              </p:cNvGrpSpPr>
              <p:nvPr/>
            </p:nvGrpSpPr>
            <p:grpSpPr bwMode="auto">
              <a:xfrm>
                <a:off x="0" y="998"/>
                <a:ext cx="412" cy="499"/>
                <a:chOff x="0" y="998"/>
                <a:chExt cx="412" cy="499"/>
              </a:xfrm>
            </p:grpSpPr>
            <p:sp>
              <p:nvSpPr>
                <p:cNvPr id="52450" name="Rectangle 72"/>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51" name="Rectangle 73"/>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3" name="Group 74"/>
              <p:cNvGrpSpPr>
                <a:grpSpLocks/>
              </p:cNvGrpSpPr>
              <p:nvPr/>
            </p:nvGrpSpPr>
            <p:grpSpPr bwMode="auto">
              <a:xfrm>
                <a:off x="412" y="998"/>
                <a:ext cx="412" cy="499"/>
                <a:chOff x="412" y="998"/>
                <a:chExt cx="412" cy="499"/>
              </a:xfrm>
            </p:grpSpPr>
            <p:sp>
              <p:nvSpPr>
                <p:cNvPr id="52448" name="Rectangle 75"/>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52449" name="Rectangle 76"/>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4" name="Group 77"/>
              <p:cNvGrpSpPr>
                <a:grpSpLocks/>
              </p:cNvGrpSpPr>
              <p:nvPr/>
            </p:nvGrpSpPr>
            <p:grpSpPr bwMode="auto">
              <a:xfrm>
                <a:off x="824" y="998"/>
                <a:ext cx="412" cy="499"/>
                <a:chOff x="824" y="998"/>
                <a:chExt cx="412" cy="499"/>
              </a:xfrm>
            </p:grpSpPr>
            <p:sp>
              <p:nvSpPr>
                <p:cNvPr id="52446" name="Rectangle 78"/>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47" name="Rectangle 79"/>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5" name="Group 80"/>
              <p:cNvGrpSpPr>
                <a:grpSpLocks/>
              </p:cNvGrpSpPr>
              <p:nvPr/>
            </p:nvGrpSpPr>
            <p:grpSpPr bwMode="auto">
              <a:xfrm>
                <a:off x="1236" y="998"/>
                <a:ext cx="412" cy="499"/>
                <a:chOff x="1236" y="998"/>
                <a:chExt cx="412" cy="499"/>
              </a:xfrm>
            </p:grpSpPr>
            <p:sp>
              <p:nvSpPr>
                <p:cNvPr id="52444" name="Rectangle 81"/>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45" name="Rectangle 82"/>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6" name="Group 83"/>
              <p:cNvGrpSpPr>
                <a:grpSpLocks/>
              </p:cNvGrpSpPr>
              <p:nvPr/>
            </p:nvGrpSpPr>
            <p:grpSpPr bwMode="auto">
              <a:xfrm>
                <a:off x="1648" y="998"/>
                <a:ext cx="412" cy="499"/>
                <a:chOff x="1648" y="998"/>
                <a:chExt cx="412" cy="499"/>
              </a:xfrm>
            </p:grpSpPr>
            <p:sp>
              <p:nvSpPr>
                <p:cNvPr id="52442" name="Rectangle 84"/>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43" name="Rectangle 85"/>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7" name="Group 86"/>
              <p:cNvGrpSpPr>
                <a:grpSpLocks/>
              </p:cNvGrpSpPr>
              <p:nvPr/>
            </p:nvGrpSpPr>
            <p:grpSpPr bwMode="auto">
              <a:xfrm>
                <a:off x="0" y="1497"/>
                <a:ext cx="412" cy="499"/>
                <a:chOff x="0" y="1497"/>
                <a:chExt cx="412" cy="499"/>
              </a:xfrm>
            </p:grpSpPr>
            <p:sp>
              <p:nvSpPr>
                <p:cNvPr id="52440" name="Rectangle 87"/>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41" name="Rectangle 88"/>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8" name="Group 89"/>
              <p:cNvGrpSpPr>
                <a:grpSpLocks/>
              </p:cNvGrpSpPr>
              <p:nvPr/>
            </p:nvGrpSpPr>
            <p:grpSpPr bwMode="auto">
              <a:xfrm>
                <a:off x="412" y="1497"/>
                <a:ext cx="412" cy="499"/>
                <a:chOff x="412" y="1497"/>
                <a:chExt cx="412" cy="499"/>
              </a:xfrm>
            </p:grpSpPr>
            <p:sp>
              <p:nvSpPr>
                <p:cNvPr id="52438" name="Rectangle 90"/>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39" name="Rectangle 91"/>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99" name="Group 92"/>
              <p:cNvGrpSpPr>
                <a:grpSpLocks/>
              </p:cNvGrpSpPr>
              <p:nvPr/>
            </p:nvGrpSpPr>
            <p:grpSpPr bwMode="auto">
              <a:xfrm>
                <a:off x="824" y="1497"/>
                <a:ext cx="412" cy="499"/>
                <a:chOff x="824" y="1497"/>
                <a:chExt cx="412" cy="499"/>
              </a:xfrm>
            </p:grpSpPr>
            <p:sp>
              <p:nvSpPr>
                <p:cNvPr id="52436" name="Rectangle 93"/>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37" name="Rectangle 94"/>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0" name="Group 95"/>
              <p:cNvGrpSpPr>
                <a:grpSpLocks/>
              </p:cNvGrpSpPr>
              <p:nvPr/>
            </p:nvGrpSpPr>
            <p:grpSpPr bwMode="auto">
              <a:xfrm>
                <a:off x="1236" y="1497"/>
                <a:ext cx="412" cy="499"/>
                <a:chOff x="1236" y="1497"/>
                <a:chExt cx="412" cy="499"/>
              </a:xfrm>
            </p:grpSpPr>
            <p:sp>
              <p:nvSpPr>
                <p:cNvPr id="52434" name="Rectangle 96"/>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35" name="Rectangle 97"/>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1" name="Group 98"/>
              <p:cNvGrpSpPr>
                <a:grpSpLocks/>
              </p:cNvGrpSpPr>
              <p:nvPr/>
            </p:nvGrpSpPr>
            <p:grpSpPr bwMode="auto">
              <a:xfrm>
                <a:off x="1648" y="1497"/>
                <a:ext cx="412" cy="499"/>
                <a:chOff x="1648" y="1497"/>
                <a:chExt cx="412" cy="499"/>
              </a:xfrm>
            </p:grpSpPr>
            <p:sp>
              <p:nvSpPr>
                <p:cNvPr id="52432" name="Rectangle 99"/>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33" name="Rectangle 100"/>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2" name="Group 101"/>
              <p:cNvGrpSpPr>
                <a:grpSpLocks/>
              </p:cNvGrpSpPr>
              <p:nvPr/>
            </p:nvGrpSpPr>
            <p:grpSpPr bwMode="auto">
              <a:xfrm>
                <a:off x="0" y="1996"/>
                <a:ext cx="412" cy="499"/>
                <a:chOff x="0" y="1996"/>
                <a:chExt cx="412" cy="499"/>
              </a:xfrm>
            </p:grpSpPr>
            <p:sp>
              <p:nvSpPr>
                <p:cNvPr id="52430" name="Rectangle 102"/>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31" name="Rectangle 103"/>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3" name="Group 104"/>
              <p:cNvGrpSpPr>
                <a:grpSpLocks/>
              </p:cNvGrpSpPr>
              <p:nvPr/>
            </p:nvGrpSpPr>
            <p:grpSpPr bwMode="auto">
              <a:xfrm>
                <a:off x="412" y="1996"/>
                <a:ext cx="412" cy="499"/>
                <a:chOff x="412" y="1996"/>
                <a:chExt cx="412" cy="499"/>
              </a:xfrm>
            </p:grpSpPr>
            <p:sp>
              <p:nvSpPr>
                <p:cNvPr id="52428" name="Rectangle 105"/>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29" name="Rectangle 106"/>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4" name="Group 107"/>
              <p:cNvGrpSpPr>
                <a:grpSpLocks/>
              </p:cNvGrpSpPr>
              <p:nvPr/>
            </p:nvGrpSpPr>
            <p:grpSpPr bwMode="auto">
              <a:xfrm>
                <a:off x="824" y="1996"/>
                <a:ext cx="412" cy="499"/>
                <a:chOff x="824" y="1996"/>
                <a:chExt cx="412" cy="499"/>
              </a:xfrm>
            </p:grpSpPr>
            <p:sp>
              <p:nvSpPr>
                <p:cNvPr id="52426" name="Rectangle 108"/>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27" name="Rectangle 109"/>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5" name="Group 110"/>
              <p:cNvGrpSpPr>
                <a:grpSpLocks/>
              </p:cNvGrpSpPr>
              <p:nvPr/>
            </p:nvGrpSpPr>
            <p:grpSpPr bwMode="auto">
              <a:xfrm>
                <a:off x="1236" y="1996"/>
                <a:ext cx="412" cy="499"/>
                <a:chOff x="1236" y="1996"/>
                <a:chExt cx="412" cy="499"/>
              </a:xfrm>
            </p:grpSpPr>
            <p:sp>
              <p:nvSpPr>
                <p:cNvPr id="52424" name="Rectangle 111"/>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25" name="Rectangle 112"/>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6" name="Group 113"/>
              <p:cNvGrpSpPr>
                <a:grpSpLocks/>
              </p:cNvGrpSpPr>
              <p:nvPr/>
            </p:nvGrpSpPr>
            <p:grpSpPr bwMode="auto">
              <a:xfrm>
                <a:off x="1648" y="1996"/>
                <a:ext cx="412" cy="499"/>
                <a:chOff x="1648" y="1996"/>
                <a:chExt cx="412" cy="499"/>
              </a:xfrm>
            </p:grpSpPr>
            <p:sp>
              <p:nvSpPr>
                <p:cNvPr id="52422" name="Rectangle 114"/>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23" name="Rectangle 115"/>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7" name="Group 116"/>
              <p:cNvGrpSpPr>
                <a:grpSpLocks/>
              </p:cNvGrpSpPr>
              <p:nvPr/>
            </p:nvGrpSpPr>
            <p:grpSpPr bwMode="auto">
              <a:xfrm>
                <a:off x="0" y="2495"/>
                <a:ext cx="412" cy="499"/>
                <a:chOff x="0" y="2495"/>
                <a:chExt cx="412" cy="499"/>
              </a:xfrm>
            </p:grpSpPr>
            <p:sp>
              <p:nvSpPr>
                <p:cNvPr id="52420" name="Rectangle 117"/>
                <p:cNvSpPr>
                  <a:spLocks noChangeArrowheads="1"/>
                </p:cNvSpPr>
                <p:nvPr/>
              </p:nvSpPr>
              <p:spPr bwMode="auto">
                <a:xfrm>
                  <a:off x="43"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21" name="Rectangle 118"/>
                <p:cNvSpPr>
                  <a:spLocks noChangeArrowheads="1"/>
                </p:cNvSpPr>
                <p:nvPr/>
              </p:nvSpPr>
              <p:spPr bwMode="auto">
                <a:xfrm>
                  <a:off x="0"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8" name="Group 119"/>
              <p:cNvGrpSpPr>
                <a:grpSpLocks/>
              </p:cNvGrpSpPr>
              <p:nvPr/>
            </p:nvGrpSpPr>
            <p:grpSpPr bwMode="auto">
              <a:xfrm>
                <a:off x="412" y="2495"/>
                <a:ext cx="412" cy="499"/>
                <a:chOff x="412" y="2495"/>
                <a:chExt cx="412" cy="499"/>
              </a:xfrm>
            </p:grpSpPr>
            <p:sp>
              <p:nvSpPr>
                <p:cNvPr id="52418" name="Rectangle 120"/>
                <p:cNvSpPr>
                  <a:spLocks noChangeArrowheads="1"/>
                </p:cNvSpPr>
                <p:nvPr/>
              </p:nvSpPr>
              <p:spPr bwMode="auto">
                <a:xfrm>
                  <a:off x="455"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19" name="Rectangle 121"/>
                <p:cNvSpPr>
                  <a:spLocks noChangeArrowheads="1"/>
                </p:cNvSpPr>
                <p:nvPr/>
              </p:nvSpPr>
              <p:spPr bwMode="auto">
                <a:xfrm>
                  <a:off x="412"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09" name="Group 122"/>
              <p:cNvGrpSpPr>
                <a:grpSpLocks/>
              </p:cNvGrpSpPr>
              <p:nvPr/>
            </p:nvGrpSpPr>
            <p:grpSpPr bwMode="auto">
              <a:xfrm>
                <a:off x="824" y="2495"/>
                <a:ext cx="412" cy="499"/>
                <a:chOff x="824" y="2495"/>
                <a:chExt cx="412" cy="499"/>
              </a:xfrm>
            </p:grpSpPr>
            <p:sp>
              <p:nvSpPr>
                <p:cNvPr id="52416" name="Rectangle 123"/>
                <p:cNvSpPr>
                  <a:spLocks noChangeArrowheads="1"/>
                </p:cNvSpPr>
                <p:nvPr/>
              </p:nvSpPr>
              <p:spPr bwMode="auto">
                <a:xfrm>
                  <a:off x="867"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17" name="Rectangle 124"/>
                <p:cNvSpPr>
                  <a:spLocks noChangeArrowheads="1"/>
                </p:cNvSpPr>
                <p:nvPr/>
              </p:nvSpPr>
              <p:spPr bwMode="auto">
                <a:xfrm>
                  <a:off x="824"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10" name="Group 125"/>
              <p:cNvGrpSpPr>
                <a:grpSpLocks/>
              </p:cNvGrpSpPr>
              <p:nvPr/>
            </p:nvGrpSpPr>
            <p:grpSpPr bwMode="auto">
              <a:xfrm>
                <a:off x="1236" y="2495"/>
                <a:ext cx="412" cy="499"/>
                <a:chOff x="1236" y="2495"/>
                <a:chExt cx="412" cy="499"/>
              </a:xfrm>
            </p:grpSpPr>
            <p:sp>
              <p:nvSpPr>
                <p:cNvPr id="52414" name="Rectangle 126"/>
                <p:cNvSpPr>
                  <a:spLocks noChangeArrowheads="1"/>
                </p:cNvSpPr>
                <p:nvPr/>
              </p:nvSpPr>
              <p:spPr bwMode="auto">
                <a:xfrm>
                  <a:off x="1279"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15" name="Rectangle 127"/>
                <p:cNvSpPr>
                  <a:spLocks noChangeArrowheads="1"/>
                </p:cNvSpPr>
                <p:nvPr/>
              </p:nvSpPr>
              <p:spPr bwMode="auto">
                <a:xfrm>
                  <a:off x="1236"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411" name="Group 128"/>
              <p:cNvGrpSpPr>
                <a:grpSpLocks/>
              </p:cNvGrpSpPr>
              <p:nvPr/>
            </p:nvGrpSpPr>
            <p:grpSpPr bwMode="auto">
              <a:xfrm>
                <a:off x="1648" y="2495"/>
                <a:ext cx="412" cy="499"/>
                <a:chOff x="1648" y="2495"/>
                <a:chExt cx="412" cy="499"/>
              </a:xfrm>
            </p:grpSpPr>
            <p:sp>
              <p:nvSpPr>
                <p:cNvPr id="52412" name="Rectangle 129"/>
                <p:cNvSpPr>
                  <a:spLocks noChangeArrowheads="1"/>
                </p:cNvSpPr>
                <p:nvPr/>
              </p:nvSpPr>
              <p:spPr bwMode="auto">
                <a:xfrm>
                  <a:off x="1691"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413" name="Rectangle 130"/>
                <p:cNvSpPr>
                  <a:spLocks noChangeArrowheads="1"/>
                </p:cNvSpPr>
                <p:nvPr/>
              </p:nvSpPr>
              <p:spPr bwMode="auto">
                <a:xfrm>
                  <a:off x="1648"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2386" name="Rectangle 131"/>
            <p:cNvSpPr>
              <a:spLocks noChangeArrowheads="1"/>
            </p:cNvSpPr>
            <p:nvPr/>
          </p:nvSpPr>
          <p:spPr bwMode="auto">
            <a:xfrm>
              <a:off x="-3" y="496"/>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428" name="Group 132"/>
          <p:cNvGrpSpPr>
            <a:grpSpLocks/>
          </p:cNvGrpSpPr>
          <p:nvPr/>
        </p:nvGrpSpPr>
        <p:grpSpPr bwMode="auto">
          <a:xfrm>
            <a:off x="4140200" y="3213100"/>
            <a:ext cx="4679950" cy="3168650"/>
            <a:chOff x="-3" y="496"/>
            <a:chExt cx="2066" cy="2501"/>
          </a:xfrm>
        </p:grpSpPr>
        <p:grpSp>
          <p:nvGrpSpPr>
            <p:cNvPr id="52308" name="Group 133"/>
            <p:cNvGrpSpPr>
              <a:grpSpLocks/>
            </p:cNvGrpSpPr>
            <p:nvPr/>
          </p:nvGrpSpPr>
          <p:grpSpPr bwMode="auto">
            <a:xfrm>
              <a:off x="0" y="499"/>
              <a:ext cx="2060" cy="2495"/>
              <a:chOff x="0" y="499"/>
              <a:chExt cx="2060" cy="2495"/>
            </a:xfrm>
          </p:grpSpPr>
          <p:grpSp>
            <p:nvGrpSpPr>
              <p:cNvPr id="52310" name="Group 134"/>
              <p:cNvGrpSpPr>
                <a:grpSpLocks/>
              </p:cNvGrpSpPr>
              <p:nvPr/>
            </p:nvGrpSpPr>
            <p:grpSpPr bwMode="auto">
              <a:xfrm>
                <a:off x="0" y="499"/>
                <a:ext cx="412" cy="499"/>
                <a:chOff x="0" y="499"/>
                <a:chExt cx="412" cy="499"/>
              </a:xfrm>
            </p:grpSpPr>
            <p:sp>
              <p:nvSpPr>
                <p:cNvPr id="52383" name="Rectangle 135"/>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84" name="Rectangle 136"/>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1" name="Group 137"/>
              <p:cNvGrpSpPr>
                <a:grpSpLocks/>
              </p:cNvGrpSpPr>
              <p:nvPr/>
            </p:nvGrpSpPr>
            <p:grpSpPr bwMode="auto">
              <a:xfrm>
                <a:off x="412" y="499"/>
                <a:ext cx="412" cy="499"/>
                <a:chOff x="412" y="499"/>
                <a:chExt cx="412" cy="499"/>
              </a:xfrm>
            </p:grpSpPr>
            <p:sp>
              <p:nvSpPr>
                <p:cNvPr id="52381" name="Rectangle 138"/>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82" name="Rectangle 139"/>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2" name="Group 140"/>
              <p:cNvGrpSpPr>
                <a:grpSpLocks/>
              </p:cNvGrpSpPr>
              <p:nvPr/>
            </p:nvGrpSpPr>
            <p:grpSpPr bwMode="auto">
              <a:xfrm>
                <a:off x="824" y="499"/>
                <a:ext cx="412" cy="499"/>
                <a:chOff x="824" y="499"/>
                <a:chExt cx="412" cy="499"/>
              </a:xfrm>
            </p:grpSpPr>
            <p:sp>
              <p:nvSpPr>
                <p:cNvPr id="52379" name="Rectangle 141"/>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80" name="Rectangle 142"/>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3" name="Group 143"/>
              <p:cNvGrpSpPr>
                <a:grpSpLocks/>
              </p:cNvGrpSpPr>
              <p:nvPr/>
            </p:nvGrpSpPr>
            <p:grpSpPr bwMode="auto">
              <a:xfrm>
                <a:off x="1236" y="499"/>
                <a:ext cx="412" cy="499"/>
                <a:chOff x="1236" y="499"/>
                <a:chExt cx="412" cy="499"/>
              </a:xfrm>
            </p:grpSpPr>
            <p:sp>
              <p:nvSpPr>
                <p:cNvPr id="52377" name="Rectangle 144"/>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78" name="Rectangle 145"/>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4" name="Group 146"/>
              <p:cNvGrpSpPr>
                <a:grpSpLocks/>
              </p:cNvGrpSpPr>
              <p:nvPr/>
            </p:nvGrpSpPr>
            <p:grpSpPr bwMode="auto">
              <a:xfrm>
                <a:off x="1648" y="499"/>
                <a:ext cx="412" cy="499"/>
                <a:chOff x="1648" y="499"/>
                <a:chExt cx="412" cy="499"/>
              </a:xfrm>
            </p:grpSpPr>
            <p:sp>
              <p:nvSpPr>
                <p:cNvPr id="52375" name="Rectangle 147"/>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76" name="Rectangle 148"/>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5" name="Group 149"/>
              <p:cNvGrpSpPr>
                <a:grpSpLocks/>
              </p:cNvGrpSpPr>
              <p:nvPr/>
            </p:nvGrpSpPr>
            <p:grpSpPr bwMode="auto">
              <a:xfrm>
                <a:off x="0" y="998"/>
                <a:ext cx="412" cy="499"/>
                <a:chOff x="0" y="998"/>
                <a:chExt cx="412" cy="499"/>
              </a:xfrm>
            </p:grpSpPr>
            <p:sp>
              <p:nvSpPr>
                <p:cNvPr id="52373" name="Rectangle 150"/>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74" name="Rectangle 151"/>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6" name="Group 152"/>
              <p:cNvGrpSpPr>
                <a:grpSpLocks/>
              </p:cNvGrpSpPr>
              <p:nvPr/>
            </p:nvGrpSpPr>
            <p:grpSpPr bwMode="auto">
              <a:xfrm>
                <a:off x="412" y="998"/>
                <a:ext cx="412" cy="499"/>
                <a:chOff x="412" y="998"/>
                <a:chExt cx="412" cy="499"/>
              </a:xfrm>
            </p:grpSpPr>
            <p:sp>
              <p:nvSpPr>
                <p:cNvPr id="52371" name="Rectangle 153"/>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52372" name="Rectangle 154"/>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7" name="Group 155"/>
              <p:cNvGrpSpPr>
                <a:grpSpLocks/>
              </p:cNvGrpSpPr>
              <p:nvPr/>
            </p:nvGrpSpPr>
            <p:grpSpPr bwMode="auto">
              <a:xfrm>
                <a:off x="824" y="998"/>
                <a:ext cx="412" cy="499"/>
                <a:chOff x="824" y="998"/>
                <a:chExt cx="412" cy="499"/>
              </a:xfrm>
            </p:grpSpPr>
            <p:sp>
              <p:nvSpPr>
                <p:cNvPr id="52369" name="Rectangle 156"/>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70" name="Rectangle 157"/>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8" name="Group 158"/>
              <p:cNvGrpSpPr>
                <a:grpSpLocks/>
              </p:cNvGrpSpPr>
              <p:nvPr/>
            </p:nvGrpSpPr>
            <p:grpSpPr bwMode="auto">
              <a:xfrm>
                <a:off x="1236" y="998"/>
                <a:ext cx="412" cy="499"/>
                <a:chOff x="1236" y="998"/>
                <a:chExt cx="412" cy="499"/>
              </a:xfrm>
            </p:grpSpPr>
            <p:sp>
              <p:nvSpPr>
                <p:cNvPr id="52367" name="Rectangle 159"/>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68" name="Rectangle 160"/>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19" name="Group 161"/>
              <p:cNvGrpSpPr>
                <a:grpSpLocks/>
              </p:cNvGrpSpPr>
              <p:nvPr/>
            </p:nvGrpSpPr>
            <p:grpSpPr bwMode="auto">
              <a:xfrm>
                <a:off x="1648" y="998"/>
                <a:ext cx="412" cy="499"/>
                <a:chOff x="1648" y="998"/>
                <a:chExt cx="412" cy="499"/>
              </a:xfrm>
            </p:grpSpPr>
            <p:sp>
              <p:nvSpPr>
                <p:cNvPr id="52365" name="Rectangle 162"/>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66" name="Rectangle 163"/>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0" name="Group 164"/>
              <p:cNvGrpSpPr>
                <a:grpSpLocks/>
              </p:cNvGrpSpPr>
              <p:nvPr/>
            </p:nvGrpSpPr>
            <p:grpSpPr bwMode="auto">
              <a:xfrm>
                <a:off x="0" y="1497"/>
                <a:ext cx="412" cy="499"/>
                <a:chOff x="0" y="1497"/>
                <a:chExt cx="412" cy="499"/>
              </a:xfrm>
            </p:grpSpPr>
            <p:sp>
              <p:nvSpPr>
                <p:cNvPr id="52363" name="Rectangle 165"/>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64" name="Rectangle 166"/>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1" name="Group 167"/>
              <p:cNvGrpSpPr>
                <a:grpSpLocks/>
              </p:cNvGrpSpPr>
              <p:nvPr/>
            </p:nvGrpSpPr>
            <p:grpSpPr bwMode="auto">
              <a:xfrm>
                <a:off x="412" y="1497"/>
                <a:ext cx="412" cy="499"/>
                <a:chOff x="412" y="1497"/>
                <a:chExt cx="412" cy="499"/>
              </a:xfrm>
            </p:grpSpPr>
            <p:sp>
              <p:nvSpPr>
                <p:cNvPr id="52361" name="Rectangle 168"/>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62" name="Rectangle 169"/>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2" name="Group 170"/>
              <p:cNvGrpSpPr>
                <a:grpSpLocks/>
              </p:cNvGrpSpPr>
              <p:nvPr/>
            </p:nvGrpSpPr>
            <p:grpSpPr bwMode="auto">
              <a:xfrm>
                <a:off x="824" y="1497"/>
                <a:ext cx="412" cy="499"/>
                <a:chOff x="824" y="1497"/>
                <a:chExt cx="412" cy="499"/>
              </a:xfrm>
            </p:grpSpPr>
            <p:sp>
              <p:nvSpPr>
                <p:cNvPr id="52359" name="Rectangle 171"/>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60" name="Rectangle 172"/>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3" name="Group 173"/>
              <p:cNvGrpSpPr>
                <a:grpSpLocks/>
              </p:cNvGrpSpPr>
              <p:nvPr/>
            </p:nvGrpSpPr>
            <p:grpSpPr bwMode="auto">
              <a:xfrm>
                <a:off x="1236" y="1497"/>
                <a:ext cx="412" cy="499"/>
                <a:chOff x="1236" y="1497"/>
                <a:chExt cx="412" cy="499"/>
              </a:xfrm>
            </p:grpSpPr>
            <p:sp>
              <p:nvSpPr>
                <p:cNvPr id="52357" name="Rectangle 174"/>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58" name="Rectangle 175"/>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4" name="Group 176"/>
              <p:cNvGrpSpPr>
                <a:grpSpLocks/>
              </p:cNvGrpSpPr>
              <p:nvPr/>
            </p:nvGrpSpPr>
            <p:grpSpPr bwMode="auto">
              <a:xfrm>
                <a:off x="1648" y="1497"/>
                <a:ext cx="412" cy="499"/>
                <a:chOff x="1648" y="1497"/>
                <a:chExt cx="412" cy="499"/>
              </a:xfrm>
            </p:grpSpPr>
            <p:sp>
              <p:nvSpPr>
                <p:cNvPr id="52355" name="Rectangle 177"/>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56" name="Rectangle 178"/>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5" name="Group 179"/>
              <p:cNvGrpSpPr>
                <a:grpSpLocks/>
              </p:cNvGrpSpPr>
              <p:nvPr/>
            </p:nvGrpSpPr>
            <p:grpSpPr bwMode="auto">
              <a:xfrm>
                <a:off x="0" y="1996"/>
                <a:ext cx="412" cy="499"/>
                <a:chOff x="0" y="1996"/>
                <a:chExt cx="412" cy="499"/>
              </a:xfrm>
            </p:grpSpPr>
            <p:sp>
              <p:nvSpPr>
                <p:cNvPr id="52353" name="Rectangle 180"/>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54" name="Rectangle 181"/>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6" name="Group 182"/>
              <p:cNvGrpSpPr>
                <a:grpSpLocks/>
              </p:cNvGrpSpPr>
              <p:nvPr/>
            </p:nvGrpSpPr>
            <p:grpSpPr bwMode="auto">
              <a:xfrm>
                <a:off x="412" y="1996"/>
                <a:ext cx="412" cy="499"/>
                <a:chOff x="412" y="1996"/>
                <a:chExt cx="412" cy="499"/>
              </a:xfrm>
            </p:grpSpPr>
            <p:sp>
              <p:nvSpPr>
                <p:cNvPr id="52351" name="Rectangle 183"/>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52" name="Rectangle 184"/>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7" name="Group 185"/>
              <p:cNvGrpSpPr>
                <a:grpSpLocks/>
              </p:cNvGrpSpPr>
              <p:nvPr/>
            </p:nvGrpSpPr>
            <p:grpSpPr bwMode="auto">
              <a:xfrm>
                <a:off x="824" y="1996"/>
                <a:ext cx="412" cy="499"/>
                <a:chOff x="824" y="1996"/>
                <a:chExt cx="412" cy="499"/>
              </a:xfrm>
            </p:grpSpPr>
            <p:sp>
              <p:nvSpPr>
                <p:cNvPr id="52349" name="Rectangle 186"/>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50" name="Rectangle 187"/>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8" name="Group 188"/>
              <p:cNvGrpSpPr>
                <a:grpSpLocks/>
              </p:cNvGrpSpPr>
              <p:nvPr/>
            </p:nvGrpSpPr>
            <p:grpSpPr bwMode="auto">
              <a:xfrm>
                <a:off x="1236" y="1996"/>
                <a:ext cx="412" cy="499"/>
                <a:chOff x="1236" y="1996"/>
                <a:chExt cx="412" cy="499"/>
              </a:xfrm>
            </p:grpSpPr>
            <p:sp>
              <p:nvSpPr>
                <p:cNvPr id="52347" name="Rectangle 189"/>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48" name="Rectangle 190"/>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29" name="Group 191"/>
              <p:cNvGrpSpPr>
                <a:grpSpLocks/>
              </p:cNvGrpSpPr>
              <p:nvPr/>
            </p:nvGrpSpPr>
            <p:grpSpPr bwMode="auto">
              <a:xfrm>
                <a:off x="1648" y="1996"/>
                <a:ext cx="412" cy="499"/>
                <a:chOff x="1648" y="1996"/>
                <a:chExt cx="412" cy="499"/>
              </a:xfrm>
            </p:grpSpPr>
            <p:sp>
              <p:nvSpPr>
                <p:cNvPr id="52345" name="Rectangle 192"/>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46" name="Rectangle 193"/>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30" name="Group 194"/>
              <p:cNvGrpSpPr>
                <a:grpSpLocks/>
              </p:cNvGrpSpPr>
              <p:nvPr/>
            </p:nvGrpSpPr>
            <p:grpSpPr bwMode="auto">
              <a:xfrm>
                <a:off x="0" y="2495"/>
                <a:ext cx="412" cy="499"/>
                <a:chOff x="0" y="2495"/>
                <a:chExt cx="412" cy="499"/>
              </a:xfrm>
            </p:grpSpPr>
            <p:sp>
              <p:nvSpPr>
                <p:cNvPr id="52343" name="Rectangle 195"/>
                <p:cNvSpPr>
                  <a:spLocks noChangeArrowheads="1"/>
                </p:cNvSpPr>
                <p:nvPr/>
              </p:nvSpPr>
              <p:spPr bwMode="auto">
                <a:xfrm>
                  <a:off x="43"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44" name="Rectangle 196"/>
                <p:cNvSpPr>
                  <a:spLocks noChangeArrowheads="1"/>
                </p:cNvSpPr>
                <p:nvPr/>
              </p:nvSpPr>
              <p:spPr bwMode="auto">
                <a:xfrm>
                  <a:off x="0"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31" name="Group 197"/>
              <p:cNvGrpSpPr>
                <a:grpSpLocks/>
              </p:cNvGrpSpPr>
              <p:nvPr/>
            </p:nvGrpSpPr>
            <p:grpSpPr bwMode="auto">
              <a:xfrm>
                <a:off x="412" y="2495"/>
                <a:ext cx="412" cy="499"/>
                <a:chOff x="412" y="2495"/>
                <a:chExt cx="412" cy="499"/>
              </a:xfrm>
            </p:grpSpPr>
            <p:sp>
              <p:nvSpPr>
                <p:cNvPr id="52341" name="Rectangle 198"/>
                <p:cNvSpPr>
                  <a:spLocks noChangeArrowheads="1"/>
                </p:cNvSpPr>
                <p:nvPr/>
              </p:nvSpPr>
              <p:spPr bwMode="auto">
                <a:xfrm>
                  <a:off x="455"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42" name="Rectangle 199"/>
                <p:cNvSpPr>
                  <a:spLocks noChangeArrowheads="1"/>
                </p:cNvSpPr>
                <p:nvPr/>
              </p:nvSpPr>
              <p:spPr bwMode="auto">
                <a:xfrm>
                  <a:off x="412"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32" name="Group 200"/>
              <p:cNvGrpSpPr>
                <a:grpSpLocks/>
              </p:cNvGrpSpPr>
              <p:nvPr/>
            </p:nvGrpSpPr>
            <p:grpSpPr bwMode="auto">
              <a:xfrm>
                <a:off x="824" y="2495"/>
                <a:ext cx="412" cy="499"/>
                <a:chOff x="824" y="2495"/>
                <a:chExt cx="412" cy="499"/>
              </a:xfrm>
            </p:grpSpPr>
            <p:sp>
              <p:nvSpPr>
                <p:cNvPr id="52339" name="Rectangle 201"/>
                <p:cNvSpPr>
                  <a:spLocks noChangeArrowheads="1"/>
                </p:cNvSpPr>
                <p:nvPr/>
              </p:nvSpPr>
              <p:spPr bwMode="auto">
                <a:xfrm>
                  <a:off x="867"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40" name="Rectangle 202"/>
                <p:cNvSpPr>
                  <a:spLocks noChangeArrowheads="1"/>
                </p:cNvSpPr>
                <p:nvPr/>
              </p:nvSpPr>
              <p:spPr bwMode="auto">
                <a:xfrm>
                  <a:off x="824"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33" name="Group 203"/>
              <p:cNvGrpSpPr>
                <a:grpSpLocks/>
              </p:cNvGrpSpPr>
              <p:nvPr/>
            </p:nvGrpSpPr>
            <p:grpSpPr bwMode="auto">
              <a:xfrm>
                <a:off x="1236" y="2495"/>
                <a:ext cx="412" cy="499"/>
                <a:chOff x="1236" y="2495"/>
                <a:chExt cx="412" cy="499"/>
              </a:xfrm>
            </p:grpSpPr>
            <p:sp>
              <p:nvSpPr>
                <p:cNvPr id="52337" name="Rectangle 204"/>
                <p:cNvSpPr>
                  <a:spLocks noChangeArrowheads="1"/>
                </p:cNvSpPr>
                <p:nvPr/>
              </p:nvSpPr>
              <p:spPr bwMode="auto">
                <a:xfrm>
                  <a:off x="1279"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38" name="Rectangle 205"/>
                <p:cNvSpPr>
                  <a:spLocks noChangeArrowheads="1"/>
                </p:cNvSpPr>
                <p:nvPr/>
              </p:nvSpPr>
              <p:spPr bwMode="auto">
                <a:xfrm>
                  <a:off x="1236"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334" name="Group 206"/>
              <p:cNvGrpSpPr>
                <a:grpSpLocks/>
              </p:cNvGrpSpPr>
              <p:nvPr/>
            </p:nvGrpSpPr>
            <p:grpSpPr bwMode="auto">
              <a:xfrm>
                <a:off x="1648" y="2495"/>
                <a:ext cx="412" cy="499"/>
                <a:chOff x="1648" y="2495"/>
                <a:chExt cx="412" cy="499"/>
              </a:xfrm>
            </p:grpSpPr>
            <p:sp>
              <p:nvSpPr>
                <p:cNvPr id="52335" name="Rectangle 207"/>
                <p:cNvSpPr>
                  <a:spLocks noChangeArrowheads="1"/>
                </p:cNvSpPr>
                <p:nvPr/>
              </p:nvSpPr>
              <p:spPr bwMode="auto">
                <a:xfrm>
                  <a:off x="1691"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36" name="Rectangle 208"/>
                <p:cNvSpPr>
                  <a:spLocks noChangeArrowheads="1"/>
                </p:cNvSpPr>
                <p:nvPr/>
              </p:nvSpPr>
              <p:spPr bwMode="auto">
                <a:xfrm>
                  <a:off x="1648"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2309" name="Rectangle 209"/>
            <p:cNvSpPr>
              <a:spLocks noChangeArrowheads="1"/>
            </p:cNvSpPr>
            <p:nvPr/>
          </p:nvSpPr>
          <p:spPr bwMode="auto">
            <a:xfrm>
              <a:off x="-3" y="496"/>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584" name="Group 288"/>
          <p:cNvGrpSpPr>
            <a:grpSpLocks/>
          </p:cNvGrpSpPr>
          <p:nvPr/>
        </p:nvGrpSpPr>
        <p:grpSpPr bwMode="auto">
          <a:xfrm>
            <a:off x="179388" y="3357563"/>
            <a:ext cx="3230562" cy="2663825"/>
            <a:chOff x="-3" y="496"/>
            <a:chExt cx="2066" cy="2501"/>
          </a:xfrm>
        </p:grpSpPr>
        <p:grpSp>
          <p:nvGrpSpPr>
            <p:cNvPr id="52231" name="Group 289"/>
            <p:cNvGrpSpPr>
              <a:grpSpLocks/>
            </p:cNvGrpSpPr>
            <p:nvPr/>
          </p:nvGrpSpPr>
          <p:grpSpPr bwMode="auto">
            <a:xfrm>
              <a:off x="0" y="499"/>
              <a:ext cx="2060" cy="2495"/>
              <a:chOff x="0" y="499"/>
              <a:chExt cx="2060" cy="2495"/>
            </a:xfrm>
          </p:grpSpPr>
          <p:grpSp>
            <p:nvGrpSpPr>
              <p:cNvPr id="52233" name="Group 290"/>
              <p:cNvGrpSpPr>
                <a:grpSpLocks/>
              </p:cNvGrpSpPr>
              <p:nvPr/>
            </p:nvGrpSpPr>
            <p:grpSpPr bwMode="auto">
              <a:xfrm>
                <a:off x="0" y="499"/>
                <a:ext cx="412" cy="499"/>
                <a:chOff x="0" y="499"/>
                <a:chExt cx="412" cy="499"/>
              </a:xfrm>
            </p:grpSpPr>
            <p:sp>
              <p:nvSpPr>
                <p:cNvPr id="52306" name="Rectangle 291"/>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07" name="Rectangle 292"/>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34" name="Group 293"/>
              <p:cNvGrpSpPr>
                <a:grpSpLocks/>
              </p:cNvGrpSpPr>
              <p:nvPr/>
            </p:nvGrpSpPr>
            <p:grpSpPr bwMode="auto">
              <a:xfrm>
                <a:off x="412" y="499"/>
                <a:ext cx="412" cy="499"/>
                <a:chOff x="412" y="499"/>
                <a:chExt cx="412" cy="499"/>
              </a:xfrm>
            </p:grpSpPr>
            <p:sp>
              <p:nvSpPr>
                <p:cNvPr id="52304" name="Rectangle 294"/>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05" name="Rectangle 295"/>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35" name="Group 296"/>
              <p:cNvGrpSpPr>
                <a:grpSpLocks/>
              </p:cNvGrpSpPr>
              <p:nvPr/>
            </p:nvGrpSpPr>
            <p:grpSpPr bwMode="auto">
              <a:xfrm>
                <a:off x="824" y="499"/>
                <a:ext cx="412" cy="499"/>
                <a:chOff x="824" y="499"/>
                <a:chExt cx="412" cy="499"/>
              </a:xfrm>
            </p:grpSpPr>
            <p:sp>
              <p:nvSpPr>
                <p:cNvPr id="52302" name="Rectangle 297"/>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03" name="Rectangle 298"/>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36" name="Group 299"/>
              <p:cNvGrpSpPr>
                <a:grpSpLocks/>
              </p:cNvGrpSpPr>
              <p:nvPr/>
            </p:nvGrpSpPr>
            <p:grpSpPr bwMode="auto">
              <a:xfrm>
                <a:off x="1236" y="499"/>
                <a:ext cx="412" cy="499"/>
                <a:chOff x="1236" y="499"/>
                <a:chExt cx="412" cy="499"/>
              </a:xfrm>
            </p:grpSpPr>
            <p:sp>
              <p:nvSpPr>
                <p:cNvPr id="52300" name="Rectangle 300"/>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301" name="Rectangle 301"/>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37" name="Group 302"/>
              <p:cNvGrpSpPr>
                <a:grpSpLocks/>
              </p:cNvGrpSpPr>
              <p:nvPr/>
            </p:nvGrpSpPr>
            <p:grpSpPr bwMode="auto">
              <a:xfrm>
                <a:off x="1648" y="499"/>
                <a:ext cx="412" cy="499"/>
                <a:chOff x="1648" y="499"/>
                <a:chExt cx="412" cy="499"/>
              </a:xfrm>
            </p:grpSpPr>
            <p:sp>
              <p:nvSpPr>
                <p:cNvPr id="52298" name="Rectangle 303"/>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99" name="Rectangle 304"/>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38" name="Group 305"/>
              <p:cNvGrpSpPr>
                <a:grpSpLocks/>
              </p:cNvGrpSpPr>
              <p:nvPr/>
            </p:nvGrpSpPr>
            <p:grpSpPr bwMode="auto">
              <a:xfrm>
                <a:off x="0" y="998"/>
                <a:ext cx="412" cy="499"/>
                <a:chOff x="0" y="998"/>
                <a:chExt cx="412" cy="499"/>
              </a:xfrm>
            </p:grpSpPr>
            <p:sp>
              <p:nvSpPr>
                <p:cNvPr id="52296" name="Rectangle 306"/>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97" name="Rectangle 307"/>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39" name="Group 308"/>
              <p:cNvGrpSpPr>
                <a:grpSpLocks/>
              </p:cNvGrpSpPr>
              <p:nvPr/>
            </p:nvGrpSpPr>
            <p:grpSpPr bwMode="auto">
              <a:xfrm>
                <a:off x="412" y="998"/>
                <a:ext cx="412" cy="499"/>
                <a:chOff x="412" y="998"/>
                <a:chExt cx="412" cy="499"/>
              </a:xfrm>
            </p:grpSpPr>
            <p:sp>
              <p:nvSpPr>
                <p:cNvPr id="52294" name="Rectangle 309"/>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52295" name="Rectangle 310"/>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0" name="Group 311"/>
              <p:cNvGrpSpPr>
                <a:grpSpLocks/>
              </p:cNvGrpSpPr>
              <p:nvPr/>
            </p:nvGrpSpPr>
            <p:grpSpPr bwMode="auto">
              <a:xfrm>
                <a:off x="824" y="998"/>
                <a:ext cx="412" cy="499"/>
                <a:chOff x="824" y="998"/>
                <a:chExt cx="412" cy="499"/>
              </a:xfrm>
            </p:grpSpPr>
            <p:sp>
              <p:nvSpPr>
                <p:cNvPr id="52292" name="Rectangle 312"/>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93" name="Rectangle 313"/>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1" name="Group 314"/>
              <p:cNvGrpSpPr>
                <a:grpSpLocks/>
              </p:cNvGrpSpPr>
              <p:nvPr/>
            </p:nvGrpSpPr>
            <p:grpSpPr bwMode="auto">
              <a:xfrm>
                <a:off x="1236" y="998"/>
                <a:ext cx="412" cy="499"/>
                <a:chOff x="1236" y="998"/>
                <a:chExt cx="412" cy="499"/>
              </a:xfrm>
            </p:grpSpPr>
            <p:sp>
              <p:nvSpPr>
                <p:cNvPr id="52290" name="Rectangle 315"/>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91" name="Rectangle 316"/>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2" name="Group 317"/>
              <p:cNvGrpSpPr>
                <a:grpSpLocks/>
              </p:cNvGrpSpPr>
              <p:nvPr/>
            </p:nvGrpSpPr>
            <p:grpSpPr bwMode="auto">
              <a:xfrm>
                <a:off x="1648" y="998"/>
                <a:ext cx="412" cy="499"/>
                <a:chOff x="1648" y="998"/>
                <a:chExt cx="412" cy="499"/>
              </a:xfrm>
            </p:grpSpPr>
            <p:sp>
              <p:nvSpPr>
                <p:cNvPr id="52288" name="Rectangle 318"/>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89" name="Rectangle 319"/>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3" name="Group 320"/>
              <p:cNvGrpSpPr>
                <a:grpSpLocks/>
              </p:cNvGrpSpPr>
              <p:nvPr/>
            </p:nvGrpSpPr>
            <p:grpSpPr bwMode="auto">
              <a:xfrm>
                <a:off x="0" y="1497"/>
                <a:ext cx="412" cy="499"/>
                <a:chOff x="0" y="1497"/>
                <a:chExt cx="412" cy="499"/>
              </a:xfrm>
            </p:grpSpPr>
            <p:sp>
              <p:nvSpPr>
                <p:cNvPr id="52286" name="Rectangle 321"/>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87" name="Rectangle 322"/>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4" name="Group 323"/>
              <p:cNvGrpSpPr>
                <a:grpSpLocks/>
              </p:cNvGrpSpPr>
              <p:nvPr/>
            </p:nvGrpSpPr>
            <p:grpSpPr bwMode="auto">
              <a:xfrm>
                <a:off x="412" y="1497"/>
                <a:ext cx="412" cy="499"/>
                <a:chOff x="412" y="1497"/>
                <a:chExt cx="412" cy="499"/>
              </a:xfrm>
            </p:grpSpPr>
            <p:sp>
              <p:nvSpPr>
                <p:cNvPr id="52284" name="Rectangle 324"/>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85" name="Rectangle 325"/>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5" name="Group 326"/>
              <p:cNvGrpSpPr>
                <a:grpSpLocks/>
              </p:cNvGrpSpPr>
              <p:nvPr/>
            </p:nvGrpSpPr>
            <p:grpSpPr bwMode="auto">
              <a:xfrm>
                <a:off x="824" y="1497"/>
                <a:ext cx="412" cy="499"/>
                <a:chOff x="824" y="1497"/>
                <a:chExt cx="412" cy="499"/>
              </a:xfrm>
            </p:grpSpPr>
            <p:sp>
              <p:nvSpPr>
                <p:cNvPr id="52282" name="Rectangle 327"/>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83" name="Rectangle 328"/>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6" name="Group 329"/>
              <p:cNvGrpSpPr>
                <a:grpSpLocks/>
              </p:cNvGrpSpPr>
              <p:nvPr/>
            </p:nvGrpSpPr>
            <p:grpSpPr bwMode="auto">
              <a:xfrm>
                <a:off x="1236" y="1497"/>
                <a:ext cx="412" cy="499"/>
                <a:chOff x="1236" y="1497"/>
                <a:chExt cx="412" cy="499"/>
              </a:xfrm>
            </p:grpSpPr>
            <p:sp>
              <p:nvSpPr>
                <p:cNvPr id="52280" name="Rectangle 330"/>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81" name="Rectangle 331"/>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7" name="Group 332"/>
              <p:cNvGrpSpPr>
                <a:grpSpLocks/>
              </p:cNvGrpSpPr>
              <p:nvPr/>
            </p:nvGrpSpPr>
            <p:grpSpPr bwMode="auto">
              <a:xfrm>
                <a:off x="1648" y="1497"/>
                <a:ext cx="412" cy="499"/>
                <a:chOff x="1648" y="1497"/>
                <a:chExt cx="412" cy="499"/>
              </a:xfrm>
            </p:grpSpPr>
            <p:sp>
              <p:nvSpPr>
                <p:cNvPr id="52278" name="Rectangle 333"/>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79" name="Rectangle 334"/>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8" name="Group 335"/>
              <p:cNvGrpSpPr>
                <a:grpSpLocks/>
              </p:cNvGrpSpPr>
              <p:nvPr/>
            </p:nvGrpSpPr>
            <p:grpSpPr bwMode="auto">
              <a:xfrm>
                <a:off x="0" y="1996"/>
                <a:ext cx="412" cy="499"/>
                <a:chOff x="0" y="1996"/>
                <a:chExt cx="412" cy="499"/>
              </a:xfrm>
            </p:grpSpPr>
            <p:sp>
              <p:nvSpPr>
                <p:cNvPr id="52276" name="Rectangle 336"/>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77" name="Rectangle 337"/>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49" name="Group 338"/>
              <p:cNvGrpSpPr>
                <a:grpSpLocks/>
              </p:cNvGrpSpPr>
              <p:nvPr/>
            </p:nvGrpSpPr>
            <p:grpSpPr bwMode="auto">
              <a:xfrm>
                <a:off x="412" y="1996"/>
                <a:ext cx="412" cy="499"/>
                <a:chOff x="412" y="1996"/>
                <a:chExt cx="412" cy="499"/>
              </a:xfrm>
            </p:grpSpPr>
            <p:sp>
              <p:nvSpPr>
                <p:cNvPr id="52274" name="Rectangle 339"/>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75" name="Rectangle 340"/>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0" name="Group 341"/>
              <p:cNvGrpSpPr>
                <a:grpSpLocks/>
              </p:cNvGrpSpPr>
              <p:nvPr/>
            </p:nvGrpSpPr>
            <p:grpSpPr bwMode="auto">
              <a:xfrm>
                <a:off x="824" y="1996"/>
                <a:ext cx="412" cy="499"/>
                <a:chOff x="824" y="1996"/>
                <a:chExt cx="412" cy="499"/>
              </a:xfrm>
            </p:grpSpPr>
            <p:sp>
              <p:nvSpPr>
                <p:cNvPr id="52272" name="Rectangle 342"/>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73" name="Rectangle 343"/>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1" name="Group 344"/>
              <p:cNvGrpSpPr>
                <a:grpSpLocks/>
              </p:cNvGrpSpPr>
              <p:nvPr/>
            </p:nvGrpSpPr>
            <p:grpSpPr bwMode="auto">
              <a:xfrm>
                <a:off x="1236" y="1996"/>
                <a:ext cx="412" cy="499"/>
                <a:chOff x="1236" y="1996"/>
                <a:chExt cx="412" cy="499"/>
              </a:xfrm>
            </p:grpSpPr>
            <p:sp>
              <p:nvSpPr>
                <p:cNvPr id="52270" name="Rectangle 345"/>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71" name="Rectangle 346"/>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2" name="Group 347"/>
              <p:cNvGrpSpPr>
                <a:grpSpLocks/>
              </p:cNvGrpSpPr>
              <p:nvPr/>
            </p:nvGrpSpPr>
            <p:grpSpPr bwMode="auto">
              <a:xfrm>
                <a:off x="1648" y="1996"/>
                <a:ext cx="412" cy="499"/>
                <a:chOff x="1648" y="1996"/>
                <a:chExt cx="412" cy="499"/>
              </a:xfrm>
            </p:grpSpPr>
            <p:sp>
              <p:nvSpPr>
                <p:cNvPr id="52268" name="Rectangle 348"/>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69" name="Rectangle 349"/>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3" name="Group 350"/>
              <p:cNvGrpSpPr>
                <a:grpSpLocks/>
              </p:cNvGrpSpPr>
              <p:nvPr/>
            </p:nvGrpSpPr>
            <p:grpSpPr bwMode="auto">
              <a:xfrm>
                <a:off x="0" y="2495"/>
                <a:ext cx="412" cy="499"/>
                <a:chOff x="0" y="2495"/>
                <a:chExt cx="412" cy="499"/>
              </a:xfrm>
            </p:grpSpPr>
            <p:sp>
              <p:nvSpPr>
                <p:cNvPr id="52266" name="Rectangle 351"/>
                <p:cNvSpPr>
                  <a:spLocks noChangeArrowheads="1"/>
                </p:cNvSpPr>
                <p:nvPr/>
              </p:nvSpPr>
              <p:spPr bwMode="auto">
                <a:xfrm>
                  <a:off x="43"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67" name="Rectangle 352"/>
                <p:cNvSpPr>
                  <a:spLocks noChangeArrowheads="1"/>
                </p:cNvSpPr>
                <p:nvPr/>
              </p:nvSpPr>
              <p:spPr bwMode="auto">
                <a:xfrm>
                  <a:off x="0"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4" name="Group 353"/>
              <p:cNvGrpSpPr>
                <a:grpSpLocks/>
              </p:cNvGrpSpPr>
              <p:nvPr/>
            </p:nvGrpSpPr>
            <p:grpSpPr bwMode="auto">
              <a:xfrm>
                <a:off x="412" y="2495"/>
                <a:ext cx="412" cy="499"/>
                <a:chOff x="412" y="2495"/>
                <a:chExt cx="412" cy="499"/>
              </a:xfrm>
            </p:grpSpPr>
            <p:sp>
              <p:nvSpPr>
                <p:cNvPr id="52264" name="Rectangle 354"/>
                <p:cNvSpPr>
                  <a:spLocks noChangeArrowheads="1"/>
                </p:cNvSpPr>
                <p:nvPr/>
              </p:nvSpPr>
              <p:spPr bwMode="auto">
                <a:xfrm>
                  <a:off x="455"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65" name="Rectangle 355"/>
                <p:cNvSpPr>
                  <a:spLocks noChangeArrowheads="1"/>
                </p:cNvSpPr>
                <p:nvPr/>
              </p:nvSpPr>
              <p:spPr bwMode="auto">
                <a:xfrm>
                  <a:off x="412"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5" name="Group 356"/>
              <p:cNvGrpSpPr>
                <a:grpSpLocks/>
              </p:cNvGrpSpPr>
              <p:nvPr/>
            </p:nvGrpSpPr>
            <p:grpSpPr bwMode="auto">
              <a:xfrm>
                <a:off x="824" y="2495"/>
                <a:ext cx="412" cy="499"/>
                <a:chOff x="824" y="2495"/>
                <a:chExt cx="412" cy="499"/>
              </a:xfrm>
            </p:grpSpPr>
            <p:sp>
              <p:nvSpPr>
                <p:cNvPr id="52262" name="Rectangle 357"/>
                <p:cNvSpPr>
                  <a:spLocks noChangeArrowheads="1"/>
                </p:cNvSpPr>
                <p:nvPr/>
              </p:nvSpPr>
              <p:spPr bwMode="auto">
                <a:xfrm>
                  <a:off x="867"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63" name="Rectangle 358"/>
                <p:cNvSpPr>
                  <a:spLocks noChangeArrowheads="1"/>
                </p:cNvSpPr>
                <p:nvPr/>
              </p:nvSpPr>
              <p:spPr bwMode="auto">
                <a:xfrm>
                  <a:off x="824"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6" name="Group 359"/>
              <p:cNvGrpSpPr>
                <a:grpSpLocks/>
              </p:cNvGrpSpPr>
              <p:nvPr/>
            </p:nvGrpSpPr>
            <p:grpSpPr bwMode="auto">
              <a:xfrm>
                <a:off x="1236" y="2495"/>
                <a:ext cx="412" cy="499"/>
                <a:chOff x="1236" y="2495"/>
                <a:chExt cx="412" cy="499"/>
              </a:xfrm>
            </p:grpSpPr>
            <p:sp>
              <p:nvSpPr>
                <p:cNvPr id="52260" name="Rectangle 360"/>
                <p:cNvSpPr>
                  <a:spLocks noChangeArrowheads="1"/>
                </p:cNvSpPr>
                <p:nvPr/>
              </p:nvSpPr>
              <p:spPr bwMode="auto">
                <a:xfrm>
                  <a:off x="1279"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61" name="Rectangle 361"/>
                <p:cNvSpPr>
                  <a:spLocks noChangeArrowheads="1"/>
                </p:cNvSpPr>
                <p:nvPr/>
              </p:nvSpPr>
              <p:spPr bwMode="auto">
                <a:xfrm>
                  <a:off x="1236"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2257" name="Group 362"/>
              <p:cNvGrpSpPr>
                <a:grpSpLocks/>
              </p:cNvGrpSpPr>
              <p:nvPr/>
            </p:nvGrpSpPr>
            <p:grpSpPr bwMode="auto">
              <a:xfrm>
                <a:off x="1648" y="2495"/>
                <a:ext cx="412" cy="499"/>
                <a:chOff x="1648" y="2495"/>
                <a:chExt cx="412" cy="499"/>
              </a:xfrm>
            </p:grpSpPr>
            <p:sp>
              <p:nvSpPr>
                <p:cNvPr id="52258" name="Rectangle 363"/>
                <p:cNvSpPr>
                  <a:spLocks noChangeArrowheads="1"/>
                </p:cNvSpPr>
                <p:nvPr/>
              </p:nvSpPr>
              <p:spPr bwMode="auto">
                <a:xfrm>
                  <a:off x="1691"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2259" name="Rectangle 364"/>
                <p:cNvSpPr>
                  <a:spLocks noChangeArrowheads="1"/>
                </p:cNvSpPr>
                <p:nvPr/>
              </p:nvSpPr>
              <p:spPr bwMode="auto">
                <a:xfrm>
                  <a:off x="1648"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2232" name="Rectangle 365"/>
            <p:cNvSpPr>
              <a:spLocks noChangeArrowheads="1"/>
            </p:cNvSpPr>
            <p:nvPr/>
          </p:nvSpPr>
          <p:spPr bwMode="auto">
            <a:xfrm>
              <a:off x="-3" y="496"/>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5350"/>
                                        </p:tgtEl>
                                        <p:attrNameLst>
                                          <p:attrName>style.visibility</p:attrName>
                                        </p:attrNameLst>
                                      </p:cBhvr>
                                      <p:to>
                                        <p:strVal val="visible"/>
                                      </p:to>
                                    </p:set>
                                    <p:anim calcmode="lin" valueType="num">
                                      <p:cBhvr additive="base">
                                        <p:cTn id="7" dur="500" fill="hold"/>
                                        <p:tgtEl>
                                          <p:spTgt spid="55350"/>
                                        </p:tgtEl>
                                        <p:attrNameLst>
                                          <p:attrName>ppt_x</p:attrName>
                                        </p:attrNameLst>
                                      </p:cBhvr>
                                      <p:tavLst>
                                        <p:tav tm="0">
                                          <p:val>
                                            <p:strVal val="0-#ppt_w/2"/>
                                          </p:val>
                                        </p:tav>
                                        <p:tav tm="100000">
                                          <p:val>
                                            <p:strVal val="#ppt_x"/>
                                          </p:val>
                                        </p:tav>
                                      </p:tavLst>
                                    </p:anim>
                                    <p:anim calcmode="lin" valueType="num">
                                      <p:cBhvr additive="base">
                                        <p:cTn id="8" dur="500" fill="hold"/>
                                        <p:tgtEl>
                                          <p:spTgt spid="5535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5584"/>
                                        </p:tgtEl>
                                        <p:attrNameLst>
                                          <p:attrName>style.visibility</p:attrName>
                                        </p:attrNameLst>
                                      </p:cBhvr>
                                      <p:to>
                                        <p:strVal val="visible"/>
                                      </p:to>
                                    </p:set>
                                    <p:anim calcmode="lin" valueType="num">
                                      <p:cBhvr additive="base">
                                        <p:cTn id="13" dur="500" fill="hold"/>
                                        <p:tgtEl>
                                          <p:spTgt spid="55584"/>
                                        </p:tgtEl>
                                        <p:attrNameLst>
                                          <p:attrName>ppt_x</p:attrName>
                                        </p:attrNameLst>
                                      </p:cBhvr>
                                      <p:tavLst>
                                        <p:tav tm="0">
                                          <p:val>
                                            <p:strVal val="0-#ppt_w/2"/>
                                          </p:val>
                                        </p:tav>
                                        <p:tav tm="100000">
                                          <p:val>
                                            <p:strVal val="#ppt_x"/>
                                          </p:val>
                                        </p:tav>
                                      </p:tavLst>
                                    </p:anim>
                                    <p:anim calcmode="lin" valueType="num">
                                      <p:cBhvr additive="base">
                                        <p:cTn id="14" dur="500" fill="hold"/>
                                        <p:tgtEl>
                                          <p:spTgt spid="5558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55428"/>
                                        </p:tgtEl>
                                        <p:attrNameLst>
                                          <p:attrName>style.visibility</p:attrName>
                                        </p:attrNameLst>
                                      </p:cBhvr>
                                      <p:to>
                                        <p:strVal val="visible"/>
                                      </p:to>
                                    </p:set>
                                    <p:anim calcmode="lin" valueType="num">
                                      <p:cBhvr additive="base">
                                        <p:cTn id="19" dur="500" fill="hold"/>
                                        <p:tgtEl>
                                          <p:spTgt spid="55428"/>
                                        </p:tgtEl>
                                        <p:attrNameLst>
                                          <p:attrName>ppt_x</p:attrName>
                                        </p:attrNameLst>
                                      </p:cBhvr>
                                      <p:tavLst>
                                        <p:tav tm="0">
                                          <p:val>
                                            <p:strVal val="0-#ppt_w/2"/>
                                          </p:val>
                                        </p:tav>
                                        <p:tav tm="100000">
                                          <p:val>
                                            <p:strVal val="#ppt_x"/>
                                          </p:val>
                                        </p:tav>
                                      </p:tavLst>
                                    </p:anim>
                                    <p:anim calcmode="lin" valueType="num">
                                      <p:cBhvr additive="base">
                                        <p:cTn id="20" dur="500" fill="hold"/>
                                        <p:tgtEl>
                                          <p:spTgt spid="554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2"/>
          <p:cNvGrpSpPr>
            <a:grpSpLocks/>
          </p:cNvGrpSpPr>
          <p:nvPr/>
        </p:nvGrpSpPr>
        <p:grpSpPr bwMode="auto">
          <a:xfrm>
            <a:off x="1258888" y="3573463"/>
            <a:ext cx="5868987" cy="3024187"/>
            <a:chOff x="-3" y="3493"/>
            <a:chExt cx="2066" cy="3134"/>
          </a:xfrm>
        </p:grpSpPr>
        <p:grpSp>
          <p:nvGrpSpPr>
            <p:cNvPr id="53330" name="Group 3"/>
            <p:cNvGrpSpPr>
              <a:grpSpLocks/>
            </p:cNvGrpSpPr>
            <p:nvPr/>
          </p:nvGrpSpPr>
          <p:grpSpPr bwMode="auto">
            <a:xfrm>
              <a:off x="0" y="3496"/>
              <a:ext cx="2060" cy="3128"/>
              <a:chOff x="0" y="3496"/>
              <a:chExt cx="2060" cy="3128"/>
            </a:xfrm>
          </p:grpSpPr>
          <p:grpSp>
            <p:nvGrpSpPr>
              <p:cNvPr id="53332" name="Group 4"/>
              <p:cNvGrpSpPr>
                <a:grpSpLocks/>
              </p:cNvGrpSpPr>
              <p:nvPr/>
            </p:nvGrpSpPr>
            <p:grpSpPr bwMode="auto">
              <a:xfrm>
                <a:off x="0" y="3496"/>
                <a:ext cx="412" cy="499"/>
                <a:chOff x="0" y="3496"/>
                <a:chExt cx="412" cy="499"/>
              </a:xfrm>
            </p:grpSpPr>
            <p:sp>
              <p:nvSpPr>
                <p:cNvPr id="53405" name="Rectangle 5"/>
                <p:cNvSpPr>
                  <a:spLocks noChangeArrowheads="1"/>
                </p:cNvSpPr>
                <p:nvPr/>
              </p:nvSpPr>
              <p:spPr bwMode="auto">
                <a:xfrm>
                  <a:off x="43"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406" name="Rectangle 6"/>
                <p:cNvSpPr>
                  <a:spLocks noChangeArrowheads="1"/>
                </p:cNvSpPr>
                <p:nvPr/>
              </p:nvSpPr>
              <p:spPr bwMode="auto">
                <a:xfrm>
                  <a:off x="0"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3" name="Group 7"/>
              <p:cNvGrpSpPr>
                <a:grpSpLocks/>
              </p:cNvGrpSpPr>
              <p:nvPr/>
            </p:nvGrpSpPr>
            <p:grpSpPr bwMode="auto">
              <a:xfrm>
                <a:off x="412" y="3496"/>
                <a:ext cx="412" cy="499"/>
                <a:chOff x="412" y="3496"/>
                <a:chExt cx="412" cy="499"/>
              </a:xfrm>
            </p:grpSpPr>
            <p:sp>
              <p:nvSpPr>
                <p:cNvPr id="53403" name="Rectangle 8"/>
                <p:cNvSpPr>
                  <a:spLocks noChangeArrowheads="1"/>
                </p:cNvSpPr>
                <p:nvPr/>
              </p:nvSpPr>
              <p:spPr bwMode="auto">
                <a:xfrm>
                  <a:off x="455"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404" name="Rectangle 9"/>
                <p:cNvSpPr>
                  <a:spLocks noChangeArrowheads="1"/>
                </p:cNvSpPr>
                <p:nvPr/>
              </p:nvSpPr>
              <p:spPr bwMode="auto">
                <a:xfrm>
                  <a:off x="412"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4" name="Group 10"/>
              <p:cNvGrpSpPr>
                <a:grpSpLocks/>
              </p:cNvGrpSpPr>
              <p:nvPr/>
            </p:nvGrpSpPr>
            <p:grpSpPr bwMode="auto">
              <a:xfrm>
                <a:off x="824" y="3496"/>
                <a:ext cx="412" cy="499"/>
                <a:chOff x="824" y="3496"/>
                <a:chExt cx="412" cy="499"/>
              </a:xfrm>
            </p:grpSpPr>
            <p:sp>
              <p:nvSpPr>
                <p:cNvPr id="53401" name="Rectangle 11"/>
                <p:cNvSpPr>
                  <a:spLocks noChangeArrowheads="1"/>
                </p:cNvSpPr>
                <p:nvPr/>
              </p:nvSpPr>
              <p:spPr bwMode="auto">
                <a:xfrm>
                  <a:off x="867"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402" name="Rectangle 12"/>
                <p:cNvSpPr>
                  <a:spLocks noChangeArrowheads="1"/>
                </p:cNvSpPr>
                <p:nvPr/>
              </p:nvSpPr>
              <p:spPr bwMode="auto">
                <a:xfrm>
                  <a:off x="824"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5" name="Group 13"/>
              <p:cNvGrpSpPr>
                <a:grpSpLocks/>
              </p:cNvGrpSpPr>
              <p:nvPr/>
            </p:nvGrpSpPr>
            <p:grpSpPr bwMode="auto">
              <a:xfrm>
                <a:off x="1236" y="3496"/>
                <a:ext cx="412" cy="499"/>
                <a:chOff x="1236" y="3496"/>
                <a:chExt cx="412" cy="499"/>
              </a:xfrm>
            </p:grpSpPr>
            <p:sp>
              <p:nvSpPr>
                <p:cNvPr id="53399" name="Rectangle 14"/>
                <p:cNvSpPr>
                  <a:spLocks noChangeArrowheads="1"/>
                </p:cNvSpPr>
                <p:nvPr/>
              </p:nvSpPr>
              <p:spPr bwMode="auto">
                <a:xfrm>
                  <a:off x="1279"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400" name="Rectangle 15"/>
                <p:cNvSpPr>
                  <a:spLocks noChangeArrowheads="1"/>
                </p:cNvSpPr>
                <p:nvPr/>
              </p:nvSpPr>
              <p:spPr bwMode="auto">
                <a:xfrm>
                  <a:off x="1236"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6" name="Group 16"/>
              <p:cNvGrpSpPr>
                <a:grpSpLocks/>
              </p:cNvGrpSpPr>
              <p:nvPr/>
            </p:nvGrpSpPr>
            <p:grpSpPr bwMode="auto">
              <a:xfrm>
                <a:off x="1648" y="3496"/>
                <a:ext cx="412" cy="499"/>
                <a:chOff x="1648" y="3496"/>
                <a:chExt cx="412" cy="499"/>
              </a:xfrm>
            </p:grpSpPr>
            <p:sp>
              <p:nvSpPr>
                <p:cNvPr id="53397" name="Rectangle 17"/>
                <p:cNvSpPr>
                  <a:spLocks noChangeArrowheads="1"/>
                </p:cNvSpPr>
                <p:nvPr/>
              </p:nvSpPr>
              <p:spPr bwMode="auto">
                <a:xfrm>
                  <a:off x="1691"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98" name="Rectangle 18"/>
                <p:cNvSpPr>
                  <a:spLocks noChangeArrowheads="1"/>
                </p:cNvSpPr>
                <p:nvPr/>
              </p:nvSpPr>
              <p:spPr bwMode="auto">
                <a:xfrm>
                  <a:off x="1648"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7" name="Group 19"/>
              <p:cNvGrpSpPr>
                <a:grpSpLocks/>
              </p:cNvGrpSpPr>
              <p:nvPr/>
            </p:nvGrpSpPr>
            <p:grpSpPr bwMode="auto">
              <a:xfrm>
                <a:off x="0" y="3995"/>
                <a:ext cx="412" cy="710"/>
                <a:chOff x="0" y="3995"/>
                <a:chExt cx="412" cy="710"/>
              </a:xfrm>
            </p:grpSpPr>
            <p:sp>
              <p:nvSpPr>
                <p:cNvPr id="53395" name="Rectangle 20"/>
                <p:cNvSpPr>
                  <a:spLocks noChangeArrowheads="1"/>
                </p:cNvSpPr>
                <p:nvPr/>
              </p:nvSpPr>
              <p:spPr bwMode="auto">
                <a:xfrm>
                  <a:off x="43"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96" name="Rectangle 21"/>
                <p:cNvSpPr>
                  <a:spLocks noChangeArrowheads="1"/>
                </p:cNvSpPr>
                <p:nvPr/>
              </p:nvSpPr>
              <p:spPr bwMode="auto">
                <a:xfrm>
                  <a:off x="0"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8" name="Group 22"/>
              <p:cNvGrpSpPr>
                <a:grpSpLocks/>
              </p:cNvGrpSpPr>
              <p:nvPr/>
            </p:nvGrpSpPr>
            <p:grpSpPr bwMode="auto">
              <a:xfrm>
                <a:off x="412" y="3995"/>
                <a:ext cx="412" cy="710"/>
                <a:chOff x="412" y="3995"/>
                <a:chExt cx="412" cy="710"/>
              </a:xfrm>
            </p:grpSpPr>
            <p:sp>
              <p:nvSpPr>
                <p:cNvPr id="53393" name="Rectangle 23"/>
                <p:cNvSpPr>
                  <a:spLocks noChangeArrowheads="1"/>
                </p:cNvSpPr>
                <p:nvPr/>
              </p:nvSpPr>
              <p:spPr bwMode="auto">
                <a:xfrm>
                  <a:off x="455"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pPr algn="just"/>
                  <a:endParaRPr kumimoji="1" lang="en-US" altLang="zh-CN" sz="2800" b="1">
                    <a:latin typeface="Times New Roman" pitchFamily="18" charset="0"/>
                  </a:endParaRPr>
                </a:p>
              </p:txBody>
            </p:sp>
            <p:sp>
              <p:nvSpPr>
                <p:cNvPr id="53394" name="Rectangle 24"/>
                <p:cNvSpPr>
                  <a:spLocks noChangeArrowheads="1"/>
                </p:cNvSpPr>
                <p:nvPr/>
              </p:nvSpPr>
              <p:spPr bwMode="auto">
                <a:xfrm>
                  <a:off x="412"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39" name="Group 25"/>
              <p:cNvGrpSpPr>
                <a:grpSpLocks/>
              </p:cNvGrpSpPr>
              <p:nvPr/>
            </p:nvGrpSpPr>
            <p:grpSpPr bwMode="auto">
              <a:xfrm>
                <a:off x="824" y="3995"/>
                <a:ext cx="412" cy="710"/>
                <a:chOff x="824" y="3995"/>
                <a:chExt cx="412" cy="710"/>
              </a:xfrm>
            </p:grpSpPr>
            <p:sp>
              <p:nvSpPr>
                <p:cNvPr id="53391" name="Rectangle 26"/>
                <p:cNvSpPr>
                  <a:spLocks noChangeArrowheads="1"/>
                </p:cNvSpPr>
                <p:nvPr/>
              </p:nvSpPr>
              <p:spPr bwMode="auto">
                <a:xfrm>
                  <a:off x="867"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3392" name="Rectangle 27"/>
                <p:cNvSpPr>
                  <a:spLocks noChangeArrowheads="1"/>
                </p:cNvSpPr>
                <p:nvPr/>
              </p:nvSpPr>
              <p:spPr bwMode="auto">
                <a:xfrm>
                  <a:off x="824"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0" name="Group 28"/>
              <p:cNvGrpSpPr>
                <a:grpSpLocks/>
              </p:cNvGrpSpPr>
              <p:nvPr/>
            </p:nvGrpSpPr>
            <p:grpSpPr bwMode="auto">
              <a:xfrm>
                <a:off x="1236" y="3995"/>
                <a:ext cx="412" cy="710"/>
                <a:chOff x="1236" y="3995"/>
                <a:chExt cx="412" cy="710"/>
              </a:xfrm>
            </p:grpSpPr>
            <p:sp>
              <p:nvSpPr>
                <p:cNvPr id="53389" name="Rectangle 29"/>
                <p:cNvSpPr>
                  <a:spLocks noChangeArrowheads="1"/>
                </p:cNvSpPr>
                <p:nvPr/>
              </p:nvSpPr>
              <p:spPr bwMode="auto">
                <a:xfrm>
                  <a:off x="1279"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90" name="Rectangle 30"/>
                <p:cNvSpPr>
                  <a:spLocks noChangeArrowheads="1"/>
                </p:cNvSpPr>
                <p:nvPr/>
              </p:nvSpPr>
              <p:spPr bwMode="auto">
                <a:xfrm>
                  <a:off x="1236"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1" name="Group 31"/>
              <p:cNvGrpSpPr>
                <a:grpSpLocks/>
              </p:cNvGrpSpPr>
              <p:nvPr/>
            </p:nvGrpSpPr>
            <p:grpSpPr bwMode="auto">
              <a:xfrm>
                <a:off x="1648" y="3995"/>
                <a:ext cx="412" cy="710"/>
                <a:chOff x="1648" y="3995"/>
                <a:chExt cx="412" cy="710"/>
              </a:xfrm>
            </p:grpSpPr>
            <p:sp>
              <p:nvSpPr>
                <p:cNvPr id="53387" name="Rectangle 32"/>
                <p:cNvSpPr>
                  <a:spLocks noChangeArrowheads="1"/>
                </p:cNvSpPr>
                <p:nvPr/>
              </p:nvSpPr>
              <p:spPr bwMode="auto">
                <a:xfrm>
                  <a:off x="1691"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88" name="Rectangle 33"/>
                <p:cNvSpPr>
                  <a:spLocks noChangeArrowheads="1"/>
                </p:cNvSpPr>
                <p:nvPr/>
              </p:nvSpPr>
              <p:spPr bwMode="auto">
                <a:xfrm>
                  <a:off x="1648"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2" name="Group 34"/>
              <p:cNvGrpSpPr>
                <a:grpSpLocks/>
              </p:cNvGrpSpPr>
              <p:nvPr/>
            </p:nvGrpSpPr>
            <p:grpSpPr bwMode="auto">
              <a:xfrm>
                <a:off x="0" y="4705"/>
                <a:ext cx="412" cy="710"/>
                <a:chOff x="0" y="4705"/>
                <a:chExt cx="412" cy="710"/>
              </a:xfrm>
            </p:grpSpPr>
            <p:sp>
              <p:nvSpPr>
                <p:cNvPr id="53385" name="Rectangle 35"/>
                <p:cNvSpPr>
                  <a:spLocks noChangeArrowheads="1"/>
                </p:cNvSpPr>
                <p:nvPr/>
              </p:nvSpPr>
              <p:spPr bwMode="auto">
                <a:xfrm>
                  <a:off x="43"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86" name="Rectangle 36"/>
                <p:cNvSpPr>
                  <a:spLocks noChangeArrowheads="1"/>
                </p:cNvSpPr>
                <p:nvPr/>
              </p:nvSpPr>
              <p:spPr bwMode="auto">
                <a:xfrm>
                  <a:off x="0"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3" name="Group 37"/>
              <p:cNvGrpSpPr>
                <a:grpSpLocks/>
              </p:cNvGrpSpPr>
              <p:nvPr/>
            </p:nvGrpSpPr>
            <p:grpSpPr bwMode="auto">
              <a:xfrm>
                <a:off x="412" y="4705"/>
                <a:ext cx="412" cy="710"/>
                <a:chOff x="412" y="4705"/>
                <a:chExt cx="412" cy="710"/>
              </a:xfrm>
            </p:grpSpPr>
            <p:sp>
              <p:nvSpPr>
                <p:cNvPr id="53383" name="Rectangle 38"/>
                <p:cNvSpPr>
                  <a:spLocks noChangeArrowheads="1"/>
                </p:cNvSpPr>
                <p:nvPr/>
              </p:nvSpPr>
              <p:spPr bwMode="auto">
                <a:xfrm>
                  <a:off x="455"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3384" name="Rectangle 39"/>
                <p:cNvSpPr>
                  <a:spLocks noChangeArrowheads="1"/>
                </p:cNvSpPr>
                <p:nvPr/>
              </p:nvSpPr>
              <p:spPr bwMode="auto">
                <a:xfrm>
                  <a:off x="412"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4" name="Group 40"/>
              <p:cNvGrpSpPr>
                <a:grpSpLocks/>
              </p:cNvGrpSpPr>
              <p:nvPr/>
            </p:nvGrpSpPr>
            <p:grpSpPr bwMode="auto">
              <a:xfrm>
                <a:off x="824" y="4705"/>
                <a:ext cx="412" cy="710"/>
                <a:chOff x="824" y="4705"/>
                <a:chExt cx="412" cy="710"/>
              </a:xfrm>
            </p:grpSpPr>
            <p:sp>
              <p:nvSpPr>
                <p:cNvPr id="53381" name="Rectangle 41"/>
                <p:cNvSpPr>
                  <a:spLocks noChangeArrowheads="1"/>
                </p:cNvSpPr>
                <p:nvPr/>
              </p:nvSpPr>
              <p:spPr bwMode="auto">
                <a:xfrm>
                  <a:off x="867"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82" name="Rectangle 42"/>
                <p:cNvSpPr>
                  <a:spLocks noChangeArrowheads="1"/>
                </p:cNvSpPr>
                <p:nvPr/>
              </p:nvSpPr>
              <p:spPr bwMode="auto">
                <a:xfrm>
                  <a:off x="824"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5" name="Group 43"/>
              <p:cNvGrpSpPr>
                <a:grpSpLocks/>
              </p:cNvGrpSpPr>
              <p:nvPr/>
            </p:nvGrpSpPr>
            <p:grpSpPr bwMode="auto">
              <a:xfrm>
                <a:off x="1236" y="4705"/>
                <a:ext cx="412" cy="710"/>
                <a:chOff x="1236" y="4705"/>
                <a:chExt cx="412" cy="710"/>
              </a:xfrm>
            </p:grpSpPr>
            <p:sp>
              <p:nvSpPr>
                <p:cNvPr id="53379" name="Rectangle 44"/>
                <p:cNvSpPr>
                  <a:spLocks noChangeArrowheads="1"/>
                </p:cNvSpPr>
                <p:nvPr/>
              </p:nvSpPr>
              <p:spPr bwMode="auto">
                <a:xfrm>
                  <a:off x="1279"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3380" name="Rectangle 45"/>
                <p:cNvSpPr>
                  <a:spLocks noChangeArrowheads="1"/>
                </p:cNvSpPr>
                <p:nvPr/>
              </p:nvSpPr>
              <p:spPr bwMode="auto">
                <a:xfrm>
                  <a:off x="1236"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6" name="Group 46"/>
              <p:cNvGrpSpPr>
                <a:grpSpLocks/>
              </p:cNvGrpSpPr>
              <p:nvPr/>
            </p:nvGrpSpPr>
            <p:grpSpPr bwMode="auto">
              <a:xfrm>
                <a:off x="1648" y="4705"/>
                <a:ext cx="412" cy="710"/>
                <a:chOff x="1648" y="4705"/>
                <a:chExt cx="412" cy="710"/>
              </a:xfrm>
            </p:grpSpPr>
            <p:sp>
              <p:nvSpPr>
                <p:cNvPr id="53377" name="Rectangle 47"/>
                <p:cNvSpPr>
                  <a:spLocks noChangeArrowheads="1"/>
                </p:cNvSpPr>
                <p:nvPr/>
              </p:nvSpPr>
              <p:spPr bwMode="auto">
                <a:xfrm>
                  <a:off x="1691"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78" name="Rectangle 48"/>
                <p:cNvSpPr>
                  <a:spLocks noChangeArrowheads="1"/>
                </p:cNvSpPr>
                <p:nvPr/>
              </p:nvSpPr>
              <p:spPr bwMode="auto">
                <a:xfrm>
                  <a:off x="1648"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7" name="Group 49"/>
              <p:cNvGrpSpPr>
                <a:grpSpLocks/>
              </p:cNvGrpSpPr>
              <p:nvPr/>
            </p:nvGrpSpPr>
            <p:grpSpPr bwMode="auto">
              <a:xfrm>
                <a:off x="0" y="5415"/>
                <a:ext cx="412" cy="710"/>
                <a:chOff x="0" y="5415"/>
                <a:chExt cx="412" cy="710"/>
              </a:xfrm>
            </p:grpSpPr>
            <p:sp>
              <p:nvSpPr>
                <p:cNvPr id="53375" name="Rectangle 50"/>
                <p:cNvSpPr>
                  <a:spLocks noChangeArrowheads="1"/>
                </p:cNvSpPr>
                <p:nvPr/>
              </p:nvSpPr>
              <p:spPr bwMode="auto">
                <a:xfrm>
                  <a:off x="43"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76" name="Rectangle 51"/>
                <p:cNvSpPr>
                  <a:spLocks noChangeArrowheads="1"/>
                </p:cNvSpPr>
                <p:nvPr/>
              </p:nvSpPr>
              <p:spPr bwMode="auto">
                <a:xfrm>
                  <a:off x="0"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8" name="Group 52"/>
              <p:cNvGrpSpPr>
                <a:grpSpLocks/>
              </p:cNvGrpSpPr>
              <p:nvPr/>
            </p:nvGrpSpPr>
            <p:grpSpPr bwMode="auto">
              <a:xfrm>
                <a:off x="412" y="5415"/>
                <a:ext cx="412" cy="710"/>
                <a:chOff x="412" y="5415"/>
                <a:chExt cx="412" cy="710"/>
              </a:xfrm>
            </p:grpSpPr>
            <p:sp>
              <p:nvSpPr>
                <p:cNvPr id="53373" name="Rectangle 53"/>
                <p:cNvSpPr>
                  <a:spLocks noChangeArrowheads="1"/>
                </p:cNvSpPr>
                <p:nvPr/>
              </p:nvSpPr>
              <p:spPr bwMode="auto">
                <a:xfrm>
                  <a:off x="455"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74" name="Rectangle 54"/>
                <p:cNvSpPr>
                  <a:spLocks noChangeArrowheads="1"/>
                </p:cNvSpPr>
                <p:nvPr/>
              </p:nvSpPr>
              <p:spPr bwMode="auto">
                <a:xfrm>
                  <a:off x="412"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49" name="Group 55"/>
              <p:cNvGrpSpPr>
                <a:grpSpLocks/>
              </p:cNvGrpSpPr>
              <p:nvPr/>
            </p:nvGrpSpPr>
            <p:grpSpPr bwMode="auto">
              <a:xfrm>
                <a:off x="824" y="5415"/>
                <a:ext cx="412" cy="710"/>
                <a:chOff x="824" y="5415"/>
                <a:chExt cx="412" cy="710"/>
              </a:xfrm>
            </p:grpSpPr>
            <p:sp>
              <p:nvSpPr>
                <p:cNvPr id="53371" name="Rectangle 56"/>
                <p:cNvSpPr>
                  <a:spLocks noChangeArrowheads="1"/>
                </p:cNvSpPr>
                <p:nvPr/>
              </p:nvSpPr>
              <p:spPr bwMode="auto">
                <a:xfrm>
                  <a:off x="867"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3372" name="Rectangle 57"/>
                <p:cNvSpPr>
                  <a:spLocks noChangeArrowheads="1"/>
                </p:cNvSpPr>
                <p:nvPr/>
              </p:nvSpPr>
              <p:spPr bwMode="auto">
                <a:xfrm>
                  <a:off x="824"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0" name="Group 58"/>
              <p:cNvGrpSpPr>
                <a:grpSpLocks/>
              </p:cNvGrpSpPr>
              <p:nvPr/>
            </p:nvGrpSpPr>
            <p:grpSpPr bwMode="auto">
              <a:xfrm>
                <a:off x="1236" y="5415"/>
                <a:ext cx="412" cy="710"/>
                <a:chOff x="1236" y="5415"/>
                <a:chExt cx="412" cy="710"/>
              </a:xfrm>
            </p:grpSpPr>
            <p:sp>
              <p:nvSpPr>
                <p:cNvPr id="53369" name="Rectangle 59"/>
                <p:cNvSpPr>
                  <a:spLocks noChangeArrowheads="1"/>
                </p:cNvSpPr>
                <p:nvPr/>
              </p:nvSpPr>
              <p:spPr bwMode="auto">
                <a:xfrm>
                  <a:off x="1279"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70" name="Rectangle 60"/>
                <p:cNvSpPr>
                  <a:spLocks noChangeArrowheads="1"/>
                </p:cNvSpPr>
                <p:nvPr/>
              </p:nvSpPr>
              <p:spPr bwMode="auto">
                <a:xfrm>
                  <a:off x="1236"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1" name="Group 61"/>
              <p:cNvGrpSpPr>
                <a:grpSpLocks/>
              </p:cNvGrpSpPr>
              <p:nvPr/>
            </p:nvGrpSpPr>
            <p:grpSpPr bwMode="auto">
              <a:xfrm>
                <a:off x="1648" y="5415"/>
                <a:ext cx="412" cy="710"/>
                <a:chOff x="1648" y="5415"/>
                <a:chExt cx="412" cy="710"/>
              </a:xfrm>
            </p:grpSpPr>
            <p:sp>
              <p:nvSpPr>
                <p:cNvPr id="53367" name="Rectangle 62"/>
                <p:cNvSpPr>
                  <a:spLocks noChangeArrowheads="1"/>
                </p:cNvSpPr>
                <p:nvPr/>
              </p:nvSpPr>
              <p:spPr bwMode="auto">
                <a:xfrm>
                  <a:off x="1691"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68" name="Rectangle 63"/>
                <p:cNvSpPr>
                  <a:spLocks noChangeArrowheads="1"/>
                </p:cNvSpPr>
                <p:nvPr/>
              </p:nvSpPr>
              <p:spPr bwMode="auto">
                <a:xfrm>
                  <a:off x="1648"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2" name="Group 64"/>
              <p:cNvGrpSpPr>
                <a:grpSpLocks/>
              </p:cNvGrpSpPr>
              <p:nvPr/>
            </p:nvGrpSpPr>
            <p:grpSpPr bwMode="auto">
              <a:xfrm>
                <a:off x="0" y="6125"/>
                <a:ext cx="412" cy="499"/>
                <a:chOff x="0" y="6125"/>
                <a:chExt cx="412" cy="499"/>
              </a:xfrm>
            </p:grpSpPr>
            <p:sp>
              <p:nvSpPr>
                <p:cNvPr id="53365" name="Rectangle 65"/>
                <p:cNvSpPr>
                  <a:spLocks noChangeArrowheads="1"/>
                </p:cNvSpPr>
                <p:nvPr/>
              </p:nvSpPr>
              <p:spPr bwMode="auto">
                <a:xfrm>
                  <a:off x="43"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66" name="Rectangle 66"/>
                <p:cNvSpPr>
                  <a:spLocks noChangeArrowheads="1"/>
                </p:cNvSpPr>
                <p:nvPr/>
              </p:nvSpPr>
              <p:spPr bwMode="auto">
                <a:xfrm>
                  <a:off x="0"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3" name="Group 67"/>
              <p:cNvGrpSpPr>
                <a:grpSpLocks/>
              </p:cNvGrpSpPr>
              <p:nvPr/>
            </p:nvGrpSpPr>
            <p:grpSpPr bwMode="auto">
              <a:xfrm>
                <a:off x="412" y="6125"/>
                <a:ext cx="412" cy="499"/>
                <a:chOff x="412" y="6125"/>
                <a:chExt cx="412" cy="499"/>
              </a:xfrm>
            </p:grpSpPr>
            <p:sp>
              <p:nvSpPr>
                <p:cNvPr id="53363" name="Rectangle 68"/>
                <p:cNvSpPr>
                  <a:spLocks noChangeArrowheads="1"/>
                </p:cNvSpPr>
                <p:nvPr/>
              </p:nvSpPr>
              <p:spPr bwMode="auto">
                <a:xfrm>
                  <a:off x="455"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64" name="Rectangle 69"/>
                <p:cNvSpPr>
                  <a:spLocks noChangeArrowheads="1"/>
                </p:cNvSpPr>
                <p:nvPr/>
              </p:nvSpPr>
              <p:spPr bwMode="auto">
                <a:xfrm>
                  <a:off x="412"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4" name="Group 70"/>
              <p:cNvGrpSpPr>
                <a:grpSpLocks/>
              </p:cNvGrpSpPr>
              <p:nvPr/>
            </p:nvGrpSpPr>
            <p:grpSpPr bwMode="auto">
              <a:xfrm>
                <a:off x="824" y="6125"/>
                <a:ext cx="412" cy="499"/>
                <a:chOff x="824" y="6125"/>
                <a:chExt cx="412" cy="499"/>
              </a:xfrm>
            </p:grpSpPr>
            <p:sp>
              <p:nvSpPr>
                <p:cNvPr id="53361" name="Rectangle 71"/>
                <p:cNvSpPr>
                  <a:spLocks noChangeArrowheads="1"/>
                </p:cNvSpPr>
                <p:nvPr/>
              </p:nvSpPr>
              <p:spPr bwMode="auto">
                <a:xfrm>
                  <a:off x="867"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62" name="Rectangle 72"/>
                <p:cNvSpPr>
                  <a:spLocks noChangeArrowheads="1"/>
                </p:cNvSpPr>
                <p:nvPr/>
              </p:nvSpPr>
              <p:spPr bwMode="auto">
                <a:xfrm>
                  <a:off x="824"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5" name="Group 73"/>
              <p:cNvGrpSpPr>
                <a:grpSpLocks/>
              </p:cNvGrpSpPr>
              <p:nvPr/>
            </p:nvGrpSpPr>
            <p:grpSpPr bwMode="auto">
              <a:xfrm>
                <a:off x="1236" y="6125"/>
                <a:ext cx="412" cy="499"/>
                <a:chOff x="1236" y="6125"/>
                <a:chExt cx="412" cy="499"/>
              </a:xfrm>
            </p:grpSpPr>
            <p:sp>
              <p:nvSpPr>
                <p:cNvPr id="53359" name="Rectangle 74"/>
                <p:cNvSpPr>
                  <a:spLocks noChangeArrowheads="1"/>
                </p:cNvSpPr>
                <p:nvPr/>
              </p:nvSpPr>
              <p:spPr bwMode="auto">
                <a:xfrm>
                  <a:off x="1279"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60" name="Rectangle 75"/>
                <p:cNvSpPr>
                  <a:spLocks noChangeArrowheads="1"/>
                </p:cNvSpPr>
                <p:nvPr/>
              </p:nvSpPr>
              <p:spPr bwMode="auto">
                <a:xfrm>
                  <a:off x="1236"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356" name="Group 76"/>
              <p:cNvGrpSpPr>
                <a:grpSpLocks/>
              </p:cNvGrpSpPr>
              <p:nvPr/>
            </p:nvGrpSpPr>
            <p:grpSpPr bwMode="auto">
              <a:xfrm>
                <a:off x="1648" y="6125"/>
                <a:ext cx="412" cy="499"/>
                <a:chOff x="1648" y="6125"/>
                <a:chExt cx="412" cy="499"/>
              </a:xfrm>
            </p:grpSpPr>
            <p:sp>
              <p:nvSpPr>
                <p:cNvPr id="53357" name="Rectangle 77"/>
                <p:cNvSpPr>
                  <a:spLocks noChangeArrowheads="1"/>
                </p:cNvSpPr>
                <p:nvPr/>
              </p:nvSpPr>
              <p:spPr bwMode="auto">
                <a:xfrm>
                  <a:off x="1691"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3358" name="Rectangle 78"/>
                <p:cNvSpPr>
                  <a:spLocks noChangeArrowheads="1"/>
                </p:cNvSpPr>
                <p:nvPr/>
              </p:nvSpPr>
              <p:spPr bwMode="auto">
                <a:xfrm>
                  <a:off x="1648"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3331" name="Rectangle 79"/>
            <p:cNvSpPr>
              <a:spLocks noChangeArrowheads="1"/>
            </p:cNvSpPr>
            <p:nvPr/>
          </p:nvSpPr>
          <p:spPr bwMode="auto">
            <a:xfrm>
              <a:off x="-3" y="349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51" name="Group 314"/>
          <p:cNvGrpSpPr>
            <a:grpSpLocks/>
          </p:cNvGrpSpPr>
          <p:nvPr/>
        </p:nvGrpSpPr>
        <p:grpSpPr bwMode="auto">
          <a:xfrm>
            <a:off x="1258888" y="188913"/>
            <a:ext cx="5905500" cy="3168650"/>
            <a:chOff x="-3" y="496"/>
            <a:chExt cx="2066" cy="2501"/>
          </a:xfrm>
        </p:grpSpPr>
        <p:grpSp>
          <p:nvGrpSpPr>
            <p:cNvPr id="53253" name="Group 315"/>
            <p:cNvGrpSpPr>
              <a:grpSpLocks/>
            </p:cNvGrpSpPr>
            <p:nvPr/>
          </p:nvGrpSpPr>
          <p:grpSpPr bwMode="auto">
            <a:xfrm>
              <a:off x="0" y="499"/>
              <a:ext cx="2060" cy="2495"/>
              <a:chOff x="0" y="499"/>
              <a:chExt cx="2060" cy="2495"/>
            </a:xfrm>
          </p:grpSpPr>
          <p:grpSp>
            <p:nvGrpSpPr>
              <p:cNvPr id="53255" name="Group 316"/>
              <p:cNvGrpSpPr>
                <a:grpSpLocks/>
              </p:cNvGrpSpPr>
              <p:nvPr/>
            </p:nvGrpSpPr>
            <p:grpSpPr bwMode="auto">
              <a:xfrm>
                <a:off x="0" y="499"/>
                <a:ext cx="412" cy="499"/>
                <a:chOff x="0" y="499"/>
                <a:chExt cx="412" cy="499"/>
              </a:xfrm>
            </p:grpSpPr>
            <p:sp>
              <p:nvSpPr>
                <p:cNvPr id="53328" name="Rectangle 317"/>
                <p:cNvSpPr>
                  <a:spLocks noChangeArrowheads="1"/>
                </p:cNvSpPr>
                <p:nvPr/>
              </p:nvSpPr>
              <p:spPr bwMode="auto">
                <a:xfrm>
                  <a:off x="43"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29" name="Rectangle 318"/>
                <p:cNvSpPr>
                  <a:spLocks noChangeArrowheads="1"/>
                </p:cNvSpPr>
                <p:nvPr/>
              </p:nvSpPr>
              <p:spPr bwMode="auto">
                <a:xfrm>
                  <a:off x="0"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56" name="Group 319"/>
              <p:cNvGrpSpPr>
                <a:grpSpLocks/>
              </p:cNvGrpSpPr>
              <p:nvPr/>
            </p:nvGrpSpPr>
            <p:grpSpPr bwMode="auto">
              <a:xfrm>
                <a:off x="412" y="499"/>
                <a:ext cx="412" cy="499"/>
                <a:chOff x="412" y="499"/>
                <a:chExt cx="412" cy="499"/>
              </a:xfrm>
            </p:grpSpPr>
            <p:sp>
              <p:nvSpPr>
                <p:cNvPr id="53326" name="Rectangle 320"/>
                <p:cNvSpPr>
                  <a:spLocks noChangeArrowheads="1"/>
                </p:cNvSpPr>
                <p:nvPr/>
              </p:nvSpPr>
              <p:spPr bwMode="auto">
                <a:xfrm>
                  <a:off x="455"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27" name="Rectangle 321"/>
                <p:cNvSpPr>
                  <a:spLocks noChangeArrowheads="1"/>
                </p:cNvSpPr>
                <p:nvPr/>
              </p:nvSpPr>
              <p:spPr bwMode="auto">
                <a:xfrm>
                  <a:off x="412"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57" name="Group 322"/>
              <p:cNvGrpSpPr>
                <a:grpSpLocks/>
              </p:cNvGrpSpPr>
              <p:nvPr/>
            </p:nvGrpSpPr>
            <p:grpSpPr bwMode="auto">
              <a:xfrm>
                <a:off x="824" y="499"/>
                <a:ext cx="412" cy="499"/>
                <a:chOff x="824" y="499"/>
                <a:chExt cx="412" cy="499"/>
              </a:xfrm>
            </p:grpSpPr>
            <p:sp>
              <p:nvSpPr>
                <p:cNvPr id="53324" name="Rectangle 323"/>
                <p:cNvSpPr>
                  <a:spLocks noChangeArrowheads="1"/>
                </p:cNvSpPr>
                <p:nvPr/>
              </p:nvSpPr>
              <p:spPr bwMode="auto">
                <a:xfrm>
                  <a:off x="867"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25" name="Rectangle 324"/>
                <p:cNvSpPr>
                  <a:spLocks noChangeArrowheads="1"/>
                </p:cNvSpPr>
                <p:nvPr/>
              </p:nvSpPr>
              <p:spPr bwMode="auto">
                <a:xfrm>
                  <a:off x="824"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58" name="Group 325"/>
              <p:cNvGrpSpPr>
                <a:grpSpLocks/>
              </p:cNvGrpSpPr>
              <p:nvPr/>
            </p:nvGrpSpPr>
            <p:grpSpPr bwMode="auto">
              <a:xfrm>
                <a:off x="1236" y="499"/>
                <a:ext cx="412" cy="499"/>
                <a:chOff x="1236" y="499"/>
                <a:chExt cx="412" cy="499"/>
              </a:xfrm>
            </p:grpSpPr>
            <p:sp>
              <p:nvSpPr>
                <p:cNvPr id="53322" name="Rectangle 326"/>
                <p:cNvSpPr>
                  <a:spLocks noChangeArrowheads="1"/>
                </p:cNvSpPr>
                <p:nvPr/>
              </p:nvSpPr>
              <p:spPr bwMode="auto">
                <a:xfrm>
                  <a:off x="1279"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23" name="Rectangle 327"/>
                <p:cNvSpPr>
                  <a:spLocks noChangeArrowheads="1"/>
                </p:cNvSpPr>
                <p:nvPr/>
              </p:nvSpPr>
              <p:spPr bwMode="auto">
                <a:xfrm>
                  <a:off x="1236"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59" name="Group 328"/>
              <p:cNvGrpSpPr>
                <a:grpSpLocks/>
              </p:cNvGrpSpPr>
              <p:nvPr/>
            </p:nvGrpSpPr>
            <p:grpSpPr bwMode="auto">
              <a:xfrm>
                <a:off x="1648" y="499"/>
                <a:ext cx="412" cy="499"/>
                <a:chOff x="1648" y="499"/>
                <a:chExt cx="412" cy="499"/>
              </a:xfrm>
            </p:grpSpPr>
            <p:sp>
              <p:nvSpPr>
                <p:cNvPr id="53320" name="Rectangle 329"/>
                <p:cNvSpPr>
                  <a:spLocks noChangeArrowheads="1"/>
                </p:cNvSpPr>
                <p:nvPr/>
              </p:nvSpPr>
              <p:spPr bwMode="auto">
                <a:xfrm>
                  <a:off x="1691" y="49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21" name="Rectangle 330"/>
                <p:cNvSpPr>
                  <a:spLocks noChangeArrowheads="1"/>
                </p:cNvSpPr>
                <p:nvPr/>
              </p:nvSpPr>
              <p:spPr bwMode="auto">
                <a:xfrm>
                  <a:off x="1648" y="49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0" name="Group 331"/>
              <p:cNvGrpSpPr>
                <a:grpSpLocks/>
              </p:cNvGrpSpPr>
              <p:nvPr/>
            </p:nvGrpSpPr>
            <p:grpSpPr bwMode="auto">
              <a:xfrm>
                <a:off x="0" y="998"/>
                <a:ext cx="412" cy="499"/>
                <a:chOff x="0" y="998"/>
                <a:chExt cx="412" cy="499"/>
              </a:xfrm>
            </p:grpSpPr>
            <p:sp>
              <p:nvSpPr>
                <p:cNvPr id="53318" name="Rectangle 332"/>
                <p:cNvSpPr>
                  <a:spLocks noChangeArrowheads="1"/>
                </p:cNvSpPr>
                <p:nvPr/>
              </p:nvSpPr>
              <p:spPr bwMode="auto">
                <a:xfrm>
                  <a:off x="43"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19" name="Rectangle 333"/>
                <p:cNvSpPr>
                  <a:spLocks noChangeArrowheads="1"/>
                </p:cNvSpPr>
                <p:nvPr/>
              </p:nvSpPr>
              <p:spPr bwMode="auto">
                <a:xfrm>
                  <a:off x="0"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1" name="Group 334"/>
              <p:cNvGrpSpPr>
                <a:grpSpLocks/>
              </p:cNvGrpSpPr>
              <p:nvPr/>
            </p:nvGrpSpPr>
            <p:grpSpPr bwMode="auto">
              <a:xfrm>
                <a:off x="412" y="998"/>
                <a:ext cx="412" cy="499"/>
                <a:chOff x="412" y="998"/>
                <a:chExt cx="412" cy="499"/>
              </a:xfrm>
            </p:grpSpPr>
            <p:sp>
              <p:nvSpPr>
                <p:cNvPr id="53316" name="Rectangle 335"/>
                <p:cNvSpPr>
                  <a:spLocks noChangeArrowheads="1"/>
                </p:cNvSpPr>
                <p:nvPr/>
              </p:nvSpPr>
              <p:spPr bwMode="auto">
                <a:xfrm>
                  <a:off x="455"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pPr algn="just"/>
                  <a:endParaRPr kumimoji="1" lang="en-US" altLang="zh-CN" sz="3200" b="1">
                    <a:latin typeface="Times New Roman" pitchFamily="18" charset="0"/>
                  </a:endParaRPr>
                </a:p>
              </p:txBody>
            </p:sp>
            <p:sp>
              <p:nvSpPr>
                <p:cNvPr id="53317" name="Rectangle 336"/>
                <p:cNvSpPr>
                  <a:spLocks noChangeArrowheads="1"/>
                </p:cNvSpPr>
                <p:nvPr/>
              </p:nvSpPr>
              <p:spPr bwMode="auto">
                <a:xfrm>
                  <a:off x="412"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2" name="Group 337"/>
              <p:cNvGrpSpPr>
                <a:grpSpLocks/>
              </p:cNvGrpSpPr>
              <p:nvPr/>
            </p:nvGrpSpPr>
            <p:grpSpPr bwMode="auto">
              <a:xfrm>
                <a:off x="824" y="998"/>
                <a:ext cx="412" cy="499"/>
                <a:chOff x="824" y="998"/>
                <a:chExt cx="412" cy="499"/>
              </a:xfrm>
            </p:grpSpPr>
            <p:sp>
              <p:nvSpPr>
                <p:cNvPr id="53314" name="Rectangle 338"/>
                <p:cNvSpPr>
                  <a:spLocks noChangeArrowheads="1"/>
                </p:cNvSpPr>
                <p:nvPr/>
              </p:nvSpPr>
              <p:spPr bwMode="auto">
                <a:xfrm>
                  <a:off x="867"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15" name="Rectangle 339"/>
                <p:cNvSpPr>
                  <a:spLocks noChangeArrowheads="1"/>
                </p:cNvSpPr>
                <p:nvPr/>
              </p:nvSpPr>
              <p:spPr bwMode="auto">
                <a:xfrm>
                  <a:off x="824"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3" name="Group 340"/>
              <p:cNvGrpSpPr>
                <a:grpSpLocks/>
              </p:cNvGrpSpPr>
              <p:nvPr/>
            </p:nvGrpSpPr>
            <p:grpSpPr bwMode="auto">
              <a:xfrm>
                <a:off x="1236" y="998"/>
                <a:ext cx="412" cy="499"/>
                <a:chOff x="1236" y="998"/>
                <a:chExt cx="412" cy="499"/>
              </a:xfrm>
            </p:grpSpPr>
            <p:sp>
              <p:nvSpPr>
                <p:cNvPr id="53312" name="Rectangle 341"/>
                <p:cNvSpPr>
                  <a:spLocks noChangeArrowheads="1"/>
                </p:cNvSpPr>
                <p:nvPr/>
              </p:nvSpPr>
              <p:spPr bwMode="auto">
                <a:xfrm>
                  <a:off x="1279"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13" name="Rectangle 342"/>
                <p:cNvSpPr>
                  <a:spLocks noChangeArrowheads="1"/>
                </p:cNvSpPr>
                <p:nvPr/>
              </p:nvSpPr>
              <p:spPr bwMode="auto">
                <a:xfrm>
                  <a:off x="1236"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4" name="Group 343"/>
              <p:cNvGrpSpPr>
                <a:grpSpLocks/>
              </p:cNvGrpSpPr>
              <p:nvPr/>
            </p:nvGrpSpPr>
            <p:grpSpPr bwMode="auto">
              <a:xfrm>
                <a:off x="1648" y="998"/>
                <a:ext cx="412" cy="499"/>
                <a:chOff x="1648" y="998"/>
                <a:chExt cx="412" cy="499"/>
              </a:xfrm>
            </p:grpSpPr>
            <p:sp>
              <p:nvSpPr>
                <p:cNvPr id="53310" name="Rectangle 344"/>
                <p:cNvSpPr>
                  <a:spLocks noChangeArrowheads="1"/>
                </p:cNvSpPr>
                <p:nvPr/>
              </p:nvSpPr>
              <p:spPr bwMode="auto">
                <a:xfrm>
                  <a:off x="1691" y="998"/>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11" name="Rectangle 345"/>
                <p:cNvSpPr>
                  <a:spLocks noChangeArrowheads="1"/>
                </p:cNvSpPr>
                <p:nvPr/>
              </p:nvSpPr>
              <p:spPr bwMode="auto">
                <a:xfrm>
                  <a:off x="1648" y="998"/>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5" name="Group 346"/>
              <p:cNvGrpSpPr>
                <a:grpSpLocks/>
              </p:cNvGrpSpPr>
              <p:nvPr/>
            </p:nvGrpSpPr>
            <p:grpSpPr bwMode="auto">
              <a:xfrm>
                <a:off x="0" y="1497"/>
                <a:ext cx="412" cy="499"/>
                <a:chOff x="0" y="1497"/>
                <a:chExt cx="412" cy="499"/>
              </a:xfrm>
            </p:grpSpPr>
            <p:sp>
              <p:nvSpPr>
                <p:cNvPr id="53308" name="Rectangle 347"/>
                <p:cNvSpPr>
                  <a:spLocks noChangeArrowheads="1"/>
                </p:cNvSpPr>
                <p:nvPr/>
              </p:nvSpPr>
              <p:spPr bwMode="auto">
                <a:xfrm>
                  <a:off x="43"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09" name="Rectangle 348"/>
                <p:cNvSpPr>
                  <a:spLocks noChangeArrowheads="1"/>
                </p:cNvSpPr>
                <p:nvPr/>
              </p:nvSpPr>
              <p:spPr bwMode="auto">
                <a:xfrm>
                  <a:off x="0"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6" name="Group 349"/>
              <p:cNvGrpSpPr>
                <a:grpSpLocks/>
              </p:cNvGrpSpPr>
              <p:nvPr/>
            </p:nvGrpSpPr>
            <p:grpSpPr bwMode="auto">
              <a:xfrm>
                <a:off x="412" y="1497"/>
                <a:ext cx="412" cy="499"/>
                <a:chOff x="412" y="1497"/>
                <a:chExt cx="412" cy="499"/>
              </a:xfrm>
            </p:grpSpPr>
            <p:sp>
              <p:nvSpPr>
                <p:cNvPr id="53306" name="Rectangle 350"/>
                <p:cNvSpPr>
                  <a:spLocks noChangeArrowheads="1"/>
                </p:cNvSpPr>
                <p:nvPr/>
              </p:nvSpPr>
              <p:spPr bwMode="auto">
                <a:xfrm>
                  <a:off x="455"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07" name="Rectangle 351"/>
                <p:cNvSpPr>
                  <a:spLocks noChangeArrowheads="1"/>
                </p:cNvSpPr>
                <p:nvPr/>
              </p:nvSpPr>
              <p:spPr bwMode="auto">
                <a:xfrm>
                  <a:off x="412"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7" name="Group 352"/>
              <p:cNvGrpSpPr>
                <a:grpSpLocks/>
              </p:cNvGrpSpPr>
              <p:nvPr/>
            </p:nvGrpSpPr>
            <p:grpSpPr bwMode="auto">
              <a:xfrm>
                <a:off x="824" y="1497"/>
                <a:ext cx="412" cy="499"/>
                <a:chOff x="824" y="1497"/>
                <a:chExt cx="412" cy="499"/>
              </a:xfrm>
            </p:grpSpPr>
            <p:sp>
              <p:nvSpPr>
                <p:cNvPr id="53304" name="Rectangle 353"/>
                <p:cNvSpPr>
                  <a:spLocks noChangeArrowheads="1"/>
                </p:cNvSpPr>
                <p:nvPr/>
              </p:nvSpPr>
              <p:spPr bwMode="auto">
                <a:xfrm>
                  <a:off x="867"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05" name="Rectangle 354"/>
                <p:cNvSpPr>
                  <a:spLocks noChangeArrowheads="1"/>
                </p:cNvSpPr>
                <p:nvPr/>
              </p:nvSpPr>
              <p:spPr bwMode="auto">
                <a:xfrm>
                  <a:off x="824"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8" name="Group 355"/>
              <p:cNvGrpSpPr>
                <a:grpSpLocks/>
              </p:cNvGrpSpPr>
              <p:nvPr/>
            </p:nvGrpSpPr>
            <p:grpSpPr bwMode="auto">
              <a:xfrm>
                <a:off x="1236" y="1497"/>
                <a:ext cx="412" cy="499"/>
                <a:chOff x="1236" y="1497"/>
                <a:chExt cx="412" cy="499"/>
              </a:xfrm>
            </p:grpSpPr>
            <p:sp>
              <p:nvSpPr>
                <p:cNvPr id="53302" name="Rectangle 356"/>
                <p:cNvSpPr>
                  <a:spLocks noChangeArrowheads="1"/>
                </p:cNvSpPr>
                <p:nvPr/>
              </p:nvSpPr>
              <p:spPr bwMode="auto">
                <a:xfrm>
                  <a:off x="1279"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03" name="Rectangle 357"/>
                <p:cNvSpPr>
                  <a:spLocks noChangeArrowheads="1"/>
                </p:cNvSpPr>
                <p:nvPr/>
              </p:nvSpPr>
              <p:spPr bwMode="auto">
                <a:xfrm>
                  <a:off x="1236"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69" name="Group 358"/>
              <p:cNvGrpSpPr>
                <a:grpSpLocks/>
              </p:cNvGrpSpPr>
              <p:nvPr/>
            </p:nvGrpSpPr>
            <p:grpSpPr bwMode="auto">
              <a:xfrm>
                <a:off x="1648" y="1497"/>
                <a:ext cx="412" cy="499"/>
                <a:chOff x="1648" y="1497"/>
                <a:chExt cx="412" cy="499"/>
              </a:xfrm>
            </p:grpSpPr>
            <p:sp>
              <p:nvSpPr>
                <p:cNvPr id="53300" name="Rectangle 359"/>
                <p:cNvSpPr>
                  <a:spLocks noChangeArrowheads="1"/>
                </p:cNvSpPr>
                <p:nvPr/>
              </p:nvSpPr>
              <p:spPr bwMode="auto">
                <a:xfrm>
                  <a:off x="1691" y="14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301" name="Rectangle 360"/>
                <p:cNvSpPr>
                  <a:spLocks noChangeArrowheads="1"/>
                </p:cNvSpPr>
                <p:nvPr/>
              </p:nvSpPr>
              <p:spPr bwMode="auto">
                <a:xfrm>
                  <a:off x="1648" y="14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0" name="Group 361"/>
              <p:cNvGrpSpPr>
                <a:grpSpLocks/>
              </p:cNvGrpSpPr>
              <p:nvPr/>
            </p:nvGrpSpPr>
            <p:grpSpPr bwMode="auto">
              <a:xfrm>
                <a:off x="0" y="1996"/>
                <a:ext cx="412" cy="499"/>
                <a:chOff x="0" y="1996"/>
                <a:chExt cx="412" cy="499"/>
              </a:xfrm>
            </p:grpSpPr>
            <p:sp>
              <p:nvSpPr>
                <p:cNvPr id="53298" name="Rectangle 362"/>
                <p:cNvSpPr>
                  <a:spLocks noChangeArrowheads="1"/>
                </p:cNvSpPr>
                <p:nvPr/>
              </p:nvSpPr>
              <p:spPr bwMode="auto">
                <a:xfrm>
                  <a:off x="43"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99" name="Rectangle 363"/>
                <p:cNvSpPr>
                  <a:spLocks noChangeArrowheads="1"/>
                </p:cNvSpPr>
                <p:nvPr/>
              </p:nvSpPr>
              <p:spPr bwMode="auto">
                <a:xfrm>
                  <a:off x="0"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1" name="Group 364"/>
              <p:cNvGrpSpPr>
                <a:grpSpLocks/>
              </p:cNvGrpSpPr>
              <p:nvPr/>
            </p:nvGrpSpPr>
            <p:grpSpPr bwMode="auto">
              <a:xfrm>
                <a:off x="412" y="1996"/>
                <a:ext cx="412" cy="499"/>
                <a:chOff x="412" y="1996"/>
                <a:chExt cx="412" cy="499"/>
              </a:xfrm>
            </p:grpSpPr>
            <p:sp>
              <p:nvSpPr>
                <p:cNvPr id="53296" name="Rectangle 365"/>
                <p:cNvSpPr>
                  <a:spLocks noChangeArrowheads="1"/>
                </p:cNvSpPr>
                <p:nvPr/>
              </p:nvSpPr>
              <p:spPr bwMode="auto">
                <a:xfrm>
                  <a:off x="455"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97" name="Rectangle 366"/>
                <p:cNvSpPr>
                  <a:spLocks noChangeArrowheads="1"/>
                </p:cNvSpPr>
                <p:nvPr/>
              </p:nvSpPr>
              <p:spPr bwMode="auto">
                <a:xfrm>
                  <a:off x="412"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2" name="Group 367"/>
              <p:cNvGrpSpPr>
                <a:grpSpLocks/>
              </p:cNvGrpSpPr>
              <p:nvPr/>
            </p:nvGrpSpPr>
            <p:grpSpPr bwMode="auto">
              <a:xfrm>
                <a:off x="824" y="1996"/>
                <a:ext cx="412" cy="499"/>
                <a:chOff x="824" y="1996"/>
                <a:chExt cx="412" cy="499"/>
              </a:xfrm>
            </p:grpSpPr>
            <p:sp>
              <p:nvSpPr>
                <p:cNvPr id="53294" name="Rectangle 368"/>
                <p:cNvSpPr>
                  <a:spLocks noChangeArrowheads="1"/>
                </p:cNvSpPr>
                <p:nvPr/>
              </p:nvSpPr>
              <p:spPr bwMode="auto">
                <a:xfrm>
                  <a:off x="867"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95" name="Rectangle 369"/>
                <p:cNvSpPr>
                  <a:spLocks noChangeArrowheads="1"/>
                </p:cNvSpPr>
                <p:nvPr/>
              </p:nvSpPr>
              <p:spPr bwMode="auto">
                <a:xfrm>
                  <a:off x="824"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3" name="Group 370"/>
              <p:cNvGrpSpPr>
                <a:grpSpLocks/>
              </p:cNvGrpSpPr>
              <p:nvPr/>
            </p:nvGrpSpPr>
            <p:grpSpPr bwMode="auto">
              <a:xfrm>
                <a:off x="1236" y="1996"/>
                <a:ext cx="412" cy="499"/>
                <a:chOff x="1236" y="1996"/>
                <a:chExt cx="412" cy="499"/>
              </a:xfrm>
            </p:grpSpPr>
            <p:sp>
              <p:nvSpPr>
                <p:cNvPr id="53292" name="Rectangle 371"/>
                <p:cNvSpPr>
                  <a:spLocks noChangeArrowheads="1"/>
                </p:cNvSpPr>
                <p:nvPr/>
              </p:nvSpPr>
              <p:spPr bwMode="auto">
                <a:xfrm>
                  <a:off x="1279"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B1</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93" name="Rectangle 372"/>
                <p:cNvSpPr>
                  <a:spLocks noChangeArrowheads="1"/>
                </p:cNvSpPr>
                <p:nvPr/>
              </p:nvSpPr>
              <p:spPr bwMode="auto">
                <a:xfrm>
                  <a:off x="1236"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4" name="Group 373"/>
              <p:cNvGrpSpPr>
                <a:grpSpLocks/>
              </p:cNvGrpSpPr>
              <p:nvPr/>
            </p:nvGrpSpPr>
            <p:grpSpPr bwMode="auto">
              <a:xfrm>
                <a:off x="1648" y="1996"/>
                <a:ext cx="412" cy="499"/>
                <a:chOff x="1648" y="1996"/>
                <a:chExt cx="412" cy="499"/>
              </a:xfrm>
            </p:grpSpPr>
            <p:sp>
              <p:nvSpPr>
                <p:cNvPr id="53290" name="Rectangle 374"/>
                <p:cNvSpPr>
                  <a:spLocks noChangeArrowheads="1"/>
                </p:cNvSpPr>
                <p:nvPr/>
              </p:nvSpPr>
              <p:spPr bwMode="auto">
                <a:xfrm>
                  <a:off x="1691" y="19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91" name="Rectangle 375"/>
                <p:cNvSpPr>
                  <a:spLocks noChangeArrowheads="1"/>
                </p:cNvSpPr>
                <p:nvPr/>
              </p:nvSpPr>
              <p:spPr bwMode="auto">
                <a:xfrm>
                  <a:off x="1648" y="19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5" name="Group 376"/>
              <p:cNvGrpSpPr>
                <a:grpSpLocks/>
              </p:cNvGrpSpPr>
              <p:nvPr/>
            </p:nvGrpSpPr>
            <p:grpSpPr bwMode="auto">
              <a:xfrm>
                <a:off x="0" y="2495"/>
                <a:ext cx="412" cy="499"/>
                <a:chOff x="0" y="2495"/>
                <a:chExt cx="412" cy="499"/>
              </a:xfrm>
            </p:grpSpPr>
            <p:sp>
              <p:nvSpPr>
                <p:cNvPr id="53288" name="Rectangle 377"/>
                <p:cNvSpPr>
                  <a:spLocks noChangeArrowheads="1"/>
                </p:cNvSpPr>
                <p:nvPr/>
              </p:nvSpPr>
              <p:spPr bwMode="auto">
                <a:xfrm>
                  <a:off x="43"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89" name="Rectangle 378"/>
                <p:cNvSpPr>
                  <a:spLocks noChangeArrowheads="1"/>
                </p:cNvSpPr>
                <p:nvPr/>
              </p:nvSpPr>
              <p:spPr bwMode="auto">
                <a:xfrm>
                  <a:off x="0"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6" name="Group 379"/>
              <p:cNvGrpSpPr>
                <a:grpSpLocks/>
              </p:cNvGrpSpPr>
              <p:nvPr/>
            </p:nvGrpSpPr>
            <p:grpSpPr bwMode="auto">
              <a:xfrm>
                <a:off x="412" y="2495"/>
                <a:ext cx="412" cy="499"/>
                <a:chOff x="412" y="2495"/>
                <a:chExt cx="412" cy="499"/>
              </a:xfrm>
            </p:grpSpPr>
            <p:sp>
              <p:nvSpPr>
                <p:cNvPr id="53286" name="Rectangle 380"/>
                <p:cNvSpPr>
                  <a:spLocks noChangeArrowheads="1"/>
                </p:cNvSpPr>
                <p:nvPr/>
              </p:nvSpPr>
              <p:spPr bwMode="auto">
                <a:xfrm>
                  <a:off x="455"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87" name="Rectangle 381"/>
                <p:cNvSpPr>
                  <a:spLocks noChangeArrowheads="1"/>
                </p:cNvSpPr>
                <p:nvPr/>
              </p:nvSpPr>
              <p:spPr bwMode="auto">
                <a:xfrm>
                  <a:off x="412"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7" name="Group 382"/>
              <p:cNvGrpSpPr>
                <a:grpSpLocks/>
              </p:cNvGrpSpPr>
              <p:nvPr/>
            </p:nvGrpSpPr>
            <p:grpSpPr bwMode="auto">
              <a:xfrm>
                <a:off x="824" y="2495"/>
                <a:ext cx="412" cy="499"/>
                <a:chOff x="824" y="2495"/>
                <a:chExt cx="412" cy="499"/>
              </a:xfrm>
            </p:grpSpPr>
            <p:sp>
              <p:nvSpPr>
                <p:cNvPr id="53284" name="Rectangle 383"/>
                <p:cNvSpPr>
                  <a:spLocks noChangeArrowheads="1"/>
                </p:cNvSpPr>
                <p:nvPr/>
              </p:nvSpPr>
              <p:spPr bwMode="auto">
                <a:xfrm>
                  <a:off x="867"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85" name="Rectangle 384"/>
                <p:cNvSpPr>
                  <a:spLocks noChangeArrowheads="1"/>
                </p:cNvSpPr>
                <p:nvPr/>
              </p:nvSpPr>
              <p:spPr bwMode="auto">
                <a:xfrm>
                  <a:off x="824"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8" name="Group 385"/>
              <p:cNvGrpSpPr>
                <a:grpSpLocks/>
              </p:cNvGrpSpPr>
              <p:nvPr/>
            </p:nvGrpSpPr>
            <p:grpSpPr bwMode="auto">
              <a:xfrm>
                <a:off x="1236" y="2495"/>
                <a:ext cx="412" cy="499"/>
                <a:chOff x="1236" y="2495"/>
                <a:chExt cx="412" cy="499"/>
              </a:xfrm>
            </p:grpSpPr>
            <p:sp>
              <p:nvSpPr>
                <p:cNvPr id="53282" name="Rectangle 386"/>
                <p:cNvSpPr>
                  <a:spLocks noChangeArrowheads="1"/>
                </p:cNvSpPr>
                <p:nvPr/>
              </p:nvSpPr>
              <p:spPr bwMode="auto">
                <a:xfrm>
                  <a:off x="1279"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R0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83" name="Rectangle 387"/>
                <p:cNvSpPr>
                  <a:spLocks noChangeArrowheads="1"/>
                </p:cNvSpPr>
                <p:nvPr/>
              </p:nvSpPr>
              <p:spPr bwMode="auto">
                <a:xfrm>
                  <a:off x="1236"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3279" name="Group 388"/>
              <p:cNvGrpSpPr>
                <a:grpSpLocks/>
              </p:cNvGrpSpPr>
              <p:nvPr/>
            </p:nvGrpSpPr>
            <p:grpSpPr bwMode="auto">
              <a:xfrm>
                <a:off x="1648" y="2495"/>
                <a:ext cx="412" cy="499"/>
                <a:chOff x="1648" y="2495"/>
                <a:chExt cx="412" cy="499"/>
              </a:xfrm>
            </p:grpSpPr>
            <p:sp>
              <p:nvSpPr>
                <p:cNvPr id="53280" name="Rectangle 389"/>
                <p:cNvSpPr>
                  <a:spLocks noChangeArrowheads="1"/>
                </p:cNvSpPr>
                <p:nvPr/>
              </p:nvSpPr>
              <p:spPr bwMode="auto">
                <a:xfrm>
                  <a:off x="1691" y="249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B0</a:t>
                  </a:r>
                  <a:endParaRPr kumimoji="1" lang="en-US" altLang="zh-CN" sz="3200" b="1">
                    <a:latin typeface="Times New Roman" pitchFamily="18" charset="0"/>
                  </a:endParaRPr>
                </a:p>
                <a:p>
                  <a:endParaRPr kumimoji="1" lang="en-US" altLang="zh-CN" sz="3200" b="1">
                    <a:latin typeface="Times New Roman" pitchFamily="18" charset="0"/>
                  </a:endParaRPr>
                </a:p>
              </p:txBody>
            </p:sp>
            <p:sp>
              <p:nvSpPr>
                <p:cNvPr id="53281" name="Rectangle 390"/>
                <p:cNvSpPr>
                  <a:spLocks noChangeArrowheads="1"/>
                </p:cNvSpPr>
                <p:nvPr/>
              </p:nvSpPr>
              <p:spPr bwMode="auto">
                <a:xfrm>
                  <a:off x="1648" y="249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3254" name="Rectangle 391"/>
            <p:cNvSpPr>
              <a:spLocks noChangeArrowheads="1"/>
            </p:cNvSpPr>
            <p:nvPr/>
          </p:nvSpPr>
          <p:spPr bwMode="auto">
            <a:xfrm>
              <a:off x="-3" y="496"/>
              <a:ext cx="2066" cy="2501"/>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53252" name="Text Box 392"/>
          <p:cNvSpPr txBox="1">
            <a:spLocks noChangeArrowheads="1"/>
          </p:cNvSpPr>
          <p:nvPr/>
        </p:nvSpPr>
        <p:spPr bwMode="auto">
          <a:xfrm>
            <a:off x="7504113" y="4621213"/>
            <a:ext cx="1647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t>Chang R</a:t>
            </a:r>
          </a:p>
        </p:txBody>
      </p:sp>
    </p:spTree>
  </p:cSld>
  <p:clrMapOvr>
    <a:masterClrMapping/>
  </p:clrMapOvr>
  <p:transition>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p:cNvGrpSpPr>
            <a:grpSpLocks/>
          </p:cNvGrpSpPr>
          <p:nvPr/>
        </p:nvGrpSpPr>
        <p:grpSpPr bwMode="auto">
          <a:xfrm>
            <a:off x="1295400" y="304800"/>
            <a:ext cx="5868988" cy="2895600"/>
            <a:chOff x="-3" y="3493"/>
            <a:chExt cx="2066" cy="3134"/>
          </a:xfrm>
        </p:grpSpPr>
        <p:grpSp>
          <p:nvGrpSpPr>
            <p:cNvPr id="54354" name="Group 3"/>
            <p:cNvGrpSpPr>
              <a:grpSpLocks/>
            </p:cNvGrpSpPr>
            <p:nvPr/>
          </p:nvGrpSpPr>
          <p:grpSpPr bwMode="auto">
            <a:xfrm>
              <a:off x="0" y="3496"/>
              <a:ext cx="2060" cy="3128"/>
              <a:chOff x="0" y="3496"/>
              <a:chExt cx="2060" cy="3128"/>
            </a:xfrm>
          </p:grpSpPr>
          <p:grpSp>
            <p:nvGrpSpPr>
              <p:cNvPr id="54356" name="Group 4"/>
              <p:cNvGrpSpPr>
                <a:grpSpLocks/>
              </p:cNvGrpSpPr>
              <p:nvPr/>
            </p:nvGrpSpPr>
            <p:grpSpPr bwMode="auto">
              <a:xfrm>
                <a:off x="0" y="3496"/>
                <a:ext cx="412" cy="499"/>
                <a:chOff x="0" y="3496"/>
                <a:chExt cx="412" cy="499"/>
              </a:xfrm>
            </p:grpSpPr>
            <p:sp>
              <p:nvSpPr>
                <p:cNvPr id="54429" name="Rectangle 5"/>
                <p:cNvSpPr>
                  <a:spLocks noChangeArrowheads="1"/>
                </p:cNvSpPr>
                <p:nvPr/>
              </p:nvSpPr>
              <p:spPr bwMode="auto">
                <a:xfrm>
                  <a:off x="43"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30" name="Rectangle 6"/>
                <p:cNvSpPr>
                  <a:spLocks noChangeArrowheads="1"/>
                </p:cNvSpPr>
                <p:nvPr/>
              </p:nvSpPr>
              <p:spPr bwMode="auto">
                <a:xfrm>
                  <a:off x="0"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57" name="Group 7"/>
              <p:cNvGrpSpPr>
                <a:grpSpLocks/>
              </p:cNvGrpSpPr>
              <p:nvPr/>
            </p:nvGrpSpPr>
            <p:grpSpPr bwMode="auto">
              <a:xfrm>
                <a:off x="412" y="3496"/>
                <a:ext cx="412" cy="499"/>
                <a:chOff x="412" y="3496"/>
                <a:chExt cx="412" cy="499"/>
              </a:xfrm>
            </p:grpSpPr>
            <p:sp>
              <p:nvSpPr>
                <p:cNvPr id="54427" name="Rectangle 8"/>
                <p:cNvSpPr>
                  <a:spLocks noChangeArrowheads="1"/>
                </p:cNvSpPr>
                <p:nvPr/>
              </p:nvSpPr>
              <p:spPr bwMode="auto">
                <a:xfrm>
                  <a:off x="455"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28" name="Rectangle 9"/>
                <p:cNvSpPr>
                  <a:spLocks noChangeArrowheads="1"/>
                </p:cNvSpPr>
                <p:nvPr/>
              </p:nvSpPr>
              <p:spPr bwMode="auto">
                <a:xfrm>
                  <a:off x="412"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58" name="Group 10"/>
              <p:cNvGrpSpPr>
                <a:grpSpLocks/>
              </p:cNvGrpSpPr>
              <p:nvPr/>
            </p:nvGrpSpPr>
            <p:grpSpPr bwMode="auto">
              <a:xfrm>
                <a:off x="824" y="3496"/>
                <a:ext cx="412" cy="499"/>
                <a:chOff x="824" y="3496"/>
                <a:chExt cx="412" cy="499"/>
              </a:xfrm>
            </p:grpSpPr>
            <p:sp>
              <p:nvSpPr>
                <p:cNvPr id="54425" name="Rectangle 11"/>
                <p:cNvSpPr>
                  <a:spLocks noChangeArrowheads="1"/>
                </p:cNvSpPr>
                <p:nvPr/>
              </p:nvSpPr>
              <p:spPr bwMode="auto">
                <a:xfrm>
                  <a:off x="867"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26" name="Rectangle 12"/>
                <p:cNvSpPr>
                  <a:spLocks noChangeArrowheads="1"/>
                </p:cNvSpPr>
                <p:nvPr/>
              </p:nvSpPr>
              <p:spPr bwMode="auto">
                <a:xfrm>
                  <a:off x="824"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59" name="Group 13"/>
              <p:cNvGrpSpPr>
                <a:grpSpLocks/>
              </p:cNvGrpSpPr>
              <p:nvPr/>
            </p:nvGrpSpPr>
            <p:grpSpPr bwMode="auto">
              <a:xfrm>
                <a:off x="1236" y="3496"/>
                <a:ext cx="412" cy="499"/>
                <a:chOff x="1236" y="3496"/>
                <a:chExt cx="412" cy="499"/>
              </a:xfrm>
            </p:grpSpPr>
            <p:sp>
              <p:nvSpPr>
                <p:cNvPr id="54423" name="Rectangle 14"/>
                <p:cNvSpPr>
                  <a:spLocks noChangeArrowheads="1"/>
                </p:cNvSpPr>
                <p:nvPr/>
              </p:nvSpPr>
              <p:spPr bwMode="auto">
                <a:xfrm>
                  <a:off x="1279"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24" name="Rectangle 15"/>
                <p:cNvSpPr>
                  <a:spLocks noChangeArrowheads="1"/>
                </p:cNvSpPr>
                <p:nvPr/>
              </p:nvSpPr>
              <p:spPr bwMode="auto">
                <a:xfrm>
                  <a:off x="1236"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0" name="Group 16"/>
              <p:cNvGrpSpPr>
                <a:grpSpLocks/>
              </p:cNvGrpSpPr>
              <p:nvPr/>
            </p:nvGrpSpPr>
            <p:grpSpPr bwMode="auto">
              <a:xfrm>
                <a:off x="1648" y="3496"/>
                <a:ext cx="412" cy="499"/>
                <a:chOff x="1648" y="3496"/>
                <a:chExt cx="412" cy="499"/>
              </a:xfrm>
            </p:grpSpPr>
            <p:sp>
              <p:nvSpPr>
                <p:cNvPr id="54421" name="Rectangle 17"/>
                <p:cNvSpPr>
                  <a:spLocks noChangeArrowheads="1"/>
                </p:cNvSpPr>
                <p:nvPr/>
              </p:nvSpPr>
              <p:spPr bwMode="auto">
                <a:xfrm>
                  <a:off x="1691" y="349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22" name="Rectangle 18"/>
                <p:cNvSpPr>
                  <a:spLocks noChangeArrowheads="1"/>
                </p:cNvSpPr>
                <p:nvPr/>
              </p:nvSpPr>
              <p:spPr bwMode="auto">
                <a:xfrm>
                  <a:off x="1648" y="349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1" name="Group 19"/>
              <p:cNvGrpSpPr>
                <a:grpSpLocks/>
              </p:cNvGrpSpPr>
              <p:nvPr/>
            </p:nvGrpSpPr>
            <p:grpSpPr bwMode="auto">
              <a:xfrm>
                <a:off x="0" y="3995"/>
                <a:ext cx="412" cy="710"/>
                <a:chOff x="0" y="3995"/>
                <a:chExt cx="412" cy="710"/>
              </a:xfrm>
            </p:grpSpPr>
            <p:sp>
              <p:nvSpPr>
                <p:cNvPr id="54419" name="Rectangle 20"/>
                <p:cNvSpPr>
                  <a:spLocks noChangeArrowheads="1"/>
                </p:cNvSpPr>
                <p:nvPr/>
              </p:nvSpPr>
              <p:spPr bwMode="auto">
                <a:xfrm>
                  <a:off x="43"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20" name="Rectangle 21"/>
                <p:cNvSpPr>
                  <a:spLocks noChangeArrowheads="1"/>
                </p:cNvSpPr>
                <p:nvPr/>
              </p:nvSpPr>
              <p:spPr bwMode="auto">
                <a:xfrm>
                  <a:off x="0"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2" name="Group 22"/>
              <p:cNvGrpSpPr>
                <a:grpSpLocks/>
              </p:cNvGrpSpPr>
              <p:nvPr/>
            </p:nvGrpSpPr>
            <p:grpSpPr bwMode="auto">
              <a:xfrm>
                <a:off x="412" y="3995"/>
                <a:ext cx="412" cy="710"/>
                <a:chOff x="412" y="3995"/>
                <a:chExt cx="412" cy="710"/>
              </a:xfrm>
            </p:grpSpPr>
            <p:sp>
              <p:nvSpPr>
                <p:cNvPr id="54417" name="Rectangle 23"/>
                <p:cNvSpPr>
                  <a:spLocks noChangeArrowheads="1"/>
                </p:cNvSpPr>
                <p:nvPr/>
              </p:nvSpPr>
              <p:spPr bwMode="auto">
                <a:xfrm>
                  <a:off x="455"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pPr algn="just"/>
                  <a:endParaRPr kumimoji="1" lang="en-US" altLang="zh-CN" sz="2800" b="1">
                    <a:latin typeface="Times New Roman" pitchFamily="18" charset="0"/>
                  </a:endParaRPr>
                </a:p>
              </p:txBody>
            </p:sp>
            <p:sp>
              <p:nvSpPr>
                <p:cNvPr id="54418" name="Rectangle 24"/>
                <p:cNvSpPr>
                  <a:spLocks noChangeArrowheads="1"/>
                </p:cNvSpPr>
                <p:nvPr/>
              </p:nvSpPr>
              <p:spPr bwMode="auto">
                <a:xfrm>
                  <a:off x="412"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3" name="Group 25"/>
              <p:cNvGrpSpPr>
                <a:grpSpLocks/>
              </p:cNvGrpSpPr>
              <p:nvPr/>
            </p:nvGrpSpPr>
            <p:grpSpPr bwMode="auto">
              <a:xfrm>
                <a:off x="824" y="3995"/>
                <a:ext cx="412" cy="710"/>
                <a:chOff x="824" y="3995"/>
                <a:chExt cx="412" cy="710"/>
              </a:xfrm>
            </p:grpSpPr>
            <p:sp>
              <p:nvSpPr>
                <p:cNvPr id="54415" name="Rectangle 26"/>
                <p:cNvSpPr>
                  <a:spLocks noChangeArrowheads="1"/>
                </p:cNvSpPr>
                <p:nvPr/>
              </p:nvSpPr>
              <p:spPr bwMode="auto">
                <a:xfrm>
                  <a:off x="867"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4416" name="Rectangle 27"/>
                <p:cNvSpPr>
                  <a:spLocks noChangeArrowheads="1"/>
                </p:cNvSpPr>
                <p:nvPr/>
              </p:nvSpPr>
              <p:spPr bwMode="auto">
                <a:xfrm>
                  <a:off x="824"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4" name="Group 28"/>
              <p:cNvGrpSpPr>
                <a:grpSpLocks/>
              </p:cNvGrpSpPr>
              <p:nvPr/>
            </p:nvGrpSpPr>
            <p:grpSpPr bwMode="auto">
              <a:xfrm>
                <a:off x="1236" y="3995"/>
                <a:ext cx="412" cy="710"/>
                <a:chOff x="1236" y="3995"/>
                <a:chExt cx="412" cy="710"/>
              </a:xfrm>
            </p:grpSpPr>
            <p:sp>
              <p:nvSpPr>
                <p:cNvPr id="54413" name="Rectangle 29"/>
                <p:cNvSpPr>
                  <a:spLocks noChangeArrowheads="1"/>
                </p:cNvSpPr>
                <p:nvPr/>
              </p:nvSpPr>
              <p:spPr bwMode="auto">
                <a:xfrm>
                  <a:off x="1279"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14" name="Rectangle 30"/>
                <p:cNvSpPr>
                  <a:spLocks noChangeArrowheads="1"/>
                </p:cNvSpPr>
                <p:nvPr/>
              </p:nvSpPr>
              <p:spPr bwMode="auto">
                <a:xfrm>
                  <a:off x="1236"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5" name="Group 31"/>
              <p:cNvGrpSpPr>
                <a:grpSpLocks/>
              </p:cNvGrpSpPr>
              <p:nvPr/>
            </p:nvGrpSpPr>
            <p:grpSpPr bwMode="auto">
              <a:xfrm>
                <a:off x="1648" y="3995"/>
                <a:ext cx="412" cy="710"/>
                <a:chOff x="1648" y="3995"/>
                <a:chExt cx="412" cy="710"/>
              </a:xfrm>
            </p:grpSpPr>
            <p:sp>
              <p:nvSpPr>
                <p:cNvPr id="54411" name="Rectangle 32"/>
                <p:cNvSpPr>
                  <a:spLocks noChangeArrowheads="1"/>
                </p:cNvSpPr>
                <p:nvPr/>
              </p:nvSpPr>
              <p:spPr bwMode="auto">
                <a:xfrm>
                  <a:off x="1691" y="399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12" name="Rectangle 33"/>
                <p:cNvSpPr>
                  <a:spLocks noChangeArrowheads="1"/>
                </p:cNvSpPr>
                <p:nvPr/>
              </p:nvSpPr>
              <p:spPr bwMode="auto">
                <a:xfrm>
                  <a:off x="1648" y="399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6" name="Group 34"/>
              <p:cNvGrpSpPr>
                <a:grpSpLocks/>
              </p:cNvGrpSpPr>
              <p:nvPr/>
            </p:nvGrpSpPr>
            <p:grpSpPr bwMode="auto">
              <a:xfrm>
                <a:off x="0" y="4705"/>
                <a:ext cx="412" cy="710"/>
                <a:chOff x="0" y="4705"/>
                <a:chExt cx="412" cy="710"/>
              </a:xfrm>
            </p:grpSpPr>
            <p:sp>
              <p:nvSpPr>
                <p:cNvPr id="54409" name="Rectangle 35"/>
                <p:cNvSpPr>
                  <a:spLocks noChangeArrowheads="1"/>
                </p:cNvSpPr>
                <p:nvPr/>
              </p:nvSpPr>
              <p:spPr bwMode="auto">
                <a:xfrm>
                  <a:off x="43"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10" name="Rectangle 36"/>
                <p:cNvSpPr>
                  <a:spLocks noChangeArrowheads="1"/>
                </p:cNvSpPr>
                <p:nvPr/>
              </p:nvSpPr>
              <p:spPr bwMode="auto">
                <a:xfrm>
                  <a:off x="0"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7" name="Group 37"/>
              <p:cNvGrpSpPr>
                <a:grpSpLocks/>
              </p:cNvGrpSpPr>
              <p:nvPr/>
            </p:nvGrpSpPr>
            <p:grpSpPr bwMode="auto">
              <a:xfrm>
                <a:off x="412" y="4705"/>
                <a:ext cx="412" cy="710"/>
                <a:chOff x="412" y="4705"/>
                <a:chExt cx="412" cy="710"/>
              </a:xfrm>
            </p:grpSpPr>
            <p:sp>
              <p:nvSpPr>
                <p:cNvPr id="54407" name="Rectangle 38"/>
                <p:cNvSpPr>
                  <a:spLocks noChangeArrowheads="1"/>
                </p:cNvSpPr>
                <p:nvPr/>
              </p:nvSpPr>
              <p:spPr bwMode="auto">
                <a:xfrm>
                  <a:off x="455"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4408" name="Rectangle 39"/>
                <p:cNvSpPr>
                  <a:spLocks noChangeArrowheads="1"/>
                </p:cNvSpPr>
                <p:nvPr/>
              </p:nvSpPr>
              <p:spPr bwMode="auto">
                <a:xfrm>
                  <a:off x="412"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8" name="Group 40"/>
              <p:cNvGrpSpPr>
                <a:grpSpLocks/>
              </p:cNvGrpSpPr>
              <p:nvPr/>
            </p:nvGrpSpPr>
            <p:grpSpPr bwMode="auto">
              <a:xfrm>
                <a:off x="824" y="4705"/>
                <a:ext cx="412" cy="710"/>
                <a:chOff x="824" y="4705"/>
                <a:chExt cx="412" cy="710"/>
              </a:xfrm>
            </p:grpSpPr>
            <p:sp>
              <p:nvSpPr>
                <p:cNvPr id="54405" name="Rectangle 41"/>
                <p:cNvSpPr>
                  <a:spLocks noChangeArrowheads="1"/>
                </p:cNvSpPr>
                <p:nvPr/>
              </p:nvSpPr>
              <p:spPr bwMode="auto">
                <a:xfrm>
                  <a:off x="867"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06" name="Rectangle 42"/>
                <p:cNvSpPr>
                  <a:spLocks noChangeArrowheads="1"/>
                </p:cNvSpPr>
                <p:nvPr/>
              </p:nvSpPr>
              <p:spPr bwMode="auto">
                <a:xfrm>
                  <a:off x="824"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69" name="Group 43"/>
              <p:cNvGrpSpPr>
                <a:grpSpLocks/>
              </p:cNvGrpSpPr>
              <p:nvPr/>
            </p:nvGrpSpPr>
            <p:grpSpPr bwMode="auto">
              <a:xfrm>
                <a:off x="1236" y="4705"/>
                <a:ext cx="412" cy="710"/>
                <a:chOff x="1236" y="4705"/>
                <a:chExt cx="412" cy="710"/>
              </a:xfrm>
            </p:grpSpPr>
            <p:sp>
              <p:nvSpPr>
                <p:cNvPr id="54403" name="Rectangle 44"/>
                <p:cNvSpPr>
                  <a:spLocks noChangeArrowheads="1"/>
                </p:cNvSpPr>
                <p:nvPr/>
              </p:nvSpPr>
              <p:spPr bwMode="auto">
                <a:xfrm>
                  <a:off x="1279"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4404" name="Rectangle 45"/>
                <p:cNvSpPr>
                  <a:spLocks noChangeArrowheads="1"/>
                </p:cNvSpPr>
                <p:nvPr/>
              </p:nvSpPr>
              <p:spPr bwMode="auto">
                <a:xfrm>
                  <a:off x="1236"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0" name="Group 46"/>
              <p:cNvGrpSpPr>
                <a:grpSpLocks/>
              </p:cNvGrpSpPr>
              <p:nvPr/>
            </p:nvGrpSpPr>
            <p:grpSpPr bwMode="auto">
              <a:xfrm>
                <a:off x="1648" y="4705"/>
                <a:ext cx="412" cy="710"/>
                <a:chOff x="1648" y="4705"/>
                <a:chExt cx="412" cy="710"/>
              </a:xfrm>
            </p:grpSpPr>
            <p:sp>
              <p:nvSpPr>
                <p:cNvPr id="54401" name="Rectangle 47"/>
                <p:cNvSpPr>
                  <a:spLocks noChangeArrowheads="1"/>
                </p:cNvSpPr>
                <p:nvPr/>
              </p:nvSpPr>
              <p:spPr bwMode="auto">
                <a:xfrm>
                  <a:off x="1691" y="470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02" name="Rectangle 48"/>
                <p:cNvSpPr>
                  <a:spLocks noChangeArrowheads="1"/>
                </p:cNvSpPr>
                <p:nvPr/>
              </p:nvSpPr>
              <p:spPr bwMode="auto">
                <a:xfrm>
                  <a:off x="1648" y="470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1" name="Group 49"/>
              <p:cNvGrpSpPr>
                <a:grpSpLocks/>
              </p:cNvGrpSpPr>
              <p:nvPr/>
            </p:nvGrpSpPr>
            <p:grpSpPr bwMode="auto">
              <a:xfrm>
                <a:off x="0" y="5415"/>
                <a:ext cx="412" cy="710"/>
                <a:chOff x="0" y="5415"/>
                <a:chExt cx="412" cy="710"/>
              </a:xfrm>
            </p:grpSpPr>
            <p:sp>
              <p:nvSpPr>
                <p:cNvPr id="54399" name="Rectangle 50"/>
                <p:cNvSpPr>
                  <a:spLocks noChangeArrowheads="1"/>
                </p:cNvSpPr>
                <p:nvPr/>
              </p:nvSpPr>
              <p:spPr bwMode="auto">
                <a:xfrm>
                  <a:off x="43"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400" name="Rectangle 51"/>
                <p:cNvSpPr>
                  <a:spLocks noChangeArrowheads="1"/>
                </p:cNvSpPr>
                <p:nvPr/>
              </p:nvSpPr>
              <p:spPr bwMode="auto">
                <a:xfrm>
                  <a:off x="0"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2" name="Group 52"/>
              <p:cNvGrpSpPr>
                <a:grpSpLocks/>
              </p:cNvGrpSpPr>
              <p:nvPr/>
            </p:nvGrpSpPr>
            <p:grpSpPr bwMode="auto">
              <a:xfrm>
                <a:off x="412" y="5415"/>
                <a:ext cx="412" cy="710"/>
                <a:chOff x="412" y="5415"/>
                <a:chExt cx="412" cy="710"/>
              </a:xfrm>
            </p:grpSpPr>
            <p:sp>
              <p:nvSpPr>
                <p:cNvPr id="54397" name="Rectangle 53"/>
                <p:cNvSpPr>
                  <a:spLocks noChangeArrowheads="1"/>
                </p:cNvSpPr>
                <p:nvPr/>
              </p:nvSpPr>
              <p:spPr bwMode="auto">
                <a:xfrm>
                  <a:off x="455"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98" name="Rectangle 54"/>
                <p:cNvSpPr>
                  <a:spLocks noChangeArrowheads="1"/>
                </p:cNvSpPr>
                <p:nvPr/>
              </p:nvSpPr>
              <p:spPr bwMode="auto">
                <a:xfrm>
                  <a:off x="412"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3" name="Group 55"/>
              <p:cNvGrpSpPr>
                <a:grpSpLocks/>
              </p:cNvGrpSpPr>
              <p:nvPr/>
            </p:nvGrpSpPr>
            <p:grpSpPr bwMode="auto">
              <a:xfrm>
                <a:off x="824" y="5415"/>
                <a:ext cx="412" cy="710"/>
                <a:chOff x="824" y="5415"/>
                <a:chExt cx="412" cy="710"/>
              </a:xfrm>
            </p:grpSpPr>
            <p:sp>
              <p:nvSpPr>
                <p:cNvPr id="54395" name="Rectangle 56"/>
                <p:cNvSpPr>
                  <a:spLocks noChangeArrowheads="1"/>
                </p:cNvSpPr>
                <p:nvPr/>
              </p:nvSpPr>
              <p:spPr bwMode="auto">
                <a:xfrm>
                  <a:off x="867"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FF0000"/>
                      </a:solidFill>
                      <a:latin typeface="Times New Roman" pitchFamily="18" charset="0"/>
                    </a:rPr>
                    <a:t>R3/4</a:t>
                  </a:r>
                </a:p>
                <a:p>
                  <a:endParaRPr kumimoji="1" lang="en-US" altLang="zh-CN" sz="2800" b="1">
                    <a:solidFill>
                      <a:srgbClr val="FF0000"/>
                    </a:solidFill>
                    <a:latin typeface="Times New Roman" pitchFamily="18" charset="0"/>
                  </a:endParaRPr>
                </a:p>
              </p:txBody>
            </p:sp>
            <p:sp>
              <p:nvSpPr>
                <p:cNvPr id="54396" name="Rectangle 57"/>
                <p:cNvSpPr>
                  <a:spLocks noChangeArrowheads="1"/>
                </p:cNvSpPr>
                <p:nvPr/>
              </p:nvSpPr>
              <p:spPr bwMode="auto">
                <a:xfrm>
                  <a:off x="824"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4" name="Group 58"/>
              <p:cNvGrpSpPr>
                <a:grpSpLocks/>
              </p:cNvGrpSpPr>
              <p:nvPr/>
            </p:nvGrpSpPr>
            <p:grpSpPr bwMode="auto">
              <a:xfrm>
                <a:off x="1236" y="5415"/>
                <a:ext cx="412" cy="710"/>
                <a:chOff x="1236" y="5415"/>
                <a:chExt cx="412" cy="710"/>
              </a:xfrm>
            </p:grpSpPr>
            <p:sp>
              <p:nvSpPr>
                <p:cNvPr id="54393" name="Rectangle 59"/>
                <p:cNvSpPr>
                  <a:spLocks noChangeArrowheads="1"/>
                </p:cNvSpPr>
                <p:nvPr/>
              </p:nvSpPr>
              <p:spPr bwMode="auto">
                <a:xfrm>
                  <a:off x="1279"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B1</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94" name="Rectangle 60"/>
                <p:cNvSpPr>
                  <a:spLocks noChangeArrowheads="1"/>
                </p:cNvSpPr>
                <p:nvPr/>
              </p:nvSpPr>
              <p:spPr bwMode="auto">
                <a:xfrm>
                  <a:off x="1236"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5" name="Group 61"/>
              <p:cNvGrpSpPr>
                <a:grpSpLocks/>
              </p:cNvGrpSpPr>
              <p:nvPr/>
            </p:nvGrpSpPr>
            <p:grpSpPr bwMode="auto">
              <a:xfrm>
                <a:off x="1648" y="5415"/>
                <a:ext cx="412" cy="710"/>
                <a:chOff x="1648" y="5415"/>
                <a:chExt cx="412" cy="710"/>
              </a:xfrm>
            </p:grpSpPr>
            <p:sp>
              <p:nvSpPr>
                <p:cNvPr id="54391" name="Rectangle 62"/>
                <p:cNvSpPr>
                  <a:spLocks noChangeArrowheads="1"/>
                </p:cNvSpPr>
                <p:nvPr/>
              </p:nvSpPr>
              <p:spPr bwMode="auto">
                <a:xfrm>
                  <a:off x="1691" y="5415"/>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92" name="Rectangle 63"/>
                <p:cNvSpPr>
                  <a:spLocks noChangeArrowheads="1"/>
                </p:cNvSpPr>
                <p:nvPr/>
              </p:nvSpPr>
              <p:spPr bwMode="auto">
                <a:xfrm>
                  <a:off x="1648" y="5415"/>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6" name="Group 64"/>
              <p:cNvGrpSpPr>
                <a:grpSpLocks/>
              </p:cNvGrpSpPr>
              <p:nvPr/>
            </p:nvGrpSpPr>
            <p:grpSpPr bwMode="auto">
              <a:xfrm>
                <a:off x="0" y="6125"/>
                <a:ext cx="412" cy="499"/>
                <a:chOff x="0" y="6125"/>
                <a:chExt cx="412" cy="499"/>
              </a:xfrm>
            </p:grpSpPr>
            <p:sp>
              <p:nvSpPr>
                <p:cNvPr id="54389" name="Rectangle 65"/>
                <p:cNvSpPr>
                  <a:spLocks noChangeArrowheads="1"/>
                </p:cNvSpPr>
                <p:nvPr/>
              </p:nvSpPr>
              <p:spPr bwMode="auto">
                <a:xfrm>
                  <a:off x="43"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90" name="Rectangle 66"/>
                <p:cNvSpPr>
                  <a:spLocks noChangeArrowheads="1"/>
                </p:cNvSpPr>
                <p:nvPr/>
              </p:nvSpPr>
              <p:spPr bwMode="auto">
                <a:xfrm>
                  <a:off x="0"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7" name="Group 67"/>
              <p:cNvGrpSpPr>
                <a:grpSpLocks/>
              </p:cNvGrpSpPr>
              <p:nvPr/>
            </p:nvGrpSpPr>
            <p:grpSpPr bwMode="auto">
              <a:xfrm>
                <a:off x="412" y="6125"/>
                <a:ext cx="412" cy="499"/>
                <a:chOff x="412" y="6125"/>
                <a:chExt cx="412" cy="499"/>
              </a:xfrm>
            </p:grpSpPr>
            <p:sp>
              <p:nvSpPr>
                <p:cNvPr id="54387" name="Rectangle 68"/>
                <p:cNvSpPr>
                  <a:spLocks noChangeArrowheads="1"/>
                </p:cNvSpPr>
                <p:nvPr/>
              </p:nvSpPr>
              <p:spPr bwMode="auto">
                <a:xfrm>
                  <a:off x="455"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88" name="Rectangle 69"/>
                <p:cNvSpPr>
                  <a:spLocks noChangeArrowheads="1"/>
                </p:cNvSpPr>
                <p:nvPr/>
              </p:nvSpPr>
              <p:spPr bwMode="auto">
                <a:xfrm>
                  <a:off x="412"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8" name="Group 70"/>
              <p:cNvGrpSpPr>
                <a:grpSpLocks/>
              </p:cNvGrpSpPr>
              <p:nvPr/>
            </p:nvGrpSpPr>
            <p:grpSpPr bwMode="auto">
              <a:xfrm>
                <a:off x="824" y="6125"/>
                <a:ext cx="412" cy="499"/>
                <a:chOff x="824" y="6125"/>
                <a:chExt cx="412" cy="499"/>
              </a:xfrm>
            </p:grpSpPr>
            <p:sp>
              <p:nvSpPr>
                <p:cNvPr id="54385" name="Rectangle 71"/>
                <p:cNvSpPr>
                  <a:spLocks noChangeArrowheads="1"/>
                </p:cNvSpPr>
                <p:nvPr/>
              </p:nvSpPr>
              <p:spPr bwMode="auto">
                <a:xfrm>
                  <a:off x="867"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86" name="Rectangle 72"/>
                <p:cNvSpPr>
                  <a:spLocks noChangeArrowheads="1"/>
                </p:cNvSpPr>
                <p:nvPr/>
              </p:nvSpPr>
              <p:spPr bwMode="auto">
                <a:xfrm>
                  <a:off x="824"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79" name="Group 73"/>
              <p:cNvGrpSpPr>
                <a:grpSpLocks/>
              </p:cNvGrpSpPr>
              <p:nvPr/>
            </p:nvGrpSpPr>
            <p:grpSpPr bwMode="auto">
              <a:xfrm>
                <a:off x="1236" y="6125"/>
                <a:ext cx="412" cy="499"/>
                <a:chOff x="1236" y="6125"/>
                <a:chExt cx="412" cy="499"/>
              </a:xfrm>
            </p:grpSpPr>
            <p:sp>
              <p:nvSpPr>
                <p:cNvPr id="54383" name="Rectangle 74"/>
                <p:cNvSpPr>
                  <a:spLocks noChangeArrowheads="1"/>
                </p:cNvSpPr>
                <p:nvPr/>
              </p:nvSpPr>
              <p:spPr bwMode="auto">
                <a:xfrm>
                  <a:off x="1279"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84" name="Rectangle 75"/>
                <p:cNvSpPr>
                  <a:spLocks noChangeArrowheads="1"/>
                </p:cNvSpPr>
                <p:nvPr/>
              </p:nvSpPr>
              <p:spPr bwMode="auto">
                <a:xfrm>
                  <a:off x="1236"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80" name="Group 76"/>
              <p:cNvGrpSpPr>
                <a:grpSpLocks/>
              </p:cNvGrpSpPr>
              <p:nvPr/>
            </p:nvGrpSpPr>
            <p:grpSpPr bwMode="auto">
              <a:xfrm>
                <a:off x="1648" y="6125"/>
                <a:ext cx="412" cy="499"/>
                <a:chOff x="1648" y="6125"/>
                <a:chExt cx="412" cy="499"/>
              </a:xfrm>
            </p:grpSpPr>
            <p:sp>
              <p:nvSpPr>
                <p:cNvPr id="54381" name="Rectangle 77"/>
                <p:cNvSpPr>
                  <a:spLocks noChangeArrowheads="1"/>
                </p:cNvSpPr>
                <p:nvPr/>
              </p:nvSpPr>
              <p:spPr bwMode="auto">
                <a:xfrm>
                  <a:off x="1691" y="6125"/>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82" name="Rectangle 78"/>
                <p:cNvSpPr>
                  <a:spLocks noChangeArrowheads="1"/>
                </p:cNvSpPr>
                <p:nvPr/>
              </p:nvSpPr>
              <p:spPr bwMode="auto">
                <a:xfrm>
                  <a:off x="1648" y="6125"/>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4355" name="Rectangle 79"/>
            <p:cNvSpPr>
              <a:spLocks noChangeArrowheads="1"/>
            </p:cNvSpPr>
            <p:nvPr/>
          </p:nvSpPr>
          <p:spPr bwMode="auto">
            <a:xfrm>
              <a:off x="-3" y="349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128080" name="Group 80"/>
          <p:cNvGrpSpPr>
            <a:grpSpLocks/>
          </p:cNvGrpSpPr>
          <p:nvPr/>
        </p:nvGrpSpPr>
        <p:grpSpPr bwMode="auto">
          <a:xfrm>
            <a:off x="684213" y="3357563"/>
            <a:ext cx="6542087" cy="2895600"/>
            <a:chOff x="-3" y="-3"/>
            <a:chExt cx="2066" cy="3134"/>
          </a:xfrm>
        </p:grpSpPr>
        <p:grpSp>
          <p:nvGrpSpPr>
            <p:cNvPr id="54277" name="Group 81"/>
            <p:cNvGrpSpPr>
              <a:grpSpLocks/>
            </p:cNvGrpSpPr>
            <p:nvPr/>
          </p:nvGrpSpPr>
          <p:grpSpPr bwMode="auto">
            <a:xfrm>
              <a:off x="0" y="0"/>
              <a:ext cx="2060" cy="3128"/>
              <a:chOff x="0" y="0"/>
              <a:chExt cx="2060" cy="3128"/>
            </a:xfrm>
          </p:grpSpPr>
          <p:grpSp>
            <p:nvGrpSpPr>
              <p:cNvPr id="54279" name="Group 82"/>
              <p:cNvGrpSpPr>
                <a:grpSpLocks/>
              </p:cNvGrpSpPr>
              <p:nvPr/>
            </p:nvGrpSpPr>
            <p:grpSpPr bwMode="auto">
              <a:xfrm>
                <a:off x="0" y="0"/>
                <a:ext cx="412" cy="499"/>
                <a:chOff x="0" y="0"/>
                <a:chExt cx="412" cy="499"/>
              </a:xfrm>
            </p:grpSpPr>
            <p:sp>
              <p:nvSpPr>
                <p:cNvPr id="54352" name="Rectangle 83"/>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53" name="Rectangle 84"/>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0" name="Group 85"/>
              <p:cNvGrpSpPr>
                <a:grpSpLocks/>
              </p:cNvGrpSpPr>
              <p:nvPr/>
            </p:nvGrpSpPr>
            <p:grpSpPr bwMode="auto">
              <a:xfrm>
                <a:off x="412" y="0"/>
                <a:ext cx="412" cy="499"/>
                <a:chOff x="412" y="0"/>
                <a:chExt cx="412" cy="499"/>
              </a:xfrm>
            </p:grpSpPr>
            <p:sp>
              <p:nvSpPr>
                <p:cNvPr id="54350" name="Rectangle 86"/>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51" name="Rectangle 87"/>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1" name="Group 88"/>
              <p:cNvGrpSpPr>
                <a:grpSpLocks/>
              </p:cNvGrpSpPr>
              <p:nvPr/>
            </p:nvGrpSpPr>
            <p:grpSpPr bwMode="auto">
              <a:xfrm>
                <a:off x="824" y="0"/>
                <a:ext cx="412" cy="499"/>
                <a:chOff x="824" y="0"/>
                <a:chExt cx="412" cy="499"/>
              </a:xfrm>
            </p:grpSpPr>
            <p:sp>
              <p:nvSpPr>
                <p:cNvPr id="54348" name="Rectangle 89"/>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49" name="Rectangle 90"/>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2" name="Group 91"/>
              <p:cNvGrpSpPr>
                <a:grpSpLocks/>
              </p:cNvGrpSpPr>
              <p:nvPr/>
            </p:nvGrpSpPr>
            <p:grpSpPr bwMode="auto">
              <a:xfrm>
                <a:off x="1236" y="0"/>
                <a:ext cx="412" cy="499"/>
                <a:chOff x="1236" y="0"/>
                <a:chExt cx="412" cy="499"/>
              </a:xfrm>
            </p:grpSpPr>
            <p:sp>
              <p:nvSpPr>
                <p:cNvPr id="54346" name="Rectangle 92"/>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47" name="Rectangle 93"/>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3" name="Group 94"/>
              <p:cNvGrpSpPr>
                <a:grpSpLocks/>
              </p:cNvGrpSpPr>
              <p:nvPr/>
            </p:nvGrpSpPr>
            <p:grpSpPr bwMode="auto">
              <a:xfrm>
                <a:off x="1648" y="0"/>
                <a:ext cx="412" cy="499"/>
                <a:chOff x="1648" y="0"/>
                <a:chExt cx="412" cy="499"/>
              </a:xfrm>
            </p:grpSpPr>
            <p:sp>
              <p:nvSpPr>
                <p:cNvPr id="54344" name="Rectangle 95"/>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45" name="Rectangle 96"/>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4" name="Group 97"/>
              <p:cNvGrpSpPr>
                <a:grpSpLocks/>
              </p:cNvGrpSpPr>
              <p:nvPr/>
            </p:nvGrpSpPr>
            <p:grpSpPr bwMode="auto">
              <a:xfrm>
                <a:off x="0" y="499"/>
                <a:ext cx="412" cy="710"/>
                <a:chOff x="0" y="499"/>
                <a:chExt cx="412" cy="710"/>
              </a:xfrm>
            </p:grpSpPr>
            <p:sp>
              <p:nvSpPr>
                <p:cNvPr id="54342" name="Rectangle 98"/>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43" name="Rectangle 99"/>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5" name="Group 100"/>
              <p:cNvGrpSpPr>
                <a:grpSpLocks/>
              </p:cNvGrpSpPr>
              <p:nvPr/>
            </p:nvGrpSpPr>
            <p:grpSpPr bwMode="auto">
              <a:xfrm>
                <a:off x="412" y="499"/>
                <a:ext cx="412" cy="710"/>
                <a:chOff x="412" y="499"/>
                <a:chExt cx="412" cy="710"/>
              </a:xfrm>
            </p:grpSpPr>
            <p:sp>
              <p:nvSpPr>
                <p:cNvPr id="54340" name="Rectangle 101"/>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3333CC"/>
                      </a:solidFill>
                      <a:latin typeface="Times New Roman" pitchFamily="18" charset="0"/>
                    </a:rPr>
                    <a:t>B3/8</a:t>
                  </a:r>
                </a:p>
                <a:p>
                  <a:pPr algn="just"/>
                  <a:endParaRPr kumimoji="1" lang="en-US" altLang="zh-CN" sz="2800" b="1">
                    <a:solidFill>
                      <a:srgbClr val="3333CC"/>
                    </a:solidFill>
                    <a:latin typeface="Times New Roman" pitchFamily="18" charset="0"/>
                  </a:endParaRPr>
                </a:p>
              </p:txBody>
            </p:sp>
            <p:sp>
              <p:nvSpPr>
                <p:cNvPr id="54341" name="Rectangle 102"/>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6" name="Group 103"/>
              <p:cNvGrpSpPr>
                <a:grpSpLocks/>
              </p:cNvGrpSpPr>
              <p:nvPr/>
            </p:nvGrpSpPr>
            <p:grpSpPr bwMode="auto">
              <a:xfrm>
                <a:off x="824" y="499"/>
                <a:ext cx="412" cy="710"/>
                <a:chOff x="824" y="499"/>
                <a:chExt cx="412" cy="710"/>
              </a:xfrm>
            </p:grpSpPr>
            <p:sp>
              <p:nvSpPr>
                <p:cNvPr id="54338" name="Rectangle 104"/>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39" name="Rectangle 105"/>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7" name="Group 106"/>
              <p:cNvGrpSpPr>
                <a:grpSpLocks/>
              </p:cNvGrpSpPr>
              <p:nvPr/>
            </p:nvGrpSpPr>
            <p:grpSpPr bwMode="auto">
              <a:xfrm>
                <a:off x="1236" y="499"/>
                <a:ext cx="412" cy="710"/>
                <a:chOff x="1236" y="499"/>
                <a:chExt cx="412" cy="710"/>
              </a:xfrm>
            </p:grpSpPr>
            <p:sp>
              <p:nvSpPr>
                <p:cNvPr id="54336" name="Rectangle 107"/>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B3/8</a:t>
                  </a:r>
                </a:p>
                <a:p>
                  <a:endParaRPr kumimoji="1" lang="en-US" altLang="zh-CN" sz="2800" b="1">
                    <a:solidFill>
                      <a:srgbClr val="3333CC"/>
                    </a:solidFill>
                    <a:latin typeface="Times New Roman" pitchFamily="18" charset="0"/>
                  </a:endParaRPr>
                </a:p>
              </p:txBody>
            </p:sp>
            <p:sp>
              <p:nvSpPr>
                <p:cNvPr id="54337" name="Rectangle 108"/>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8" name="Group 109"/>
              <p:cNvGrpSpPr>
                <a:grpSpLocks/>
              </p:cNvGrpSpPr>
              <p:nvPr/>
            </p:nvGrpSpPr>
            <p:grpSpPr bwMode="auto">
              <a:xfrm>
                <a:off x="1648" y="499"/>
                <a:ext cx="412" cy="710"/>
                <a:chOff x="1648" y="499"/>
                <a:chExt cx="412" cy="710"/>
              </a:xfrm>
            </p:grpSpPr>
            <p:sp>
              <p:nvSpPr>
                <p:cNvPr id="54334" name="Rectangle 110"/>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35" name="Rectangle 111"/>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89" name="Group 112"/>
              <p:cNvGrpSpPr>
                <a:grpSpLocks/>
              </p:cNvGrpSpPr>
              <p:nvPr/>
            </p:nvGrpSpPr>
            <p:grpSpPr bwMode="auto">
              <a:xfrm>
                <a:off x="0" y="1209"/>
                <a:ext cx="412" cy="710"/>
                <a:chOff x="0" y="1209"/>
                <a:chExt cx="412" cy="710"/>
              </a:xfrm>
            </p:grpSpPr>
            <p:sp>
              <p:nvSpPr>
                <p:cNvPr id="54332" name="Rectangle 113"/>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33" name="Rectangle 114"/>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0" name="Group 115"/>
              <p:cNvGrpSpPr>
                <a:grpSpLocks/>
              </p:cNvGrpSpPr>
              <p:nvPr/>
            </p:nvGrpSpPr>
            <p:grpSpPr bwMode="auto">
              <a:xfrm>
                <a:off x="412" y="1209"/>
                <a:ext cx="412" cy="710"/>
                <a:chOff x="412" y="1209"/>
                <a:chExt cx="412" cy="710"/>
              </a:xfrm>
            </p:grpSpPr>
            <p:sp>
              <p:nvSpPr>
                <p:cNvPr id="54330" name="Rectangle 116"/>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31" name="Rectangle 117"/>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1" name="Group 118"/>
              <p:cNvGrpSpPr>
                <a:grpSpLocks/>
              </p:cNvGrpSpPr>
              <p:nvPr/>
            </p:nvGrpSpPr>
            <p:grpSpPr bwMode="auto">
              <a:xfrm>
                <a:off x="824" y="1209"/>
                <a:ext cx="412" cy="710"/>
                <a:chOff x="824" y="1209"/>
                <a:chExt cx="412" cy="710"/>
              </a:xfrm>
            </p:grpSpPr>
            <p:sp>
              <p:nvSpPr>
                <p:cNvPr id="54328" name="Rectangle 119"/>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29" name="Rectangle 120"/>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2" name="Group 121"/>
              <p:cNvGrpSpPr>
                <a:grpSpLocks/>
              </p:cNvGrpSpPr>
              <p:nvPr/>
            </p:nvGrpSpPr>
            <p:grpSpPr bwMode="auto">
              <a:xfrm>
                <a:off x="1236" y="1209"/>
                <a:ext cx="412" cy="710"/>
                <a:chOff x="1236" y="1209"/>
                <a:chExt cx="412" cy="710"/>
              </a:xfrm>
            </p:grpSpPr>
            <p:sp>
              <p:nvSpPr>
                <p:cNvPr id="54326" name="Rectangle 122"/>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27" name="Rectangle 123"/>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3" name="Group 124"/>
              <p:cNvGrpSpPr>
                <a:grpSpLocks/>
              </p:cNvGrpSpPr>
              <p:nvPr/>
            </p:nvGrpSpPr>
            <p:grpSpPr bwMode="auto">
              <a:xfrm>
                <a:off x="1648" y="1209"/>
                <a:ext cx="412" cy="710"/>
                <a:chOff x="1648" y="1209"/>
                <a:chExt cx="412" cy="710"/>
              </a:xfrm>
            </p:grpSpPr>
            <p:sp>
              <p:nvSpPr>
                <p:cNvPr id="54324" name="Rectangle 125"/>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25" name="Rectangle 126"/>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4" name="Group 127"/>
              <p:cNvGrpSpPr>
                <a:grpSpLocks/>
              </p:cNvGrpSpPr>
              <p:nvPr/>
            </p:nvGrpSpPr>
            <p:grpSpPr bwMode="auto">
              <a:xfrm>
                <a:off x="0" y="1919"/>
                <a:ext cx="412" cy="710"/>
                <a:chOff x="0" y="1919"/>
                <a:chExt cx="412" cy="710"/>
              </a:xfrm>
            </p:grpSpPr>
            <p:sp>
              <p:nvSpPr>
                <p:cNvPr id="54322" name="Rectangle 128"/>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23" name="Rectangle 129"/>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5" name="Group 130"/>
              <p:cNvGrpSpPr>
                <a:grpSpLocks/>
              </p:cNvGrpSpPr>
              <p:nvPr/>
            </p:nvGrpSpPr>
            <p:grpSpPr bwMode="auto">
              <a:xfrm>
                <a:off x="412" y="1919"/>
                <a:ext cx="412" cy="710"/>
                <a:chOff x="412" y="1919"/>
                <a:chExt cx="412" cy="710"/>
              </a:xfrm>
            </p:grpSpPr>
            <p:sp>
              <p:nvSpPr>
                <p:cNvPr id="54320" name="Rectangle 131"/>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B3/8</a:t>
                  </a:r>
                </a:p>
                <a:p>
                  <a:endParaRPr kumimoji="1" lang="en-US" altLang="zh-CN" sz="2800" b="1">
                    <a:solidFill>
                      <a:srgbClr val="3333CC"/>
                    </a:solidFill>
                    <a:latin typeface="Times New Roman" pitchFamily="18" charset="0"/>
                  </a:endParaRPr>
                </a:p>
              </p:txBody>
            </p:sp>
            <p:sp>
              <p:nvSpPr>
                <p:cNvPr id="54321" name="Rectangle 132"/>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6" name="Group 133"/>
              <p:cNvGrpSpPr>
                <a:grpSpLocks/>
              </p:cNvGrpSpPr>
              <p:nvPr/>
            </p:nvGrpSpPr>
            <p:grpSpPr bwMode="auto">
              <a:xfrm>
                <a:off x="824" y="1919"/>
                <a:ext cx="412" cy="710"/>
                <a:chOff x="824" y="1919"/>
                <a:chExt cx="412" cy="710"/>
              </a:xfrm>
            </p:grpSpPr>
            <p:sp>
              <p:nvSpPr>
                <p:cNvPr id="54318" name="Rectangle 134"/>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19" name="Rectangle 135"/>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7" name="Group 136"/>
              <p:cNvGrpSpPr>
                <a:grpSpLocks/>
              </p:cNvGrpSpPr>
              <p:nvPr/>
            </p:nvGrpSpPr>
            <p:grpSpPr bwMode="auto">
              <a:xfrm>
                <a:off x="1236" y="1919"/>
                <a:ext cx="412" cy="710"/>
                <a:chOff x="1236" y="1919"/>
                <a:chExt cx="412" cy="710"/>
              </a:xfrm>
            </p:grpSpPr>
            <p:sp>
              <p:nvSpPr>
                <p:cNvPr id="54316" name="Rectangle 137"/>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B3/8</a:t>
                  </a:r>
                </a:p>
                <a:p>
                  <a:endParaRPr kumimoji="1" lang="en-US" altLang="zh-CN" sz="2800" b="1">
                    <a:solidFill>
                      <a:srgbClr val="3333CC"/>
                    </a:solidFill>
                    <a:latin typeface="Times New Roman" pitchFamily="18" charset="0"/>
                  </a:endParaRPr>
                </a:p>
              </p:txBody>
            </p:sp>
            <p:sp>
              <p:nvSpPr>
                <p:cNvPr id="54317" name="Rectangle 138"/>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8" name="Group 139"/>
              <p:cNvGrpSpPr>
                <a:grpSpLocks/>
              </p:cNvGrpSpPr>
              <p:nvPr/>
            </p:nvGrpSpPr>
            <p:grpSpPr bwMode="auto">
              <a:xfrm>
                <a:off x="1648" y="1919"/>
                <a:ext cx="412" cy="710"/>
                <a:chOff x="1648" y="1919"/>
                <a:chExt cx="412" cy="710"/>
              </a:xfrm>
            </p:grpSpPr>
            <p:sp>
              <p:nvSpPr>
                <p:cNvPr id="54314" name="Rectangle 140"/>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15" name="Rectangle 141"/>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299" name="Group 142"/>
              <p:cNvGrpSpPr>
                <a:grpSpLocks/>
              </p:cNvGrpSpPr>
              <p:nvPr/>
            </p:nvGrpSpPr>
            <p:grpSpPr bwMode="auto">
              <a:xfrm>
                <a:off x="0" y="2629"/>
                <a:ext cx="412" cy="499"/>
                <a:chOff x="0" y="2629"/>
                <a:chExt cx="412" cy="499"/>
              </a:xfrm>
            </p:grpSpPr>
            <p:sp>
              <p:nvSpPr>
                <p:cNvPr id="54312" name="Rectangle 143"/>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13" name="Rectangle 144"/>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00" name="Group 145"/>
              <p:cNvGrpSpPr>
                <a:grpSpLocks/>
              </p:cNvGrpSpPr>
              <p:nvPr/>
            </p:nvGrpSpPr>
            <p:grpSpPr bwMode="auto">
              <a:xfrm>
                <a:off x="412" y="2629"/>
                <a:ext cx="412" cy="499"/>
                <a:chOff x="412" y="2629"/>
                <a:chExt cx="412" cy="499"/>
              </a:xfrm>
            </p:grpSpPr>
            <p:sp>
              <p:nvSpPr>
                <p:cNvPr id="54310" name="Rectangle 146"/>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11" name="Rectangle 147"/>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01" name="Group 148"/>
              <p:cNvGrpSpPr>
                <a:grpSpLocks/>
              </p:cNvGrpSpPr>
              <p:nvPr/>
            </p:nvGrpSpPr>
            <p:grpSpPr bwMode="auto">
              <a:xfrm>
                <a:off x="824" y="2629"/>
                <a:ext cx="412" cy="499"/>
                <a:chOff x="824" y="2629"/>
                <a:chExt cx="412" cy="499"/>
              </a:xfrm>
            </p:grpSpPr>
            <p:sp>
              <p:nvSpPr>
                <p:cNvPr id="54308" name="Rectangle 149"/>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09" name="Rectangle 150"/>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02" name="Group 151"/>
              <p:cNvGrpSpPr>
                <a:grpSpLocks/>
              </p:cNvGrpSpPr>
              <p:nvPr/>
            </p:nvGrpSpPr>
            <p:grpSpPr bwMode="auto">
              <a:xfrm>
                <a:off x="1236" y="2629"/>
                <a:ext cx="412" cy="499"/>
                <a:chOff x="1236" y="2629"/>
                <a:chExt cx="412" cy="499"/>
              </a:xfrm>
            </p:grpSpPr>
            <p:sp>
              <p:nvSpPr>
                <p:cNvPr id="54306" name="Rectangle 152"/>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07" name="Rectangle 153"/>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4303" name="Group 154"/>
              <p:cNvGrpSpPr>
                <a:grpSpLocks/>
              </p:cNvGrpSpPr>
              <p:nvPr/>
            </p:nvGrpSpPr>
            <p:grpSpPr bwMode="auto">
              <a:xfrm>
                <a:off x="1648" y="2629"/>
                <a:ext cx="412" cy="499"/>
                <a:chOff x="1648" y="2629"/>
                <a:chExt cx="412" cy="499"/>
              </a:xfrm>
            </p:grpSpPr>
            <p:sp>
              <p:nvSpPr>
                <p:cNvPr id="54304" name="Rectangle 155"/>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4305" name="Rectangle 156"/>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4278" name="Rectangle 157"/>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54276" name="Text Box 158"/>
          <p:cNvSpPr txBox="1">
            <a:spLocks noChangeArrowheads="1"/>
          </p:cNvSpPr>
          <p:nvPr/>
        </p:nvSpPr>
        <p:spPr bwMode="auto">
          <a:xfrm>
            <a:off x="7308850" y="2852738"/>
            <a:ext cx="1647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t>Chang B</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8080"/>
                                        </p:tgtEl>
                                        <p:attrNameLst>
                                          <p:attrName>style.visibility</p:attrName>
                                        </p:attrNameLst>
                                      </p:cBhvr>
                                      <p:to>
                                        <p:strVal val="visible"/>
                                      </p:to>
                                    </p:set>
                                    <p:anim calcmode="lin" valueType="num">
                                      <p:cBhvr additive="base">
                                        <p:cTn id="7" dur="500" fill="hold"/>
                                        <p:tgtEl>
                                          <p:spTgt spid="128080"/>
                                        </p:tgtEl>
                                        <p:attrNameLst>
                                          <p:attrName>ppt_x</p:attrName>
                                        </p:attrNameLst>
                                      </p:cBhvr>
                                      <p:tavLst>
                                        <p:tav tm="0">
                                          <p:val>
                                            <p:strVal val="0-#ppt_w/2"/>
                                          </p:val>
                                        </p:tav>
                                        <p:tav tm="100000">
                                          <p:val>
                                            <p:strVal val="#ppt_x"/>
                                          </p:val>
                                        </p:tav>
                                      </p:tavLst>
                                    </p:anim>
                                    <p:anim calcmode="lin" valueType="num">
                                      <p:cBhvr additive="base">
                                        <p:cTn id="8" dur="500" fill="hold"/>
                                        <p:tgtEl>
                                          <p:spTgt spid="1280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424" name="Group 80"/>
          <p:cNvGrpSpPr>
            <a:grpSpLocks/>
          </p:cNvGrpSpPr>
          <p:nvPr/>
        </p:nvGrpSpPr>
        <p:grpSpPr bwMode="auto">
          <a:xfrm>
            <a:off x="539750" y="3581400"/>
            <a:ext cx="6478588" cy="2895600"/>
            <a:chOff x="-3" y="-3"/>
            <a:chExt cx="2066" cy="3134"/>
          </a:xfrm>
        </p:grpSpPr>
        <p:grpSp>
          <p:nvGrpSpPr>
            <p:cNvPr id="55378" name="Group 81"/>
            <p:cNvGrpSpPr>
              <a:grpSpLocks/>
            </p:cNvGrpSpPr>
            <p:nvPr/>
          </p:nvGrpSpPr>
          <p:grpSpPr bwMode="auto">
            <a:xfrm>
              <a:off x="0" y="0"/>
              <a:ext cx="2060" cy="3128"/>
              <a:chOff x="0" y="0"/>
              <a:chExt cx="2060" cy="3128"/>
            </a:xfrm>
          </p:grpSpPr>
          <p:grpSp>
            <p:nvGrpSpPr>
              <p:cNvPr id="55380" name="Group 82"/>
              <p:cNvGrpSpPr>
                <a:grpSpLocks/>
              </p:cNvGrpSpPr>
              <p:nvPr/>
            </p:nvGrpSpPr>
            <p:grpSpPr bwMode="auto">
              <a:xfrm>
                <a:off x="0" y="0"/>
                <a:ext cx="412" cy="499"/>
                <a:chOff x="0" y="0"/>
                <a:chExt cx="412" cy="499"/>
              </a:xfrm>
            </p:grpSpPr>
            <p:sp>
              <p:nvSpPr>
                <p:cNvPr id="55453" name="Rectangle 83"/>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54" name="Rectangle 84"/>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1" name="Group 85"/>
              <p:cNvGrpSpPr>
                <a:grpSpLocks/>
              </p:cNvGrpSpPr>
              <p:nvPr/>
            </p:nvGrpSpPr>
            <p:grpSpPr bwMode="auto">
              <a:xfrm>
                <a:off x="412" y="0"/>
                <a:ext cx="412" cy="499"/>
                <a:chOff x="412" y="0"/>
                <a:chExt cx="412" cy="499"/>
              </a:xfrm>
            </p:grpSpPr>
            <p:sp>
              <p:nvSpPr>
                <p:cNvPr id="55451" name="Rectangle 86"/>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52" name="Rectangle 87"/>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2" name="Group 88"/>
              <p:cNvGrpSpPr>
                <a:grpSpLocks/>
              </p:cNvGrpSpPr>
              <p:nvPr/>
            </p:nvGrpSpPr>
            <p:grpSpPr bwMode="auto">
              <a:xfrm>
                <a:off x="824" y="0"/>
                <a:ext cx="412" cy="499"/>
                <a:chOff x="824" y="0"/>
                <a:chExt cx="412" cy="499"/>
              </a:xfrm>
            </p:grpSpPr>
            <p:sp>
              <p:nvSpPr>
                <p:cNvPr id="55449" name="Rectangle 89"/>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50" name="Rectangle 90"/>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3" name="Group 91"/>
              <p:cNvGrpSpPr>
                <a:grpSpLocks/>
              </p:cNvGrpSpPr>
              <p:nvPr/>
            </p:nvGrpSpPr>
            <p:grpSpPr bwMode="auto">
              <a:xfrm>
                <a:off x="1236" y="0"/>
                <a:ext cx="412" cy="499"/>
                <a:chOff x="1236" y="0"/>
                <a:chExt cx="412" cy="499"/>
              </a:xfrm>
            </p:grpSpPr>
            <p:sp>
              <p:nvSpPr>
                <p:cNvPr id="55447" name="Rectangle 92"/>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48" name="Rectangle 93"/>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4" name="Group 94"/>
              <p:cNvGrpSpPr>
                <a:grpSpLocks/>
              </p:cNvGrpSpPr>
              <p:nvPr/>
            </p:nvGrpSpPr>
            <p:grpSpPr bwMode="auto">
              <a:xfrm>
                <a:off x="1648" y="0"/>
                <a:ext cx="412" cy="499"/>
                <a:chOff x="1648" y="0"/>
                <a:chExt cx="412" cy="499"/>
              </a:xfrm>
            </p:grpSpPr>
            <p:sp>
              <p:nvSpPr>
                <p:cNvPr id="55445" name="Rectangle 95"/>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46" name="Rectangle 96"/>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5" name="Group 97"/>
              <p:cNvGrpSpPr>
                <a:grpSpLocks/>
              </p:cNvGrpSpPr>
              <p:nvPr/>
            </p:nvGrpSpPr>
            <p:grpSpPr bwMode="auto">
              <a:xfrm>
                <a:off x="0" y="499"/>
                <a:ext cx="412" cy="710"/>
                <a:chOff x="0" y="499"/>
                <a:chExt cx="412" cy="710"/>
              </a:xfrm>
            </p:grpSpPr>
            <p:sp>
              <p:nvSpPr>
                <p:cNvPr id="55443" name="Rectangle 98"/>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44" name="Rectangle 99"/>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6" name="Group 100"/>
              <p:cNvGrpSpPr>
                <a:grpSpLocks/>
              </p:cNvGrpSpPr>
              <p:nvPr/>
            </p:nvGrpSpPr>
            <p:grpSpPr bwMode="auto">
              <a:xfrm>
                <a:off x="412" y="499"/>
                <a:ext cx="412" cy="710"/>
                <a:chOff x="412" y="499"/>
                <a:chExt cx="412" cy="710"/>
              </a:xfrm>
            </p:grpSpPr>
            <p:sp>
              <p:nvSpPr>
                <p:cNvPr id="55441" name="Rectangle 101"/>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pPr algn="just"/>
                  <a:endParaRPr kumimoji="1" lang="en-US" altLang="zh-CN" sz="2800" b="1">
                    <a:latin typeface="Times New Roman" pitchFamily="18" charset="0"/>
                  </a:endParaRPr>
                </a:p>
              </p:txBody>
            </p:sp>
            <p:sp>
              <p:nvSpPr>
                <p:cNvPr id="55442" name="Rectangle 102"/>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7" name="Group 103"/>
              <p:cNvGrpSpPr>
                <a:grpSpLocks/>
              </p:cNvGrpSpPr>
              <p:nvPr/>
            </p:nvGrpSpPr>
            <p:grpSpPr bwMode="auto">
              <a:xfrm>
                <a:off x="824" y="499"/>
                <a:ext cx="412" cy="710"/>
                <a:chOff x="824" y="499"/>
                <a:chExt cx="412" cy="710"/>
              </a:xfrm>
            </p:grpSpPr>
            <p:sp>
              <p:nvSpPr>
                <p:cNvPr id="55439" name="Rectangle 104"/>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5440" name="Rectangle 105"/>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8" name="Group 106"/>
              <p:cNvGrpSpPr>
                <a:grpSpLocks/>
              </p:cNvGrpSpPr>
              <p:nvPr/>
            </p:nvGrpSpPr>
            <p:grpSpPr bwMode="auto">
              <a:xfrm>
                <a:off x="1236" y="499"/>
                <a:ext cx="412" cy="710"/>
                <a:chOff x="1236" y="499"/>
                <a:chExt cx="412" cy="710"/>
              </a:xfrm>
            </p:grpSpPr>
            <p:sp>
              <p:nvSpPr>
                <p:cNvPr id="55437" name="Rectangle 107"/>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38" name="Rectangle 108"/>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89" name="Group 109"/>
              <p:cNvGrpSpPr>
                <a:grpSpLocks/>
              </p:cNvGrpSpPr>
              <p:nvPr/>
            </p:nvGrpSpPr>
            <p:grpSpPr bwMode="auto">
              <a:xfrm>
                <a:off x="1648" y="499"/>
                <a:ext cx="412" cy="710"/>
                <a:chOff x="1648" y="499"/>
                <a:chExt cx="412" cy="710"/>
              </a:xfrm>
            </p:grpSpPr>
            <p:sp>
              <p:nvSpPr>
                <p:cNvPr id="55435" name="Rectangle 110"/>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36" name="Rectangle 111"/>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0" name="Group 112"/>
              <p:cNvGrpSpPr>
                <a:grpSpLocks/>
              </p:cNvGrpSpPr>
              <p:nvPr/>
            </p:nvGrpSpPr>
            <p:grpSpPr bwMode="auto">
              <a:xfrm>
                <a:off x="0" y="1209"/>
                <a:ext cx="412" cy="710"/>
                <a:chOff x="0" y="1209"/>
                <a:chExt cx="412" cy="710"/>
              </a:xfrm>
            </p:grpSpPr>
            <p:sp>
              <p:nvSpPr>
                <p:cNvPr id="55433" name="Rectangle 113"/>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34" name="Rectangle 114"/>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1" name="Group 115"/>
              <p:cNvGrpSpPr>
                <a:grpSpLocks/>
              </p:cNvGrpSpPr>
              <p:nvPr/>
            </p:nvGrpSpPr>
            <p:grpSpPr bwMode="auto">
              <a:xfrm>
                <a:off x="412" y="1209"/>
                <a:ext cx="412" cy="710"/>
                <a:chOff x="412" y="1209"/>
                <a:chExt cx="412" cy="710"/>
              </a:xfrm>
            </p:grpSpPr>
            <p:sp>
              <p:nvSpPr>
                <p:cNvPr id="55431" name="Rectangle 116"/>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5432" name="Rectangle 117"/>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2" name="Group 118"/>
              <p:cNvGrpSpPr>
                <a:grpSpLocks/>
              </p:cNvGrpSpPr>
              <p:nvPr/>
            </p:nvGrpSpPr>
            <p:grpSpPr bwMode="auto">
              <a:xfrm>
                <a:off x="824" y="1209"/>
                <a:ext cx="412" cy="710"/>
                <a:chOff x="824" y="1209"/>
                <a:chExt cx="412" cy="710"/>
              </a:xfrm>
            </p:grpSpPr>
            <p:sp>
              <p:nvSpPr>
                <p:cNvPr id="55429" name="Rectangle 119"/>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30" name="Rectangle 120"/>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3" name="Group 121"/>
              <p:cNvGrpSpPr>
                <a:grpSpLocks/>
              </p:cNvGrpSpPr>
              <p:nvPr/>
            </p:nvGrpSpPr>
            <p:grpSpPr bwMode="auto">
              <a:xfrm>
                <a:off x="1236" y="1209"/>
                <a:ext cx="412" cy="710"/>
                <a:chOff x="1236" y="1209"/>
                <a:chExt cx="412" cy="710"/>
              </a:xfrm>
            </p:grpSpPr>
            <p:sp>
              <p:nvSpPr>
                <p:cNvPr id="55427" name="Rectangle 122"/>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5428" name="Rectangle 123"/>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4" name="Group 124"/>
              <p:cNvGrpSpPr>
                <a:grpSpLocks/>
              </p:cNvGrpSpPr>
              <p:nvPr/>
            </p:nvGrpSpPr>
            <p:grpSpPr bwMode="auto">
              <a:xfrm>
                <a:off x="1648" y="1209"/>
                <a:ext cx="412" cy="710"/>
                <a:chOff x="1648" y="1209"/>
                <a:chExt cx="412" cy="710"/>
              </a:xfrm>
            </p:grpSpPr>
            <p:sp>
              <p:nvSpPr>
                <p:cNvPr id="55425" name="Rectangle 125"/>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26" name="Rectangle 126"/>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5" name="Group 127"/>
              <p:cNvGrpSpPr>
                <a:grpSpLocks/>
              </p:cNvGrpSpPr>
              <p:nvPr/>
            </p:nvGrpSpPr>
            <p:grpSpPr bwMode="auto">
              <a:xfrm>
                <a:off x="0" y="1919"/>
                <a:ext cx="412" cy="710"/>
                <a:chOff x="0" y="1919"/>
                <a:chExt cx="412" cy="710"/>
              </a:xfrm>
            </p:grpSpPr>
            <p:sp>
              <p:nvSpPr>
                <p:cNvPr id="55423" name="Rectangle 128"/>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24" name="Rectangle 129"/>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6" name="Group 130"/>
              <p:cNvGrpSpPr>
                <a:grpSpLocks/>
              </p:cNvGrpSpPr>
              <p:nvPr/>
            </p:nvGrpSpPr>
            <p:grpSpPr bwMode="auto">
              <a:xfrm>
                <a:off x="412" y="1919"/>
                <a:ext cx="412" cy="710"/>
                <a:chOff x="412" y="1919"/>
                <a:chExt cx="412" cy="710"/>
              </a:xfrm>
            </p:grpSpPr>
            <p:sp>
              <p:nvSpPr>
                <p:cNvPr id="55421" name="Rectangle 131"/>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22" name="Rectangle 132"/>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7" name="Group 133"/>
              <p:cNvGrpSpPr>
                <a:grpSpLocks/>
              </p:cNvGrpSpPr>
              <p:nvPr/>
            </p:nvGrpSpPr>
            <p:grpSpPr bwMode="auto">
              <a:xfrm>
                <a:off x="824" y="1919"/>
                <a:ext cx="412" cy="710"/>
                <a:chOff x="824" y="1919"/>
                <a:chExt cx="412" cy="710"/>
              </a:xfrm>
            </p:grpSpPr>
            <p:sp>
              <p:nvSpPr>
                <p:cNvPr id="55419" name="Rectangle 134"/>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5420" name="Rectangle 135"/>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8" name="Group 136"/>
              <p:cNvGrpSpPr>
                <a:grpSpLocks/>
              </p:cNvGrpSpPr>
              <p:nvPr/>
            </p:nvGrpSpPr>
            <p:grpSpPr bwMode="auto">
              <a:xfrm>
                <a:off x="1236" y="1919"/>
                <a:ext cx="412" cy="710"/>
                <a:chOff x="1236" y="1919"/>
                <a:chExt cx="412" cy="710"/>
              </a:xfrm>
            </p:grpSpPr>
            <p:sp>
              <p:nvSpPr>
                <p:cNvPr id="55417" name="Rectangle 137"/>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18" name="Rectangle 138"/>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99" name="Group 139"/>
              <p:cNvGrpSpPr>
                <a:grpSpLocks/>
              </p:cNvGrpSpPr>
              <p:nvPr/>
            </p:nvGrpSpPr>
            <p:grpSpPr bwMode="auto">
              <a:xfrm>
                <a:off x="1648" y="1919"/>
                <a:ext cx="412" cy="710"/>
                <a:chOff x="1648" y="1919"/>
                <a:chExt cx="412" cy="710"/>
              </a:xfrm>
            </p:grpSpPr>
            <p:sp>
              <p:nvSpPr>
                <p:cNvPr id="55415" name="Rectangle 140"/>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16" name="Rectangle 141"/>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400" name="Group 142"/>
              <p:cNvGrpSpPr>
                <a:grpSpLocks/>
              </p:cNvGrpSpPr>
              <p:nvPr/>
            </p:nvGrpSpPr>
            <p:grpSpPr bwMode="auto">
              <a:xfrm>
                <a:off x="0" y="2629"/>
                <a:ext cx="412" cy="499"/>
                <a:chOff x="0" y="2629"/>
                <a:chExt cx="412" cy="499"/>
              </a:xfrm>
            </p:grpSpPr>
            <p:sp>
              <p:nvSpPr>
                <p:cNvPr id="55413" name="Rectangle 143"/>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14" name="Rectangle 144"/>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401" name="Group 145"/>
              <p:cNvGrpSpPr>
                <a:grpSpLocks/>
              </p:cNvGrpSpPr>
              <p:nvPr/>
            </p:nvGrpSpPr>
            <p:grpSpPr bwMode="auto">
              <a:xfrm>
                <a:off x="412" y="2629"/>
                <a:ext cx="412" cy="499"/>
                <a:chOff x="412" y="2629"/>
                <a:chExt cx="412" cy="499"/>
              </a:xfrm>
            </p:grpSpPr>
            <p:sp>
              <p:nvSpPr>
                <p:cNvPr id="55411" name="Rectangle 146"/>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12" name="Rectangle 147"/>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402" name="Group 148"/>
              <p:cNvGrpSpPr>
                <a:grpSpLocks/>
              </p:cNvGrpSpPr>
              <p:nvPr/>
            </p:nvGrpSpPr>
            <p:grpSpPr bwMode="auto">
              <a:xfrm>
                <a:off x="824" y="2629"/>
                <a:ext cx="412" cy="499"/>
                <a:chOff x="824" y="2629"/>
                <a:chExt cx="412" cy="499"/>
              </a:xfrm>
            </p:grpSpPr>
            <p:sp>
              <p:nvSpPr>
                <p:cNvPr id="55409" name="Rectangle 149"/>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10" name="Rectangle 150"/>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403" name="Group 151"/>
              <p:cNvGrpSpPr>
                <a:grpSpLocks/>
              </p:cNvGrpSpPr>
              <p:nvPr/>
            </p:nvGrpSpPr>
            <p:grpSpPr bwMode="auto">
              <a:xfrm>
                <a:off x="1236" y="2629"/>
                <a:ext cx="412" cy="499"/>
                <a:chOff x="1236" y="2629"/>
                <a:chExt cx="412" cy="499"/>
              </a:xfrm>
            </p:grpSpPr>
            <p:sp>
              <p:nvSpPr>
                <p:cNvPr id="55407" name="Rectangle 152"/>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08" name="Rectangle 153"/>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404" name="Group 154"/>
              <p:cNvGrpSpPr>
                <a:grpSpLocks/>
              </p:cNvGrpSpPr>
              <p:nvPr/>
            </p:nvGrpSpPr>
            <p:grpSpPr bwMode="auto">
              <a:xfrm>
                <a:off x="1648" y="2629"/>
                <a:ext cx="412" cy="499"/>
                <a:chOff x="1648" y="2629"/>
                <a:chExt cx="412" cy="499"/>
              </a:xfrm>
            </p:grpSpPr>
            <p:sp>
              <p:nvSpPr>
                <p:cNvPr id="55405" name="Rectangle 155"/>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406" name="Rectangle 156"/>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5379" name="Rectangle 157"/>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55299" name="Text Box 158"/>
          <p:cNvSpPr txBox="1">
            <a:spLocks noChangeArrowheads="1"/>
          </p:cNvSpPr>
          <p:nvPr/>
        </p:nvSpPr>
        <p:spPr bwMode="auto">
          <a:xfrm>
            <a:off x="7235825" y="3357563"/>
            <a:ext cx="1647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t>Chang R</a:t>
            </a:r>
          </a:p>
        </p:txBody>
      </p:sp>
      <p:grpSp>
        <p:nvGrpSpPr>
          <p:cNvPr id="57503" name="Group 159"/>
          <p:cNvGrpSpPr>
            <a:grpSpLocks/>
          </p:cNvGrpSpPr>
          <p:nvPr/>
        </p:nvGrpSpPr>
        <p:grpSpPr bwMode="auto">
          <a:xfrm>
            <a:off x="611188" y="333375"/>
            <a:ext cx="6542087" cy="2895600"/>
            <a:chOff x="-3" y="-3"/>
            <a:chExt cx="2066" cy="3134"/>
          </a:xfrm>
        </p:grpSpPr>
        <p:grpSp>
          <p:nvGrpSpPr>
            <p:cNvPr id="55301" name="Group 160"/>
            <p:cNvGrpSpPr>
              <a:grpSpLocks/>
            </p:cNvGrpSpPr>
            <p:nvPr/>
          </p:nvGrpSpPr>
          <p:grpSpPr bwMode="auto">
            <a:xfrm>
              <a:off x="0" y="0"/>
              <a:ext cx="2060" cy="3128"/>
              <a:chOff x="0" y="0"/>
              <a:chExt cx="2060" cy="3128"/>
            </a:xfrm>
          </p:grpSpPr>
          <p:grpSp>
            <p:nvGrpSpPr>
              <p:cNvPr id="55303" name="Group 161"/>
              <p:cNvGrpSpPr>
                <a:grpSpLocks/>
              </p:cNvGrpSpPr>
              <p:nvPr/>
            </p:nvGrpSpPr>
            <p:grpSpPr bwMode="auto">
              <a:xfrm>
                <a:off x="0" y="0"/>
                <a:ext cx="412" cy="499"/>
                <a:chOff x="0" y="0"/>
                <a:chExt cx="412" cy="499"/>
              </a:xfrm>
            </p:grpSpPr>
            <p:sp>
              <p:nvSpPr>
                <p:cNvPr id="55376" name="Rectangle 162"/>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77" name="Rectangle 163"/>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04" name="Group 164"/>
              <p:cNvGrpSpPr>
                <a:grpSpLocks/>
              </p:cNvGrpSpPr>
              <p:nvPr/>
            </p:nvGrpSpPr>
            <p:grpSpPr bwMode="auto">
              <a:xfrm>
                <a:off x="412" y="0"/>
                <a:ext cx="412" cy="499"/>
                <a:chOff x="412" y="0"/>
                <a:chExt cx="412" cy="499"/>
              </a:xfrm>
            </p:grpSpPr>
            <p:sp>
              <p:nvSpPr>
                <p:cNvPr id="55374" name="Rectangle 165"/>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75" name="Rectangle 166"/>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05" name="Group 167"/>
              <p:cNvGrpSpPr>
                <a:grpSpLocks/>
              </p:cNvGrpSpPr>
              <p:nvPr/>
            </p:nvGrpSpPr>
            <p:grpSpPr bwMode="auto">
              <a:xfrm>
                <a:off x="824" y="0"/>
                <a:ext cx="412" cy="499"/>
                <a:chOff x="824" y="0"/>
                <a:chExt cx="412" cy="499"/>
              </a:xfrm>
            </p:grpSpPr>
            <p:sp>
              <p:nvSpPr>
                <p:cNvPr id="55372" name="Rectangle 168"/>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73" name="Rectangle 169"/>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06" name="Group 170"/>
              <p:cNvGrpSpPr>
                <a:grpSpLocks/>
              </p:cNvGrpSpPr>
              <p:nvPr/>
            </p:nvGrpSpPr>
            <p:grpSpPr bwMode="auto">
              <a:xfrm>
                <a:off x="1236" y="0"/>
                <a:ext cx="412" cy="499"/>
                <a:chOff x="1236" y="0"/>
                <a:chExt cx="412" cy="499"/>
              </a:xfrm>
            </p:grpSpPr>
            <p:sp>
              <p:nvSpPr>
                <p:cNvPr id="55370" name="Rectangle 171"/>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71" name="Rectangle 172"/>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07" name="Group 173"/>
              <p:cNvGrpSpPr>
                <a:grpSpLocks/>
              </p:cNvGrpSpPr>
              <p:nvPr/>
            </p:nvGrpSpPr>
            <p:grpSpPr bwMode="auto">
              <a:xfrm>
                <a:off x="1648" y="0"/>
                <a:ext cx="412" cy="499"/>
                <a:chOff x="1648" y="0"/>
                <a:chExt cx="412" cy="499"/>
              </a:xfrm>
            </p:grpSpPr>
            <p:sp>
              <p:nvSpPr>
                <p:cNvPr id="55368" name="Rectangle 174"/>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69" name="Rectangle 175"/>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08" name="Group 176"/>
              <p:cNvGrpSpPr>
                <a:grpSpLocks/>
              </p:cNvGrpSpPr>
              <p:nvPr/>
            </p:nvGrpSpPr>
            <p:grpSpPr bwMode="auto">
              <a:xfrm>
                <a:off x="0" y="499"/>
                <a:ext cx="412" cy="710"/>
                <a:chOff x="0" y="499"/>
                <a:chExt cx="412" cy="710"/>
              </a:xfrm>
            </p:grpSpPr>
            <p:sp>
              <p:nvSpPr>
                <p:cNvPr id="55366" name="Rectangle 177"/>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67" name="Rectangle 178"/>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09" name="Group 179"/>
              <p:cNvGrpSpPr>
                <a:grpSpLocks/>
              </p:cNvGrpSpPr>
              <p:nvPr/>
            </p:nvGrpSpPr>
            <p:grpSpPr bwMode="auto">
              <a:xfrm>
                <a:off x="412" y="499"/>
                <a:ext cx="412" cy="710"/>
                <a:chOff x="412" y="499"/>
                <a:chExt cx="412" cy="710"/>
              </a:xfrm>
            </p:grpSpPr>
            <p:sp>
              <p:nvSpPr>
                <p:cNvPr id="55364" name="Rectangle 180"/>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3333CC"/>
                      </a:solidFill>
                      <a:latin typeface="Times New Roman" pitchFamily="18" charset="0"/>
                    </a:rPr>
                    <a:t>B3/8</a:t>
                  </a:r>
                </a:p>
                <a:p>
                  <a:pPr algn="just"/>
                  <a:endParaRPr kumimoji="1" lang="en-US" altLang="zh-CN" sz="2800" b="1">
                    <a:solidFill>
                      <a:srgbClr val="3333CC"/>
                    </a:solidFill>
                    <a:latin typeface="Times New Roman" pitchFamily="18" charset="0"/>
                  </a:endParaRPr>
                </a:p>
              </p:txBody>
            </p:sp>
            <p:sp>
              <p:nvSpPr>
                <p:cNvPr id="55365" name="Rectangle 181"/>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0" name="Group 182"/>
              <p:cNvGrpSpPr>
                <a:grpSpLocks/>
              </p:cNvGrpSpPr>
              <p:nvPr/>
            </p:nvGrpSpPr>
            <p:grpSpPr bwMode="auto">
              <a:xfrm>
                <a:off x="824" y="499"/>
                <a:ext cx="412" cy="710"/>
                <a:chOff x="824" y="499"/>
                <a:chExt cx="412" cy="710"/>
              </a:xfrm>
            </p:grpSpPr>
            <p:sp>
              <p:nvSpPr>
                <p:cNvPr id="55362" name="Rectangle 183"/>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63" name="Rectangle 184"/>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1" name="Group 185"/>
              <p:cNvGrpSpPr>
                <a:grpSpLocks/>
              </p:cNvGrpSpPr>
              <p:nvPr/>
            </p:nvGrpSpPr>
            <p:grpSpPr bwMode="auto">
              <a:xfrm>
                <a:off x="1236" y="499"/>
                <a:ext cx="412" cy="710"/>
                <a:chOff x="1236" y="499"/>
                <a:chExt cx="412" cy="710"/>
              </a:xfrm>
            </p:grpSpPr>
            <p:sp>
              <p:nvSpPr>
                <p:cNvPr id="55360" name="Rectangle 186"/>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B3/8</a:t>
                  </a:r>
                </a:p>
                <a:p>
                  <a:endParaRPr kumimoji="1" lang="en-US" altLang="zh-CN" sz="2800" b="1">
                    <a:solidFill>
                      <a:srgbClr val="3333CC"/>
                    </a:solidFill>
                    <a:latin typeface="Times New Roman" pitchFamily="18" charset="0"/>
                  </a:endParaRPr>
                </a:p>
              </p:txBody>
            </p:sp>
            <p:sp>
              <p:nvSpPr>
                <p:cNvPr id="55361" name="Rectangle 187"/>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2" name="Group 188"/>
              <p:cNvGrpSpPr>
                <a:grpSpLocks/>
              </p:cNvGrpSpPr>
              <p:nvPr/>
            </p:nvGrpSpPr>
            <p:grpSpPr bwMode="auto">
              <a:xfrm>
                <a:off x="1648" y="499"/>
                <a:ext cx="412" cy="710"/>
                <a:chOff x="1648" y="499"/>
                <a:chExt cx="412" cy="710"/>
              </a:xfrm>
            </p:grpSpPr>
            <p:sp>
              <p:nvSpPr>
                <p:cNvPr id="55358" name="Rectangle 189"/>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59" name="Rectangle 190"/>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3" name="Group 191"/>
              <p:cNvGrpSpPr>
                <a:grpSpLocks/>
              </p:cNvGrpSpPr>
              <p:nvPr/>
            </p:nvGrpSpPr>
            <p:grpSpPr bwMode="auto">
              <a:xfrm>
                <a:off x="0" y="1209"/>
                <a:ext cx="412" cy="710"/>
                <a:chOff x="0" y="1209"/>
                <a:chExt cx="412" cy="710"/>
              </a:xfrm>
            </p:grpSpPr>
            <p:sp>
              <p:nvSpPr>
                <p:cNvPr id="55356" name="Rectangle 192"/>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57" name="Rectangle 193"/>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4" name="Group 194"/>
              <p:cNvGrpSpPr>
                <a:grpSpLocks/>
              </p:cNvGrpSpPr>
              <p:nvPr/>
            </p:nvGrpSpPr>
            <p:grpSpPr bwMode="auto">
              <a:xfrm>
                <a:off x="412" y="1209"/>
                <a:ext cx="412" cy="710"/>
                <a:chOff x="412" y="1209"/>
                <a:chExt cx="412" cy="710"/>
              </a:xfrm>
            </p:grpSpPr>
            <p:sp>
              <p:nvSpPr>
                <p:cNvPr id="55354" name="Rectangle 195"/>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55" name="Rectangle 196"/>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5" name="Group 197"/>
              <p:cNvGrpSpPr>
                <a:grpSpLocks/>
              </p:cNvGrpSpPr>
              <p:nvPr/>
            </p:nvGrpSpPr>
            <p:grpSpPr bwMode="auto">
              <a:xfrm>
                <a:off x="824" y="1209"/>
                <a:ext cx="412" cy="710"/>
                <a:chOff x="824" y="1209"/>
                <a:chExt cx="412" cy="710"/>
              </a:xfrm>
            </p:grpSpPr>
            <p:sp>
              <p:nvSpPr>
                <p:cNvPr id="55352" name="Rectangle 198"/>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53" name="Rectangle 199"/>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6" name="Group 200"/>
              <p:cNvGrpSpPr>
                <a:grpSpLocks/>
              </p:cNvGrpSpPr>
              <p:nvPr/>
            </p:nvGrpSpPr>
            <p:grpSpPr bwMode="auto">
              <a:xfrm>
                <a:off x="1236" y="1209"/>
                <a:ext cx="412" cy="710"/>
                <a:chOff x="1236" y="1209"/>
                <a:chExt cx="412" cy="710"/>
              </a:xfrm>
            </p:grpSpPr>
            <p:sp>
              <p:nvSpPr>
                <p:cNvPr id="55350" name="Rectangle 201"/>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51" name="Rectangle 202"/>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7" name="Group 203"/>
              <p:cNvGrpSpPr>
                <a:grpSpLocks/>
              </p:cNvGrpSpPr>
              <p:nvPr/>
            </p:nvGrpSpPr>
            <p:grpSpPr bwMode="auto">
              <a:xfrm>
                <a:off x="1648" y="1209"/>
                <a:ext cx="412" cy="710"/>
                <a:chOff x="1648" y="1209"/>
                <a:chExt cx="412" cy="710"/>
              </a:xfrm>
            </p:grpSpPr>
            <p:sp>
              <p:nvSpPr>
                <p:cNvPr id="55348" name="Rectangle 204"/>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49" name="Rectangle 205"/>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8" name="Group 206"/>
              <p:cNvGrpSpPr>
                <a:grpSpLocks/>
              </p:cNvGrpSpPr>
              <p:nvPr/>
            </p:nvGrpSpPr>
            <p:grpSpPr bwMode="auto">
              <a:xfrm>
                <a:off x="0" y="1919"/>
                <a:ext cx="412" cy="710"/>
                <a:chOff x="0" y="1919"/>
                <a:chExt cx="412" cy="710"/>
              </a:xfrm>
            </p:grpSpPr>
            <p:sp>
              <p:nvSpPr>
                <p:cNvPr id="55346" name="Rectangle 207"/>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47" name="Rectangle 208"/>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19" name="Group 209"/>
              <p:cNvGrpSpPr>
                <a:grpSpLocks/>
              </p:cNvGrpSpPr>
              <p:nvPr/>
            </p:nvGrpSpPr>
            <p:grpSpPr bwMode="auto">
              <a:xfrm>
                <a:off x="412" y="1919"/>
                <a:ext cx="412" cy="710"/>
                <a:chOff x="412" y="1919"/>
                <a:chExt cx="412" cy="710"/>
              </a:xfrm>
            </p:grpSpPr>
            <p:sp>
              <p:nvSpPr>
                <p:cNvPr id="55344" name="Rectangle 210"/>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B3/8</a:t>
                  </a:r>
                </a:p>
                <a:p>
                  <a:endParaRPr kumimoji="1" lang="en-US" altLang="zh-CN" sz="2800" b="1">
                    <a:solidFill>
                      <a:srgbClr val="3333CC"/>
                    </a:solidFill>
                    <a:latin typeface="Times New Roman" pitchFamily="18" charset="0"/>
                  </a:endParaRPr>
                </a:p>
              </p:txBody>
            </p:sp>
            <p:sp>
              <p:nvSpPr>
                <p:cNvPr id="55345" name="Rectangle 211"/>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0" name="Group 212"/>
              <p:cNvGrpSpPr>
                <a:grpSpLocks/>
              </p:cNvGrpSpPr>
              <p:nvPr/>
            </p:nvGrpSpPr>
            <p:grpSpPr bwMode="auto">
              <a:xfrm>
                <a:off x="824" y="1919"/>
                <a:ext cx="412" cy="710"/>
                <a:chOff x="824" y="1919"/>
                <a:chExt cx="412" cy="710"/>
              </a:xfrm>
            </p:grpSpPr>
            <p:sp>
              <p:nvSpPr>
                <p:cNvPr id="55342" name="Rectangle 213"/>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43" name="Rectangle 214"/>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1" name="Group 215"/>
              <p:cNvGrpSpPr>
                <a:grpSpLocks/>
              </p:cNvGrpSpPr>
              <p:nvPr/>
            </p:nvGrpSpPr>
            <p:grpSpPr bwMode="auto">
              <a:xfrm>
                <a:off x="1236" y="1919"/>
                <a:ext cx="412" cy="710"/>
                <a:chOff x="1236" y="1919"/>
                <a:chExt cx="412" cy="710"/>
              </a:xfrm>
            </p:grpSpPr>
            <p:sp>
              <p:nvSpPr>
                <p:cNvPr id="55340" name="Rectangle 216"/>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B3/8</a:t>
                  </a:r>
                </a:p>
                <a:p>
                  <a:endParaRPr kumimoji="1" lang="en-US" altLang="zh-CN" sz="2800" b="1">
                    <a:solidFill>
                      <a:srgbClr val="3333CC"/>
                    </a:solidFill>
                    <a:latin typeface="Times New Roman" pitchFamily="18" charset="0"/>
                  </a:endParaRPr>
                </a:p>
              </p:txBody>
            </p:sp>
            <p:sp>
              <p:nvSpPr>
                <p:cNvPr id="55341" name="Rectangle 217"/>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2" name="Group 218"/>
              <p:cNvGrpSpPr>
                <a:grpSpLocks/>
              </p:cNvGrpSpPr>
              <p:nvPr/>
            </p:nvGrpSpPr>
            <p:grpSpPr bwMode="auto">
              <a:xfrm>
                <a:off x="1648" y="1919"/>
                <a:ext cx="412" cy="710"/>
                <a:chOff x="1648" y="1919"/>
                <a:chExt cx="412" cy="710"/>
              </a:xfrm>
            </p:grpSpPr>
            <p:sp>
              <p:nvSpPr>
                <p:cNvPr id="55338" name="Rectangle 219"/>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39" name="Rectangle 220"/>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3" name="Group 221"/>
              <p:cNvGrpSpPr>
                <a:grpSpLocks/>
              </p:cNvGrpSpPr>
              <p:nvPr/>
            </p:nvGrpSpPr>
            <p:grpSpPr bwMode="auto">
              <a:xfrm>
                <a:off x="0" y="2629"/>
                <a:ext cx="412" cy="499"/>
                <a:chOff x="0" y="2629"/>
                <a:chExt cx="412" cy="499"/>
              </a:xfrm>
            </p:grpSpPr>
            <p:sp>
              <p:nvSpPr>
                <p:cNvPr id="55336" name="Rectangle 222"/>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37" name="Rectangle 223"/>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4" name="Group 224"/>
              <p:cNvGrpSpPr>
                <a:grpSpLocks/>
              </p:cNvGrpSpPr>
              <p:nvPr/>
            </p:nvGrpSpPr>
            <p:grpSpPr bwMode="auto">
              <a:xfrm>
                <a:off x="412" y="2629"/>
                <a:ext cx="412" cy="499"/>
                <a:chOff x="412" y="2629"/>
                <a:chExt cx="412" cy="499"/>
              </a:xfrm>
            </p:grpSpPr>
            <p:sp>
              <p:nvSpPr>
                <p:cNvPr id="55334" name="Rectangle 225"/>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35" name="Rectangle 226"/>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5" name="Group 227"/>
              <p:cNvGrpSpPr>
                <a:grpSpLocks/>
              </p:cNvGrpSpPr>
              <p:nvPr/>
            </p:nvGrpSpPr>
            <p:grpSpPr bwMode="auto">
              <a:xfrm>
                <a:off x="824" y="2629"/>
                <a:ext cx="412" cy="499"/>
                <a:chOff x="824" y="2629"/>
                <a:chExt cx="412" cy="499"/>
              </a:xfrm>
            </p:grpSpPr>
            <p:sp>
              <p:nvSpPr>
                <p:cNvPr id="55332" name="Rectangle 228"/>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33" name="Rectangle 229"/>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6" name="Group 230"/>
              <p:cNvGrpSpPr>
                <a:grpSpLocks/>
              </p:cNvGrpSpPr>
              <p:nvPr/>
            </p:nvGrpSpPr>
            <p:grpSpPr bwMode="auto">
              <a:xfrm>
                <a:off x="1236" y="2629"/>
                <a:ext cx="412" cy="499"/>
                <a:chOff x="1236" y="2629"/>
                <a:chExt cx="412" cy="499"/>
              </a:xfrm>
            </p:grpSpPr>
            <p:sp>
              <p:nvSpPr>
                <p:cNvPr id="55330" name="Rectangle 231"/>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31" name="Rectangle 232"/>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5327" name="Group 233"/>
              <p:cNvGrpSpPr>
                <a:grpSpLocks/>
              </p:cNvGrpSpPr>
              <p:nvPr/>
            </p:nvGrpSpPr>
            <p:grpSpPr bwMode="auto">
              <a:xfrm>
                <a:off x="1648" y="2629"/>
                <a:ext cx="412" cy="499"/>
                <a:chOff x="1648" y="2629"/>
                <a:chExt cx="412" cy="499"/>
              </a:xfrm>
            </p:grpSpPr>
            <p:sp>
              <p:nvSpPr>
                <p:cNvPr id="55328" name="Rectangle 234"/>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5329" name="Rectangle 235"/>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5302" name="Rectangle 236"/>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7424"/>
                                        </p:tgtEl>
                                        <p:attrNameLst>
                                          <p:attrName>style.visibility</p:attrName>
                                        </p:attrNameLst>
                                      </p:cBhvr>
                                      <p:to>
                                        <p:strVal val="visible"/>
                                      </p:to>
                                    </p:set>
                                    <p:anim calcmode="lin" valueType="num">
                                      <p:cBhvr additive="base">
                                        <p:cTn id="7" dur="500" fill="hold"/>
                                        <p:tgtEl>
                                          <p:spTgt spid="57424"/>
                                        </p:tgtEl>
                                        <p:attrNameLst>
                                          <p:attrName>ppt_x</p:attrName>
                                        </p:attrNameLst>
                                      </p:cBhvr>
                                      <p:tavLst>
                                        <p:tav tm="0">
                                          <p:val>
                                            <p:strVal val="0-#ppt_w/2"/>
                                          </p:val>
                                        </p:tav>
                                        <p:tav tm="100000">
                                          <p:val>
                                            <p:strVal val="#ppt_x"/>
                                          </p:val>
                                        </p:tav>
                                      </p:tavLst>
                                    </p:anim>
                                    <p:anim calcmode="lin" valueType="num">
                                      <p:cBhvr additive="base">
                                        <p:cTn id="8" dur="500" fill="hold"/>
                                        <p:tgtEl>
                                          <p:spTgt spid="574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7503"/>
                                        </p:tgtEl>
                                        <p:attrNameLst>
                                          <p:attrName>style.visibility</p:attrName>
                                        </p:attrNameLst>
                                      </p:cBhvr>
                                      <p:to>
                                        <p:strVal val="visible"/>
                                      </p:to>
                                    </p:set>
                                    <p:anim calcmode="lin" valueType="num">
                                      <p:cBhvr additive="base">
                                        <p:cTn id="13" dur="500" fill="hold"/>
                                        <p:tgtEl>
                                          <p:spTgt spid="57503"/>
                                        </p:tgtEl>
                                        <p:attrNameLst>
                                          <p:attrName>ppt_x</p:attrName>
                                        </p:attrNameLst>
                                      </p:cBhvr>
                                      <p:tavLst>
                                        <p:tav tm="0">
                                          <p:val>
                                            <p:strVal val="0-#ppt_w/2"/>
                                          </p:val>
                                        </p:tav>
                                        <p:tav tm="100000">
                                          <p:val>
                                            <p:strVal val="#ppt_x"/>
                                          </p:val>
                                        </p:tav>
                                      </p:tavLst>
                                    </p:anim>
                                    <p:anim calcmode="lin" valueType="num">
                                      <p:cBhvr additive="base">
                                        <p:cTn id="14" dur="500" fill="hold"/>
                                        <p:tgtEl>
                                          <p:spTgt spid="575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128" name="Group 80"/>
          <p:cNvGrpSpPr>
            <a:grpSpLocks/>
          </p:cNvGrpSpPr>
          <p:nvPr/>
        </p:nvGrpSpPr>
        <p:grpSpPr bwMode="auto">
          <a:xfrm>
            <a:off x="539750" y="3581400"/>
            <a:ext cx="7632700" cy="2895600"/>
            <a:chOff x="-3" y="-3"/>
            <a:chExt cx="2066" cy="3134"/>
          </a:xfrm>
        </p:grpSpPr>
        <p:grpSp>
          <p:nvGrpSpPr>
            <p:cNvPr id="56402" name="Group 81"/>
            <p:cNvGrpSpPr>
              <a:grpSpLocks/>
            </p:cNvGrpSpPr>
            <p:nvPr/>
          </p:nvGrpSpPr>
          <p:grpSpPr bwMode="auto">
            <a:xfrm>
              <a:off x="0" y="0"/>
              <a:ext cx="2060" cy="3128"/>
              <a:chOff x="0" y="0"/>
              <a:chExt cx="2060" cy="3128"/>
            </a:xfrm>
          </p:grpSpPr>
          <p:grpSp>
            <p:nvGrpSpPr>
              <p:cNvPr id="56404" name="Group 82"/>
              <p:cNvGrpSpPr>
                <a:grpSpLocks/>
              </p:cNvGrpSpPr>
              <p:nvPr/>
            </p:nvGrpSpPr>
            <p:grpSpPr bwMode="auto">
              <a:xfrm>
                <a:off x="0" y="0"/>
                <a:ext cx="412" cy="499"/>
                <a:chOff x="0" y="0"/>
                <a:chExt cx="412" cy="499"/>
              </a:xfrm>
            </p:grpSpPr>
            <p:sp>
              <p:nvSpPr>
                <p:cNvPr id="56477" name="Rectangle 83"/>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78" name="Rectangle 84"/>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05" name="Group 85"/>
              <p:cNvGrpSpPr>
                <a:grpSpLocks/>
              </p:cNvGrpSpPr>
              <p:nvPr/>
            </p:nvGrpSpPr>
            <p:grpSpPr bwMode="auto">
              <a:xfrm>
                <a:off x="412" y="0"/>
                <a:ext cx="412" cy="499"/>
                <a:chOff x="412" y="0"/>
                <a:chExt cx="412" cy="499"/>
              </a:xfrm>
            </p:grpSpPr>
            <p:sp>
              <p:nvSpPr>
                <p:cNvPr id="56475" name="Rectangle 86"/>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76" name="Rectangle 87"/>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06" name="Group 88"/>
              <p:cNvGrpSpPr>
                <a:grpSpLocks/>
              </p:cNvGrpSpPr>
              <p:nvPr/>
            </p:nvGrpSpPr>
            <p:grpSpPr bwMode="auto">
              <a:xfrm>
                <a:off x="824" y="0"/>
                <a:ext cx="412" cy="499"/>
                <a:chOff x="824" y="0"/>
                <a:chExt cx="412" cy="499"/>
              </a:xfrm>
            </p:grpSpPr>
            <p:sp>
              <p:nvSpPr>
                <p:cNvPr id="56473" name="Rectangle 89"/>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74" name="Rectangle 90"/>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07" name="Group 91"/>
              <p:cNvGrpSpPr>
                <a:grpSpLocks/>
              </p:cNvGrpSpPr>
              <p:nvPr/>
            </p:nvGrpSpPr>
            <p:grpSpPr bwMode="auto">
              <a:xfrm>
                <a:off x="1236" y="0"/>
                <a:ext cx="412" cy="499"/>
                <a:chOff x="1236" y="0"/>
                <a:chExt cx="412" cy="499"/>
              </a:xfrm>
            </p:grpSpPr>
            <p:sp>
              <p:nvSpPr>
                <p:cNvPr id="56471" name="Rectangle 92"/>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72" name="Rectangle 93"/>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08" name="Group 94"/>
              <p:cNvGrpSpPr>
                <a:grpSpLocks/>
              </p:cNvGrpSpPr>
              <p:nvPr/>
            </p:nvGrpSpPr>
            <p:grpSpPr bwMode="auto">
              <a:xfrm>
                <a:off x="1648" y="0"/>
                <a:ext cx="412" cy="499"/>
                <a:chOff x="1648" y="0"/>
                <a:chExt cx="412" cy="499"/>
              </a:xfrm>
            </p:grpSpPr>
            <p:sp>
              <p:nvSpPr>
                <p:cNvPr id="56469" name="Rectangle 95"/>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70" name="Rectangle 96"/>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09" name="Group 97"/>
              <p:cNvGrpSpPr>
                <a:grpSpLocks/>
              </p:cNvGrpSpPr>
              <p:nvPr/>
            </p:nvGrpSpPr>
            <p:grpSpPr bwMode="auto">
              <a:xfrm>
                <a:off x="0" y="499"/>
                <a:ext cx="412" cy="710"/>
                <a:chOff x="0" y="499"/>
                <a:chExt cx="412" cy="710"/>
              </a:xfrm>
            </p:grpSpPr>
            <p:sp>
              <p:nvSpPr>
                <p:cNvPr id="56467" name="Rectangle 98"/>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68" name="Rectangle 99"/>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0" name="Group 100"/>
              <p:cNvGrpSpPr>
                <a:grpSpLocks/>
              </p:cNvGrpSpPr>
              <p:nvPr/>
            </p:nvGrpSpPr>
            <p:grpSpPr bwMode="auto">
              <a:xfrm>
                <a:off x="412" y="499"/>
                <a:ext cx="412" cy="710"/>
                <a:chOff x="412" y="499"/>
                <a:chExt cx="412" cy="710"/>
              </a:xfrm>
            </p:grpSpPr>
            <p:sp>
              <p:nvSpPr>
                <p:cNvPr id="56465" name="Rectangle 101"/>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3333CC"/>
                      </a:solidFill>
                      <a:latin typeface="Times New Roman" pitchFamily="18" charset="0"/>
                    </a:rPr>
                    <a:t>B3/16</a:t>
                  </a:r>
                </a:p>
                <a:p>
                  <a:pPr algn="just"/>
                  <a:endParaRPr kumimoji="1" lang="en-US" altLang="zh-CN" sz="2800" b="1">
                    <a:latin typeface="Times New Roman" pitchFamily="18" charset="0"/>
                  </a:endParaRPr>
                </a:p>
              </p:txBody>
            </p:sp>
            <p:sp>
              <p:nvSpPr>
                <p:cNvPr id="56466" name="Rectangle 102"/>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1" name="Group 103"/>
              <p:cNvGrpSpPr>
                <a:grpSpLocks/>
              </p:cNvGrpSpPr>
              <p:nvPr/>
            </p:nvGrpSpPr>
            <p:grpSpPr bwMode="auto">
              <a:xfrm>
                <a:off x="824" y="499"/>
                <a:ext cx="412" cy="710"/>
                <a:chOff x="824" y="499"/>
                <a:chExt cx="412" cy="710"/>
              </a:xfrm>
            </p:grpSpPr>
            <p:sp>
              <p:nvSpPr>
                <p:cNvPr id="56463" name="Rectangle 104"/>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64" name="Rectangle 105"/>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2" name="Group 106"/>
              <p:cNvGrpSpPr>
                <a:grpSpLocks/>
              </p:cNvGrpSpPr>
              <p:nvPr/>
            </p:nvGrpSpPr>
            <p:grpSpPr bwMode="auto">
              <a:xfrm>
                <a:off x="1236" y="499"/>
                <a:ext cx="412" cy="710"/>
                <a:chOff x="1236" y="499"/>
                <a:chExt cx="412" cy="710"/>
              </a:xfrm>
            </p:grpSpPr>
            <p:sp>
              <p:nvSpPr>
                <p:cNvPr id="56461" name="Rectangle 107"/>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B3/16</a:t>
                  </a:r>
                </a:p>
                <a:p>
                  <a:endParaRPr kumimoji="1" lang="en-US" altLang="zh-CN" sz="2800" b="1">
                    <a:latin typeface="Times New Roman" pitchFamily="18" charset="0"/>
                  </a:endParaRPr>
                </a:p>
              </p:txBody>
            </p:sp>
            <p:sp>
              <p:nvSpPr>
                <p:cNvPr id="56462" name="Rectangle 108"/>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3" name="Group 109"/>
              <p:cNvGrpSpPr>
                <a:grpSpLocks/>
              </p:cNvGrpSpPr>
              <p:nvPr/>
            </p:nvGrpSpPr>
            <p:grpSpPr bwMode="auto">
              <a:xfrm>
                <a:off x="1648" y="499"/>
                <a:ext cx="412" cy="710"/>
                <a:chOff x="1648" y="499"/>
                <a:chExt cx="412" cy="710"/>
              </a:xfrm>
            </p:grpSpPr>
            <p:sp>
              <p:nvSpPr>
                <p:cNvPr id="56459" name="Rectangle 110"/>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60" name="Rectangle 111"/>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4" name="Group 112"/>
              <p:cNvGrpSpPr>
                <a:grpSpLocks/>
              </p:cNvGrpSpPr>
              <p:nvPr/>
            </p:nvGrpSpPr>
            <p:grpSpPr bwMode="auto">
              <a:xfrm>
                <a:off x="0" y="1209"/>
                <a:ext cx="412" cy="710"/>
                <a:chOff x="0" y="1209"/>
                <a:chExt cx="412" cy="710"/>
              </a:xfrm>
            </p:grpSpPr>
            <p:sp>
              <p:nvSpPr>
                <p:cNvPr id="56457" name="Rectangle 113"/>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58" name="Rectangle 114"/>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5" name="Group 115"/>
              <p:cNvGrpSpPr>
                <a:grpSpLocks/>
              </p:cNvGrpSpPr>
              <p:nvPr/>
            </p:nvGrpSpPr>
            <p:grpSpPr bwMode="auto">
              <a:xfrm>
                <a:off x="412" y="1209"/>
                <a:ext cx="412" cy="710"/>
                <a:chOff x="412" y="1209"/>
                <a:chExt cx="412" cy="710"/>
              </a:xfrm>
            </p:grpSpPr>
            <p:sp>
              <p:nvSpPr>
                <p:cNvPr id="56455" name="Rectangle 116"/>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56" name="Rectangle 117"/>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6" name="Group 118"/>
              <p:cNvGrpSpPr>
                <a:grpSpLocks/>
              </p:cNvGrpSpPr>
              <p:nvPr/>
            </p:nvGrpSpPr>
            <p:grpSpPr bwMode="auto">
              <a:xfrm>
                <a:off x="824" y="1209"/>
                <a:ext cx="412" cy="710"/>
                <a:chOff x="824" y="1209"/>
                <a:chExt cx="412" cy="710"/>
              </a:xfrm>
            </p:grpSpPr>
            <p:sp>
              <p:nvSpPr>
                <p:cNvPr id="56453" name="Rectangle 119"/>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54" name="Rectangle 120"/>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7" name="Group 121"/>
              <p:cNvGrpSpPr>
                <a:grpSpLocks/>
              </p:cNvGrpSpPr>
              <p:nvPr/>
            </p:nvGrpSpPr>
            <p:grpSpPr bwMode="auto">
              <a:xfrm>
                <a:off x="1236" y="1209"/>
                <a:ext cx="412" cy="710"/>
                <a:chOff x="1236" y="1209"/>
                <a:chExt cx="412" cy="710"/>
              </a:xfrm>
            </p:grpSpPr>
            <p:sp>
              <p:nvSpPr>
                <p:cNvPr id="56451" name="Rectangle 122"/>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52" name="Rectangle 123"/>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8" name="Group 124"/>
              <p:cNvGrpSpPr>
                <a:grpSpLocks/>
              </p:cNvGrpSpPr>
              <p:nvPr/>
            </p:nvGrpSpPr>
            <p:grpSpPr bwMode="auto">
              <a:xfrm>
                <a:off x="1648" y="1209"/>
                <a:ext cx="412" cy="710"/>
                <a:chOff x="1648" y="1209"/>
                <a:chExt cx="412" cy="710"/>
              </a:xfrm>
            </p:grpSpPr>
            <p:sp>
              <p:nvSpPr>
                <p:cNvPr id="56449" name="Rectangle 125"/>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50" name="Rectangle 126"/>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19" name="Group 127"/>
              <p:cNvGrpSpPr>
                <a:grpSpLocks/>
              </p:cNvGrpSpPr>
              <p:nvPr/>
            </p:nvGrpSpPr>
            <p:grpSpPr bwMode="auto">
              <a:xfrm>
                <a:off x="0" y="1919"/>
                <a:ext cx="412" cy="710"/>
                <a:chOff x="0" y="1919"/>
                <a:chExt cx="412" cy="710"/>
              </a:xfrm>
            </p:grpSpPr>
            <p:sp>
              <p:nvSpPr>
                <p:cNvPr id="56447" name="Rectangle 128"/>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48" name="Rectangle 129"/>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0" name="Group 130"/>
              <p:cNvGrpSpPr>
                <a:grpSpLocks/>
              </p:cNvGrpSpPr>
              <p:nvPr/>
            </p:nvGrpSpPr>
            <p:grpSpPr bwMode="auto">
              <a:xfrm>
                <a:off x="412" y="1919"/>
                <a:ext cx="412" cy="710"/>
                <a:chOff x="412" y="1919"/>
                <a:chExt cx="412" cy="710"/>
              </a:xfrm>
            </p:grpSpPr>
            <p:sp>
              <p:nvSpPr>
                <p:cNvPr id="56445" name="Rectangle 131"/>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B3/16</a:t>
                  </a:r>
                </a:p>
                <a:p>
                  <a:endParaRPr kumimoji="1" lang="en-US" altLang="zh-CN" sz="2800" b="1">
                    <a:latin typeface="Times New Roman" pitchFamily="18" charset="0"/>
                  </a:endParaRPr>
                </a:p>
              </p:txBody>
            </p:sp>
            <p:sp>
              <p:nvSpPr>
                <p:cNvPr id="56446" name="Rectangle 132"/>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1" name="Group 133"/>
              <p:cNvGrpSpPr>
                <a:grpSpLocks/>
              </p:cNvGrpSpPr>
              <p:nvPr/>
            </p:nvGrpSpPr>
            <p:grpSpPr bwMode="auto">
              <a:xfrm>
                <a:off x="824" y="1919"/>
                <a:ext cx="412" cy="710"/>
                <a:chOff x="824" y="1919"/>
                <a:chExt cx="412" cy="710"/>
              </a:xfrm>
            </p:grpSpPr>
            <p:sp>
              <p:nvSpPr>
                <p:cNvPr id="56443" name="Rectangle 134"/>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44" name="Rectangle 135"/>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2" name="Group 136"/>
              <p:cNvGrpSpPr>
                <a:grpSpLocks/>
              </p:cNvGrpSpPr>
              <p:nvPr/>
            </p:nvGrpSpPr>
            <p:grpSpPr bwMode="auto">
              <a:xfrm>
                <a:off x="1236" y="1919"/>
                <a:ext cx="412" cy="710"/>
                <a:chOff x="1236" y="1919"/>
                <a:chExt cx="412" cy="710"/>
              </a:xfrm>
            </p:grpSpPr>
            <p:sp>
              <p:nvSpPr>
                <p:cNvPr id="56441" name="Rectangle 137"/>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B3/16</a:t>
                  </a:r>
                </a:p>
                <a:p>
                  <a:endParaRPr kumimoji="1" lang="en-US" altLang="zh-CN" sz="2800" b="1">
                    <a:latin typeface="Times New Roman" pitchFamily="18" charset="0"/>
                  </a:endParaRPr>
                </a:p>
              </p:txBody>
            </p:sp>
            <p:sp>
              <p:nvSpPr>
                <p:cNvPr id="56442" name="Rectangle 138"/>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3" name="Group 139"/>
              <p:cNvGrpSpPr>
                <a:grpSpLocks/>
              </p:cNvGrpSpPr>
              <p:nvPr/>
            </p:nvGrpSpPr>
            <p:grpSpPr bwMode="auto">
              <a:xfrm>
                <a:off x="1648" y="1919"/>
                <a:ext cx="412" cy="710"/>
                <a:chOff x="1648" y="1919"/>
                <a:chExt cx="412" cy="710"/>
              </a:xfrm>
            </p:grpSpPr>
            <p:sp>
              <p:nvSpPr>
                <p:cNvPr id="56439" name="Rectangle 140"/>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40" name="Rectangle 141"/>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4" name="Group 142"/>
              <p:cNvGrpSpPr>
                <a:grpSpLocks/>
              </p:cNvGrpSpPr>
              <p:nvPr/>
            </p:nvGrpSpPr>
            <p:grpSpPr bwMode="auto">
              <a:xfrm>
                <a:off x="0" y="2629"/>
                <a:ext cx="412" cy="499"/>
                <a:chOff x="0" y="2629"/>
                <a:chExt cx="412" cy="499"/>
              </a:xfrm>
            </p:grpSpPr>
            <p:sp>
              <p:nvSpPr>
                <p:cNvPr id="56437" name="Rectangle 143"/>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38" name="Rectangle 144"/>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5" name="Group 145"/>
              <p:cNvGrpSpPr>
                <a:grpSpLocks/>
              </p:cNvGrpSpPr>
              <p:nvPr/>
            </p:nvGrpSpPr>
            <p:grpSpPr bwMode="auto">
              <a:xfrm>
                <a:off x="412" y="2629"/>
                <a:ext cx="412" cy="499"/>
                <a:chOff x="412" y="2629"/>
                <a:chExt cx="412" cy="499"/>
              </a:xfrm>
            </p:grpSpPr>
            <p:sp>
              <p:nvSpPr>
                <p:cNvPr id="56435" name="Rectangle 146"/>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36" name="Rectangle 147"/>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6" name="Group 148"/>
              <p:cNvGrpSpPr>
                <a:grpSpLocks/>
              </p:cNvGrpSpPr>
              <p:nvPr/>
            </p:nvGrpSpPr>
            <p:grpSpPr bwMode="auto">
              <a:xfrm>
                <a:off x="824" y="2629"/>
                <a:ext cx="412" cy="499"/>
                <a:chOff x="824" y="2629"/>
                <a:chExt cx="412" cy="499"/>
              </a:xfrm>
            </p:grpSpPr>
            <p:sp>
              <p:nvSpPr>
                <p:cNvPr id="56433" name="Rectangle 149"/>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34" name="Rectangle 150"/>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7" name="Group 151"/>
              <p:cNvGrpSpPr>
                <a:grpSpLocks/>
              </p:cNvGrpSpPr>
              <p:nvPr/>
            </p:nvGrpSpPr>
            <p:grpSpPr bwMode="auto">
              <a:xfrm>
                <a:off x="1236" y="2629"/>
                <a:ext cx="412" cy="499"/>
                <a:chOff x="1236" y="2629"/>
                <a:chExt cx="412" cy="499"/>
              </a:xfrm>
            </p:grpSpPr>
            <p:sp>
              <p:nvSpPr>
                <p:cNvPr id="56431" name="Rectangle 152"/>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32" name="Rectangle 153"/>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428" name="Group 154"/>
              <p:cNvGrpSpPr>
                <a:grpSpLocks/>
              </p:cNvGrpSpPr>
              <p:nvPr/>
            </p:nvGrpSpPr>
            <p:grpSpPr bwMode="auto">
              <a:xfrm>
                <a:off x="1648" y="2629"/>
                <a:ext cx="412" cy="499"/>
                <a:chOff x="1648" y="2629"/>
                <a:chExt cx="412" cy="499"/>
              </a:xfrm>
            </p:grpSpPr>
            <p:sp>
              <p:nvSpPr>
                <p:cNvPr id="56429" name="Rectangle 155"/>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30" name="Rectangle 156"/>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6403" name="Rectangle 157"/>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
        <p:nvSpPr>
          <p:cNvPr id="56323" name="Text Box 236"/>
          <p:cNvSpPr txBox="1">
            <a:spLocks noChangeArrowheads="1"/>
          </p:cNvSpPr>
          <p:nvPr/>
        </p:nvSpPr>
        <p:spPr bwMode="auto">
          <a:xfrm>
            <a:off x="7308850" y="2924175"/>
            <a:ext cx="164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t>Chang B</a:t>
            </a:r>
          </a:p>
        </p:txBody>
      </p:sp>
      <p:grpSp>
        <p:nvGrpSpPr>
          <p:cNvPr id="130285" name="Group 237"/>
          <p:cNvGrpSpPr>
            <a:grpSpLocks/>
          </p:cNvGrpSpPr>
          <p:nvPr/>
        </p:nvGrpSpPr>
        <p:grpSpPr bwMode="auto">
          <a:xfrm>
            <a:off x="539750" y="260350"/>
            <a:ext cx="6478588" cy="2895600"/>
            <a:chOff x="-3" y="-3"/>
            <a:chExt cx="2066" cy="3134"/>
          </a:xfrm>
        </p:grpSpPr>
        <p:grpSp>
          <p:nvGrpSpPr>
            <p:cNvPr id="56325" name="Group 238"/>
            <p:cNvGrpSpPr>
              <a:grpSpLocks/>
            </p:cNvGrpSpPr>
            <p:nvPr/>
          </p:nvGrpSpPr>
          <p:grpSpPr bwMode="auto">
            <a:xfrm>
              <a:off x="0" y="0"/>
              <a:ext cx="2060" cy="3128"/>
              <a:chOff x="0" y="0"/>
              <a:chExt cx="2060" cy="3128"/>
            </a:xfrm>
          </p:grpSpPr>
          <p:grpSp>
            <p:nvGrpSpPr>
              <p:cNvPr id="56327" name="Group 239"/>
              <p:cNvGrpSpPr>
                <a:grpSpLocks/>
              </p:cNvGrpSpPr>
              <p:nvPr/>
            </p:nvGrpSpPr>
            <p:grpSpPr bwMode="auto">
              <a:xfrm>
                <a:off x="0" y="0"/>
                <a:ext cx="412" cy="499"/>
                <a:chOff x="0" y="0"/>
                <a:chExt cx="412" cy="499"/>
              </a:xfrm>
            </p:grpSpPr>
            <p:sp>
              <p:nvSpPr>
                <p:cNvPr id="56400" name="Rectangle 240"/>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401" name="Rectangle 241"/>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28" name="Group 242"/>
              <p:cNvGrpSpPr>
                <a:grpSpLocks/>
              </p:cNvGrpSpPr>
              <p:nvPr/>
            </p:nvGrpSpPr>
            <p:grpSpPr bwMode="auto">
              <a:xfrm>
                <a:off x="412" y="0"/>
                <a:ext cx="412" cy="499"/>
                <a:chOff x="412" y="0"/>
                <a:chExt cx="412" cy="499"/>
              </a:xfrm>
            </p:grpSpPr>
            <p:sp>
              <p:nvSpPr>
                <p:cNvPr id="56398" name="Rectangle 243"/>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99" name="Rectangle 244"/>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29" name="Group 245"/>
              <p:cNvGrpSpPr>
                <a:grpSpLocks/>
              </p:cNvGrpSpPr>
              <p:nvPr/>
            </p:nvGrpSpPr>
            <p:grpSpPr bwMode="auto">
              <a:xfrm>
                <a:off x="824" y="0"/>
                <a:ext cx="412" cy="499"/>
                <a:chOff x="824" y="0"/>
                <a:chExt cx="412" cy="499"/>
              </a:xfrm>
            </p:grpSpPr>
            <p:sp>
              <p:nvSpPr>
                <p:cNvPr id="56396" name="Rectangle 246"/>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97" name="Rectangle 247"/>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0" name="Group 248"/>
              <p:cNvGrpSpPr>
                <a:grpSpLocks/>
              </p:cNvGrpSpPr>
              <p:nvPr/>
            </p:nvGrpSpPr>
            <p:grpSpPr bwMode="auto">
              <a:xfrm>
                <a:off x="1236" y="0"/>
                <a:ext cx="412" cy="499"/>
                <a:chOff x="1236" y="0"/>
                <a:chExt cx="412" cy="499"/>
              </a:xfrm>
            </p:grpSpPr>
            <p:sp>
              <p:nvSpPr>
                <p:cNvPr id="56394" name="Rectangle 249"/>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95" name="Rectangle 250"/>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1" name="Group 251"/>
              <p:cNvGrpSpPr>
                <a:grpSpLocks/>
              </p:cNvGrpSpPr>
              <p:nvPr/>
            </p:nvGrpSpPr>
            <p:grpSpPr bwMode="auto">
              <a:xfrm>
                <a:off x="1648" y="0"/>
                <a:ext cx="412" cy="499"/>
                <a:chOff x="1648" y="0"/>
                <a:chExt cx="412" cy="499"/>
              </a:xfrm>
            </p:grpSpPr>
            <p:sp>
              <p:nvSpPr>
                <p:cNvPr id="56392" name="Rectangle 252"/>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93" name="Rectangle 253"/>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2" name="Group 254"/>
              <p:cNvGrpSpPr>
                <a:grpSpLocks/>
              </p:cNvGrpSpPr>
              <p:nvPr/>
            </p:nvGrpSpPr>
            <p:grpSpPr bwMode="auto">
              <a:xfrm>
                <a:off x="0" y="499"/>
                <a:ext cx="412" cy="710"/>
                <a:chOff x="0" y="499"/>
                <a:chExt cx="412" cy="710"/>
              </a:xfrm>
            </p:grpSpPr>
            <p:sp>
              <p:nvSpPr>
                <p:cNvPr id="56390" name="Rectangle 255"/>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91" name="Rectangle 256"/>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3" name="Group 257"/>
              <p:cNvGrpSpPr>
                <a:grpSpLocks/>
              </p:cNvGrpSpPr>
              <p:nvPr/>
            </p:nvGrpSpPr>
            <p:grpSpPr bwMode="auto">
              <a:xfrm>
                <a:off x="412" y="499"/>
                <a:ext cx="412" cy="710"/>
                <a:chOff x="412" y="499"/>
                <a:chExt cx="412" cy="710"/>
              </a:xfrm>
            </p:grpSpPr>
            <p:sp>
              <p:nvSpPr>
                <p:cNvPr id="56388" name="Rectangle 258"/>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pPr algn="just"/>
                  <a:endParaRPr kumimoji="1" lang="en-US" altLang="zh-CN" sz="2800" b="1">
                    <a:latin typeface="Times New Roman" pitchFamily="18" charset="0"/>
                  </a:endParaRPr>
                </a:p>
              </p:txBody>
            </p:sp>
            <p:sp>
              <p:nvSpPr>
                <p:cNvPr id="56389" name="Rectangle 259"/>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4" name="Group 260"/>
              <p:cNvGrpSpPr>
                <a:grpSpLocks/>
              </p:cNvGrpSpPr>
              <p:nvPr/>
            </p:nvGrpSpPr>
            <p:grpSpPr bwMode="auto">
              <a:xfrm>
                <a:off x="824" y="499"/>
                <a:ext cx="412" cy="710"/>
                <a:chOff x="824" y="499"/>
                <a:chExt cx="412" cy="710"/>
              </a:xfrm>
            </p:grpSpPr>
            <p:sp>
              <p:nvSpPr>
                <p:cNvPr id="56386" name="Rectangle 261"/>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6387" name="Rectangle 262"/>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5" name="Group 263"/>
              <p:cNvGrpSpPr>
                <a:grpSpLocks/>
              </p:cNvGrpSpPr>
              <p:nvPr/>
            </p:nvGrpSpPr>
            <p:grpSpPr bwMode="auto">
              <a:xfrm>
                <a:off x="1236" y="499"/>
                <a:ext cx="412" cy="710"/>
                <a:chOff x="1236" y="499"/>
                <a:chExt cx="412" cy="710"/>
              </a:xfrm>
            </p:grpSpPr>
            <p:sp>
              <p:nvSpPr>
                <p:cNvPr id="56384" name="Rectangle 264"/>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85" name="Rectangle 265"/>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6" name="Group 266"/>
              <p:cNvGrpSpPr>
                <a:grpSpLocks/>
              </p:cNvGrpSpPr>
              <p:nvPr/>
            </p:nvGrpSpPr>
            <p:grpSpPr bwMode="auto">
              <a:xfrm>
                <a:off x="1648" y="499"/>
                <a:ext cx="412" cy="710"/>
                <a:chOff x="1648" y="499"/>
                <a:chExt cx="412" cy="710"/>
              </a:xfrm>
            </p:grpSpPr>
            <p:sp>
              <p:nvSpPr>
                <p:cNvPr id="56382" name="Rectangle 267"/>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83" name="Rectangle 268"/>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7" name="Group 269"/>
              <p:cNvGrpSpPr>
                <a:grpSpLocks/>
              </p:cNvGrpSpPr>
              <p:nvPr/>
            </p:nvGrpSpPr>
            <p:grpSpPr bwMode="auto">
              <a:xfrm>
                <a:off x="0" y="1209"/>
                <a:ext cx="412" cy="710"/>
                <a:chOff x="0" y="1209"/>
                <a:chExt cx="412" cy="710"/>
              </a:xfrm>
            </p:grpSpPr>
            <p:sp>
              <p:nvSpPr>
                <p:cNvPr id="56380" name="Rectangle 270"/>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81" name="Rectangle 271"/>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8" name="Group 272"/>
              <p:cNvGrpSpPr>
                <a:grpSpLocks/>
              </p:cNvGrpSpPr>
              <p:nvPr/>
            </p:nvGrpSpPr>
            <p:grpSpPr bwMode="auto">
              <a:xfrm>
                <a:off x="412" y="1209"/>
                <a:ext cx="412" cy="710"/>
                <a:chOff x="412" y="1209"/>
                <a:chExt cx="412" cy="710"/>
              </a:xfrm>
            </p:grpSpPr>
            <p:sp>
              <p:nvSpPr>
                <p:cNvPr id="56378" name="Rectangle 273"/>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6379" name="Rectangle 274"/>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39" name="Group 275"/>
              <p:cNvGrpSpPr>
                <a:grpSpLocks/>
              </p:cNvGrpSpPr>
              <p:nvPr/>
            </p:nvGrpSpPr>
            <p:grpSpPr bwMode="auto">
              <a:xfrm>
                <a:off x="824" y="1209"/>
                <a:ext cx="412" cy="710"/>
                <a:chOff x="824" y="1209"/>
                <a:chExt cx="412" cy="710"/>
              </a:xfrm>
            </p:grpSpPr>
            <p:sp>
              <p:nvSpPr>
                <p:cNvPr id="56376" name="Rectangle 276"/>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B3/4</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77" name="Rectangle 277"/>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0" name="Group 278"/>
              <p:cNvGrpSpPr>
                <a:grpSpLocks/>
              </p:cNvGrpSpPr>
              <p:nvPr/>
            </p:nvGrpSpPr>
            <p:grpSpPr bwMode="auto">
              <a:xfrm>
                <a:off x="1236" y="1209"/>
                <a:ext cx="412" cy="710"/>
                <a:chOff x="1236" y="1209"/>
                <a:chExt cx="412" cy="710"/>
              </a:xfrm>
            </p:grpSpPr>
            <p:sp>
              <p:nvSpPr>
                <p:cNvPr id="56374" name="Rectangle 279"/>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6375" name="Rectangle 280"/>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1" name="Group 281"/>
              <p:cNvGrpSpPr>
                <a:grpSpLocks/>
              </p:cNvGrpSpPr>
              <p:nvPr/>
            </p:nvGrpSpPr>
            <p:grpSpPr bwMode="auto">
              <a:xfrm>
                <a:off x="1648" y="1209"/>
                <a:ext cx="412" cy="710"/>
                <a:chOff x="1648" y="1209"/>
                <a:chExt cx="412" cy="710"/>
              </a:xfrm>
            </p:grpSpPr>
            <p:sp>
              <p:nvSpPr>
                <p:cNvPr id="56372" name="Rectangle 282"/>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73" name="Rectangle 283"/>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2" name="Group 284"/>
              <p:cNvGrpSpPr>
                <a:grpSpLocks/>
              </p:cNvGrpSpPr>
              <p:nvPr/>
            </p:nvGrpSpPr>
            <p:grpSpPr bwMode="auto">
              <a:xfrm>
                <a:off x="0" y="1919"/>
                <a:ext cx="412" cy="710"/>
                <a:chOff x="0" y="1919"/>
                <a:chExt cx="412" cy="710"/>
              </a:xfrm>
            </p:grpSpPr>
            <p:sp>
              <p:nvSpPr>
                <p:cNvPr id="56370" name="Rectangle 285"/>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71" name="Rectangle 286"/>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3" name="Group 287"/>
              <p:cNvGrpSpPr>
                <a:grpSpLocks/>
              </p:cNvGrpSpPr>
              <p:nvPr/>
            </p:nvGrpSpPr>
            <p:grpSpPr bwMode="auto">
              <a:xfrm>
                <a:off x="412" y="1919"/>
                <a:ext cx="412" cy="710"/>
                <a:chOff x="412" y="1919"/>
                <a:chExt cx="412" cy="710"/>
              </a:xfrm>
            </p:grpSpPr>
            <p:sp>
              <p:nvSpPr>
                <p:cNvPr id="56368" name="Rectangle 288"/>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69" name="Rectangle 289"/>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4" name="Group 290"/>
              <p:cNvGrpSpPr>
                <a:grpSpLocks/>
              </p:cNvGrpSpPr>
              <p:nvPr/>
            </p:nvGrpSpPr>
            <p:grpSpPr bwMode="auto">
              <a:xfrm>
                <a:off x="824" y="1919"/>
                <a:ext cx="412" cy="710"/>
                <a:chOff x="824" y="1919"/>
                <a:chExt cx="412" cy="710"/>
              </a:xfrm>
            </p:grpSpPr>
            <p:sp>
              <p:nvSpPr>
                <p:cNvPr id="56366" name="Rectangle 291"/>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3333CC"/>
                      </a:solidFill>
                      <a:latin typeface="Times New Roman" pitchFamily="18" charset="0"/>
                    </a:rPr>
                    <a:t>R3/8</a:t>
                  </a:r>
                </a:p>
                <a:p>
                  <a:endParaRPr kumimoji="1" lang="en-US" altLang="zh-CN" sz="2800" b="1">
                    <a:latin typeface="Times New Roman" pitchFamily="18" charset="0"/>
                  </a:endParaRPr>
                </a:p>
              </p:txBody>
            </p:sp>
            <p:sp>
              <p:nvSpPr>
                <p:cNvPr id="56367" name="Rectangle 292"/>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5" name="Group 293"/>
              <p:cNvGrpSpPr>
                <a:grpSpLocks/>
              </p:cNvGrpSpPr>
              <p:nvPr/>
            </p:nvGrpSpPr>
            <p:grpSpPr bwMode="auto">
              <a:xfrm>
                <a:off x="1236" y="1919"/>
                <a:ext cx="412" cy="710"/>
                <a:chOff x="1236" y="1919"/>
                <a:chExt cx="412" cy="710"/>
              </a:xfrm>
            </p:grpSpPr>
            <p:sp>
              <p:nvSpPr>
                <p:cNvPr id="56364" name="Rectangle 294"/>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B3/8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65" name="Rectangle 295"/>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6" name="Group 296"/>
              <p:cNvGrpSpPr>
                <a:grpSpLocks/>
              </p:cNvGrpSpPr>
              <p:nvPr/>
            </p:nvGrpSpPr>
            <p:grpSpPr bwMode="auto">
              <a:xfrm>
                <a:off x="1648" y="1919"/>
                <a:ext cx="412" cy="710"/>
                <a:chOff x="1648" y="1919"/>
                <a:chExt cx="412" cy="710"/>
              </a:xfrm>
            </p:grpSpPr>
            <p:sp>
              <p:nvSpPr>
                <p:cNvPr id="56362" name="Rectangle 297"/>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63" name="Rectangle 298"/>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7" name="Group 299"/>
              <p:cNvGrpSpPr>
                <a:grpSpLocks/>
              </p:cNvGrpSpPr>
              <p:nvPr/>
            </p:nvGrpSpPr>
            <p:grpSpPr bwMode="auto">
              <a:xfrm>
                <a:off x="0" y="2629"/>
                <a:ext cx="412" cy="499"/>
                <a:chOff x="0" y="2629"/>
                <a:chExt cx="412" cy="499"/>
              </a:xfrm>
            </p:grpSpPr>
            <p:sp>
              <p:nvSpPr>
                <p:cNvPr id="56360" name="Rectangle 300"/>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61" name="Rectangle 301"/>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8" name="Group 302"/>
              <p:cNvGrpSpPr>
                <a:grpSpLocks/>
              </p:cNvGrpSpPr>
              <p:nvPr/>
            </p:nvGrpSpPr>
            <p:grpSpPr bwMode="auto">
              <a:xfrm>
                <a:off x="412" y="2629"/>
                <a:ext cx="412" cy="499"/>
                <a:chOff x="412" y="2629"/>
                <a:chExt cx="412" cy="499"/>
              </a:xfrm>
            </p:grpSpPr>
            <p:sp>
              <p:nvSpPr>
                <p:cNvPr id="56358" name="Rectangle 303"/>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59" name="Rectangle 304"/>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49" name="Group 305"/>
              <p:cNvGrpSpPr>
                <a:grpSpLocks/>
              </p:cNvGrpSpPr>
              <p:nvPr/>
            </p:nvGrpSpPr>
            <p:grpSpPr bwMode="auto">
              <a:xfrm>
                <a:off x="824" y="2629"/>
                <a:ext cx="412" cy="499"/>
                <a:chOff x="824" y="2629"/>
                <a:chExt cx="412" cy="499"/>
              </a:xfrm>
            </p:grpSpPr>
            <p:sp>
              <p:nvSpPr>
                <p:cNvPr id="56356" name="Rectangle 306"/>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57" name="Rectangle 307"/>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50" name="Group 308"/>
              <p:cNvGrpSpPr>
                <a:grpSpLocks/>
              </p:cNvGrpSpPr>
              <p:nvPr/>
            </p:nvGrpSpPr>
            <p:grpSpPr bwMode="auto">
              <a:xfrm>
                <a:off x="1236" y="2629"/>
                <a:ext cx="412" cy="499"/>
                <a:chOff x="1236" y="2629"/>
                <a:chExt cx="412" cy="499"/>
              </a:xfrm>
            </p:grpSpPr>
            <p:sp>
              <p:nvSpPr>
                <p:cNvPr id="56354" name="Rectangle 309"/>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R0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55" name="Rectangle 310"/>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6351" name="Group 311"/>
              <p:cNvGrpSpPr>
                <a:grpSpLocks/>
              </p:cNvGrpSpPr>
              <p:nvPr/>
            </p:nvGrpSpPr>
            <p:grpSpPr bwMode="auto">
              <a:xfrm>
                <a:off x="1648" y="2629"/>
                <a:ext cx="412" cy="499"/>
                <a:chOff x="1648" y="2629"/>
                <a:chExt cx="412" cy="499"/>
              </a:xfrm>
            </p:grpSpPr>
            <p:sp>
              <p:nvSpPr>
                <p:cNvPr id="56352" name="Rectangle 312"/>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B0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6353" name="Rectangle 313"/>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6326" name="Rectangle 314"/>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0128"/>
                                        </p:tgtEl>
                                        <p:attrNameLst>
                                          <p:attrName>style.visibility</p:attrName>
                                        </p:attrNameLst>
                                      </p:cBhvr>
                                      <p:to>
                                        <p:strVal val="visible"/>
                                      </p:to>
                                    </p:set>
                                    <p:anim calcmode="lin" valueType="num">
                                      <p:cBhvr additive="base">
                                        <p:cTn id="7" dur="500" fill="hold"/>
                                        <p:tgtEl>
                                          <p:spTgt spid="130128"/>
                                        </p:tgtEl>
                                        <p:attrNameLst>
                                          <p:attrName>ppt_x</p:attrName>
                                        </p:attrNameLst>
                                      </p:cBhvr>
                                      <p:tavLst>
                                        <p:tav tm="0">
                                          <p:val>
                                            <p:strVal val="0-#ppt_w/2"/>
                                          </p:val>
                                        </p:tav>
                                        <p:tav tm="100000">
                                          <p:val>
                                            <p:strVal val="#ppt_x"/>
                                          </p:val>
                                        </p:tav>
                                      </p:tavLst>
                                    </p:anim>
                                    <p:anim calcmode="lin" valueType="num">
                                      <p:cBhvr additive="base">
                                        <p:cTn id="8" dur="500" fill="hold"/>
                                        <p:tgtEl>
                                          <p:spTgt spid="13012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30285"/>
                                        </p:tgtEl>
                                        <p:attrNameLst>
                                          <p:attrName>style.visibility</p:attrName>
                                        </p:attrNameLst>
                                      </p:cBhvr>
                                      <p:to>
                                        <p:strVal val="visible"/>
                                      </p:to>
                                    </p:set>
                                    <p:anim calcmode="lin" valueType="num">
                                      <p:cBhvr additive="base">
                                        <p:cTn id="13" dur="500" fill="hold"/>
                                        <p:tgtEl>
                                          <p:spTgt spid="130285"/>
                                        </p:tgtEl>
                                        <p:attrNameLst>
                                          <p:attrName>ppt_x</p:attrName>
                                        </p:attrNameLst>
                                      </p:cBhvr>
                                      <p:tavLst>
                                        <p:tav tm="0">
                                          <p:val>
                                            <p:strVal val="0-#ppt_w/2"/>
                                          </p:val>
                                        </p:tav>
                                        <p:tav tm="100000">
                                          <p:val>
                                            <p:strVal val="#ppt_x"/>
                                          </p:val>
                                        </p:tav>
                                      </p:tavLst>
                                    </p:anim>
                                    <p:anim calcmode="lin" valueType="num">
                                      <p:cBhvr additive="base">
                                        <p:cTn id="14" dur="500" fill="hold"/>
                                        <p:tgtEl>
                                          <p:spTgt spid="1302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609600"/>
            <a:ext cx="7010400" cy="574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2"/>
          <p:cNvGrpSpPr>
            <a:grpSpLocks/>
          </p:cNvGrpSpPr>
          <p:nvPr/>
        </p:nvGrpSpPr>
        <p:grpSpPr bwMode="auto">
          <a:xfrm>
            <a:off x="179388" y="260350"/>
            <a:ext cx="3887787" cy="2895600"/>
            <a:chOff x="-3" y="2994"/>
            <a:chExt cx="2066" cy="3134"/>
          </a:xfrm>
        </p:grpSpPr>
        <p:grpSp>
          <p:nvGrpSpPr>
            <p:cNvPr id="58527" name="Group 3"/>
            <p:cNvGrpSpPr>
              <a:grpSpLocks/>
            </p:cNvGrpSpPr>
            <p:nvPr/>
          </p:nvGrpSpPr>
          <p:grpSpPr bwMode="auto">
            <a:xfrm>
              <a:off x="0" y="2997"/>
              <a:ext cx="2060" cy="3128"/>
              <a:chOff x="0" y="2997"/>
              <a:chExt cx="2060" cy="3128"/>
            </a:xfrm>
          </p:grpSpPr>
          <p:grpSp>
            <p:nvGrpSpPr>
              <p:cNvPr id="58529" name="Group 4"/>
              <p:cNvGrpSpPr>
                <a:grpSpLocks/>
              </p:cNvGrpSpPr>
              <p:nvPr/>
            </p:nvGrpSpPr>
            <p:grpSpPr bwMode="auto">
              <a:xfrm>
                <a:off x="0" y="2997"/>
                <a:ext cx="412" cy="499"/>
                <a:chOff x="0" y="2997"/>
                <a:chExt cx="412" cy="499"/>
              </a:xfrm>
            </p:grpSpPr>
            <p:sp>
              <p:nvSpPr>
                <p:cNvPr id="58602" name="Rectangle 5"/>
                <p:cNvSpPr>
                  <a:spLocks noChangeArrowheads="1"/>
                </p:cNvSpPr>
                <p:nvPr/>
              </p:nvSpPr>
              <p:spPr bwMode="auto">
                <a:xfrm>
                  <a:off x="43"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603" name="Rectangle 6"/>
                <p:cNvSpPr>
                  <a:spLocks noChangeArrowheads="1"/>
                </p:cNvSpPr>
                <p:nvPr/>
              </p:nvSpPr>
              <p:spPr bwMode="auto">
                <a:xfrm>
                  <a:off x="0"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0" name="Group 7"/>
              <p:cNvGrpSpPr>
                <a:grpSpLocks/>
              </p:cNvGrpSpPr>
              <p:nvPr/>
            </p:nvGrpSpPr>
            <p:grpSpPr bwMode="auto">
              <a:xfrm>
                <a:off x="412" y="2997"/>
                <a:ext cx="412" cy="499"/>
                <a:chOff x="412" y="2997"/>
                <a:chExt cx="412" cy="499"/>
              </a:xfrm>
            </p:grpSpPr>
            <p:sp>
              <p:nvSpPr>
                <p:cNvPr id="58600" name="Rectangle 8"/>
                <p:cNvSpPr>
                  <a:spLocks noChangeArrowheads="1"/>
                </p:cNvSpPr>
                <p:nvPr/>
              </p:nvSpPr>
              <p:spPr bwMode="auto">
                <a:xfrm>
                  <a:off x="455"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601" name="Rectangle 9"/>
                <p:cNvSpPr>
                  <a:spLocks noChangeArrowheads="1"/>
                </p:cNvSpPr>
                <p:nvPr/>
              </p:nvSpPr>
              <p:spPr bwMode="auto">
                <a:xfrm>
                  <a:off x="412"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1" name="Group 10"/>
              <p:cNvGrpSpPr>
                <a:grpSpLocks/>
              </p:cNvGrpSpPr>
              <p:nvPr/>
            </p:nvGrpSpPr>
            <p:grpSpPr bwMode="auto">
              <a:xfrm>
                <a:off x="824" y="2997"/>
                <a:ext cx="412" cy="499"/>
                <a:chOff x="824" y="2997"/>
                <a:chExt cx="412" cy="499"/>
              </a:xfrm>
            </p:grpSpPr>
            <p:sp>
              <p:nvSpPr>
                <p:cNvPr id="58598" name="Rectangle 11"/>
                <p:cNvSpPr>
                  <a:spLocks noChangeArrowheads="1"/>
                </p:cNvSpPr>
                <p:nvPr/>
              </p:nvSpPr>
              <p:spPr bwMode="auto">
                <a:xfrm>
                  <a:off x="867"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99" name="Rectangle 12"/>
                <p:cNvSpPr>
                  <a:spLocks noChangeArrowheads="1"/>
                </p:cNvSpPr>
                <p:nvPr/>
              </p:nvSpPr>
              <p:spPr bwMode="auto">
                <a:xfrm>
                  <a:off x="824"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2" name="Group 13"/>
              <p:cNvGrpSpPr>
                <a:grpSpLocks/>
              </p:cNvGrpSpPr>
              <p:nvPr/>
            </p:nvGrpSpPr>
            <p:grpSpPr bwMode="auto">
              <a:xfrm>
                <a:off x="1236" y="2997"/>
                <a:ext cx="412" cy="499"/>
                <a:chOff x="1236" y="2997"/>
                <a:chExt cx="412" cy="499"/>
              </a:xfrm>
            </p:grpSpPr>
            <p:sp>
              <p:nvSpPr>
                <p:cNvPr id="58596" name="Rectangle 14"/>
                <p:cNvSpPr>
                  <a:spLocks noChangeArrowheads="1"/>
                </p:cNvSpPr>
                <p:nvPr/>
              </p:nvSpPr>
              <p:spPr bwMode="auto">
                <a:xfrm>
                  <a:off x="1279"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97" name="Rectangle 15"/>
                <p:cNvSpPr>
                  <a:spLocks noChangeArrowheads="1"/>
                </p:cNvSpPr>
                <p:nvPr/>
              </p:nvSpPr>
              <p:spPr bwMode="auto">
                <a:xfrm>
                  <a:off x="1236"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3" name="Group 16"/>
              <p:cNvGrpSpPr>
                <a:grpSpLocks/>
              </p:cNvGrpSpPr>
              <p:nvPr/>
            </p:nvGrpSpPr>
            <p:grpSpPr bwMode="auto">
              <a:xfrm>
                <a:off x="1648" y="2997"/>
                <a:ext cx="412" cy="499"/>
                <a:chOff x="1648" y="2997"/>
                <a:chExt cx="412" cy="499"/>
              </a:xfrm>
            </p:grpSpPr>
            <p:sp>
              <p:nvSpPr>
                <p:cNvPr id="58594" name="Rectangle 17"/>
                <p:cNvSpPr>
                  <a:spLocks noChangeArrowheads="1"/>
                </p:cNvSpPr>
                <p:nvPr/>
              </p:nvSpPr>
              <p:spPr bwMode="auto">
                <a:xfrm>
                  <a:off x="1691" y="2997"/>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95" name="Rectangle 18"/>
                <p:cNvSpPr>
                  <a:spLocks noChangeArrowheads="1"/>
                </p:cNvSpPr>
                <p:nvPr/>
              </p:nvSpPr>
              <p:spPr bwMode="auto">
                <a:xfrm>
                  <a:off x="1648" y="2997"/>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4" name="Group 19"/>
              <p:cNvGrpSpPr>
                <a:grpSpLocks/>
              </p:cNvGrpSpPr>
              <p:nvPr/>
            </p:nvGrpSpPr>
            <p:grpSpPr bwMode="auto">
              <a:xfrm>
                <a:off x="0" y="3496"/>
                <a:ext cx="412" cy="710"/>
                <a:chOff x="0" y="3496"/>
                <a:chExt cx="412" cy="710"/>
              </a:xfrm>
            </p:grpSpPr>
            <p:sp>
              <p:nvSpPr>
                <p:cNvPr id="58592" name="Rectangle 20"/>
                <p:cNvSpPr>
                  <a:spLocks noChangeArrowheads="1"/>
                </p:cNvSpPr>
                <p:nvPr/>
              </p:nvSpPr>
              <p:spPr bwMode="auto">
                <a:xfrm>
                  <a:off x="43"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93" name="Rectangle 21"/>
                <p:cNvSpPr>
                  <a:spLocks noChangeArrowheads="1"/>
                </p:cNvSpPr>
                <p:nvPr/>
              </p:nvSpPr>
              <p:spPr bwMode="auto">
                <a:xfrm>
                  <a:off x="0"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5" name="Group 22"/>
              <p:cNvGrpSpPr>
                <a:grpSpLocks/>
              </p:cNvGrpSpPr>
              <p:nvPr/>
            </p:nvGrpSpPr>
            <p:grpSpPr bwMode="auto">
              <a:xfrm>
                <a:off x="412" y="3496"/>
                <a:ext cx="412" cy="710"/>
                <a:chOff x="412" y="3496"/>
                <a:chExt cx="412" cy="710"/>
              </a:xfrm>
            </p:grpSpPr>
            <p:sp>
              <p:nvSpPr>
                <p:cNvPr id="58590" name="Rectangle 23"/>
                <p:cNvSpPr>
                  <a:spLocks noChangeArrowheads="1"/>
                </p:cNvSpPr>
                <p:nvPr/>
              </p:nvSpPr>
              <p:spPr bwMode="auto">
                <a:xfrm>
                  <a:off x="455"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1/2</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91" name="Rectangle 24"/>
                <p:cNvSpPr>
                  <a:spLocks noChangeArrowheads="1"/>
                </p:cNvSpPr>
                <p:nvPr/>
              </p:nvSpPr>
              <p:spPr bwMode="auto">
                <a:xfrm>
                  <a:off x="412"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6" name="Group 25"/>
              <p:cNvGrpSpPr>
                <a:grpSpLocks/>
              </p:cNvGrpSpPr>
              <p:nvPr/>
            </p:nvGrpSpPr>
            <p:grpSpPr bwMode="auto">
              <a:xfrm>
                <a:off x="824" y="3496"/>
                <a:ext cx="412" cy="710"/>
                <a:chOff x="824" y="3496"/>
                <a:chExt cx="412" cy="710"/>
              </a:xfrm>
            </p:grpSpPr>
            <p:sp>
              <p:nvSpPr>
                <p:cNvPr id="58588" name="Rectangle 26"/>
                <p:cNvSpPr>
                  <a:spLocks noChangeArrowheads="1"/>
                </p:cNvSpPr>
                <p:nvPr/>
              </p:nvSpPr>
              <p:spPr bwMode="auto">
                <a:xfrm>
                  <a:off x="867"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89" name="Rectangle 27"/>
                <p:cNvSpPr>
                  <a:spLocks noChangeArrowheads="1"/>
                </p:cNvSpPr>
                <p:nvPr/>
              </p:nvSpPr>
              <p:spPr bwMode="auto">
                <a:xfrm>
                  <a:off x="824"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7" name="Group 28"/>
              <p:cNvGrpSpPr>
                <a:grpSpLocks/>
              </p:cNvGrpSpPr>
              <p:nvPr/>
            </p:nvGrpSpPr>
            <p:grpSpPr bwMode="auto">
              <a:xfrm>
                <a:off x="1236" y="3496"/>
                <a:ext cx="412" cy="710"/>
                <a:chOff x="1236" y="3496"/>
                <a:chExt cx="412" cy="710"/>
              </a:xfrm>
            </p:grpSpPr>
            <p:sp>
              <p:nvSpPr>
                <p:cNvPr id="58586" name="Rectangle 29"/>
                <p:cNvSpPr>
                  <a:spLocks noChangeArrowheads="1"/>
                </p:cNvSpPr>
                <p:nvPr/>
              </p:nvSpPr>
              <p:spPr bwMode="auto">
                <a:xfrm>
                  <a:off x="1279"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1/2</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87" name="Rectangle 30"/>
                <p:cNvSpPr>
                  <a:spLocks noChangeArrowheads="1"/>
                </p:cNvSpPr>
                <p:nvPr/>
              </p:nvSpPr>
              <p:spPr bwMode="auto">
                <a:xfrm>
                  <a:off x="1236"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8" name="Group 31"/>
              <p:cNvGrpSpPr>
                <a:grpSpLocks/>
              </p:cNvGrpSpPr>
              <p:nvPr/>
            </p:nvGrpSpPr>
            <p:grpSpPr bwMode="auto">
              <a:xfrm>
                <a:off x="1648" y="3496"/>
                <a:ext cx="412" cy="710"/>
                <a:chOff x="1648" y="3496"/>
                <a:chExt cx="412" cy="710"/>
              </a:xfrm>
            </p:grpSpPr>
            <p:sp>
              <p:nvSpPr>
                <p:cNvPr id="58584" name="Rectangle 32"/>
                <p:cNvSpPr>
                  <a:spLocks noChangeArrowheads="1"/>
                </p:cNvSpPr>
                <p:nvPr/>
              </p:nvSpPr>
              <p:spPr bwMode="auto">
                <a:xfrm>
                  <a:off x="1691" y="349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85" name="Rectangle 33"/>
                <p:cNvSpPr>
                  <a:spLocks noChangeArrowheads="1"/>
                </p:cNvSpPr>
                <p:nvPr/>
              </p:nvSpPr>
              <p:spPr bwMode="auto">
                <a:xfrm>
                  <a:off x="1648" y="349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39" name="Group 34"/>
              <p:cNvGrpSpPr>
                <a:grpSpLocks/>
              </p:cNvGrpSpPr>
              <p:nvPr/>
            </p:nvGrpSpPr>
            <p:grpSpPr bwMode="auto">
              <a:xfrm>
                <a:off x="0" y="4206"/>
                <a:ext cx="412" cy="710"/>
                <a:chOff x="0" y="4206"/>
                <a:chExt cx="412" cy="710"/>
              </a:xfrm>
            </p:grpSpPr>
            <p:sp>
              <p:nvSpPr>
                <p:cNvPr id="58582" name="Rectangle 35"/>
                <p:cNvSpPr>
                  <a:spLocks noChangeArrowheads="1"/>
                </p:cNvSpPr>
                <p:nvPr/>
              </p:nvSpPr>
              <p:spPr bwMode="auto">
                <a:xfrm>
                  <a:off x="43"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83" name="Rectangle 36"/>
                <p:cNvSpPr>
                  <a:spLocks noChangeArrowheads="1"/>
                </p:cNvSpPr>
                <p:nvPr/>
              </p:nvSpPr>
              <p:spPr bwMode="auto">
                <a:xfrm>
                  <a:off x="0"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0" name="Group 37"/>
              <p:cNvGrpSpPr>
                <a:grpSpLocks/>
              </p:cNvGrpSpPr>
              <p:nvPr/>
            </p:nvGrpSpPr>
            <p:grpSpPr bwMode="auto">
              <a:xfrm>
                <a:off x="412" y="4206"/>
                <a:ext cx="412" cy="710"/>
                <a:chOff x="412" y="4206"/>
                <a:chExt cx="412" cy="710"/>
              </a:xfrm>
            </p:grpSpPr>
            <p:sp>
              <p:nvSpPr>
                <p:cNvPr id="58580" name="Rectangle 38"/>
                <p:cNvSpPr>
                  <a:spLocks noChangeArrowheads="1"/>
                </p:cNvSpPr>
                <p:nvPr/>
              </p:nvSpPr>
              <p:spPr bwMode="auto">
                <a:xfrm>
                  <a:off x="455"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81" name="Rectangle 39"/>
                <p:cNvSpPr>
                  <a:spLocks noChangeArrowheads="1"/>
                </p:cNvSpPr>
                <p:nvPr/>
              </p:nvSpPr>
              <p:spPr bwMode="auto">
                <a:xfrm>
                  <a:off x="412"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1" name="Group 40"/>
              <p:cNvGrpSpPr>
                <a:grpSpLocks/>
              </p:cNvGrpSpPr>
              <p:nvPr/>
            </p:nvGrpSpPr>
            <p:grpSpPr bwMode="auto">
              <a:xfrm>
                <a:off x="824" y="4206"/>
                <a:ext cx="412" cy="710"/>
                <a:chOff x="824" y="4206"/>
                <a:chExt cx="412" cy="710"/>
              </a:xfrm>
            </p:grpSpPr>
            <p:sp>
              <p:nvSpPr>
                <p:cNvPr id="58578" name="Rectangle 41"/>
                <p:cNvSpPr>
                  <a:spLocks noChangeArrowheads="1"/>
                </p:cNvSpPr>
                <p:nvPr/>
              </p:nvSpPr>
              <p:spPr bwMode="auto">
                <a:xfrm>
                  <a:off x="867"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1</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79" name="Rectangle 42"/>
                <p:cNvSpPr>
                  <a:spLocks noChangeArrowheads="1"/>
                </p:cNvSpPr>
                <p:nvPr/>
              </p:nvSpPr>
              <p:spPr bwMode="auto">
                <a:xfrm>
                  <a:off x="824"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2" name="Group 43"/>
              <p:cNvGrpSpPr>
                <a:grpSpLocks/>
              </p:cNvGrpSpPr>
              <p:nvPr/>
            </p:nvGrpSpPr>
            <p:grpSpPr bwMode="auto">
              <a:xfrm>
                <a:off x="1236" y="4206"/>
                <a:ext cx="412" cy="710"/>
                <a:chOff x="1236" y="4206"/>
                <a:chExt cx="412" cy="710"/>
              </a:xfrm>
            </p:grpSpPr>
            <p:sp>
              <p:nvSpPr>
                <p:cNvPr id="58576" name="Rectangle 44"/>
                <p:cNvSpPr>
                  <a:spLocks noChangeArrowheads="1"/>
                </p:cNvSpPr>
                <p:nvPr/>
              </p:nvSpPr>
              <p:spPr bwMode="auto">
                <a:xfrm>
                  <a:off x="1279"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77" name="Rectangle 45"/>
                <p:cNvSpPr>
                  <a:spLocks noChangeArrowheads="1"/>
                </p:cNvSpPr>
                <p:nvPr/>
              </p:nvSpPr>
              <p:spPr bwMode="auto">
                <a:xfrm>
                  <a:off x="1236"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3" name="Group 46"/>
              <p:cNvGrpSpPr>
                <a:grpSpLocks/>
              </p:cNvGrpSpPr>
              <p:nvPr/>
            </p:nvGrpSpPr>
            <p:grpSpPr bwMode="auto">
              <a:xfrm>
                <a:off x="1648" y="4206"/>
                <a:ext cx="412" cy="710"/>
                <a:chOff x="1648" y="4206"/>
                <a:chExt cx="412" cy="710"/>
              </a:xfrm>
            </p:grpSpPr>
            <p:sp>
              <p:nvSpPr>
                <p:cNvPr id="58574" name="Rectangle 47"/>
                <p:cNvSpPr>
                  <a:spLocks noChangeArrowheads="1"/>
                </p:cNvSpPr>
                <p:nvPr/>
              </p:nvSpPr>
              <p:spPr bwMode="auto">
                <a:xfrm>
                  <a:off x="1691" y="420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75" name="Rectangle 48"/>
                <p:cNvSpPr>
                  <a:spLocks noChangeArrowheads="1"/>
                </p:cNvSpPr>
                <p:nvPr/>
              </p:nvSpPr>
              <p:spPr bwMode="auto">
                <a:xfrm>
                  <a:off x="1648" y="420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4" name="Group 49"/>
              <p:cNvGrpSpPr>
                <a:grpSpLocks/>
              </p:cNvGrpSpPr>
              <p:nvPr/>
            </p:nvGrpSpPr>
            <p:grpSpPr bwMode="auto">
              <a:xfrm>
                <a:off x="0" y="4916"/>
                <a:ext cx="412" cy="710"/>
                <a:chOff x="0" y="4916"/>
                <a:chExt cx="412" cy="710"/>
              </a:xfrm>
            </p:grpSpPr>
            <p:sp>
              <p:nvSpPr>
                <p:cNvPr id="58572" name="Rectangle 50"/>
                <p:cNvSpPr>
                  <a:spLocks noChangeArrowheads="1"/>
                </p:cNvSpPr>
                <p:nvPr/>
              </p:nvSpPr>
              <p:spPr bwMode="auto">
                <a:xfrm>
                  <a:off x="43"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73" name="Rectangle 51"/>
                <p:cNvSpPr>
                  <a:spLocks noChangeArrowheads="1"/>
                </p:cNvSpPr>
                <p:nvPr/>
              </p:nvSpPr>
              <p:spPr bwMode="auto">
                <a:xfrm>
                  <a:off x="0"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5" name="Group 52"/>
              <p:cNvGrpSpPr>
                <a:grpSpLocks/>
              </p:cNvGrpSpPr>
              <p:nvPr/>
            </p:nvGrpSpPr>
            <p:grpSpPr bwMode="auto">
              <a:xfrm>
                <a:off x="412" y="4916"/>
                <a:ext cx="412" cy="710"/>
                <a:chOff x="412" y="4916"/>
                <a:chExt cx="412" cy="710"/>
              </a:xfrm>
            </p:grpSpPr>
            <p:sp>
              <p:nvSpPr>
                <p:cNvPr id="58570" name="Rectangle 53"/>
                <p:cNvSpPr>
                  <a:spLocks noChangeArrowheads="1"/>
                </p:cNvSpPr>
                <p:nvPr/>
              </p:nvSpPr>
              <p:spPr bwMode="auto">
                <a:xfrm>
                  <a:off x="455"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1/2</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71" name="Rectangle 54"/>
                <p:cNvSpPr>
                  <a:spLocks noChangeArrowheads="1"/>
                </p:cNvSpPr>
                <p:nvPr/>
              </p:nvSpPr>
              <p:spPr bwMode="auto">
                <a:xfrm>
                  <a:off x="412"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6" name="Group 55"/>
              <p:cNvGrpSpPr>
                <a:grpSpLocks/>
              </p:cNvGrpSpPr>
              <p:nvPr/>
            </p:nvGrpSpPr>
            <p:grpSpPr bwMode="auto">
              <a:xfrm>
                <a:off x="824" y="4916"/>
                <a:ext cx="412" cy="710"/>
                <a:chOff x="824" y="4916"/>
                <a:chExt cx="412" cy="710"/>
              </a:xfrm>
            </p:grpSpPr>
            <p:sp>
              <p:nvSpPr>
                <p:cNvPr id="58568" name="Rectangle 56"/>
                <p:cNvSpPr>
                  <a:spLocks noChangeArrowheads="1"/>
                </p:cNvSpPr>
                <p:nvPr/>
              </p:nvSpPr>
              <p:spPr bwMode="auto">
                <a:xfrm>
                  <a:off x="867"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69" name="Rectangle 57"/>
                <p:cNvSpPr>
                  <a:spLocks noChangeArrowheads="1"/>
                </p:cNvSpPr>
                <p:nvPr/>
              </p:nvSpPr>
              <p:spPr bwMode="auto">
                <a:xfrm>
                  <a:off x="824"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7" name="Group 58"/>
              <p:cNvGrpSpPr>
                <a:grpSpLocks/>
              </p:cNvGrpSpPr>
              <p:nvPr/>
            </p:nvGrpSpPr>
            <p:grpSpPr bwMode="auto">
              <a:xfrm>
                <a:off x="1236" y="4916"/>
                <a:ext cx="412" cy="710"/>
                <a:chOff x="1236" y="4916"/>
                <a:chExt cx="412" cy="710"/>
              </a:xfrm>
            </p:grpSpPr>
            <p:sp>
              <p:nvSpPr>
                <p:cNvPr id="58566" name="Rectangle 59"/>
                <p:cNvSpPr>
                  <a:spLocks noChangeArrowheads="1"/>
                </p:cNvSpPr>
                <p:nvPr/>
              </p:nvSpPr>
              <p:spPr bwMode="auto">
                <a:xfrm>
                  <a:off x="1279"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1/2</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67" name="Rectangle 60"/>
                <p:cNvSpPr>
                  <a:spLocks noChangeArrowheads="1"/>
                </p:cNvSpPr>
                <p:nvPr/>
              </p:nvSpPr>
              <p:spPr bwMode="auto">
                <a:xfrm>
                  <a:off x="1236"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8" name="Group 61"/>
              <p:cNvGrpSpPr>
                <a:grpSpLocks/>
              </p:cNvGrpSpPr>
              <p:nvPr/>
            </p:nvGrpSpPr>
            <p:grpSpPr bwMode="auto">
              <a:xfrm>
                <a:off x="1648" y="4916"/>
                <a:ext cx="412" cy="710"/>
                <a:chOff x="1648" y="4916"/>
                <a:chExt cx="412" cy="710"/>
              </a:xfrm>
            </p:grpSpPr>
            <p:sp>
              <p:nvSpPr>
                <p:cNvPr id="58564" name="Rectangle 62"/>
                <p:cNvSpPr>
                  <a:spLocks noChangeArrowheads="1"/>
                </p:cNvSpPr>
                <p:nvPr/>
              </p:nvSpPr>
              <p:spPr bwMode="auto">
                <a:xfrm>
                  <a:off x="1691" y="4916"/>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65" name="Rectangle 63"/>
                <p:cNvSpPr>
                  <a:spLocks noChangeArrowheads="1"/>
                </p:cNvSpPr>
                <p:nvPr/>
              </p:nvSpPr>
              <p:spPr bwMode="auto">
                <a:xfrm>
                  <a:off x="1648" y="4916"/>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49" name="Group 64"/>
              <p:cNvGrpSpPr>
                <a:grpSpLocks/>
              </p:cNvGrpSpPr>
              <p:nvPr/>
            </p:nvGrpSpPr>
            <p:grpSpPr bwMode="auto">
              <a:xfrm>
                <a:off x="0" y="5626"/>
                <a:ext cx="412" cy="499"/>
                <a:chOff x="0" y="5626"/>
                <a:chExt cx="412" cy="499"/>
              </a:xfrm>
            </p:grpSpPr>
            <p:sp>
              <p:nvSpPr>
                <p:cNvPr id="58562" name="Rectangle 65"/>
                <p:cNvSpPr>
                  <a:spLocks noChangeArrowheads="1"/>
                </p:cNvSpPr>
                <p:nvPr/>
              </p:nvSpPr>
              <p:spPr bwMode="auto">
                <a:xfrm>
                  <a:off x="43"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63" name="Rectangle 66"/>
                <p:cNvSpPr>
                  <a:spLocks noChangeArrowheads="1"/>
                </p:cNvSpPr>
                <p:nvPr/>
              </p:nvSpPr>
              <p:spPr bwMode="auto">
                <a:xfrm>
                  <a:off x="0"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50" name="Group 67"/>
              <p:cNvGrpSpPr>
                <a:grpSpLocks/>
              </p:cNvGrpSpPr>
              <p:nvPr/>
            </p:nvGrpSpPr>
            <p:grpSpPr bwMode="auto">
              <a:xfrm>
                <a:off x="412" y="5626"/>
                <a:ext cx="412" cy="499"/>
                <a:chOff x="412" y="5626"/>
                <a:chExt cx="412" cy="499"/>
              </a:xfrm>
            </p:grpSpPr>
            <p:sp>
              <p:nvSpPr>
                <p:cNvPr id="58560" name="Rectangle 68"/>
                <p:cNvSpPr>
                  <a:spLocks noChangeArrowheads="1"/>
                </p:cNvSpPr>
                <p:nvPr/>
              </p:nvSpPr>
              <p:spPr bwMode="auto">
                <a:xfrm>
                  <a:off x="455"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61" name="Rectangle 69"/>
                <p:cNvSpPr>
                  <a:spLocks noChangeArrowheads="1"/>
                </p:cNvSpPr>
                <p:nvPr/>
              </p:nvSpPr>
              <p:spPr bwMode="auto">
                <a:xfrm>
                  <a:off x="412"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51" name="Group 70"/>
              <p:cNvGrpSpPr>
                <a:grpSpLocks/>
              </p:cNvGrpSpPr>
              <p:nvPr/>
            </p:nvGrpSpPr>
            <p:grpSpPr bwMode="auto">
              <a:xfrm>
                <a:off x="824" y="5626"/>
                <a:ext cx="412" cy="499"/>
                <a:chOff x="824" y="5626"/>
                <a:chExt cx="412" cy="499"/>
              </a:xfrm>
            </p:grpSpPr>
            <p:sp>
              <p:nvSpPr>
                <p:cNvPr id="58558" name="Rectangle 71"/>
                <p:cNvSpPr>
                  <a:spLocks noChangeArrowheads="1"/>
                </p:cNvSpPr>
                <p:nvPr/>
              </p:nvSpPr>
              <p:spPr bwMode="auto">
                <a:xfrm>
                  <a:off x="867"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59" name="Rectangle 72"/>
                <p:cNvSpPr>
                  <a:spLocks noChangeArrowheads="1"/>
                </p:cNvSpPr>
                <p:nvPr/>
              </p:nvSpPr>
              <p:spPr bwMode="auto">
                <a:xfrm>
                  <a:off x="824"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52" name="Group 73"/>
              <p:cNvGrpSpPr>
                <a:grpSpLocks/>
              </p:cNvGrpSpPr>
              <p:nvPr/>
            </p:nvGrpSpPr>
            <p:grpSpPr bwMode="auto">
              <a:xfrm>
                <a:off x="1236" y="5626"/>
                <a:ext cx="412" cy="499"/>
                <a:chOff x="1236" y="5626"/>
                <a:chExt cx="412" cy="499"/>
              </a:xfrm>
            </p:grpSpPr>
            <p:sp>
              <p:nvSpPr>
                <p:cNvPr id="58556" name="Rectangle 74"/>
                <p:cNvSpPr>
                  <a:spLocks noChangeArrowheads="1"/>
                </p:cNvSpPr>
                <p:nvPr/>
              </p:nvSpPr>
              <p:spPr bwMode="auto">
                <a:xfrm>
                  <a:off x="1279"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57" name="Rectangle 75"/>
                <p:cNvSpPr>
                  <a:spLocks noChangeArrowheads="1"/>
                </p:cNvSpPr>
                <p:nvPr/>
              </p:nvSpPr>
              <p:spPr bwMode="auto">
                <a:xfrm>
                  <a:off x="1236"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553" name="Group 76"/>
              <p:cNvGrpSpPr>
                <a:grpSpLocks/>
              </p:cNvGrpSpPr>
              <p:nvPr/>
            </p:nvGrpSpPr>
            <p:grpSpPr bwMode="auto">
              <a:xfrm>
                <a:off x="1648" y="5626"/>
                <a:ext cx="412" cy="499"/>
                <a:chOff x="1648" y="5626"/>
                <a:chExt cx="412" cy="499"/>
              </a:xfrm>
            </p:grpSpPr>
            <p:sp>
              <p:nvSpPr>
                <p:cNvPr id="58554" name="Rectangle 77"/>
                <p:cNvSpPr>
                  <a:spLocks noChangeArrowheads="1"/>
                </p:cNvSpPr>
                <p:nvPr/>
              </p:nvSpPr>
              <p:spPr bwMode="auto">
                <a:xfrm>
                  <a:off x="1691" y="5626"/>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555" name="Rectangle 78"/>
                <p:cNvSpPr>
                  <a:spLocks noChangeArrowheads="1"/>
                </p:cNvSpPr>
                <p:nvPr/>
              </p:nvSpPr>
              <p:spPr bwMode="auto">
                <a:xfrm>
                  <a:off x="1648" y="5626"/>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8528" name="Rectangle 79"/>
            <p:cNvSpPr>
              <a:spLocks noChangeArrowheads="1"/>
            </p:cNvSpPr>
            <p:nvPr/>
          </p:nvSpPr>
          <p:spPr bwMode="auto">
            <a:xfrm>
              <a:off x="-3" y="2994"/>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9472" name="Group 80"/>
          <p:cNvGrpSpPr>
            <a:grpSpLocks/>
          </p:cNvGrpSpPr>
          <p:nvPr/>
        </p:nvGrpSpPr>
        <p:grpSpPr bwMode="auto">
          <a:xfrm>
            <a:off x="304800" y="3429000"/>
            <a:ext cx="7435850" cy="3124200"/>
            <a:chOff x="-3" y="-3"/>
            <a:chExt cx="2066" cy="3767"/>
          </a:xfrm>
        </p:grpSpPr>
        <p:grpSp>
          <p:nvGrpSpPr>
            <p:cNvPr id="58450" name="Group 81"/>
            <p:cNvGrpSpPr>
              <a:grpSpLocks/>
            </p:cNvGrpSpPr>
            <p:nvPr/>
          </p:nvGrpSpPr>
          <p:grpSpPr bwMode="auto">
            <a:xfrm>
              <a:off x="0" y="0"/>
              <a:ext cx="2060" cy="3761"/>
              <a:chOff x="0" y="0"/>
              <a:chExt cx="2060" cy="3761"/>
            </a:xfrm>
          </p:grpSpPr>
          <p:grpSp>
            <p:nvGrpSpPr>
              <p:cNvPr id="58452" name="Group 82"/>
              <p:cNvGrpSpPr>
                <a:grpSpLocks/>
              </p:cNvGrpSpPr>
              <p:nvPr/>
            </p:nvGrpSpPr>
            <p:grpSpPr bwMode="auto">
              <a:xfrm>
                <a:off x="0" y="0"/>
                <a:ext cx="412" cy="499"/>
                <a:chOff x="0" y="0"/>
                <a:chExt cx="412" cy="499"/>
              </a:xfrm>
            </p:grpSpPr>
            <p:sp>
              <p:nvSpPr>
                <p:cNvPr id="58525" name="Rectangle 83"/>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26" name="Rectangle 84"/>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3" name="Group 85"/>
              <p:cNvGrpSpPr>
                <a:grpSpLocks/>
              </p:cNvGrpSpPr>
              <p:nvPr/>
            </p:nvGrpSpPr>
            <p:grpSpPr bwMode="auto">
              <a:xfrm>
                <a:off x="412" y="0"/>
                <a:ext cx="412" cy="499"/>
                <a:chOff x="412" y="0"/>
                <a:chExt cx="412" cy="499"/>
              </a:xfrm>
            </p:grpSpPr>
            <p:sp>
              <p:nvSpPr>
                <p:cNvPr id="58523" name="Rectangle 86"/>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24" name="Rectangle 87"/>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4" name="Group 88"/>
              <p:cNvGrpSpPr>
                <a:grpSpLocks/>
              </p:cNvGrpSpPr>
              <p:nvPr/>
            </p:nvGrpSpPr>
            <p:grpSpPr bwMode="auto">
              <a:xfrm>
                <a:off x="824" y="0"/>
                <a:ext cx="412" cy="499"/>
                <a:chOff x="824" y="0"/>
                <a:chExt cx="412" cy="499"/>
              </a:xfrm>
            </p:grpSpPr>
            <p:sp>
              <p:nvSpPr>
                <p:cNvPr id="58521" name="Rectangle 89"/>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22" name="Rectangle 90"/>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5" name="Group 91"/>
              <p:cNvGrpSpPr>
                <a:grpSpLocks/>
              </p:cNvGrpSpPr>
              <p:nvPr/>
            </p:nvGrpSpPr>
            <p:grpSpPr bwMode="auto">
              <a:xfrm>
                <a:off x="1236" y="0"/>
                <a:ext cx="412" cy="499"/>
                <a:chOff x="1236" y="0"/>
                <a:chExt cx="412" cy="499"/>
              </a:xfrm>
            </p:grpSpPr>
            <p:sp>
              <p:nvSpPr>
                <p:cNvPr id="58519" name="Rectangle 92"/>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20" name="Rectangle 93"/>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6" name="Group 94"/>
              <p:cNvGrpSpPr>
                <a:grpSpLocks/>
              </p:cNvGrpSpPr>
              <p:nvPr/>
            </p:nvGrpSpPr>
            <p:grpSpPr bwMode="auto">
              <a:xfrm>
                <a:off x="1648" y="0"/>
                <a:ext cx="412" cy="499"/>
                <a:chOff x="1648" y="0"/>
                <a:chExt cx="412" cy="499"/>
              </a:xfrm>
            </p:grpSpPr>
            <p:sp>
              <p:nvSpPr>
                <p:cNvPr id="58517" name="Rectangle 95"/>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18" name="Rectangle 96"/>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7" name="Group 97"/>
              <p:cNvGrpSpPr>
                <a:grpSpLocks/>
              </p:cNvGrpSpPr>
              <p:nvPr/>
            </p:nvGrpSpPr>
            <p:grpSpPr bwMode="auto">
              <a:xfrm>
                <a:off x="0" y="499"/>
                <a:ext cx="412" cy="921"/>
                <a:chOff x="0" y="499"/>
                <a:chExt cx="412" cy="921"/>
              </a:xfrm>
            </p:grpSpPr>
            <p:sp>
              <p:nvSpPr>
                <p:cNvPr id="58515" name="Rectangle 98"/>
                <p:cNvSpPr>
                  <a:spLocks noChangeArrowheads="1"/>
                </p:cNvSpPr>
                <p:nvPr/>
              </p:nvSpPr>
              <p:spPr bwMode="auto">
                <a:xfrm>
                  <a:off x="43"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16" name="Rectangle 99"/>
                <p:cNvSpPr>
                  <a:spLocks noChangeArrowheads="1"/>
                </p:cNvSpPr>
                <p:nvPr/>
              </p:nvSpPr>
              <p:spPr bwMode="auto">
                <a:xfrm>
                  <a:off x="0"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8" name="Group 100"/>
              <p:cNvGrpSpPr>
                <a:grpSpLocks/>
              </p:cNvGrpSpPr>
              <p:nvPr/>
            </p:nvGrpSpPr>
            <p:grpSpPr bwMode="auto">
              <a:xfrm>
                <a:off x="412" y="499"/>
                <a:ext cx="412" cy="921"/>
                <a:chOff x="412" y="499"/>
                <a:chExt cx="412" cy="921"/>
              </a:xfrm>
            </p:grpSpPr>
            <p:sp>
              <p:nvSpPr>
                <p:cNvPr id="58513" name="Rectangle 101"/>
                <p:cNvSpPr>
                  <a:spLocks noChangeArrowheads="1"/>
                </p:cNvSpPr>
                <p:nvPr/>
              </p:nvSpPr>
              <p:spPr bwMode="auto">
                <a:xfrm>
                  <a:off x="455"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13/32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14" name="Rectangle 102"/>
                <p:cNvSpPr>
                  <a:spLocks noChangeArrowheads="1"/>
                </p:cNvSpPr>
                <p:nvPr/>
              </p:nvSpPr>
              <p:spPr bwMode="auto">
                <a:xfrm>
                  <a:off x="412"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59" name="Group 103"/>
              <p:cNvGrpSpPr>
                <a:grpSpLocks/>
              </p:cNvGrpSpPr>
              <p:nvPr/>
            </p:nvGrpSpPr>
            <p:grpSpPr bwMode="auto">
              <a:xfrm>
                <a:off x="824" y="499"/>
                <a:ext cx="412" cy="921"/>
                <a:chOff x="824" y="499"/>
                <a:chExt cx="412" cy="921"/>
              </a:xfrm>
            </p:grpSpPr>
            <p:sp>
              <p:nvSpPr>
                <p:cNvPr id="58511" name="Rectangle 104"/>
                <p:cNvSpPr>
                  <a:spLocks noChangeArrowheads="1"/>
                </p:cNvSpPr>
                <p:nvPr/>
              </p:nvSpPr>
              <p:spPr bwMode="auto">
                <a:xfrm>
                  <a:off x="867"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71/128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12" name="Rectangle 105"/>
                <p:cNvSpPr>
                  <a:spLocks noChangeArrowheads="1"/>
                </p:cNvSpPr>
                <p:nvPr/>
              </p:nvSpPr>
              <p:spPr bwMode="auto">
                <a:xfrm>
                  <a:off x="824"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0" name="Group 106"/>
              <p:cNvGrpSpPr>
                <a:grpSpLocks/>
              </p:cNvGrpSpPr>
              <p:nvPr/>
            </p:nvGrpSpPr>
            <p:grpSpPr bwMode="auto">
              <a:xfrm>
                <a:off x="1236" y="499"/>
                <a:ext cx="412" cy="921"/>
                <a:chOff x="1236" y="499"/>
                <a:chExt cx="412" cy="921"/>
              </a:xfrm>
            </p:grpSpPr>
            <p:sp>
              <p:nvSpPr>
                <p:cNvPr id="58509" name="Rectangle 107"/>
                <p:cNvSpPr>
                  <a:spLocks noChangeArrowheads="1"/>
                </p:cNvSpPr>
                <p:nvPr/>
              </p:nvSpPr>
              <p:spPr bwMode="auto">
                <a:xfrm>
                  <a:off x="1279"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71/256</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10" name="Rectangle 108"/>
                <p:cNvSpPr>
                  <a:spLocks noChangeArrowheads="1"/>
                </p:cNvSpPr>
                <p:nvPr/>
              </p:nvSpPr>
              <p:spPr bwMode="auto">
                <a:xfrm>
                  <a:off x="1236"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1" name="Group 109"/>
              <p:cNvGrpSpPr>
                <a:grpSpLocks/>
              </p:cNvGrpSpPr>
              <p:nvPr/>
            </p:nvGrpSpPr>
            <p:grpSpPr bwMode="auto">
              <a:xfrm>
                <a:off x="1648" y="499"/>
                <a:ext cx="412" cy="921"/>
                <a:chOff x="1648" y="499"/>
                <a:chExt cx="412" cy="921"/>
              </a:xfrm>
            </p:grpSpPr>
            <p:sp>
              <p:nvSpPr>
                <p:cNvPr id="58507" name="Rectangle 110"/>
                <p:cNvSpPr>
                  <a:spLocks noChangeArrowheads="1"/>
                </p:cNvSpPr>
                <p:nvPr/>
              </p:nvSpPr>
              <p:spPr bwMode="auto">
                <a:xfrm>
                  <a:off x="1691" y="499"/>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08" name="Rectangle 111"/>
                <p:cNvSpPr>
                  <a:spLocks noChangeArrowheads="1"/>
                </p:cNvSpPr>
                <p:nvPr/>
              </p:nvSpPr>
              <p:spPr bwMode="auto">
                <a:xfrm>
                  <a:off x="1648" y="499"/>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2" name="Group 112"/>
              <p:cNvGrpSpPr>
                <a:grpSpLocks/>
              </p:cNvGrpSpPr>
              <p:nvPr/>
            </p:nvGrpSpPr>
            <p:grpSpPr bwMode="auto">
              <a:xfrm>
                <a:off x="0" y="1420"/>
                <a:ext cx="412" cy="921"/>
                <a:chOff x="0" y="1420"/>
                <a:chExt cx="412" cy="921"/>
              </a:xfrm>
            </p:grpSpPr>
            <p:sp>
              <p:nvSpPr>
                <p:cNvPr id="58505" name="Rectangle 113"/>
                <p:cNvSpPr>
                  <a:spLocks noChangeArrowheads="1"/>
                </p:cNvSpPr>
                <p:nvPr/>
              </p:nvSpPr>
              <p:spPr bwMode="auto">
                <a:xfrm>
                  <a:off x="43"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06" name="Rectangle 114"/>
                <p:cNvSpPr>
                  <a:spLocks noChangeArrowheads="1"/>
                </p:cNvSpPr>
                <p:nvPr/>
              </p:nvSpPr>
              <p:spPr bwMode="auto">
                <a:xfrm>
                  <a:off x="0"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3" name="Group 115"/>
              <p:cNvGrpSpPr>
                <a:grpSpLocks/>
              </p:cNvGrpSpPr>
              <p:nvPr/>
            </p:nvGrpSpPr>
            <p:grpSpPr bwMode="auto">
              <a:xfrm>
                <a:off x="412" y="1420"/>
                <a:ext cx="412" cy="921"/>
                <a:chOff x="412" y="1420"/>
                <a:chExt cx="412" cy="921"/>
              </a:xfrm>
            </p:grpSpPr>
            <p:sp>
              <p:nvSpPr>
                <p:cNvPr id="58503" name="Rectangle 116"/>
                <p:cNvSpPr>
                  <a:spLocks noChangeArrowheads="1"/>
                </p:cNvSpPr>
                <p:nvPr/>
              </p:nvSpPr>
              <p:spPr bwMode="auto">
                <a:xfrm>
                  <a:off x="455"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5/8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04" name="Rectangle 117"/>
                <p:cNvSpPr>
                  <a:spLocks noChangeArrowheads="1"/>
                </p:cNvSpPr>
                <p:nvPr/>
              </p:nvSpPr>
              <p:spPr bwMode="auto">
                <a:xfrm>
                  <a:off x="412"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4" name="Group 118"/>
              <p:cNvGrpSpPr>
                <a:grpSpLocks/>
              </p:cNvGrpSpPr>
              <p:nvPr/>
            </p:nvGrpSpPr>
            <p:grpSpPr bwMode="auto">
              <a:xfrm>
                <a:off x="824" y="1420"/>
                <a:ext cx="412" cy="921"/>
                <a:chOff x="824" y="1420"/>
                <a:chExt cx="412" cy="921"/>
              </a:xfrm>
            </p:grpSpPr>
            <p:sp>
              <p:nvSpPr>
                <p:cNvPr id="58501" name="Rectangle 119"/>
                <p:cNvSpPr>
                  <a:spLocks noChangeArrowheads="1"/>
                </p:cNvSpPr>
                <p:nvPr/>
              </p:nvSpPr>
              <p:spPr bwMode="auto">
                <a:xfrm>
                  <a:off x="867"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13/16</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02" name="Rectangle 120"/>
                <p:cNvSpPr>
                  <a:spLocks noChangeArrowheads="1"/>
                </p:cNvSpPr>
                <p:nvPr/>
              </p:nvSpPr>
              <p:spPr bwMode="auto">
                <a:xfrm>
                  <a:off x="824"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5" name="Group 121"/>
              <p:cNvGrpSpPr>
                <a:grpSpLocks/>
              </p:cNvGrpSpPr>
              <p:nvPr/>
            </p:nvGrpSpPr>
            <p:grpSpPr bwMode="auto">
              <a:xfrm>
                <a:off x="1236" y="1420"/>
                <a:ext cx="412" cy="921"/>
                <a:chOff x="1236" y="1420"/>
                <a:chExt cx="412" cy="921"/>
              </a:xfrm>
            </p:grpSpPr>
            <p:sp>
              <p:nvSpPr>
                <p:cNvPr id="58499" name="Rectangle 122"/>
                <p:cNvSpPr>
                  <a:spLocks noChangeArrowheads="1"/>
                </p:cNvSpPr>
                <p:nvPr/>
              </p:nvSpPr>
              <p:spPr bwMode="auto">
                <a:xfrm>
                  <a:off x="1279"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71/128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500" name="Rectangle 123"/>
                <p:cNvSpPr>
                  <a:spLocks noChangeArrowheads="1"/>
                </p:cNvSpPr>
                <p:nvPr/>
              </p:nvSpPr>
              <p:spPr bwMode="auto">
                <a:xfrm>
                  <a:off x="1236"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6" name="Group 124"/>
              <p:cNvGrpSpPr>
                <a:grpSpLocks/>
              </p:cNvGrpSpPr>
              <p:nvPr/>
            </p:nvGrpSpPr>
            <p:grpSpPr bwMode="auto">
              <a:xfrm>
                <a:off x="1648" y="1420"/>
                <a:ext cx="412" cy="921"/>
                <a:chOff x="1648" y="1420"/>
                <a:chExt cx="412" cy="921"/>
              </a:xfrm>
            </p:grpSpPr>
            <p:sp>
              <p:nvSpPr>
                <p:cNvPr id="58497" name="Rectangle 125"/>
                <p:cNvSpPr>
                  <a:spLocks noChangeArrowheads="1"/>
                </p:cNvSpPr>
                <p:nvPr/>
              </p:nvSpPr>
              <p:spPr bwMode="auto">
                <a:xfrm>
                  <a:off x="1691" y="1420"/>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98" name="Rectangle 126"/>
                <p:cNvSpPr>
                  <a:spLocks noChangeArrowheads="1"/>
                </p:cNvSpPr>
                <p:nvPr/>
              </p:nvSpPr>
              <p:spPr bwMode="auto">
                <a:xfrm>
                  <a:off x="1648" y="1420"/>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7" name="Group 127"/>
              <p:cNvGrpSpPr>
                <a:grpSpLocks/>
              </p:cNvGrpSpPr>
              <p:nvPr/>
            </p:nvGrpSpPr>
            <p:grpSpPr bwMode="auto">
              <a:xfrm>
                <a:off x="0" y="2341"/>
                <a:ext cx="412" cy="921"/>
                <a:chOff x="0" y="2341"/>
                <a:chExt cx="412" cy="921"/>
              </a:xfrm>
            </p:grpSpPr>
            <p:sp>
              <p:nvSpPr>
                <p:cNvPr id="58495" name="Rectangle 128"/>
                <p:cNvSpPr>
                  <a:spLocks noChangeArrowheads="1"/>
                </p:cNvSpPr>
                <p:nvPr/>
              </p:nvSpPr>
              <p:spPr bwMode="auto">
                <a:xfrm>
                  <a:off x="43"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96" name="Rectangle 129"/>
                <p:cNvSpPr>
                  <a:spLocks noChangeArrowheads="1"/>
                </p:cNvSpPr>
                <p:nvPr/>
              </p:nvSpPr>
              <p:spPr bwMode="auto">
                <a:xfrm>
                  <a:off x="0"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8" name="Group 130"/>
              <p:cNvGrpSpPr>
                <a:grpSpLocks/>
              </p:cNvGrpSpPr>
              <p:nvPr/>
            </p:nvGrpSpPr>
            <p:grpSpPr bwMode="auto">
              <a:xfrm>
                <a:off x="412" y="2341"/>
                <a:ext cx="412" cy="921"/>
                <a:chOff x="412" y="2341"/>
                <a:chExt cx="412" cy="921"/>
              </a:xfrm>
            </p:grpSpPr>
            <p:sp>
              <p:nvSpPr>
                <p:cNvPr id="58493" name="Rectangle 131"/>
                <p:cNvSpPr>
                  <a:spLocks noChangeArrowheads="1"/>
                </p:cNvSpPr>
                <p:nvPr/>
              </p:nvSpPr>
              <p:spPr bwMode="auto">
                <a:xfrm>
                  <a:off x="455"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94" name="Rectangle 132"/>
                <p:cNvSpPr>
                  <a:spLocks noChangeArrowheads="1"/>
                </p:cNvSpPr>
                <p:nvPr/>
              </p:nvSpPr>
              <p:spPr bwMode="auto">
                <a:xfrm>
                  <a:off x="412"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69" name="Group 133"/>
              <p:cNvGrpSpPr>
                <a:grpSpLocks/>
              </p:cNvGrpSpPr>
              <p:nvPr/>
            </p:nvGrpSpPr>
            <p:grpSpPr bwMode="auto">
              <a:xfrm>
                <a:off x="824" y="2341"/>
                <a:ext cx="412" cy="921"/>
                <a:chOff x="824" y="2341"/>
                <a:chExt cx="412" cy="921"/>
              </a:xfrm>
            </p:grpSpPr>
            <p:sp>
              <p:nvSpPr>
                <p:cNvPr id="58491" name="Rectangle 134"/>
                <p:cNvSpPr>
                  <a:spLocks noChangeArrowheads="1"/>
                </p:cNvSpPr>
                <p:nvPr/>
              </p:nvSpPr>
              <p:spPr bwMode="auto">
                <a:xfrm>
                  <a:off x="867"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5/8</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92" name="Rectangle 135"/>
                <p:cNvSpPr>
                  <a:spLocks noChangeArrowheads="1"/>
                </p:cNvSpPr>
                <p:nvPr/>
              </p:nvSpPr>
              <p:spPr bwMode="auto">
                <a:xfrm>
                  <a:off x="824"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0" name="Group 136"/>
              <p:cNvGrpSpPr>
                <a:grpSpLocks/>
              </p:cNvGrpSpPr>
              <p:nvPr/>
            </p:nvGrpSpPr>
            <p:grpSpPr bwMode="auto">
              <a:xfrm>
                <a:off x="1236" y="2341"/>
                <a:ext cx="412" cy="921"/>
                <a:chOff x="1236" y="2341"/>
                <a:chExt cx="412" cy="921"/>
              </a:xfrm>
            </p:grpSpPr>
            <p:sp>
              <p:nvSpPr>
                <p:cNvPr id="58489" name="Rectangle 137"/>
                <p:cNvSpPr>
                  <a:spLocks noChangeArrowheads="1"/>
                </p:cNvSpPr>
                <p:nvPr/>
              </p:nvSpPr>
              <p:spPr bwMode="auto">
                <a:xfrm>
                  <a:off x="1279"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13/32</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90" name="Rectangle 138"/>
                <p:cNvSpPr>
                  <a:spLocks noChangeArrowheads="1"/>
                </p:cNvSpPr>
                <p:nvPr/>
              </p:nvSpPr>
              <p:spPr bwMode="auto">
                <a:xfrm>
                  <a:off x="1236"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1" name="Group 139"/>
              <p:cNvGrpSpPr>
                <a:grpSpLocks/>
              </p:cNvGrpSpPr>
              <p:nvPr/>
            </p:nvGrpSpPr>
            <p:grpSpPr bwMode="auto">
              <a:xfrm>
                <a:off x="1648" y="2341"/>
                <a:ext cx="412" cy="921"/>
                <a:chOff x="1648" y="2341"/>
                <a:chExt cx="412" cy="921"/>
              </a:xfrm>
            </p:grpSpPr>
            <p:sp>
              <p:nvSpPr>
                <p:cNvPr id="58487" name="Rectangle 140"/>
                <p:cNvSpPr>
                  <a:spLocks noChangeArrowheads="1"/>
                </p:cNvSpPr>
                <p:nvPr/>
              </p:nvSpPr>
              <p:spPr bwMode="auto">
                <a:xfrm>
                  <a:off x="1691" y="2341"/>
                  <a:ext cx="326" cy="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88" name="Rectangle 141"/>
                <p:cNvSpPr>
                  <a:spLocks noChangeArrowheads="1"/>
                </p:cNvSpPr>
                <p:nvPr/>
              </p:nvSpPr>
              <p:spPr bwMode="auto">
                <a:xfrm>
                  <a:off x="1648" y="2341"/>
                  <a:ext cx="412" cy="92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2" name="Group 142"/>
              <p:cNvGrpSpPr>
                <a:grpSpLocks/>
              </p:cNvGrpSpPr>
              <p:nvPr/>
            </p:nvGrpSpPr>
            <p:grpSpPr bwMode="auto">
              <a:xfrm>
                <a:off x="0" y="3262"/>
                <a:ext cx="412" cy="499"/>
                <a:chOff x="0" y="3262"/>
                <a:chExt cx="412" cy="499"/>
              </a:xfrm>
            </p:grpSpPr>
            <p:sp>
              <p:nvSpPr>
                <p:cNvPr id="58485" name="Rectangle 143"/>
                <p:cNvSpPr>
                  <a:spLocks noChangeArrowheads="1"/>
                </p:cNvSpPr>
                <p:nvPr/>
              </p:nvSpPr>
              <p:spPr bwMode="auto">
                <a:xfrm>
                  <a:off x="43"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86" name="Rectangle 144"/>
                <p:cNvSpPr>
                  <a:spLocks noChangeArrowheads="1"/>
                </p:cNvSpPr>
                <p:nvPr/>
              </p:nvSpPr>
              <p:spPr bwMode="auto">
                <a:xfrm>
                  <a:off x="0"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3" name="Group 145"/>
              <p:cNvGrpSpPr>
                <a:grpSpLocks/>
              </p:cNvGrpSpPr>
              <p:nvPr/>
            </p:nvGrpSpPr>
            <p:grpSpPr bwMode="auto">
              <a:xfrm>
                <a:off x="412" y="3262"/>
                <a:ext cx="412" cy="499"/>
                <a:chOff x="412" y="3262"/>
                <a:chExt cx="412" cy="499"/>
              </a:xfrm>
            </p:grpSpPr>
            <p:sp>
              <p:nvSpPr>
                <p:cNvPr id="58483" name="Rectangle 146"/>
                <p:cNvSpPr>
                  <a:spLocks noChangeArrowheads="1"/>
                </p:cNvSpPr>
                <p:nvPr/>
              </p:nvSpPr>
              <p:spPr bwMode="auto">
                <a:xfrm>
                  <a:off x="455"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84" name="Rectangle 147"/>
                <p:cNvSpPr>
                  <a:spLocks noChangeArrowheads="1"/>
                </p:cNvSpPr>
                <p:nvPr/>
              </p:nvSpPr>
              <p:spPr bwMode="auto">
                <a:xfrm>
                  <a:off x="412"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4" name="Group 148"/>
              <p:cNvGrpSpPr>
                <a:grpSpLocks/>
              </p:cNvGrpSpPr>
              <p:nvPr/>
            </p:nvGrpSpPr>
            <p:grpSpPr bwMode="auto">
              <a:xfrm>
                <a:off x="824" y="3262"/>
                <a:ext cx="412" cy="499"/>
                <a:chOff x="824" y="3262"/>
                <a:chExt cx="412" cy="499"/>
              </a:xfrm>
            </p:grpSpPr>
            <p:sp>
              <p:nvSpPr>
                <p:cNvPr id="58481" name="Rectangle 149"/>
                <p:cNvSpPr>
                  <a:spLocks noChangeArrowheads="1"/>
                </p:cNvSpPr>
                <p:nvPr/>
              </p:nvSpPr>
              <p:spPr bwMode="auto">
                <a:xfrm>
                  <a:off x="867"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82" name="Rectangle 150"/>
                <p:cNvSpPr>
                  <a:spLocks noChangeArrowheads="1"/>
                </p:cNvSpPr>
                <p:nvPr/>
              </p:nvSpPr>
              <p:spPr bwMode="auto">
                <a:xfrm>
                  <a:off x="824"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5" name="Group 151"/>
              <p:cNvGrpSpPr>
                <a:grpSpLocks/>
              </p:cNvGrpSpPr>
              <p:nvPr/>
            </p:nvGrpSpPr>
            <p:grpSpPr bwMode="auto">
              <a:xfrm>
                <a:off x="1236" y="3262"/>
                <a:ext cx="412" cy="499"/>
                <a:chOff x="1236" y="3262"/>
                <a:chExt cx="412" cy="499"/>
              </a:xfrm>
            </p:grpSpPr>
            <p:sp>
              <p:nvSpPr>
                <p:cNvPr id="58479" name="Rectangle 152"/>
                <p:cNvSpPr>
                  <a:spLocks noChangeArrowheads="1"/>
                </p:cNvSpPr>
                <p:nvPr/>
              </p:nvSpPr>
              <p:spPr bwMode="auto">
                <a:xfrm>
                  <a:off x="1279"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80" name="Rectangle 153"/>
                <p:cNvSpPr>
                  <a:spLocks noChangeArrowheads="1"/>
                </p:cNvSpPr>
                <p:nvPr/>
              </p:nvSpPr>
              <p:spPr bwMode="auto">
                <a:xfrm>
                  <a:off x="1236"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476" name="Group 154"/>
              <p:cNvGrpSpPr>
                <a:grpSpLocks/>
              </p:cNvGrpSpPr>
              <p:nvPr/>
            </p:nvGrpSpPr>
            <p:grpSpPr bwMode="auto">
              <a:xfrm>
                <a:off x="1648" y="3262"/>
                <a:ext cx="412" cy="499"/>
                <a:chOff x="1648" y="3262"/>
                <a:chExt cx="412" cy="499"/>
              </a:xfrm>
            </p:grpSpPr>
            <p:sp>
              <p:nvSpPr>
                <p:cNvPr id="58477" name="Rectangle 155"/>
                <p:cNvSpPr>
                  <a:spLocks noChangeArrowheads="1"/>
                </p:cNvSpPr>
                <p:nvPr/>
              </p:nvSpPr>
              <p:spPr bwMode="auto">
                <a:xfrm>
                  <a:off x="1691" y="3262"/>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0</a:t>
                  </a:r>
                  <a:endParaRPr kumimoji="1" lang="en-US" altLang="zh-CN" sz="2800" b="1">
                    <a:latin typeface="Times New Roman" pitchFamily="18" charset="0"/>
                  </a:endParaRPr>
                </a:p>
                <a:p>
                  <a:endParaRPr kumimoji="1" lang="en-US" altLang="zh-CN" sz="2800" b="1">
                    <a:latin typeface="Times New Roman" pitchFamily="18" charset="0"/>
                  </a:endParaRPr>
                </a:p>
              </p:txBody>
            </p:sp>
            <p:sp>
              <p:nvSpPr>
                <p:cNvPr id="58478" name="Rectangle 156"/>
                <p:cNvSpPr>
                  <a:spLocks noChangeArrowheads="1"/>
                </p:cNvSpPr>
                <p:nvPr/>
              </p:nvSpPr>
              <p:spPr bwMode="auto">
                <a:xfrm>
                  <a:off x="1648" y="3262"/>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8451" name="Rectangle 157"/>
            <p:cNvSpPr>
              <a:spLocks noChangeArrowheads="1"/>
            </p:cNvSpPr>
            <p:nvPr/>
          </p:nvSpPr>
          <p:spPr bwMode="auto">
            <a:xfrm>
              <a:off x="-3" y="-3"/>
              <a:ext cx="2066" cy="3767"/>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9550" name="Group 158"/>
          <p:cNvGrpSpPr>
            <a:grpSpLocks/>
          </p:cNvGrpSpPr>
          <p:nvPr/>
        </p:nvGrpSpPr>
        <p:grpSpPr bwMode="auto">
          <a:xfrm>
            <a:off x="4211638" y="476250"/>
            <a:ext cx="5195887" cy="2895600"/>
            <a:chOff x="-3" y="-3"/>
            <a:chExt cx="2066" cy="3134"/>
          </a:xfrm>
        </p:grpSpPr>
        <p:grpSp>
          <p:nvGrpSpPr>
            <p:cNvPr id="58373" name="Group 159"/>
            <p:cNvGrpSpPr>
              <a:grpSpLocks/>
            </p:cNvGrpSpPr>
            <p:nvPr/>
          </p:nvGrpSpPr>
          <p:grpSpPr bwMode="auto">
            <a:xfrm>
              <a:off x="0" y="0"/>
              <a:ext cx="2060" cy="3128"/>
              <a:chOff x="0" y="0"/>
              <a:chExt cx="2060" cy="3128"/>
            </a:xfrm>
          </p:grpSpPr>
          <p:grpSp>
            <p:nvGrpSpPr>
              <p:cNvPr id="58375" name="Group 160"/>
              <p:cNvGrpSpPr>
                <a:grpSpLocks/>
              </p:cNvGrpSpPr>
              <p:nvPr/>
            </p:nvGrpSpPr>
            <p:grpSpPr bwMode="auto">
              <a:xfrm>
                <a:off x="0" y="0"/>
                <a:ext cx="412" cy="499"/>
                <a:chOff x="0" y="0"/>
                <a:chExt cx="412" cy="499"/>
              </a:xfrm>
            </p:grpSpPr>
            <p:sp>
              <p:nvSpPr>
                <p:cNvPr id="58448" name="Rectangle 161"/>
                <p:cNvSpPr>
                  <a:spLocks noChangeArrowheads="1"/>
                </p:cNvSpPr>
                <p:nvPr/>
              </p:nvSpPr>
              <p:spPr bwMode="auto">
                <a:xfrm>
                  <a:off x="43"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49" name="Rectangle 162"/>
                <p:cNvSpPr>
                  <a:spLocks noChangeArrowheads="1"/>
                </p:cNvSpPr>
                <p:nvPr/>
              </p:nvSpPr>
              <p:spPr bwMode="auto">
                <a:xfrm>
                  <a:off x="0"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76" name="Group 163"/>
              <p:cNvGrpSpPr>
                <a:grpSpLocks/>
              </p:cNvGrpSpPr>
              <p:nvPr/>
            </p:nvGrpSpPr>
            <p:grpSpPr bwMode="auto">
              <a:xfrm>
                <a:off x="412" y="0"/>
                <a:ext cx="412" cy="499"/>
                <a:chOff x="412" y="0"/>
                <a:chExt cx="412" cy="499"/>
              </a:xfrm>
            </p:grpSpPr>
            <p:sp>
              <p:nvSpPr>
                <p:cNvPr id="58446" name="Rectangle 164"/>
                <p:cNvSpPr>
                  <a:spLocks noChangeArrowheads="1"/>
                </p:cNvSpPr>
                <p:nvPr/>
              </p:nvSpPr>
              <p:spPr bwMode="auto">
                <a:xfrm>
                  <a:off x="455"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47" name="Rectangle 165"/>
                <p:cNvSpPr>
                  <a:spLocks noChangeArrowheads="1"/>
                </p:cNvSpPr>
                <p:nvPr/>
              </p:nvSpPr>
              <p:spPr bwMode="auto">
                <a:xfrm>
                  <a:off x="412"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77" name="Group 166"/>
              <p:cNvGrpSpPr>
                <a:grpSpLocks/>
              </p:cNvGrpSpPr>
              <p:nvPr/>
            </p:nvGrpSpPr>
            <p:grpSpPr bwMode="auto">
              <a:xfrm>
                <a:off x="824" y="0"/>
                <a:ext cx="412" cy="499"/>
                <a:chOff x="824" y="0"/>
                <a:chExt cx="412" cy="499"/>
              </a:xfrm>
            </p:grpSpPr>
            <p:sp>
              <p:nvSpPr>
                <p:cNvPr id="58444" name="Rectangle 167"/>
                <p:cNvSpPr>
                  <a:spLocks noChangeArrowheads="1"/>
                </p:cNvSpPr>
                <p:nvPr/>
              </p:nvSpPr>
              <p:spPr bwMode="auto">
                <a:xfrm>
                  <a:off x="867"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45" name="Rectangle 168"/>
                <p:cNvSpPr>
                  <a:spLocks noChangeArrowheads="1"/>
                </p:cNvSpPr>
                <p:nvPr/>
              </p:nvSpPr>
              <p:spPr bwMode="auto">
                <a:xfrm>
                  <a:off x="824"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78" name="Group 169"/>
              <p:cNvGrpSpPr>
                <a:grpSpLocks/>
              </p:cNvGrpSpPr>
              <p:nvPr/>
            </p:nvGrpSpPr>
            <p:grpSpPr bwMode="auto">
              <a:xfrm>
                <a:off x="1236" y="0"/>
                <a:ext cx="412" cy="499"/>
                <a:chOff x="1236" y="0"/>
                <a:chExt cx="412" cy="499"/>
              </a:xfrm>
            </p:grpSpPr>
            <p:sp>
              <p:nvSpPr>
                <p:cNvPr id="58442" name="Rectangle 170"/>
                <p:cNvSpPr>
                  <a:spLocks noChangeArrowheads="1"/>
                </p:cNvSpPr>
                <p:nvPr/>
              </p:nvSpPr>
              <p:spPr bwMode="auto">
                <a:xfrm>
                  <a:off x="1279"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43" name="Rectangle 171"/>
                <p:cNvSpPr>
                  <a:spLocks noChangeArrowheads="1"/>
                </p:cNvSpPr>
                <p:nvPr/>
              </p:nvSpPr>
              <p:spPr bwMode="auto">
                <a:xfrm>
                  <a:off x="1236"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79" name="Group 172"/>
              <p:cNvGrpSpPr>
                <a:grpSpLocks/>
              </p:cNvGrpSpPr>
              <p:nvPr/>
            </p:nvGrpSpPr>
            <p:grpSpPr bwMode="auto">
              <a:xfrm>
                <a:off x="1648" y="0"/>
                <a:ext cx="412" cy="499"/>
                <a:chOff x="1648" y="0"/>
                <a:chExt cx="412" cy="499"/>
              </a:xfrm>
            </p:grpSpPr>
            <p:sp>
              <p:nvSpPr>
                <p:cNvPr id="58440" name="Rectangle 173"/>
                <p:cNvSpPr>
                  <a:spLocks noChangeArrowheads="1"/>
                </p:cNvSpPr>
                <p:nvPr/>
              </p:nvSpPr>
              <p:spPr bwMode="auto">
                <a:xfrm>
                  <a:off x="1691" y="0"/>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41" name="Rectangle 174"/>
                <p:cNvSpPr>
                  <a:spLocks noChangeArrowheads="1"/>
                </p:cNvSpPr>
                <p:nvPr/>
              </p:nvSpPr>
              <p:spPr bwMode="auto">
                <a:xfrm>
                  <a:off x="1648" y="0"/>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0" name="Group 175"/>
              <p:cNvGrpSpPr>
                <a:grpSpLocks/>
              </p:cNvGrpSpPr>
              <p:nvPr/>
            </p:nvGrpSpPr>
            <p:grpSpPr bwMode="auto">
              <a:xfrm>
                <a:off x="0" y="499"/>
                <a:ext cx="412" cy="710"/>
                <a:chOff x="0" y="499"/>
                <a:chExt cx="412" cy="710"/>
              </a:xfrm>
            </p:grpSpPr>
            <p:sp>
              <p:nvSpPr>
                <p:cNvPr id="58438" name="Rectangle 176"/>
                <p:cNvSpPr>
                  <a:spLocks noChangeArrowheads="1"/>
                </p:cNvSpPr>
                <p:nvPr/>
              </p:nvSpPr>
              <p:spPr bwMode="auto">
                <a:xfrm>
                  <a:off x="43"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39" name="Rectangle 177"/>
                <p:cNvSpPr>
                  <a:spLocks noChangeArrowheads="1"/>
                </p:cNvSpPr>
                <p:nvPr/>
              </p:nvSpPr>
              <p:spPr bwMode="auto">
                <a:xfrm>
                  <a:off x="0"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1" name="Group 178"/>
              <p:cNvGrpSpPr>
                <a:grpSpLocks/>
              </p:cNvGrpSpPr>
              <p:nvPr/>
            </p:nvGrpSpPr>
            <p:grpSpPr bwMode="auto">
              <a:xfrm>
                <a:off x="412" y="499"/>
                <a:ext cx="412" cy="710"/>
                <a:chOff x="412" y="499"/>
                <a:chExt cx="412" cy="710"/>
              </a:xfrm>
            </p:grpSpPr>
            <p:sp>
              <p:nvSpPr>
                <p:cNvPr id="58436" name="Rectangle 179"/>
                <p:cNvSpPr>
                  <a:spLocks noChangeArrowheads="1"/>
                </p:cNvSpPr>
                <p:nvPr/>
              </p:nvSpPr>
              <p:spPr bwMode="auto">
                <a:xfrm>
                  <a:off x="455"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eaLnBrk="1" hangingPunct="1"/>
                  <a:r>
                    <a:rPr kumimoji="1" lang="en-US" altLang="zh-CN" sz="2400" b="1">
                      <a:solidFill>
                        <a:srgbClr val="000000"/>
                      </a:solidFill>
                      <a:latin typeface="Times New Roman" pitchFamily="18" charset="0"/>
                    </a:rPr>
                    <a:t>B3/8</a:t>
                  </a:r>
                  <a:endParaRPr kumimoji="1" lang="en-US" altLang="zh-CN" sz="2400" b="1">
                    <a:latin typeface="Times New Roman" pitchFamily="18" charset="0"/>
                  </a:endParaRPr>
                </a:p>
                <a:p>
                  <a:pPr algn="just"/>
                  <a:endParaRPr kumimoji="1" lang="en-US" altLang="zh-CN" sz="2400" b="1">
                    <a:latin typeface="Times New Roman" pitchFamily="18" charset="0"/>
                  </a:endParaRPr>
                </a:p>
              </p:txBody>
            </p:sp>
            <p:sp>
              <p:nvSpPr>
                <p:cNvPr id="58437" name="Rectangle 180"/>
                <p:cNvSpPr>
                  <a:spLocks noChangeArrowheads="1"/>
                </p:cNvSpPr>
                <p:nvPr/>
              </p:nvSpPr>
              <p:spPr bwMode="auto">
                <a:xfrm>
                  <a:off x="412"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2" name="Group 181"/>
              <p:cNvGrpSpPr>
                <a:grpSpLocks/>
              </p:cNvGrpSpPr>
              <p:nvPr/>
            </p:nvGrpSpPr>
            <p:grpSpPr bwMode="auto">
              <a:xfrm>
                <a:off x="824" y="499"/>
                <a:ext cx="412" cy="710"/>
                <a:chOff x="824" y="499"/>
                <a:chExt cx="412" cy="710"/>
              </a:xfrm>
            </p:grpSpPr>
            <p:sp>
              <p:nvSpPr>
                <p:cNvPr id="58434" name="Rectangle 182"/>
                <p:cNvSpPr>
                  <a:spLocks noChangeArrowheads="1"/>
                </p:cNvSpPr>
                <p:nvPr/>
              </p:nvSpPr>
              <p:spPr bwMode="auto">
                <a:xfrm>
                  <a:off x="867"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35" name="Rectangle 183"/>
                <p:cNvSpPr>
                  <a:spLocks noChangeArrowheads="1"/>
                </p:cNvSpPr>
                <p:nvPr/>
              </p:nvSpPr>
              <p:spPr bwMode="auto">
                <a:xfrm>
                  <a:off x="824"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3" name="Group 184"/>
              <p:cNvGrpSpPr>
                <a:grpSpLocks/>
              </p:cNvGrpSpPr>
              <p:nvPr/>
            </p:nvGrpSpPr>
            <p:grpSpPr bwMode="auto">
              <a:xfrm>
                <a:off x="1236" y="499"/>
                <a:ext cx="412" cy="710"/>
                <a:chOff x="1236" y="499"/>
                <a:chExt cx="412" cy="710"/>
              </a:xfrm>
            </p:grpSpPr>
            <p:sp>
              <p:nvSpPr>
                <p:cNvPr id="58432" name="Rectangle 185"/>
                <p:cNvSpPr>
                  <a:spLocks noChangeArrowheads="1"/>
                </p:cNvSpPr>
                <p:nvPr/>
              </p:nvSpPr>
              <p:spPr bwMode="auto">
                <a:xfrm>
                  <a:off x="1279"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B3/8</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33" name="Rectangle 186"/>
                <p:cNvSpPr>
                  <a:spLocks noChangeArrowheads="1"/>
                </p:cNvSpPr>
                <p:nvPr/>
              </p:nvSpPr>
              <p:spPr bwMode="auto">
                <a:xfrm>
                  <a:off x="1236"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4" name="Group 187"/>
              <p:cNvGrpSpPr>
                <a:grpSpLocks/>
              </p:cNvGrpSpPr>
              <p:nvPr/>
            </p:nvGrpSpPr>
            <p:grpSpPr bwMode="auto">
              <a:xfrm>
                <a:off x="1648" y="499"/>
                <a:ext cx="412" cy="710"/>
                <a:chOff x="1648" y="499"/>
                <a:chExt cx="412" cy="710"/>
              </a:xfrm>
            </p:grpSpPr>
            <p:sp>
              <p:nvSpPr>
                <p:cNvPr id="58430" name="Rectangle 188"/>
                <p:cNvSpPr>
                  <a:spLocks noChangeArrowheads="1"/>
                </p:cNvSpPr>
                <p:nvPr/>
              </p:nvSpPr>
              <p:spPr bwMode="auto">
                <a:xfrm>
                  <a:off x="1691" y="49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31" name="Rectangle 189"/>
                <p:cNvSpPr>
                  <a:spLocks noChangeArrowheads="1"/>
                </p:cNvSpPr>
                <p:nvPr/>
              </p:nvSpPr>
              <p:spPr bwMode="auto">
                <a:xfrm>
                  <a:off x="1648" y="49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5" name="Group 190"/>
              <p:cNvGrpSpPr>
                <a:grpSpLocks/>
              </p:cNvGrpSpPr>
              <p:nvPr/>
            </p:nvGrpSpPr>
            <p:grpSpPr bwMode="auto">
              <a:xfrm>
                <a:off x="0" y="1209"/>
                <a:ext cx="412" cy="710"/>
                <a:chOff x="0" y="1209"/>
                <a:chExt cx="412" cy="710"/>
              </a:xfrm>
            </p:grpSpPr>
            <p:sp>
              <p:nvSpPr>
                <p:cNvPr id="58428" name="Rectangle 191"/>
                <p:cNvSpPr>
                  <a:spLocks noChangeArrowheads="1"/>
                </p:cNvSpPr>
                <p:nvPr/>
              </p:nvSpPr>
              <p:spPr bwMode="auto">
                <a:xfrm>
                  <a:off x="43"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29" name="Rectangle 192"/>
                <p:cNvSpPr>
                  <a:spLocks noChangeArrowheads="1"/>
                </p:cNvSpPr>
                <p:nvPr/>
              </p:nvSpPr>
              <p:spPr bwMode="auto">
                <a:xfrm>
                  <a:off x="0"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6" name="Group 193"/>
              <p:cNvGrpSpPr>
                <a:grpSpLocks/>
              </p:cNvGrpSpPr>
              <p:nvPr/>
            </p:nvGrpSpPr>
            <p:grpSpPr bwMode="auto">
              <a:xfrm>
                <a:off x="412" y="1209"/>
                <a:ext cx="412" cy="710"/>
                <a:chOff x="412" y="1209"/>
                <a:chExt cx="412" cy="710"/>
              </a:xfrm>
            </p:grpSpPr>
            <p:sp>
              <p:nvSpPr>
                <p:cNvPr id="58426" name="Rectangle 194"/>
                <p:cNvSpPr>
                  <a:spLocks noChangeArrowheads="1"/>
                </p:cNvSpPr>
                <p:nvPr/>
              </p:nvSpPr>
              <p:spPr bwMode="auto">
                <a:xfrm>
                  <a:off x="455"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27" name="Rectangle 195"/>
                <p:cNvSpPr>
                  <a:spLocks noChangeArrowheads="1"/>
                </p:cNvSpPr>
                <p:nvPr/>
              </p:nvSpPr>
              <p:spPr bwMode="auto">
                <a:xfrm>
                  <a:off x="412"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7" name="Group 196"/>
              <p:cNvGrpSpPr>
                <a:grpSpLocks/>
              </p:cNvGrpSpPr>
              <p:nvPr/>
            </p:nvGrpSpPr>
            <p:grpSpPr bwMode="auto">
              <a:xfrm>
                <a:off x="824" y="1209"/>
                <a:ext cx="412" cy="710"/>
                <a:chOff x="824" y="1209"/>
                <a:chExt cx="412" cy="710"/>
              </a:xfrm>
            </p:grpSpPr>
            <p:sp>
              <p:nvSpPr>
                <p:cNvPr id="58424" name="Rectangle 197"/>
                <p:cNvSpPr>
                  <a:spLocks noChangeArrowheads="1"/>
                </p:cNvSpPr>
                <p:nvPr/>
              </p:nvSpPr>
              <p:spPr bwMode="auto">
                <a:xfrm>
                  <a:off x="867"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25" name="Rectangle 198"/>
                <p:cNvSpPr>
                  <a:spLocks noChangeArrowheads="1"/>
                </p:cNvSpPr>
                <p:nvPr/>
              </p:nvSpPr>
              <p:spPr bwMode="auto">
                <a:xfrm>
                  <a:off x="824"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8" name="Group 199"/>
              <p:cNvGrpSpPr>
                <a:grpSpLocks/>
              </p:cNvGrpSpPr>
              <p:nvPr/>
            </p:nvGrpSpPr>
            <p:grpSpPr bwMode="auto">
              <a:xfrm>
                <a:off x="1236" y="1209"/>
                <a:ext cx="412" cy="710"/>
                <a:chOff x="1236" y="1209"/>
                <a:chExt cx="412" cy="710"/>
              </a:xfrm>
            </p:grpSpPr>
            <p:sp>
              <p:nvSpPr>
                <p:cNvPr id="58422" name="Rectangle 200"/>
                <p:cNvSpPr>
                  <a:spLocks noChangeArrowheads="1"/>
                </p:cNvSpPr>
                <p:nvPr/>
              </p:nvSpPr>
              <p:spPr bwMode="auto">
                <a:xfrm>
                  <a:off x="1279"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23" name="Rectangle 201"/>
                <p:cNvSpPr>
                  <a:spLocks noChangeArrowheads="1"/>
                </p:cNvSpPr>
                <p:nvPr/>
              </p:nvSpPr>
              <p:spPr bwMode="auto">
                <a:xfrm>
                  <a:off x="1236"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89" name="Group 202"/>
              <p:cNvGrpSpPr>
                <a:grpSpLocks/>
              </p:cNvGrpSpPr>
              <p:nvPr/>
            </p:nvGrpSpPr>
            <p:grpSpPr bwMode="auto">
              <a:xfrm>
                <a:off x="1648" y="1209"/>
                <a:ext cx="412" cy="710"/>
                <a:chOff x="1648" y="1209"/>
                <a:chExt cx="412" cy="710"/>
              </a:xfrm>
            </p:grpSpPr>
            <p:sp>
              <p:nvSpPr>
                <p:cNvPr id="58420" name="Rectangle 203"/>
                <p:cNvSpPr>
                  <a:spLocks noChangeArrowheads="1"/>
                </p:cNvSpPr>
                <p:nvPr/>
              </p:nvSpPr>
              <p:spPr bwMode="auto">
                <a:xfrm>
                  <a:off x="1691" y="120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21" name="Rectangle 204"/>
                <p:cNvSpPr>
                  <a:spLocks noChangeArrowheads="1"/>
                </p:cNvSpPr>
                <p:nvPr/>
              </p:nvSpPr>
              <p:spPr bwMode="auto">
                <a:xfrm>
                  <a:off x="1648" y="120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0" name="Group 205"/>
              <p:cNvGrpSpPr>
                <a:grpSpLocks/>
              </p:cNvGrpSpPr>
              <p:nvPr/>
            </p:nvGrpSpPr>
            <p:grpSpPr bwMode="auto">
              <a:xfrm>
                <a:off x="0" y="1919"/>
                <a:ext cx="412" cy="710"/>
                <a:chOff x="0" y="1919"/>
                <a:chExt cx="412" cy="710"/>
              </a:xfrm>
            </p:grpSpPr>
            <p:sp>
              <p:nvSpPr>
                <p:cNvPr id="58418" name="Rectangle 206"/>
                <p:cNvSpPr>
                  <a:spLocks noChangeArrowheads="1"/>
                </p:cNvSpPr>
                <p:nvPr/>
              </p:nvSpPr>
              <p:spPr bwMode="auto">
                <a:xfrm>
                  <a:off x="43"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19" name="Rectangle 207"/>
                <p:cNvSpPr>
                  <a:spLocks noChangeArrowheads="1"/>
                </p:cNvSpPr>
                <p:nvPr/>
              </p:nvSpPr>
              <p:spPr bwMode="auto">
                <a:xfrm>
                  <a:off x="0"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1" name="Group 208"/>
              <p:cNvGrpSpPr>
                <a:grpSpLocks/>
              </p:cNvGrpSpPr>
              <p:nvPr/>
            </p:nvGrpSpPr>
            <p:grpSpPr bwMode="auto">
              <a:xfrm>
                <a:off x="412" y="1919"/>
                <a:ext cx="412" cy="710"/>
                <a:chOff x="412" y="1919"/>
                <a:chExt cx="412" cy="710"/>
              </a:xfrm>
            </p:grpSpPr>
            <p:sp>
              <p:nvSpPr>
                <p:cNvPr id="58416" name="Rectangle 209"/>
                <p:cNvSpPr>
                  <a:spLocks noChangeArrowheads="1"/>
                </p:cNvSpPr>
                <p:nvPr/>
              </p:nvSpPr>
              <p:spPr bwMode="auto">
                <a:xfrm>
                  <a:off x="455"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B3/8</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17" name="Rectangle 210"/>
                <p:cNvSpPr>
                  <a:spLocks noChangeArrowheads="1"/>
                </p:cNvSpPr>
                <p:nvPr/>
              </p:nvSpPr>
              <p:spPr bwMode="auto">
                <a:xfrm>
                  <a:off x="412"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2" name="Group 211"/>
              <p:cNvGrpSpPr>
                <a:grpSpLocks/>
              </p:cNvGrpSpPr>
              <p:nvPr/>
            </p:nvGrpSpPr>
            <p:grpSpPr bwMode="auto">
              <a:xfrm>
                <a:off x="824" y="1919"/>
                <a:ext cx="412" cy="710"/>
                <a:chOff x="824" y="1919"/>
                <a:chExt cx="412" cy="710"/>
              </a:xfrm>
            </p:grpSpPr>
            <p:sp>
              <p:nvSpPr>
                <p:cNvPr id="58414" name="Rectangle 212"/>
                <p:cNvSpPr>
                  <a:spLocks noChangeArrowheads="1"/>
                </p:cNvSpPr>
                <p:nvPr/>
              </p:nvSpPr>
              <p:spPr bwMode="auto">
                <a:xfrm>
                  <a:off x="867"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R3/4</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15" name="Rectangle 213"/>
                <p:cNvSpPr>
                  <a:spLocks noChangeArrowheads="1"/>
                </p:cNvSpPr>
                <p:nvPr/>
              </p:nvSpPr>
              <p:spPr bwMode="auto">
                <a:xfrm>
                  <a:off x="824"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3" name="Group 214"/>
              <p:cNvGrpSpPr>
                <a:grpSpLocks/>
              </p:cNvGrpSpPr>
              <p:nvPr/>
            </p:nvGrpSpPr>
            <p:grpSpPr bwMode="auto">
              <a:xfrm>
                <a:off x="1236" y="1919"/>
                <a:ext cx="412" cy="710"/>
                <a:chOff x="1236" y="1919"/>
                <a:chExt cx="412" cy="710"/>
              </a:xfrm>
            </p:grpSpPr>
            <p:sp>
              <p:nvSpPr>
                <p:cNvPr id="58412" name="Rectangle 215"/>
                <p:cNvSpPr>
                  <a:spLocks noChangeArrowheads="1"/>
                </p:cNvSpPr>
                <p:nvPr/>
              </p:nvSpPr>
              <p:spPr bwMode="auto">
                <a:xfrm>
                  <a:off x="1279"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B3/8</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13" name="Rectangle 216"/>
                <p:cNvSpPr>
                  <a:spLocks noChangeArrowheads="1"/>
                </p:cNvSpPr>
                <p:nvPr/>
              </p:nvSpPr>
              <p:spPr bwMode="auto">
                <a:xfrm>
                  <a:off x="1236"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4" name="Group 217"/>
              <p:cNvGrpSpPr>
                <a:grpSpLocks/>
              </p:cNvGrpSpPr>
              <p:nvPr/>
            </p:nvGrpSpPr>
            <p:grpSpPr bwMode="auto">
              <a:xfrm>
                <a:off x="1648" y="1919"/>
                <a:ext cx="412" cy="710"/>
                <a:chOff x="1648" y="1919"/>
                <a:chExt cx="412" cy="710"/>
              </a:xfrm>
            </p:grpSpPr>
            <p:sp>
              <p:nvSpPr>
                <p:cNvPr id="58410" name="Rectangle 218"/>
                <p:cNvSpPr>
                  <a:spLocks noChangeArrowheads="1"/>
                </p:cNvSpPr>
                <p:nvPr/>
              </p:nvSpPr>
              <p:spPr bwMode="auto">
                <a:xfrm>
                  <a:off x="1691" y="1919"/>
                  <a:ext cx="32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11" name="Rectangle 219"/>
                <p:cNvSpPr>
                  <a:spLocks noChangeArrowheads="1"/>
                </p:cNvSpPr>
                <p:nvPr/>
              </p:nvSpPr>
              <p:spPr bwMode="auto">
                <a:xfrm>
                  <a:off x="1648" y="1919"/>
                  <a:ext cx="412" cy="71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5" name="Group 220"/>
              <p:cNvGrpSpPr>
                <a:grpSpLocks/>
              </p:cNvGrpSpPr>
              <p:nvPr/>
            </p:nvGrpSpPr>
            <p:grpSpPr bwMode="auto">
              <a:xfrm>
                <a:off x="0" y="2629"/>
                <a:ext cx="412" cy="499"/>
                <a:chOff x="0" y="2629"/>
                <a:chExt cx="412" cy="499"/>
              </a:xfrm>
            </p:grpSpPr>
            <p:sp>
              <p:nvSpPr>
                <p:cNvPr id="58408" name="Rectangle 221"/>
                <p:cNvSpPr>
                  <a:spLocks noChangeArrowheads="1"/>
                </p:cNvSpPr>
                <p:nvPr/>
              </p:nvSpPr>
              <p:spPr bwMode="auto">
                <a:xfrm>
                  <a:off x="43"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09" name="Rectangle 222"/>
                <p:cNvSpPr>
                  <a:spLocks noChangeArrowheads="1"/>
                </p:cNvSpPr>
                <p:nvPr/>
              </p:nvSpPr>
              <p:spPr bwMode="auto">
                <a:xfrm>
                  <a:off x="0"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6" name="Group 223"/>
              <p:cNvGrpSpPr>
                <a:grpSpLocks/>
              </p:cNvGrpSpPr>
              <p:nvPr/>
            </p:nvGrpSpPr>
            <p:grpSpPr bwMode="auto">
              <a:xfrm>
                <a:off x="412" y="2629"/>
                <a:ext cx="412" cy="499"/>
                <a:chOff x="412" y="2629"/>
                <a:chExt cx="412" cy="499"/>
              </a:xfrm>
            </p:grpSpPr>
            <p:sp>
              <p:nvSpPr>
                <p:cNvPr id="58406" name="Rectangle 224"/>
                <p:cNvSpPr>
                  <a:spLocks noChangeArrowheads="1"/>
                </p:cNvSpPr>
                <p:nvPr/>
              </p:nvSpPr>
              <p:spPr bwMode="auto">
                <a:xfrm>
                  <a:off x="455"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07" name="Rectangle 225"/>
                <p:cNvSpPr>
                  <a:spLocks noChangeArrowheads="1"/>
                </p:cNvSpPr>
                <p:nvPr/>
              </p:nvSpPr>
              <p:spPr bwMode="auto">
                <a:xfrm>
                  <a:off x="412"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7" name="Group 226"/>
              <p:cNvGrpSpPr>
                <a:grpSpLocks/>
              </p:cNvGrpSpPr>
              <p:nvPr/>
            </p:nvGrpSpPr>
            <p:grpSpPr bwMode="auto">
              <a:xfrm>
                <a:off x="824" y="2629"/>
                <a:ext cx="412" cy="499"/>
                <a:chOff x="824" y="2629"/>
                <a:chExt cx="412" cy="499"/>
              </a:xfrm>
            </p:grpSpPr>
            <p:sp>
              <p:nvSpPr>
                <p:cNvPr id="58404" name="Rectangle 227"/>
                <p:cNvSpPr>
                  <a:spLocks noChangeArrowheads="1"/>
                </p:cNvSpPr>
                <p:nvPr/>
              </p:nvSpPr>
              <p:spPr bwMode="auto">
                <a:xfrm>
                  <a:off x="867"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05" name="Rectangle 228"/>
                <p:cNvSpPr>
                  <a:spLocks noChangeArrowheads="1"/>
                </p:cNvSpPr>
                <p:nvPr/>
              </p:nvSpPr>
              <p:spPr bwMode="auto">
                <a:xfrm>
                  <a:off x="824"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8" name="Group 229"/>
              <p:cNvGrpSpPr>
                <a:grpSpLocks/>
              </p:cNvGrpSpPr>
              <p:nvPr/>
            </p:nvGrpSpPr>
            <p:grpSpPr bwMode="auto">
              <a:xfrm>
                <a:off x="1236" y="2629"/>
                <a:ext cx="412" cy="499"/>
                <a:chOff x="1236" y="2629"/>
                <a:chExt cx="412" cy="499"/>
              </a:xfrm>
            </p:grpSpPr>
            <p:sp>
              <p:nvSpPr>
                <p:cNvPr id="58402" name="Rectangle 230"/>
                <p:cNvSpPr>
                  <a:spLocks noChangeArrowheads="1"/>
                </p:cNvSpPr>
                <p:nvPr/>
              </p:nvSpPr>
              <p:spPr bwMode="auto">
                <a:xfrm>
                  <a:off x="1279"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R0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03" name="Rectangle 231"/>
                <p:cNvSpPr>
                  <a:spLocks noChangeArrowheads="1"/>
                </p:cNvSpPr>
                <p:nvPr/>
              </p:nvSpPr>
              <p:spPr bwMode="auto">
                <a:xfrm>
                  <a:off x="1236"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nvGrpSpPr>
              <p:cNvPr id="58399" name="Group 232"/>
              <p:cNvGrpSpPr>
                <a:grpSpLocks/>
              </p:cNvGrpSpPr>
              <p:nvPr/>
            </p:nvGrpSpPr>
            <p:grpSpPr bwMode="auto">
              <a:xfrm>
                <a:off x="1648" y="2629"/>
                <a:ext cx="412" cy="499"/>
                <a:chOff x="1648" y="2629"/>
                <a:chExt cx="412" cy="499"/>
              </a:xfrm>
            </p:grpSpPr>
            <p:sp>
              <p:nvSpPr>
                <p:cNvPr id="58400" name="Rectangle 233"/>
                <p:cNvSpPr>
                  <a:spLocks noChangeArrowheads="1"/>
                </p:cNvSpPr>
                <p:nvPr/>
              </p:nvSpPr>
              <p:spPr bwMode="auto">
                <a:xfrm>
                  <a:off x="1691" y="2629"/>
                  <a:ext cx="326"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solidFill>
                        <a:srgbClr val="000000"/>
                      </a:solidFill>
                      <a:latin typeface="Times New Roman" pitchFamily="18" charset="0"/>
                    </a:rPr>
                    <a:t>B0</a:t>
                  </a:r>
                  <a:endParaRPr kumimoji="1" lang="en-US" altLang="zh-CN" sz="2400" b="1">
                    <a:latin typeface="Times New Roman" pitchFamily="18" charset="0"/>
                  </a:endParaRPr>
                </a:p>
                <a:p>
                  <a:endParaRPr kumimoji="1" lang="en-US" altLang="zh-CN" sz="2400" b="1">
                    <a:latin typeface="Times New Roman" pitchFamily="18" charset="0"/>
                  </a:endParaRPr>
                </a:p>
              </p:txBody>
            </p:sp>
            <p:sp>
              <p:nvSpPr>
                <p:cNvPr id="58401" name="Rectangle 234"/>
                <p:cNvSpPr>
                  <a:spLocks noChangeArrowheads="1"/>
                </p:cNvSpPr>
                <p:nvPr/>
              </p:nvSpPr>
              <p:spPr bwMode="auto">
                <a:xfrm>
                  <a:off x="1648" y="2629"/>
                  <a:ext cx="412" cy="49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grpSp>
        <p:sp>
          <p:nvSpPr>
            <p:cNvPr id="58374" name="Rectangle 235"/>
            <p:cNvSpPr>
              <a:spLocks noChangeArrowheads="1"/>
            </p:cNvSpPr>
            <p:nvPr/>
          </p:nvSpPr>
          <p:spPr bwMode="auto">
            <a:xfrm>
              <a:off x="-3" y="-3"/>
              <a:ext cx="2066" cy="313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9472"/>
                                        </p:tgtEl>
                                        <p:attrNameLst>
                                          <p:attrName>style.visibility</p:attrName>
                                        </p:attrNameLst>
                                      </p:cBhvr>
                                      <p:to>
                                        <p:strVal val="visible"/>
                                      </p:to>
                                    </p:set>
                                    <p:anim calcmode="lin" valueType="num">
                                      <p:cBhvr additive="base">
                                        <p:cTn id="7" dur="500" fill="hold"/>
                                        <p:tgtEl>
                                          <p:spTgt spid="59472"/>
                                        </p:tgtEl>
                                        <p:attrNameLst>
                                          <p:attrName>ppt_x</p:attrName>
                                        </p:attrNameLst>
                                      </p:cBhvr>
                                      <p:tavLst>
                                        <p:tav tm="0">
                                          <p:val>
                                            <p:strVal val="0-#ppt_w/2"/>
                                          </p:val>
                                        </p:tav>
                                        <p:tav tm="100000">
                                          <p:val>
                                            <p:strVal val="#ppt_x"/>
                                          </p:val>
                                        </p:tav>
                                      </p:tavLst>
                                    </p:anim>
                                    <p:anim calcmode="lin" valueType="num">
                                      <p:cBhvr additive="base">
                                        <p:cTn id="8" dur="500" fill="hold"/>
                                        <p:tgtEl>
                                          <p:spTgt spid="5947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9550"/>
                                        </p:tgtEl>
                                        <p:attrNameLst>
                                          <p:attrName>style.visibility</p:attrName>
                                        </p:attrNameLst>
                                      </p:cBhvr>
                                      <p:to>
                                        <p:strVal val="visible"/>
                                      </p:to>
                                    </p:set>
                                    <p:anim calcmode="lin" valueType="num">
                                      <p:cBhvr additive="base">
                                        <p:cTn id="13" dur="500" fill="hold"/>
                                        <p:tgtEl>
                                          <p:spTgt spid="59550"/>
                                        </p:tgtEl>
                                        <p:attrNameLst>
                                          <p:attrName>ppt_x</p:attrName>
                                        </p:attrNameLst>
                                      </p:cBhvr>
                                      <p:tavLst>
                                        <p:tav tm="0">
                                          <p:val>
                                            <p:strVal val="0-#ppt_w/2"/>
                                          </p:val>
                                        </p:tav>
                                        <p:tav tm="100000">
                                          <p:val>
                                            <p:strVal val="#ppt_x"/>
                                          </p:val>
                                        </p:tav>
                                      </p:tavLst>
                                    </p:anim>
                                    <p:anim calcmode="lin" valueType="num">
                                      <p:cBhvr additive="base">
                                        <p:cTn id="14" dur="500" fill="hold"/>
                                        <p:tgtEl>
                                          <p:spTgt spid="595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685800" y="1371600"/>
            <a:ext cx="7559675" cy="428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In this example the solution is converging faster than the Jacobi iteration and at a comparable rate to Gauss-Seidel, yet is maintaining the symmetries which existed in the initial guess. For many problems, particularly those looking at instabilities, the maintenance of symmetries is important.</a:t>
            </a:r>
            <a:endParaRPr kumimoji="1" lang="en-US" altLang="zh-CN" sz="2800" b="1">
              <a:latin typeface="Times New Roman" pitchFamily="18" charset="0"/>
            </a:endParaRPr>
          </a:p>
        </p:txBody>
      </p:sp>
    </p:spTree>
  </p:cSld>
  <p:clrMapOvr>
    <a:masterClrMapping/>
  </p:clrMapOvr>
  <p:transition>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684213" y="404813"/>
            <a:ext cx="76358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9.1.2.4 Successive Over Relaxation (SOR)</a:t>
            </a:r>
            <a:endParaRPr kumimoji="1" lang="en-US" altLang="zh-CN" sz="2800" b="1">
              <a:latin typeface="Times New Roman" pitchFamily="18" charset="0"/>
            </a:endParaRPr>
          </a:p>
        </p:txBody>
      </p:sp>
      <p:sp>
        <p:nvSpPr>
          <p:cNvPr id="61443" name="Text Box 3"/>
          <p:cNvSpPr txBox="1">
            <a:spLocks noChangeArrowheads="1"/>
          </p:cNvSpPr>
          <p:nvPr/>
        </p:nvSpPr>
        <p:spPr bwMode="auto">
          <a:xfrm>
            <a:off x="755650" y="1341438"/>
            <a:ext cx="7635875"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It has been found that the errors in the solution obtained by any of the three preceding methods</a:t>
            </a:r>
            <a:endParaRPr kumimoji="1" lang="en-US" altLang="zh-CN" sz="2800" b="1">
              <a:latin typeface="Times New Roman" pitchFamily="18" charset="0"/>
            </a:endParaRPr>
          </a:p>
          <a:p>
            <a:pPr eaLnBrk="1" hangingPunct="1">
              <a:lnSpc>
                <a:spcPct val="140000"/>
              </a:lnSpc>
            </a:pPr>
            <a:r>
              <a:rPr kumimoji="1" lang="en-US" altLang="zh-CN" sz="2800" b="1">
                <a:solidFill>
                  <a:srgbClr val="000000"/>
                </a:solidFill>
                <a:latin typeface="Times New Roman" pitchFamily="18" charset="0"/>
              </a:rPr>
              <a:t>decrease only slowly and often decrease in a monotonic manner. Hence, rather than setting</a:t>
            </a:r>
            <a:endParaRPr kumimoji="1" lang="en-US" altLang="zh-CN" sz="2800" b="1">
              <a:latin typeface="Times New Roman" pitchFamily="18" charset="0"/>
            </a:endParaRPr>
          </a:p>
        </p:txBody>
      </p:sp>
      <p:sp>
        <p:nvSpPr>
          <p:cNvPr id="61444" name="Text Box 4"/>
          <p:cNvSpPr txBox="1">
            <a:spLocks noChangeArrowheads="1"/>
          </p:cNvSpPr>
          <p:nvPr/>
        </p:nvSpPr>
        <p:spPr bwMode="auto">
          <a:xfrm>
            <a:off x="685800" y="4800600"/>
            <a:ext cx="763587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for each internal mesh point, we use</a:t>
            </a:r>
          </a:p>
        </p:txBody>
      </p:sp>
      <p:sp>
        <p:nvSpPr>
          <p:cNvPr id="61445" name="Text Box 5"/>
          <p:cNvSpPr txBox="1">
            <a:spLocks noChangeArrowheads="1"/>
          </p:cNvSpPr>
          <p:nvPr/>
        </p:nvSpPr>
        <p:spPr bwMode="auto">
          <a:xfrm>
            <a:off x="1752600" y="4114800"/>
            <a:ext cx="5754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endParaRPr kumimoji="1" lang="en-US" altLang="zh-CN" sz="2800" b="1">
              <a:latin typeface="Times New Roman" pitchFamily="18" charset="0"/>
            </a:endParaRPr>
          </a:p>
        </p:txBody>
      </p:sp>
      <p:sp>
        <p:nvSpPr>
          <p:cNvPr id="61446" name="Text Box 6"/>
          <p:cNvSpPr txBox="1">
            <a:spLocks noChangeArrowheads="1"/>
          </p:cNvSpPr>
          <p:nvPr/>
        </p:nvSpPr>
        <p:spPr bwMode="auto">
          <a:xfrm>
            <a:off x="457200" y="5867400"/>
            <a:ext cx="815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(1–</a:t>
            </a:r>
            <a:r>
              <a:rPr kumimoji="1" lang="en-US" altLang="zh-CN" sz="2800" b="1">
                <a:solidFill>
                  <a:srgbClr val="008000"/>
                </a:solidFill>
                <a:latin typeface="Symbol" pitchFamily="18" charset="2"/>
              </a:rPr>
              <a:t>s</a:t>
            </a:r>
            <a:r>
              <a:rPr kumimoji="1" lang="en-US" altLang="zh-CN" sz="2800" b="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 </a:t>
            </a:r>
            <a:r>
              <a:rPr kumimoji="1" lang="en-US" altLang="zh-CN" sz="2800" b="1">
                <a:solidFill>
                  <a:srgbClr val="000080"/>
                </a:solidFill>
                <a:latin typeface="Times New Roman" pitchFamily="18" charset="0"/>
              </a:rPr>
              <a:t>+ </a:t>
            </a:r>
            <a:r>
              <a:rPr kumimoji="1" lang="en-US" altLang="zh-CN" sz="2800" b="1">
                <a:solidFill>
                  <a:srgbClr val="008000"/>
                </a:solidFill>
                <a:latin typeface="Symbol" pitchFamily="18" charset="2"/>
              </a:rPr>
              <a:t>s</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0080"/>
                </a:solidFill>
                <a:latin typeface="Times New Roman" pitchFamily="18" charset="0"/>
              </a:rPr>
              <a:t>)/4</a:t>
            </a:r>
            <a:r>
              <a:rPr kumimoji="1" lang="en-US" altLang="zh-CN" sz="2800" b="1">
                <a:solidFill>
                  <a:srgbClr val="000000"/>
                </a:solidFill>
                <a:latin typeface="Times New Roman" pitchFamily="18" charset="0"/>
              </a:rPr>
              <a:t>.</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43"/>
                                        </p:tgtEl>
                                        <p:attrNameLst>
                                          <p:attrName>style.visibility</p:attrName>
                                        </p:attrNameLst>
                                      </p:cBhvr>
                                      <p:to>
                                        <p:strVal val="visible"/>
                                      </p:to>
                                    </p:set>
                                    <p:anim calcmode="lin" valueType="num">
                                      <p:cBhvr additive="base">
                                        <p:cTn id="7" dur="500" fill="hold"/>
                                        <p:tgtEl>
                                          <p:spTgt spid="61443"/>
                                        </p:tgtEl>
                                        <p:attrNameLst>
                                          <p:attrName>ppt_x</p:attrName>
                                        </p:attrNameLst>
                                      </p:cBhvr>
                                      <p:tavLst>
                                        <p:tav tm="0">
                                          <p:val>
                                            <p:strVal val="0-#ppt_w/2"/>
                                          </p:val>
                                        </p:tav>
                                        <p:tav tm="100000">
                                          <p:val>
                                            <p:strVal val="#ppt_x"/>
                                          </p:val>
                                        </p:tav>
                                      </p:tavLst>
                                    </p:anim>
                                    <p:anim calcmode="lin" valueType="num">
                                      <p:cBhvr additive="base">
                                        <p:cTn id="8" dur="500" fill="hold"/>
                                        <p:tgtEl>
                                          <p:spTgt spid="614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44"/>
                                        </p:tgtEl>
                                        <p:attrNameLst>
                                          <p:attrName>style.visibility</p:attrName>
                                        </p:attrNameLst>
                                      </p:cBhvr>
                                      <p:to>
                                        <p:strVal val="visible"/>
                                      </p:to>
                                    </p:set>
                                    <p:anim calcmode="lin" valueType="num">
                                      <p:cBhvr additive="base">
                                        <p:cTn id="13" dur="500" fill="hold"/>
                                        <p:tgtEl>
                                          <p:spTgt spid="61444"/>
                                        </p:tgtEl>
                                        <p:attrNameLst>
                                          <p:attrName>ppt_x</p:attrName>
                                        </p:attrNameLst>
                                      </p:cBhvr>
                                      <p:tavLst>
                                        <p:tav tm="0">
                                          <p:val>
                                            <p:strVal val="0-#ppt_w/2"/>
                                          </p:val>
                                        </p:tav>
                                        <p:tav tm="100000">
                                          <p:val>
                                            <p:strVal val="#ppt_x"/>
                                          </p:val>
                                        </p:tav>
                                      </p:tavLst>
                                    </p:anim>
                                    <p:anim calcmode="lin" valueType="num">
                                      <p:cBhvr additive="base">
                                        <p:cTn id="14" dur="500" fill="hold"/>
                                        <p:tgtEl>
                                          <p:spTgt spid="614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45"/>
                                        </p:tgtEl>
                                        <p:attrNameLst>
                                          <p:attrName>style.visibility</p:attrName>
                                        </p:attrNameLst>
                                      </p:cBhvr>
                                      <p:to>
                                        <p:strVal val="visible"/>
                                      </p:to>
                                    </p:set>
                                    <p:anim calcmode="lin" valueType="num">
                                      <p:cBhvr additive="base">
                                        <p:cTn id="19" dur="500" fill="hold"/>
                                        <p:tgtEl>
                                          <p:spTgt spid="61445"/>
                                        </p:tgtEl>
                                        <p:attrNameLst>
                                          <p:attrName>ppt_x</p:attrName>
                                        </p:attrNameLst>
                                      </p:cBhvr>
                                      <p:tavLst>
                                        <p:tav tm="0">
                                          <p:val>
                                            <p:strVal val="0-#ppt_w/2"/>
                                          </p:val>
                                        </p:tav>
                                        <p:tav tm="100000">
                                          <p:val>
                                            <p:strVal val="#ppt_x"/>
                                          </p:val>
                                        </p:tav>
                                      </p:tavLst>
                                    </p:anim>
                                    <p:anim calcmode="lin" valueType="num">
                                      <p:cBhvr additive="base">
                                        <p:cTn id="20" dur="500" fill="hold"/>
                                        <p:tgtEl>
                                          <p:spTgt spid="6144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446"/>
                                        </p:tgtEl>
                                        <p:attrNameLst>
                                          <p:attrName>style.visibility</p:attrName>
                                        </p:attrNameLst>
                                      </p:cBhvr>
                                      <p:to>
                                        <p:strVal val="visible"/>
                                      </p:to>
                                    </p:set>
                                    <p:anim calcmode="lin" valueType="num">
                                      <p:cBhvr additive="base">
                                        <p:cTn id="25" dur="500" fill="hold"/>
                                        <p:tgtEl>
                                          <p:spTgt spid="61446"/>
                                        </p:tgtEl>
                                        <p:attrNameLst>
                                          <p:attrName>ppt_x</p:attrName>
                                        </p:attrNameLst>
                                      </p:cBhvr>
                                      <p:tavLst>
                                        <p:tav tm="0">
                                          <p:val>
                                            <p:strVal val="0-#ppt_w/2"/>
                                          </p:val>
                                        </p:tav>
                                        <p:tav tm="100000">
                                          <p:val>
                                            <p:strVal val="#ppt_x"/>
                                          </p:val>
                                        </p:tav>
                                      </p:tavLst>
                                    </p:anim>
                                    <p:anim calcmode="lin" valueType="num">
                                      <p:cBhvr additive="base">
                                        <p:cTn id="26" dur="500" fill="hold"/>
                                        <p:tgtEl>
                                          <p:spTgt spid="614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autoUpdateAnimBg="0"/>
      <p:bldP spid="61444" grpId="0" autoUpdateAnimBg="0"/>
      <p:bldP spid="61445" grpId="0" autoUpdateAnimBg="0"/>
      <p:bldP spid="6144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304800" y="914400"/>
            <a:ext cx="7712075"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for some value </a:t>
            </a:r>
            <a:r>
              <a:rPr kumimoji="1" lang="en-US" altLang="zh-CN" sz="2800" b="1">
                <a:solidFill>
                  <a:srgbClr val="008000"/>
                </a:solidFill>
                <a:latin typeface="Symbol" pitchFamily="18" charset="2"/>
              </a:rPr>
              <a:t>s</a:t>
            </a:r>
            <a:r>
              <a:rPr kumimoji="1" lang="en-US" altLang="zh-CN" sz="2800" b="1">
                <a:solidFill>
                  <a:srgbClr val="000000"/>
                </a:solidFill>
                <a:latin typeface="Times New Roman" pitchFamily="18" charset="0"/>
              </a:rPr>
              <a:t>. The optimal value of </a:t>
            </a:r>
            <a:r>
              <a:rPr kumimoji="1" lang="en-US" altLang="zh-CN" sz="2800" b="1">
                <a:solidFill>
                  <a:srgbClr val="008000"/>
                </a:solidFill>
                <a:latin typeface="Symbol" pitchFamily="18" charset="2"/>
              </a:rPr>
              <a:t>s </a:t>
            </a:r>
            <a:r>
              <a:rPr kumimoji="1" lang="en-US" altLang="zh-CN" sz="2800" b="1">
                <a:solidFill>
                  <a:srgbClr val="000000"/>
                </a:solidFill>
                <a:latin typeface="Times New Roman" pitchFamily="18" charset="0"/>
              </a:rPr>
              <a:t>will depend on the problem being solved and may vary as the iteration process converges. Typically, however, a value of around 1.2 to 1.4 produces good results. In some special cases it is possible to determine an optimal value analytically.</a:t>
            </a:r>
            <a:r>
              <a:rPr kumimoji="1" lang="en-US" altLang="zh-CN" sz="2800" b="1">
                <a:latin typeface="Times New Roman" pitchFamily="18" charset="0"/>
              </a:rPr>
              <a:t> </a:t>
            </a:r>
          </a:p>
        </p:txBody>
      </p:sp>
    </p:spTree>
  </p:cSld>
  <p:clrMapOvr>
    <a:masterClrMapping/>
  </p:clrMapOvr>
  <p:transition>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304800" y="381000"/>
            <a:ext cx="786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solidFill>
                  <a:srgbClr val="000000"/>
                </a:solidFill>
                <a:latin typeface="Times New Roman" pitchFamily="18" charset="0"/>
              </a:rPr>
              <a:t>9.1.3 Multigrid*</a:t>
            </a:r>
            <a:endParaRPr kumimoji="1" lang="en-US" altLang="zh-CN" sz="2400">
              <a:latin typeface="Times New Roman" pitchFamily="18" charset="0"/>
            </a:endParaRPr>
          </a:p>
        </p:txBody>
      </p:sp>
      <p:sp>
        <p:nvSpPr>
          <p:cNvPr id="63491" name="Text Box 3"/>
          <p:cNvSpPr txBox="1">
            <a:spLocks noChangeArrowheads="1"/>
          </p:cNvSpPr>
          <p:nvPr/>
        </p:nvSpPr>
        <p:spPr bwMode="auto">
          <a:xfrm>
            <a:off x="152400" y="838200"/>
            <a:ext cx="8839200"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a:solidFill>
                  <a:srgbClr val="000000"/>
                </a:solidFill>
                <a:latin typeface="Times New Roman" pitchFamily="18" charset="0"/>
              </a:rPr>
              <a:t>The big problem with relaxation methods is their slow convergence. If </a:t>
            </a:r>
            <a:r>
              <a:rPr kumimoji="1" lang="en-US" altLang="zh-CN" sz="2800">
                <a:solidFill>
                  <a:srgbClr val="008000"/>
                </a:solidFill>
                <a:latin typeface="Symbol" pitchFamily="18" charset="2"/>
              </a:rPr>
              <a:t>s</a:t>
            </a:r>
            <a:r>
              <a:rPr kumimoji="1" lang="en-US" altLang="zh-CN" sz="2800">
                <a:solidFill>
                  <a:srgbClr val="000000"/>
                </a:solidFill>
                <a:latin typeface="Times New Roman" pitchFamily="18" charset="0"/>
              </a:rPr>
              <a:t>= 1 then application of the stencil removes all the error in the solution at the wave length of the mesh for that point, but has little impact on larger wave lengths. This may be seen if we consider the one-dimensional equation</a:t>
            </a:r>
            <a:endParaRPr kumimoji="1" lang="en-US" altLang="zh-CN" sz="2800">
              <a:latin typeface="Times New Roman" pitchFamily="18" charset="0"/>
            </a:endParaRPr>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038600"/>
            <a:ext cx="2438400"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267200"/>
            <a:ext cx="472440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4" name="Text Box 6"/>
          <p:cNvSpPr txBox="1">
            <a:spLocks noChangeArrowheads="1"/>
          </p:cNvSpPr>
          <p:nvPr/>
        </p:nvSpPr>
        <p:spPr bwMode="auto">
          <a:xfrm>
            <a:off x="304800" y="4800600"/>
            <a:ext cx="8293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solidFill>
                  <a:srgbClr val="000000"/>
                </a:solidFill>
                <a:latin typeface="Times New Roman" pitchFamily="18" charset="0"/>
              </a:rPr>
              <a:t>Suppose our initial guess for the iterative solution is that </a:t>
            </a:r>
          </a:p>
        </p:txBody>
      </p:sp>
      <p:pic>
        <p:nvPicPr>
          <p:cNvPr id="6349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5638800"/>
            <a:ext cx="13716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496" name="Text Box 8"/>
          <p:cNvSpPr txBox="1">
            <a:spLocks noChangeArrowheads="1"/>
          </p:cNvSpPr>
          <p:nvPr/>
        </p:nvSpPr>
        <p:spPr bwMode="auto">
          <a:xfrm>
            <a:off x="1981200" y="5486400"/>
            <a:ext cx="7010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solidFill>
                  <a:srgbClr val="000000"/>
                </a:solidFill>
                <a:latin typeface="Times New Roman" pitchFamily="18" charset="0"/>
              </a:rPr>
              <a:t>for all internal mesh points. With the Jacobi Iteration the correction to the internal points diffuses only slowly along from x = 1</a:t>
            </a:r>
            <a:r>
              <a:rPr kumimoji="1" lang="en-US" altLang="zh-CN" sz="2400">
                <a:latin typeface="Times New Roman" pitchFamily="18" charset="0"/>
              </a:rPr>
              <a:t>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additive="base">
                                        <p:cTn id="7" dur="500" fill="hold"/>
                                        <p:tgtEl>
                                          <p:spTgt spid="63491"/>
                                        </p:tgtEl>
                                        <p:attrNameLst>
                                          <p:attrName>ppt_x</p:attrName>
                                        </p:attrNameLst>
                                      </p:cBhvr>
                                      <p:tavLst>
                                        <p:tav tm="0">
                                          <p:val>
                                            <p:strVal val="0-#ppt_w/2"/>
                                          </p:val>
                                        </p:tav>
                                        <p:tav tm="100000">
                                          <p:val>
                                            <p:strVal val="#ppt_x"/>
                                          </p:val>
                                        </p:tav>
                                      </p:tavLst>
                                    </p:anim>
                                    <p:anim calcmode="lin" valueType="num">
                                      <p:cBhvr additive="base">
                                        <p:cTn id="8" dur="500" fill="hold"/>
                                        <p:tgtEl>
                                          <p:spTgt spid="6349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3492"/>
                                        </p:tgtEl>
                                        <p:attrNameLst>
                                          <p:attrName>style.visibility</p:attrName>
                                        </p:attrNameLst>
                                      </p:cBhvr>
                                      <p:to>
                                        <p:strVal val="visible"/>
                                      </p:to>
                                    </p:set>
                                    <p:anim calcmode="lin" valueType="num">
                                      <p:cBhvr additive="base">
                                        <p:cTn id="13" dur="500" fill="hold"/>
                                        <p:tgtEl>
                                          <p:spTgt spid="63492"/>
                                        </p:tgtEl>
                                        <p:attrNameLst>
                                          <p:attrName>ppt_x</p:attrName>
                                        </p:attrNameLst>
                                      </p:cBhvr>
                                      <p:tavLst>
                                        <p:tav tm="0">
                                          <p:val>
                                            <p:strVal val="0-#ppt_w/2"/>
                                          </p:val>
                                        </p:tav>
                                        <p:tav tm="100000">
                                          <p:val>
                                            <p:strVal val="#ppt_x"/>
                                          </p:val>
                                        </p:tav>
                                      </p:tavLst>
                                    </p:anim>
                                    <p:anim calcmode="lin" valueType="num">
                                      <p:cBhvr additive="base">
                                        <p:cTn id="14" dur="500" fill="hold"/>
                                        <p:tgtEl>
                                          <p:spTgt spid="634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3493"/>
                                        </p:tgtEl>
                                        <p:attrNameLst>
                                          <p:attrName>style.visibility</p:attrName>
                                        </p:attrNameLst>
                                      </p:cBhvr>
                                      <p:to>
                                        <p:strVal val="visible"/>
                                      </p:to>
                                    </p:set>
                                    <p:anim calcmode="lin" valueType="num">
                                      <p:cBhvr additive="base">
                                        <p:cTn id="19" dur="500" fill="hold"/>
                                        <p:tgtEl>
                                          <p:spTgt spid="63493"/>
                                        </p:tgtEl>
                                        <p:attrNameLst>
                                          <p:attrName>ppt_x</p:attrName>
                                        </p:attrNameLst>
                                      </p:cBhvr>
                                      <p:tavLst>
                                        <p:tav tm="0">
                                          <p:val>
                                            <p:strVal val="0-#ppt_w/2"/>
                                          </p:val>
                                        </p:tav>
                                        <p:tav tm="100000">
                                          <p:val>
                                            <p:strVal val="#ppt_x"/>
                                          </p:val>
                                        </p:tav>
                                      </p:tavLst>
                                    </p:anim>
                                    <p:anim calcmode="lin" valueType="num">
                                      <p:cBhvr additive="base">
                                        <p:cTn id="20" dur="500" fill="hold"/>
                                        <p:tgtEl>
                                          <p:spTgt spid="634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3494"/>
                                        </p:tgtEl>
                                        <p:attrNameLst>
                                          <p:attrName>style.visibility</p:attrName>
                                        </p:attrNameLst>
                                      </p:cBhvr>
                                      <p:to>
                                        <p:strVal val="visible"/>
                                      </p:to>
                                    </p:set>
                                    <p:anim calcmode="lin" valueType="num">
                                      <p:cBhvr additive="base">
                                        <p:cTn id="25" dur="500" fill="hold"/>
                                        <p:tgtEl>
                                          <p:spTgt spid="63494"/>
                                        </p:tgtEl>
                                        <p:attrNameLst>
                                          <p:attrName>ppt_x</p:attrName>
                                        </p:attrNameLst>
                                      </p:cBhvr>
                                      <p:tavLst>
                                        <p:tav tm="0">
                                          <p:val>
                                            <p:strVal val="0-#ppt_w/2"/>
                                          </p:val>
                                        </p:tav>
                                        <p:tav tm="100000">
                                          <p:val>
                                            <p:strVal val="#ppt_x"/>
                                          </p:val>
                                        </p:tav>
                                      </p:tavLst>
                                    </p:anim>
                                    <p:anim calcmode="lin" valueType="num">
                                      <p:cBhvr additive="base">
                                        <p:cTn id="26" dur="500" fill="hold"/>
                                        <p:tgtEl>
                                          <p:spTgt spid="6349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63495"/>
                                        </p:tgtEl>
                                        <p:attrNameLst>
                                          <p:attrName>style.visibility</p:attrName>
                                        </p:attrNameLst>
                                      </p:cBhvr>
                                      <p:to>
                                        <p:strVal val="visible"/>
                                      </p:to>
                                    </p:set>
                                    <p:anim calcmode="lin" valueType="num">
                                      <p:cBhvr additive="base">
                                        <p:cTn id="31" dur="500" fill="hold"/>
                                        <p:tgtEl>
                                          <p:spTgt spid="63495"/>
                                        </p:tgtEl>
                                        <p:attrNameLst>
                                          <p:attrName>ppt_x</p:attrName>
                                        </p:attrNameLst>
                                      </p:cBhvr>
                                      <p:tavLst>
                                        <p:tav tm="0">
                                          <p:val>
                                            <p:strVal val="0-#ppt_w/2"/>
                                          </p:val>
                                        </p:tav>
                                        <p:tav tm="100000">
                                          <p:val>
                                            <p:strVal val="#ppt_x"/>
                                          </p:val>
                                        </p:tav>
                                      </p:tavLst>
                                    </p:anim>
                                    <p:anim calcmode="lin" valueType="num">
                                      <p:cBhvr additive="base">
                                        <p:cTn id="32" dur="500" fill="hold"/>
                                        <p:tgtEl>
                                          <p:spTgt spid="6349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3496"/>
                                        </p:tgtEl>
                                        <p:attrNameLst>
                                          <p:attrName>style.visibility</p:attrName>
                                        </p:attrNameLst>
                                      </p:cBhvr>
                                      <p:to>
                                        <p:strVal val="visible"/>
                                      </p:to>
                                    </p:set>
                                    <p:anim calcmode="lin" valueType="num">
                                      <p:cBhvr additive="base">
                                        <p:cTn id="37" dur="500" fill="hold"/>
                                        <p:tgtEl>
                                          <p:spTgt spid="63496"/>
                                        </p:tgtEl>
                                        <p:attrNameLst>
                                          <p:attrName>ppt_x</p:attrName>
                                        </p:attrNameLst>
                                      </p:cBhvr>
                                      <p:tavLst>
                                        <p:tav tm="0">
                                          <p:val>
                                            <p:strVal val="0-#ppt_w/2"/>
                                          </p:val>
                                        </p:tav>
                                        <p:tav tm="100000">
                                          <p:val>
                                            <p:strVal val="#ppt_x"/>
                                          </p:val>
                                        </p:tav>
                                      </p:tavLst>
                                    </p:anim>
                                    <p:anim calcmode="lin" valueType="num">
                                      <p:cBhvr additive="base">
                                        <p:cTn id="38" dur="500" fill="hold"/>
                                        <p:tgtEl>
                                          <p:spTgt spid="634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utoUpdateAnimBg="0"/>
      <p:bldP spid="63494" grpId="0" autoUpdateAnimBg="0"/>
      <p:bldP spid="6349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692150"/>
            <a:ext cx="5430838" cy="561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395288" y="549275"/>
            <a:ext cx="7940675" cy="547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Multigrid methods try to improve the rate of convergence by considering the problem of a </a:t>
            </a:r>
            <a:r>
              <a:rPr kumimoji="1" lang="en-US" altLang="zh-CN" sz="2800" b="1">
                <a:solidFill>
                  <a:srgbClr val="FF0000"/>
                </a:solidFill>
                <a:latin typeface="Times New Roman" pitchFamily="18" charset="0"/>
              </a:rPr>
              <a:t>hierarchy of grids</a:t>
            </a:r>
            <a:r>
              <a:rPr kumimoji="1" lang="en-US" altLang="zh-CN" sz="2800" b="1">
                <a:solidFill>
                  <a:srgbClr val="000000"/>
                </a:solidFill>
                <a:latin typeface="Times New Roman" pitchFamily="18" charset="0"/>
              </a:rPr>
              <a:t>. The larger wave length errors in the solution are dissipated on a coarser grid while the shorter wave length errors are dissipated on a finer grid. For the example considered above, the solution would converge in one complete Jacobi multigrid iteration, compared with the slow asymptotic convergence above.</a:t>
            </a:r>
            <a:endParaRPr kumimoji="1" lang="en-US" altLang="zh-CN" sz="2800" b="1">
              <a:latin typeface="Times New Roman" pitchFamily="18" charset="0"/>
            </a:endParaRPr>
          </a:p>
        </p:txBody>
      </p:sp>
    </p:spTree>
  </p:cSld>
  <p:clrMapOvr>
    <a:masterClrMapping/>
  </p:clrMapOvr>
  <p:transition>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755650" y="692150"/>
            <a:ext cx="5883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9.1.4 The mathematics of relaxation*</a:t>
            </a:r>
            <a:r>
              <a:rPr kumimoji="1" lang="en-US" altLang="zh-CN" sz="2800" b="1">
                <a:latin typeface="Times New Roman" pitchFamily="18" charset="0"/>
              </a:rPr>
              <a:t> </a:t>
            </a:r>
          </a:p>
        </p:txBody>
      </p:sp>
    </p:spTree>
  </p:cSld>
  <p:clrMapOvr>
    <a:masterClrMapping/>
  </p:clrMapOvr>
  <p:transition>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1127125" y="404813"/>
            <a:ext cx="32781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9.2 Poisson equation</a:t>
            </a:r>
          </a:p>
        </p:txBody>
      </p:sp>
      <p:sp>
        <p:nvSpPr>
          <p:cNvPr id="67587" name="Text Box 3"/>
          <p:cNvSpPr txBox="1">
            <a:spLocks noChangeArrowheads="1"/>
          </p:cNvSpPr>
          <p:nvPr/>
        </p:nvSpPr>
        <p:spPr bwMode="auto">
          <a:xfrm>
            <a:off x="323528" y="1124744"/>
            <a:ext cx="84582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kumimoji="1" lang="en-US" altLang="zh-CN" sz="2800" b="1" dirty="0">
                <a:solidFill>
                  <a:srgbClr val="000000"/>
                </a:solidFill>
                <a:latin typeface="Times New Roman" pitchFamily="18" charset="0"/>
              </a:rPr>
              <a:t>In electrostatics, we can write the electric </a:t>
            </a:r>
            <a:r>
              <a:rPr kumimoji="1" lang="en-US" altLang="zh-CN" sz="2800" b="1" i="1" dirty="0">
                <a:solidFill>
                  <a:srgbClr val="000000"/>
                </a:solidFill>
                <a:latin typeface="Times New Roman" pitchFamily="18" charset="0"/>
              </a:rPr>
              <a:t>E</a:t>
            </a:r>
            <a:r>
              <a:rPr kumimoji="1" lang="en-US" altLang="zh-CN" sz="2800" b="1" dirty="0">
                <a:solidFill>
                  <a:srgbClr val="000000"/>
                </a:solidFill>
                <a:latin typeface="Times New Roman" pitchFamily="18" charset="0"/>
              </a:rPr>
              <a:t> in terms of an electric potential : </a:t>
            </a:r>
          </a:p>
        </p:txBody>
      </p:sp>
      <p:graphicFrame>
        <p:nvGraphicFramePr>
          <p:cNvPr id="67588" name="Object 4"/>
          <p:cNvGraphicFramePr>
            <a:graphicFrameLocks noChangeAspect="1"/>
          </p:cNvGraphicFramePr>
          <p:nvPr>
            <p:extLst>
              <p:ext uri="{D42A27DB-BD31-4B8C-83A1-F6EECF244321}">
                <p14:modId xmlns:p14="http://schemas.microsoft.com/office/powerpoint/2010/main" val="2240578321"/>
              </p:ext>
            </p:extLst>
          </p:nvPr>
        </p:nvGraphicFramePr>
        <p:xfrm>
          <a:off x="5292080" y="404813"/>
          <a:ext cx="2362200" cy="568325"/>
        </p:xfrm>
        <a:graphic>
          <a:graphicData uri="http://schemas.openxmlformats.org/presentationml/2006/ole">
            <mc:AlternateContent xmlns:mc="http://schemas.openxmlformats.org/markup-compatibility/2006">
              <mc:Choice xmlns:v="urn:schemas-microsoft-com:vml" Requires="v">
                <p:oleObj spid="_x0000_s66603" r:id="rId3" imgW="939800" imgH="228600" progId="Equation.3">
                  <p:embed/>
                </p:oleObj>
              </mc:Choice>
              <mc:Fallback>
                <p:oleObj r:id="rId3" imgW="9398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404813"/>
                        <a:ext cx="23622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89" name="Text Box 5"/>
          <p:cNvSpPr txBox="1">
            <a:spLocks noChangeArrowheads="1"/>
          </p:cNvSpPr>
          <p:nvPr/>
        </p:nvSpPr>
        <p:spPr bwMode="auto">
          <a:xfrm>
            <a:off x="251520" y="3429000"/>
            <a:ext cx="816927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kumimoji="1" lang="en-US" altLang="zh-CN" sz="2800" b="1" dirty="0">
                <a:solidFill>
                  <a:srgbClr val="000000"/>
                </a:solidFill>
                <a:latin typeface="Times New Roman" pitchFamily="18" charset="0"/>
              </a:rPr>
              <a:t>where </a:t>
            </a:r>
            <a:r>
              <a:rPr kumimoji="1" lang="en-US" altLang="zh-CN" sz="2800" b="1" dirty="0">
                <a:solidFill>
                  <a:srgbClr val="000000"/>
                </a:solidFill>
                <a:latin typeface="Times New Roman" pitchFamily="18" charset="0"/>
                <a:sym typeface="Symbol"/>
              </a:rPr>
              <a:t></a:t>
            </a:r>
            <a:r>
              <a:rPr kumimoji="1" lang="en-US" altLang="zh-CN" sz="2800" b="1" dirty="0">
                <a:solidFill>
                  <a:srgbClr val="000000"/>
                </a:solidFill>
                <a:latin typeface="Times New Roman" pitchFamily="18" charset="0"/>
              </a:rPr>
              <a:t>(r) is the charge density, and </a:t>
            </a:r>
            <a:r>
              <a:rPr kumimoji="1" lang="en-US" altLang="zh-CN" sz="2800" b="1" dirty="0">
                <a:solidFill>
                  <a:srgbClr val="000000"/>
                </a:solidFill>
                <a:latin typeface="Times New Roman" pitchFamily="18" charset="0"/>
                <a:sym typeface="Symbol"/>
              </a:rPr>
              <a:t></a:t>
            </a:r>
            <a:r>
              <a:rPr kumimoji="1" lang="en-US" altLang="zh-CN" sz="2800" b="1" baseline="-25000" dirty="0">
                <a:solidFill>
                  <a:srgbClr val="000000"/>
                </a:solidFill>
                <a:latin typeface="Times New Roman" pitchFamily="18" charset="0"/>
                <a:sym typeface="Symbol"/>
              </a:rPr>
              <a:t>0</a:t>
            </a:r>
            <a:r>
              <a:rPr kumimoji="1" lang="en-US" altLang="zh-CN" sz="2800" b="1" dirty="0">
                <a:solidFill>
                  <a:srgbClr val="000000"/>
                </a:solidFill>
                <a:latin typeface="Times New Roman" pitchFamily="18" charset="0"/>
              </a:rPr>
              <a:t> the permittivity of free-space. In Newtonian</a:t>
            </a:r>
          </a:p>
          <a:p>
            <a:r>
              <a:rPr kumimoji="1" lang="en-US" altLang="zh-CN" sz="2800" b="1" dirty="0">
                <a:solidFill>
                  <a:srgbClr val="000000"/>
                </a:solidFill>
                <a:latin typeface="Times New Roman" pitchFamily="18" charset="0"/>
              </a:rPr>
              <a:t>gravity, we can write the force f exerted on a unit test mass in terms of a gravitational potential </a:t>
            </a:r>
          </a:p>
        </p:txBody>
      </p:sp>
      <p:pic>
        <p:nvPicPr>
          <p:cNvPr id="6657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3050" y="1865362"/>
            <a:ext cx="1663738" cy="4269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573"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0756" y="2564904"/>
            <a:ext cx="1963292" cy="792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574"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6993" y="5639559"/>
            <a:ext cx="180200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575"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5313" y="5639559"/>
            <a:ext cx="2682577" cy="5098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87"/>
                                        </p:tgtEl>
                                        <p:attrNameLst>
                                          <p:attrName>style.visibility</p:attrName>
                                        </p:attrNameLst>
                                      </p:cBhvr>
                                      <p:to>
                                        <p:strVal val="visible"/>
                                      </p:to>
                                    </p:set>
                                    <p:anim calcmode="lin" valueType="num">
                                      <p:cBhvr additive="base">
                                        <p:cTn id="7" dur="500" fill="hold"/>
                                        <p:tgtEl>
                                          <p:spTgt spid="67587"/>
                                        </p:tgtEl>
                                        <p:attrNameLst>
                                          <p:attrName>ppt_x</p:attrName>
                                        </p:attrNameLst>
                                      </p:cBhvr>
                                      <p:tavLst>
                                        <p:tav tm="0">
                                          <p:val>
                                            <p:strVal val="0-#ppt_w/2"/>
                                          </p:val>
                                        </p:tav>
                                        <p:tav tm="100000">
                                          <p:val>
                                            <p:strVal val="#ppt_x"/>
                                          </p:val>
                                        </p:tav>
                                      </p:tavLst>
                                    </p:anim>
                                    <p:anim calcmode="lin" valueType="num">
                                      <p:cBhvr additive="base">
                                        <p:cTn id="8" dur="500" fill="hold"/>
                                        <p:tgtEl>
                                          <p:spTgt spid="675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7588"/>
                                        </p:tgtEl>
                                        <p:attrNameLst>
                                          <p:attrName>style.visibility</p:attrName>
                                        </p:attrNameLst>
                                      </p:cBhvr>
                                      <p:to>
                                        <p:strVal val="visible"/>
                                      </p:to>
                                    </p:set>
                                    <p:anim calcmode="lin" valueType="num">
                                      <p:cBhvr additive="base">
                                        <p:cTn id="13" dur="500" fill="hold"/>
                                        <p:tgtEl>
                                          <p:spTgt spid="67588"/>
                                        </p:tgtEl>
                                        <p:attrNameLst>
                                          <p:attrName>ppt_x</p:attrName>
                                        </p:attrNameLst>
                                      </p:cBhvr>
                                      <p:tavLst>
                                        <p:tav tm="0">
                                          <p:val>
                                            <p:strVal val="0-#ppt_w/2"/>
                                          </p:val>
                                        </p:tav>
                                        <p:tav tm="100000">
                                          <p:val>
                                            <p:strVal val="#ppt_x"/>
                                          </p:val>
                                        </p:tav>
                                      </p:tavLst>
                                    </p:anim>
                                    <p:anim calcmode="lin" valueType="num">
                                      <p:cBhvr additive="base">
                                        <p:cTn id="14"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7589"/>
                                        </p:tgtEl>
                                        <p:attrNameLst>
                                          <p:attrName>style.visibility</p:attrName>
                                        </p:attrNameLst>
                                      </p:cBhvr>
                                      <p:to>
                                        <p:strVal val="visible"/>
                                      </p:to>
                                    </p:set>
                                    <p:anim calcmode="lin" valueType="num">
                                      <p:cBhvr additive="base">
                                        <p:cTn id="19" dur="500" fill="hold"/>
                                        <p:tgtEl>
                                          <p:spTgt spid="67589"/>
                                        </p:tgtEl>
                                        <p:attrNameLst>
                                          <p:attrName>ppt_x</p:attrName>
                                        </p:attrNameLst>
                                      </p:cBhvr>
                                      <p:tavLst>
                                        <p:tav tm="0">
                                          <p:val>
                                            <p:strVal val="0-#ppt_w/2"/>
                                          </p:val>
                                        </p:tav>
                                        <p:tav tm="100000">
                                          <p:val>
                                            <p:strVal val="#ppt_x"/>
                                          </p:val>
                                        </p:tav>
                                      </p:tavLst>
                                    </p:anim>
                                    <p:anim calcmode="lin" valueType="num">
                                      <p:cBhvr additive="base">
                                        <p:cTn id="20" dur="500" fill="hold"/>
                                        <p:tgtEl>
                                          <p:spTgt spid="675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utoUpdateAnimBg="0"/>
      <p:bldP spid="67589"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3"/>
          <p:cNvSpPr txBox="1">
            <a:spLocks noChangeArrowheads="1"/>
          </p:cNvSpPr>
          <p:nvPr/>
        </p:nvSpPr>
        <p:spPr bwMode="auto">
          <a:xfrm>
            <a:off x="685800" y="980728"/>
            <a:ext cx="3514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dirty="0">
                <a:solidFill>
                  <a:srgbClr val="000000"/>
                </a:solidFill>
                <a:latin typeface="Times New Roman" pitchFamily="18" charset="0"/>
              </a:rPr>
              <a:t>The Poisson equation </a:t>
            </a:r>
          </a:p>
        </p:txBody>
      </p:sp>
      <p:graphicFrame>
        <p:nvGraphicFramePr>
          <p:cNvPr id="67588" name="Object 4"/>
          <p:cNvGraphicFramePr>
            <a:graphicFrameLocks noChangeAspect="1"/>
          </p:cNvGraphicFramePr>
          <p:nvPr>
            <p:extLst>
              <p:ext uri="{D42A27DB-BD31-4B8C-83A1-F6EECF244321}">
                <p14:modId xmlns:p14="http://schemas.microsoft.com/office/powerpoint/2010/main" val="2422642021"/>
              </p:ext>
            </p:extLst>
          </p:nvPr>
        </p:nvGraphicFramePr>
        <p:xfrm>
          <a:off x="4724400" y="980728"/>
          <a:ext cx="2362200" cy="568325"/>
        </p:xfrm>
        <a:graphic>
          <a:graphicData uri="http://schemas.openxmlformats.org/presentationml/2006/ole">
            <mc:AlternateContent xmlns:mc="http://schemas.openxmlformats.org/markup-compatibility/2006">
              <mc:Choice xmlns:v="urn:schemas-microsoft-com:vml" Requires="v">
                <p:oleObj spid="_x0000_s133176" r:id="rId3" imgW="939800" imgH="228600" progId="Equation.3">
                  <p:embed/>
                </p:oleObj>
              </mc:Choice>
              <mc:Fallback>
                <p:oleObj r:id="rId3" imgW="9398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980728"/>
                        <a:ext cx="23622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89" name="Text Box 5"/>
          <p:cNvSpPr txBox="1">
            <a:spLocks noChangeArrowheads="1"/>
          </p:cNvSpPr>
          <p:nvPr/>
        </p:nvSpPr>
        <p:spPr bwMode="auto">
          <a:xfrm>
            <a:off x="539750" y="1844675"/>
            <a:ext cx="8169275"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may be treated using the same techniques as Laplace’s equation. It is simply necessary to set the right-hand side to f, scaled suitably to reflect any scaling in A.</a:t>
            </a:r>
            <a:r>
              <a:rPr kumimoji="1" lang="en-US" altLang="zh-CN" sz="2800" b="1">
                <a:latin typeface="Times New Roman" pitchFamily="18" charset="0"/>
              </a:rPr>
              <a:t> </a:t>
            </a:r>
          </a:p>
        </p:txBody>
      </p:sp>
      <p:graphicFrame>
        <p:nvGraphicFramePr>
          <p:cNvPr id="67590" name="Object 6"/>
          <p:cNvGraphicFramePr>
            <a:graphicFrameLocks noChangeAspect="1"/>
          </p:cNvGraphicFramePr>
          <p:nvPr/>
        </p:nvGraphicFramePr>
        <p:xfrm>
          <a:off x="914400" y="4495800"/>
          <a:ext cx="6781800" cy="1152525"/>
        </p:xfrm>
        <a:graphic>
          <a:graphicData uri="http://schemas.openxmlformats.org/presentationml/2006/ole">
            <mc:AlternateContent xmlns:mc="http://schemas.openxmlformats.org/markup-compatibility/2006">
              <mc:Choice xmlns:v="urn:schemas-microsoft-com:vml" Requires="v">
                <p:oleObj spid="_x0000_s133177" r:id="rId5" imgW="3073400" imgH="457200" progId="Equation.3">
                  <p:embed/>
                </p:oleObj>
              </mc:Choice>
              <mc:Fallback>
                <p:oleObj r:id="rId5" imgW="30734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4495800"/>
                        <a:ext cx="67818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1" name="Text Box 7"/>
          <p:cNvSpPr txBox="1">
            <a:spLocks noChangeArrowheads="1"/>
          </p:cNvSpPr>
          <p:nvPr/>
        </p:nvSpPr>
        <p:spPr bwMode="auto">
          <a:xfrm>
            <a:off x="762000" y="5934075"/>
            <a:ext cx="784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a:t>
            </a:r>
            <a:r>
              <a:rPr kumimoji="1" lang="en-US" altLang="zh-CN" sz="2800" b="1">
                <a:solidFill>
                  <a:srgbClr val="008000"/>
                </a:solidFill>
                <a:latin typeface="Symbol" pitchFamily="18" charset="2"/>
                <a:sym typeface="Symbol" pitchFamily="18" charset="2"/>
              </a:rPr>
              <a:t></a:t>
            </a:r>
            <a:r>
              <a:rPr kumimoji="1" lang="en-US" altLang="zh-CN" sz="2800" b="1" baseline="30000">
                <a:solidFill>
                  <a:srgbClr val="008000"/>
                </a:solidFill>
                <a:latin typeface="Symbol" pitchFamily="18" charset="2"/>
              </a:rPr>
              <a:t>2</a:t>
            </a:r>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a:t>
            </a:r>
            <a:r>
              <a:rPr kumimoji="1" lang="en-US" altLang="zh-CN" sz="2800" b="1">
                <a:solidFill>
                  <a:srgbClr val="000080"/>
                </a:solidFill>
                <a:latin typeface="Times New Roman" pitchFamily="18" charset="0"/>
              </a:rPr>
              <a:t>)/</a:t>
            </a:r>
            <a:r>
              <a:rPr kumimoji="1" lang="en-US" altLang="zh-CN" sz="2800" b="1" i="1">
                <a:solidFill>
                  <a:srgbClr val="000080"/>
                </a:solidFill>
                <a:latin typeface="Times New Roman" pitchFamily="18" charset="0"/>
              </a:rPr>
              <a:t>h</a:t>
            </a:r>
            <a:r>
              <a:rPr kumimoji="1" lang="en-US" altLang="zh-CN" sz="2800" b="1" i="1" baseline="30000">
                <a:solidFill>
                  <a:srgbClr val="008000"/>
                </a:solidFill>
                <a:latin typeface="Symbol" pitchFamily="18" charset="2"/>
              </a:rPr>
              <a:t>2</a:t>
            </a:r>
            <a:endParaRPr kumimoji="1" lang="en-US" altLang="zh-CN" sz="2800" b="1">
              <a:latin typeface="Times New Roman" pitchFamily="18" charset="0"/>
            </a:endParaRPr>
          </a:p>
        </p:txBody>
      </p:sp>
    </p:spTree>
    <p:extLst>
      <p:ext uri="{BB962C8B-B14F-4D97-AF65-F5344CB8AC3E}">
        <p14:creationId xmlns:p14="http://schemas.microsoft.com/office/powerpoint/2010/main" val="3473759596"/>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87"/>
                                        </p:tgtEl>
                                        <p:attrNameLst>
                                          <p:attrName>style.visibility</p:attrName>
                                        </p:attrNameLst>
                                      </p:cBhvr>
                                      <p:to>
                                        <p:strVal val="visible"/>
                                      </p:to>
                                    </p:set>
                                    <p:anim calcmode="lin" valueType="num">
                                      <p:cBhvr additive="base">
                                        <p:cTn id="7" dur="500" fill="hold"/>
                                        <p:tgtEl>
                                          <p:spTgt spid="67587"/>
                                        </p:tgtEl>
                                        <p:attrNameLst>
                                          <p:attrName>ppt_x</p:attrName>
                                        </p:attrNameLst>
                                      </p:cBhvr>
                                      <p:tavLst>
                                        <p:tav tm="0">
                                          <p:val>
                                            <p:strVal val="0-#ppt_w/2"/>
                                          </p:val>
                                        </p:tav>
                                        <p:tav tm="100000">
                                          <p:val>
                                            <p:strVal val="#ppt_x"/>
                                          </p:val>
                                        </p:tav>
                                      </p:tavLst>
                                    </p:anim>
                                    <p:anim calcmode="lin" valueType="num">
                                      <p:cBhvr additive="base">
                                        <p:cTn id="8" dur="500" fill="hold"/>
                                        <p:tgtEl>
                                          <p:spTgt spid="675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7588"/>
                                        </p:tgtEl>
                                        <p:attrNameLst>
                                          <p:attrName>style.visibility</p:attrName>
                                        </p:attrNameLst>
                                      </p:cBhvr>
                                      <p:to>
                                        <p:strVal val="visible"/>
                                      </p:to>
                                    </p:set>
                                    <p:anim calcmode="lin" valueType="num">
                                      <p:cBhvr additive="base">
                                        <p:cTn id="13" dur="500" fill="hold"/>
                                        <p:tgtEl>
                                          <p:spTgt spid="67588"/>
                                        </p:tgtEl>
                                        <p:attrNameLst>
                                          <p:attrName>ppt_x</p:attrName>
                                        </p:attrNameLst>
                                      </p:cBhvr>
                                      <p:tavLst>
                                        <p:tav tm="0">
                                          <p:val>
                                            <p:strVal val="0-#ppt_w/2"/>
                                          </p:val>
                                        </p:tav>
                                        <p:tav tm="100000">
                                          <p:val>
                                            <p:strVal val="#ppt_x"/>
                                          </p:val>
                                        </p:tav>
                                      </p:tavLst>
                                    </p:anim>
                                    <p:anim calcmode="lin" valueType="num">
                                      <p:cBhvr additive="base">
                                        <p:cTn id="14"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7589"/>
                                        </p:tgtEl>
                                        <p:attrNameLst>
                                          <p:attrName>style.visibility</p:attrName>
                                        </p:attrNameLst>
                                      </p:cBhvr>
                                      <p:to>
                                        <p:strVal val="visible"/>
                                      </p:to>
                                    </p:set>
                                    <p:anim calcmode="lin" valueType="num">
                                      <p:cBhvr additive="base">
                                        <p:cTn id="19" dur="500" fill="hold"/>
                                        <p:tgtEl>
                                          <p:spTgt spid="67589"/>
                                        </p:tgtEl>
                                        <p:attrNameLst>
                                          <p:attrName>ppt_x</p:attrName>
                                        </p:attrNameLst>
                                      </p:cBhvr>
                                      <p:tavLst>
                                        <p:tav tm="0">
                                          <p:val>
                                            <p:strVal val="0-#ppt_w/2"/>
                                          </p:val>
                                        </p:tav>
                                        <p:tav tm="100000">
                                          <p:val>
                                            <p:strVal val="#ppt_x"/>
                                          </p:val>
                                        </p:tav>
                                      </p:tavLst>
                                    </p:anim>
                                    <p:anim calcmode="lin" valueType="num">
                                      <p:cBhvr additive="base">
                                        <p:cTn id="20" dur="500" fill="hold"/>
                                        <p:tgtEl>
                                          <p:spTgt spid="6758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67590"/>
                                        </p:tgtEl>
                                        <p:attrNameLst>
                                          <p:attrName>style.visibility</p:attrName>
                                        </p:attrNameLst>
                                      </p:cBhvr>
                                      <p:to>
                                        <p:strVal val="visible"/>
                                      </p:to>
                                    </p:set>
                                    <p:anim calcmode="lin" valueType="num">
                                      <p:cBhvr additive="base">
                                        <p:cTn id="25" dur="500" fill="hold"/>
                                        <p:tgtEl>
                                          <p:spTgt spid="67590"/>
                                        </p:tgtEl>
                                        <p:attrNameLst>
                                          <p:attrName>ppt_x</p:attrName>
                                        </p:attrNameLst>
                                      </p:cBhvr>
                                      <p:tavLst>
                                        <p:tav tm="0">
                                          <p:val>
                                            <p:strVal val="0-#ppt_w/2"/>
                                          </p:val>
                                        </p:tav>
                                        <p:tav tm="100000">
                                          <p:val>
                                            <p:strVal val="#ppt_x"/>
                                          </p:val>
                                        </p:tav>
                                      </p:tavLst>
                                    </p:anim>
                                    <p:anim calcmode="lin" valueType="num">
                                      <p:cBhvr additive="base">
                                        <p:cTn id="26" dur="500" fill="hold"/>
                                        <p:tgtEl>
                                          <p:spTgt spid="6759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7591"/>
                                        </p:tgtEl>
                                        <p:attrNameLst>
                                          <p:attrName>style.visibility</p:attrName>
                                        </p:attrNameLst>
                                      </p:cBhvr>
                                      <p:to>
                                        <p:strVal val="visible"/>
                                      </p:to>
                                    </p:set>
                                    <p:anim calcmode="lin" valueType="num">
                                      <p:cBhvr additive="base">
                                        <p:cTn id="31" dur="500" fill="hold"/>
                                        <p:tgtEl>
                                          <p:spTgt spid="67591"/>
                                        </p:tgtEl>
                                        <p:attrNameLst>
                                          <p:attrName>ppt_x</p:attrName>
                                        </p:attrNameLst>
                                      </p:cBhvr>
                                      <p:tavLst>
                                        <p:tav tm="0">
                                          <p:val>
                                            <p:strVal val="0-#ppt_w/2"/>
                                          </p:val>
                                        </p:tav>
                                        <p:tav tm="100000">
                                          <p:val>
                                            <p:strVal val="#ppt_x"/>
                                          </p:val>
                                        </p:tav>
                                      </p:tavLst>
                                    </p:anim>
                                    <p:anim calcmode="lin" valueType="num">
                                      <p:cBhvr additive="base">
                                        <p:cTn id="32" dur="500" fill="hold"/>
                                        <p:tgtEl>
                                          <p:spTgt spid="675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utoUpdateAnimBg="0"/>
      <p:bldP spid="67589" grpId="0" autoUpdateAnimBg="0"/>
      <p:bldP spid="6759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395288" y="620713"/>
            <a:ext cx="8458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a:t>
            </a:r>
            <a:r>
              <a:rPr kumimoji="1" lang="en-US" altLang="zh-CN" sz="2800" b="1">
                <a:solidFill>
                  <a:srgbClr val="008000"/>
                </a:solidFill>
                <a:latin typeface="Symbol" pitchFamily="18" charset="2"/>
                <a:sym typeface="Symbol" pitchFamily="18" charset="2"/>
              </a:rPr>
              <a:t></a:t>
            </a:r>
            <a:r>
              <a:rPr kumimoji="1" lang="en-US" altLang="zh-CN" sz="2800" b="1" baseline="30000">
                <a:solidFill>
                  <a:srgbClr val="008000"/>
                </a:solidFill>
                <a:latin typeface="Symbol" pitchFamily="18" charset="2"/>
              </a:rPr>
              <a:t>2</a:t>
            </a:r>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a:t>
            </a:r>
            <a:r>
              <a:rPr kumimoji="1" lang="en-US" altLang="zh-CN" sz="2800" b="1">
                <a:solidFill>
                  <a:srgbClr val="000080"/>
                </a:solidFill>
                <a:latin typeface="Times New Roman" pitchFamily="18" charset="0"/>
              </a:rPr>
              <a:t>)/</a:t>
            </a:r>
            <a:r>
              <a:rPr kumimoji="1" lang="en-US" altLang="zh-CN" sz="2800" b="1" i="1">
                <a:solidFill>
                  <a:srgbClr val="000080"/>
                </a:solidFill>
                <a:latin typeface="Times New Roman" pitchFamily="18" charset="0"/>
              </a:rPr>
              <a:t>h</a:t>
            </a:r>
            <a:r>
              <a:rPr kumimoji="1" lang="en-US" altLang="zh-CN" sz="2800" b="1" i="1" baseline="30000">
                <a:solidFill>
                  <a:srgbClr val="008000"/>
                </a:solidFill>
                <a:latin typeface="Symbol" pitchFamily="18" charset="2"/>
              </a:rPr>
              <a:t>2 </a:t>
            </a:r>
            <a:r>
              <a:rPr kumimoji="1" lang="en-US" altLang="zh-CN" sz="2800" b="1" i="1">
                <a:solidFill>
                  <a:srgbClr val="000080"/>
                </a:solidFill>
                <a:latin typeface="Times New Roman" pitchFamily="18" charset="0"/>
              </a:rPr>
              <a:t>=f</a:t>
            </a:r>
            <a:r>
              <a:rPr kumimoji="1" lang="en-US" altLang="zh-CN" sz="2800" b="1" i="1" baseline="-30000">
                <a:solidFill>
                  <a:srgbClr val="008080"/>
                </a:solidFill>
                <a:latin typeface="Times New Roman" pitchFamily="18" charset="0"/>
              </a:rPr>
              <a:t>i,j</a:t>
            </a:r>
          </a:p>
        </p:txBody>
      </p:sp>
      <p:pic>
        <p:nvPicPr>
          <p:cNvPr id="675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828800"/>
            <a:ext cx="4572000" cy="453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331913" y="1366838"/>
            <a:ext cx="55784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12</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32</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23</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21</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22</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22</a:t>
            </a:r>
            <a:endParaRPr kumimoji="1" lang="en-US" altLang="zh-CN" sz="2800" b="1">
              <a:latin typeface="Times New Roman" pitchFamily="18" charset="0"/>
            </a:endParaRPr>
          </a:p>
        </p:txBody>
      </p:sp>
      <p:sp>
        <p:nvSpPr>
          <p:cNvPr id="68611" name="Text Box 3"/>
          <p:cNvSpPr txBox="1">
            <a:spLocks noChangeArrowheads="1"/>
          </p:cNvSpPr>
          <p:nvPr/>
        </p:nvSpPr>
        <p:spPr bwMode="auto">
          <a:xfrm>
            <a:off x="381000" y="609600"/>
            <a:ext cx="845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8000"/>
                </a:solidFill>
                <a:latin typeface="Symbol" pitchFamily="18" charset="2"/>
              </a:rPr>
              <a:t>(</a:t>
            </a:r>
            <a:r>
              <a:rPr kumimoji="1" lang="en-US" altLang="zh-CN" sz="2800" b="1">
                <a:solidFill>
                  <a:srgbClr val="008000"/>
                </a:solidFill>
                <a:latin typeface="Symbol" pitchFamily="18" charset="2"/>
                <a:sym typeface="Symbol" pitchFamily="18" charset="2"/>
              </a:rPr>
              <a:t></a:t>
            </a:r>
            <a:r>
              <a:rPr kumimoji="1" lang="en-US" altLang="zh-CN" sz="2800" b="1" baseline="30000">
                <a:solidFill>
                  <a:srgbClr val="008000"/>
                </a:solidFill>
                <a:latin typeface="Symbol" pitchFamily="18" charset="2"/>
              </a:rPr>
              <a:t>2</a:t>
            </a:r>
            <a:r>
              <a:rPr kumimoji="1" lang="en-US" altLang="zh-CN" sz="2800" b="1">
                <a:solidFill>
                  <a:srgbClr val="008000"/>
                </a:solidFill>
                <a:latin typeface="Symbol" pitchFamily="18" charset="2"/>
              </a:rPr>
              <a:t>F</a:t>
            </a:r>
            <a:r>
              <a:rPr kumimoji="1" lang="en-US" altLang="zh-CN" sz="2800" b="1">
                <a:solidFill>
                  <a:srgbClr val="000080"/>
                </a:solidFill>
                <a:latin typeface="Times New Roman" pitchFamily="18" charset="0"/>
              </a:rPr>
              <a:t>*)</a:t>
            </a:r>
            <a:r>
              <a:rPr kumimoji="1" lang="en-US" altLang="zh-CN" sz="2800" b="1" i="1" baseline="-30000">
                <a:solidFill>
                  <a:srgbClr val="008080"/>
                </a:solidFill>
                <a:latin typeface="Times New Roman" pitchFamily="18" charset="0"/>
              </a:rPr>
              <a:t>ij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i+1,j</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i,j+1</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i,j</a:t>
            </a:r>
            <a:r>
              <a:rPr kumimoji="1" lang="en-US" altLang="zh-CN" sz="2800" b="1">
                <a:solidFill>
                  <a:srgbClr val="000080"/>
                </a:solidFill>
                <a:latin typeface="Times New Roman" pitchFamily="18" charset="0"/>
              </a:rPr>
              <a:t>)/</a:t>
            </a:r>
            <a:r>
              <a:rPr kumimoji="1" lang="en-US" altLang="zh-CN" sz="2800" b="1" i="1">
                <a:solidFill>
                  <a:srgbClr val="000080"/>
                </a:solidFill>
                <a:latin typeface="Times New Roman" pitchFamily="18" charset="0"/>
              </a:rPr>
              <a:t>h</a:t>
            </a:r>
            <a:r>
              <a:rPr kumimoji="1" lang="en-US" altLang="zh-CN" sz="2800" b="1" i="1" baseline="30000">
                <a:solidFill>
                  <a:srgbClr val="008000"/>
                </a:solidFill>
                <a:latin typeface="Symbol" pitchFamily="18" charset="2"/>
              </a:rPr>
              <a:t>2 </a:t>
            </a:r>
            <a:r>
              <a:rPr kumimoji="1" lang="en-US" altLang="zh-CN" sz="2800" b="1" i="1">
                <a:solidFill>
                  <a:srgbClr val="000080"/>
                </a:solidFill>
                <a:latin typeface="Times New Roman" pitchFamily="18" charset="0"/>
              </a:rPr>
              <a:t>=f</a:t>
            </a:r>
            <a:r>
              <a:rPr kumimoji="1" lang="en-US" altLang="zh-CN" sz="2800" b="1" i="1" baseline="-30000">
                <a:solidFill>
                  <a:srgbClr val="008080"/>
                </a:solidFill>
                <a:latin typeface="Times New Roman" pitchFamily="18" charset="0"/>
              </a:rPr>
              <a:t>i,j</a:t>
            </a:r>
          </a:p>
        </p:txBody>
      </p:sp>
      <p:sp>
        <p:nvSpPr>
          <p:cNvPr id="69636" name="Text Box 4"/>
          <p:cNvSpPr txBox="1">
            <a:spLocks noChangeArrowheads="1"/>
          </p:cNvSpPr>
          <p:nvPr/>
        </p:nvSpPr>
        <p:spPr bwMode="auto">
          <a:xfrm>
            <a:off x="1476375" y="3424238"/>
            <a:ext cx="55784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22</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42</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33</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21</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32</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32</a:t>
            </a:r>
            <a:endParaRPr kumimoji="1" lang="en-US" altLang="zh-CN" sz="2800" b="1">
              <a:latin typeface="Times New Roman" pitchFamily="18" charset="0"/>
            </a:endParaRPr>
          </a:p>
        </p:txBody>
      </p:sp>
      <p:sp>
        <p:nvSpPr>
          <p:cNvPr id="69637" name="Text Box 5"/>
          <p:cNvSpPr txBox="1">
            <a:spLocks noChangeArrowheads="1"/>
          </p:cNvSpPr>
          <p:nvPr/>
        </p:nvSpPr>
        <p:spPr bwMode="auto">
          <a:xfrm>
            <a:off x="1331913" y="4186238"/>
            <a:ext cx="55784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52</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32</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43</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41</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42</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42</a:t>
            </a:r>
            <a:endParaRPr kumimoji="1" lang="en-US" altLang="zh-CN" sz="2800" b="1">
              <a:latin typeface="Times New Roman" pitchFamily="18" charset="0"/>
            </a:endParaRPr>
          </a:p>
        </p:txBody>
      </p:sp>
      <p:sp>
        <p:nvSpPr>
          <p:cNvPr id="69638" name="Text Box 6"/>
          <p:cNvSpPr txBox="1">
            <a:spLocks noChangeArrowheads="1"/>
          </p:cNvSpPr>
          <p:nvPr/>
        </p:nvSpPr>
        <p:spPr bwMode="auto">
          <a:xfrm>
            <a:off x="1403350" y="2052638"/>
            <a:ext cx="55784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13</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33</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24</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22</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23</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23</a:t>
            </a:r>
            <a:endParaRPr kumimoji="1" lang="en-US" altLang="zh-CN" sz="2800" b="1">
              <a:latin typeface="Times New Roman" pitchFamily="18" charset="0"/>
            </a:endParaRPr>
          </a:p>
        </p:txBody>
      </p:sp>
      <p:sp>
        <p:nvSpPr>
          <p:cNvPr id="69639" name="Text Box 7"/>
          <p:cNvSpPr txBox="1">
            <a:spLocks noChangeArrowheads="1"/>
          </p:cNvSpPr>
          <p:nvPr/>
        </p:nvSpPr>
        <p:spPr bwMode="auto">
          <a:xfrm>
            <a:off x="1331913" y="4872038"/>
            <a:ext cx="55784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23</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43</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34</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22</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33</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33</a:t>
            </a:r>
            <a:endParaRPr kumimoji="1" lang="en-US" altLang="zh-CN" sz="2800" b="1">
              <a:latin typeface="Times New Roman" pitchFamily="18" charset="0"/>
            </a:endParaRPr>
          </a:p>
        </p:txBody>
      </p:sp>
      <p:sp>
        <p:nvSpPr>
          <p:cNvPr id="69640" name="Text Box 8"/>
          <p:cNvSpPr txBox="1">
            <a:spLocks noChangeArrowheads="1"/>
          </p:cNvSpPr>
          <p:nvPr/>
        </p:nvSpPr>
        <p:spPr bwMode="auto">
          <a:xfrm>
            <a:off x="1295400" y="5562600"/>
            <a:ext cx="557847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53</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33</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44</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42</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43</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43</a:t>
            </a:r>
            <a:endParaRPr kumimoji="1" lang="en-US" altLang="zh-CN" sz="2800" b="1">
              <a:latin typeface="Times New Roman" pitchFamily="18" charset="0"/>
            </a:endParaRPr>
          </a:p>
        </p:txBody>
      </p:sp>
      <p:sp>
        <p:nvSpPr>
          <p:cNvPr id="69641" name="Text Box 9"/>
          <p:cNvSpPr txBox="1">
            <a:spLocks noChangeArrowheads="1"/>
          </p:cNvSpPr>
          <p:nvPr/>
        </p:nvSpPr>
        <p:spPr bwMode="auto">
          <a:xfrm>
            <a:off x="7543800" y="4648200"/>
            <a:ext cx="1235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A</a:t>
            </a:r>
            <a:r>
              <a:rPr kumimoji="1" lang="en-US" altLang="zh-CN" sz="2800" b="1">
                <a:solidFill>
                  <a:srgbClr val="008000"/>
                </a:solidFill>
                <a:latin typeface="Symbol" pitchFamily="18" charset="2"/>
              </a:rPr>
              <a:t>j</a:t>
            </a:r>
            <a:r>
              <a:rPr kumimoji="1" lang="en-US" altLang="zh-CN" sz="2800" b="1">
                <a:solidFill>
                  <a:srgbClr val="000000"/>
                </a:solidFill>
                <a:latin typeface="Times New Roman" pitchFamily="18" charset="0"/>
              </a:rPr>
              <a:t> = b</a:t>
            </a:r>
            <a:endParaRPr kumimoji="1" lang="en-US" altLang="zh-CN" sz="2400" b="1">
              <a:latin typeface="Times New Roman" pitchFamily="18" charset="0"/>
            </a:endParaRPr>
          </a:p>
        </p:txBody>
      </p:sp>
      <p:sp>
        <p:nvSpPr>
          <p:cNvPr id="69642" name="Text Box 10"/>
          <p:cNvSpPr txBox="1">
            <a:spLocks noChangeArrowheads="1"/>
          </p:cNvSpPr>
          <p:nvPr/>
        </p:nvSpPr>
        <p:spPr bwMode="auto">
          <a:xfrm>
            <a:off x="1331913" y="2738438"/>
            <a:ext cx="557847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i="1">
                <a:solidFill>
                  <a:srgbClr val="000080"/>
                </a:solidFill>
                <a:latin typeface="Times New Roman" pitchFamily="18" charset="0"/>
              </a:rPr>
              <a:t>-</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14</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34</a:t>
            </a:r>
            <a:r>
              <a:rPr kumimoji="1" lang="en-US" altLang="zh-CN" sz="2800" b="1" i="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23</a:t>
            </a:r>
            <a:r>
              <a:rPr kumimoji="1" lang="en-US" altLang="zh-CN" sz="2800" b="1">
                <a:solidFill>
                  <a:srgbClr val="008080"/>
                </a:solidFill>
                <a:latin typeface="Times New Roman" pitchFamily="18" charset="0"/>
              </a:rPr>
              <a:t> -</a:t>
            </a:r>
            <a:r>
              <a:rPr kumimoji="1" lang="en-US" altLang="zh-CN" sz="2800" b="1" i="1">
                <a:solidFill>
                  <a:srgbClr val="000080"/>
                </a:solidFill>
                <a:latin typeface="Times New Roman" pitchFamily="18" charset="0"/>
              </a:rPr>
              <a:t> </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25</a:t>
            </a:r>
            <a:r>
              <a:rPr kumimoji="1" lang="en-US" altLang="zh-CN" sz="2800" b="1" i="1">
                <a:solidFill>
                  <a:srgbClr val="000080"/>
                </a:solidFill>
                <a:latin typeface="Times New Roman" pitchFamily="18" charset="0"/>
              </a:rPr>
              <a:t>+ 4</a:t>
            </a:r>
            <a:r>
              <a:rPr kumimoji="1" lang="en-US" altLang="zh-CN" sz="2800" b="1">
                <a:solidFill>
                  <a:srgbClr val="008000"/>
                </a:solidFill>
                <a:latin typeface="Symbol" pitchFamily="18" charset="2"/>
              </a:rPr>
              <a:t>F</a:t>
            </a:r>
            <a:r>
              <a:rPr kumimoji="1" lang="en-US" altLang="zh-CN" sz="2800" b="1" i="1" baseline="-30000">
                <a:solidFill>
                  <a:srgbClr val="008080"/>
                </a:solidFill>
                <a:latin typeface="Times New Roman" pitchFamily="18" charset="0"/>
              </a:rPr>
              <a:t>24</a:t>
            </a:r>
            <a:r>
              <a:rPr kumimoji="1" lang="en-US" altLang="zh-CN" sz="2800" b="1" i="1">
                <a:solidFill>
                  <a:srgbClr val="000080"/>
                </a:solidFill>
                <a:latin typeface="Times New Roman" pitchFamily="18" charset="0"/>
              </a:rPr>
              <a:t> =h</a:t>
            </a:r>
            <a:r>
              <a:rPr kumimoji="1" lang="en-US" altLang="zh-CN" sz="2800" b="1" i="1" baseline="30000">
                <a:solidFill>
                  <a:srgbClr val="008000"/>
                </a:solidFill>
                <a:latin typeface="Symbol" pitchFamily="18" charset="2"/>
              </a:rPr>
              <a:t>2</a:t>
            </a:r>
            <a:r>
              <a:rPr kumimoji="1" lang="en-US" altLang="zh-CN" sz="2800" b="1" i="1">
                <a:solidFill>
                  <a:srgbClr val="000080"/>
                </a:solidFill>
                <a:latin typeface="Times New Roman" pitchFamily="18" charset="0"/>
              </a:rPr>
              <a:t> f</a:t>
            </a:r>
            <a:r>
              <a:rPr kumimoji="1" lang="en-US" altLang="zh-CN" sz="2800" b="1" i="1" baseline="-30000">
                <a:solidFill>
                  <a:srgbClr val="008080"/>
                </a:solidFill>
                <a:latin typeface="Times New Roman" pitchFamily="18" charset="0"/>
              </a:rPr>
              <a:t>24</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638"/>
                                        </p:tgtEl>
                                        <p:attrNameLst>
                                          <p:attrName>style.visibility</p:attrName>
                                        </p:attrNameLst>
                                      </p:cBhvr>
                                      <p:to>
                                        <p:strVal val="visible"/>
                                      </p:to>
                                    </p:set>
                                    <p:anim calcmode="lin" valueType="num">
                                      <p:cBhvr additive="base">
                                        <p:cTn id="13" dur="500" fill="hold"/>
                                        <p:tgtEl>
                                          <p:spTgt spid="69638"/>
                                        </p:tgtEl>
                                        <p:attrNameLst>
                                          <p:attrName>ppt_x</p:attrName>
                                        </p:attrNameLst>
                                      </p:cBhvr>
                                      <p:tavLst>
                                        <p:tav tm="0">
                                          <p:val>
                                            <p:strVal val="0-#ppt_w/2"/>
                                          </p:val>
                                        </p:tav>
                                        <p:tav tm="100000">
                                          <p:val>
                                            <p:strVal val="#ppt_x"/>
                                          </p:val>
                                        </p:tav>
                                      </p:tavLst>
                                    </p:anim>
                                    <p:anim calcmode="lin" valueType="num">
                                      <p:cBhvr additive="base">
                                        <p:cTn id="14" dur="500" fill="hold"/>
                                        <p:tgtEl>
                                          <p:spTgt spid="6963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9642"/>
                                        </p:tgtEl>
                                        <p:attrNameLst>
                                          <p:attrName>style.visibility</p:attrName>
                                        </p:attrNameLst>
                                      </p:cBhvr>
                                      <p:to>
                                        <p:strVal val="visible"/>
                                      </p:to>
                                    </p:set>
                                    <p:anim calcmode="lin" valueType="num">
                                      <p:cBhvr additive="base">
                                        <p:cTn id="19" dur="500" fill="hold"/>
                                        <p:tgtEl>
                                          <p:spTgt spid="69642"/>
                                        </p:tgtEl>
                                        <p:attrNameLst>
                                          <p:attrName>ppt_x</p:attrName>
                                        </p:attrNameLst>
                                      </p:cBhvr>
                                      <p:tavLst>
                                        <p:tav tm="0">
                                          <p:val>
                                            <p:strVal val="0-#ppt_w/2"/>
                                          </p:val>
                                        </p:tav>
                                        <p:tav tm="100000">
                                          <p:val>
                                            <p:strVal val="#ppt_x"/>
                                          </p:val>
                                        </p:tav>
                                      </p:tavLst>
                                    </p:anim>
                                    <p:anim calcmode="lin" valueType="num">
                                      <p:cBhvr additive="base">
                                        <p:cTn id="20" dur="500" fill="hold"/>
                                        <p:tgtEl>
                                          <p:spTgt spid="6964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636"/>
                                        </p:tgtEl>
                                        <p:attrNameLst>
                                          <p:attrName>style.visibility</p:attrName>
                                        </p:attrNameLst>
                                      </p:cBhvr>
                                      <p:to>
                                        <p:strVal val="visible"/>
                                      </p:to>
                                    </p:set>
                                    <p:anim calcmode="lin" valueType="num">
                                      <p:cBhvr additive="base">
                                        <p:cTn id="25" dur="500" fill="hold"/>
                                        <p:tgtEl>
                                          <p:spTgt spid="69636"/>
                                        </p:tgtEl>
                                        <p:attrNameLst>
                                          <p:attrName>ppt_x</p:attrName>
                                        </p:attrNameLst>
                                      </p:cBhvr>
                                      <p:tavLst>
                                        <p:tav tm="0">
                                          <p:val>
                                            <p:strVal val="0-#ppt_w/2"/>
                                          </p:val>
                                        </p:tav>
                                        <p:tav tm="100000">
                                          <p:val>
                                            <p:strVal val="#ppt_x"/>
                                          </p:val>
                                        </p:tav>
                                      </p:tavLst>
                                    </p:anim>
                                    <p:anim calcmode="lin" valueType="num">
                                      <p:cBhvr additive="base">
                                        <p:cTn id="26"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637"/>
                                        </p:tgtEl>
                                        <p:attrNameLst>
                                          <p:attrName>style.visibility</p:attrName>
                                        </p:attrNameLst>
                                      </p:cBhvr>
                                      <p:to>
                                        <p:strVal val="visible"/>
                                      </p:to>
                                    </p:set>
                                    <p:anim calcmode="lin" valueType="num">
                                      <p:cBhvr additive="base">
                                        <p:cTn id="31" dur="500" fill="hold"/>
                                        <p:tgtEl>
                                          <p:spTgt spid="69637"/>
                                        </p:tgtEl>
                                        <p:attrNameLst>
                                          <p:attrName>ppt_x</p:attrName>
                                        </p:attrNameLst>
                                      </p:cBhvr>
                                      <p:tavLst>
                                        <p:tav tm="0">
                                          <p:val>
                                            <p:strVal val="0-#ppt_w/2"/>
                                          </p:val>
                                        </p:tav>
                                        <p:tav tm="100000">
                                          <p:val>
                                            <p:strVal val="#ppt_x"/>
                                          </p:val>
                                        </p:tav>
                                      </p:tavLst>
                                    </p:anim>
                                    <p:anim calcmode="lin" valueType="num">
                                      <p:cBhvr additive="base">
                                        <p:cTn id="32" dur="500" fill="hold"/>
                                        <p:tgtEl>
                                          <p:spTgt spid="6963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9639"/>
                                        </p:tgtEl>
                                        <p:attrNameLst>
                                          <p:attrName>style.visibility</p:attrName>
                                        </p:attrNameLst>
                                      </p:cBhvr>
                                      <p:to>
                                        <p:strVal val="visible"/>
                                      </p:to>
                                    </p:set>
                                    <p:anim calcmode="lin" valueType="num">
                                      <p:cBhvr additive="base">
                                        <p:cTn id="37" dur="500" fill="hold"/>
                                        <p:tgtEl>
                                          <p:spTgt spid="69639"/>
                                        </p:tgtEl>
                                        <p:attrNameLst>
                                          <p:attrName>ppt_x</p:attrName>
                                        </p:attrNameLst>
                                      </p:cBhvr>
                                      <p:tavLst>
                                        <p:tav tm="0">
                                          <p:val>
                                            <p:strVal val="0-#ppt_w/2"/>
                                          </p:val>
                                        </p:tav>
                                        <p:tav tm="100000">
                                          <p:val>
                                            <p:strVal val="#ppt_x"/>
                                          </p:val>
                                        </p:tav>
                                      </p:tavLst>
                                    </p:anim>
                                    <p:anim calcmode="lin" valueType="num">
                                      <p:cBhvr additive="base">
                                        <p:cTn id="38" dur="500" fill="hold"/>
                                        <p:tgtEl>
                                          <p:spTgt spid="6963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9640"/>
                                        </p:tgtEl>
                                        <p:attrNameLst>
                                          <p:attrName>style.visibility</p:attrName>
                                        </p:attrNameLst>
                                      </p:cBhvr>
                                      <p:to>
                                        <p:strVal val="visible"/>
                                      </p:to>
                                    </p:set>
                                    <p:anim calcmode="lin" valueType="num">
                                      <p:cBhvr additive="base">
                                        <p:cTn id="43" dur="500" fill="hold"/>
                                        <p:tgtEl>
                                          <p:spTgt spid="69640"/>
                                        </p:tgtEl>
                                        <p:attrNameLst>
                                          <p:attrName>ppt_x</p:attrName>
                                        </p:attrNameLst>
                                      </p:cBhvr>
                                      <p:tavLst>
                                        <p:tav tm="0">
                                          <p:val>
                                            <p:strVal val="0-#ppt_w/2"/>
                                          </p:val>
                                        </p:tav>
                                        <p:tav tm="100000">
                                          <p:val>
                                            <p:strVal val="#ppt_x"/>
                                          </p:val>
                                        </p:tav>
                                      </p:tavLst>
                                    </p:anim>
                                    <p:anim calcmode="lin" valueType="num">
                                      <p:cBhvr additive="base">
                                        <p:cTn id="44" dur="500" fill="hold"/>
                                        <p:tgtEl>
                                          <p:spTgt spid="6964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9641"/>
                                        </p:tgtEl>
                                        <p:attrNameLst>
                                          <p:attrName>style.visibility</p:attrName>
                                        </p:attrNameLst>
                                      </p:cBhvr>
                                      <p:to>
                                        <p:strVal val="visible"/>
                                      </p:to>
                                    </p:set>
                                    <p:anim calcmode="lin" valueType="num">
                                      <p:cBhvr additive="base">
                                        <p:cTn id="49" dur="500" fill="hold"/>
                                        <p:tgtEl>
                                          <p:spTgt spid="69641"/>
                                        </p:tgtEl>
                                        <p:attrNameLst>
                                          <p:attrName>ppt_x</p:attrName>
                                        </p:attrNameLst>
                                      </p:cBhvr>
                                      <p:tavLst>
                                        <p:tav tm="0">
                                          <p:val>
                                            <p:strVal val="0-#ppt_w/2"/>
                                          </p:val>
                                        </p:tav>
                                        <p:tav tm="100000">
                                          <p:val>
                                            <p:strVal val="#ppt_x"/>
                                          </p:val>
                                        </p:tav>
                                      </p:tavLst>
                                    </p:anim>
                                    <p:anim calcmode="lin" valueType="num">
                                      <p:cBhvr additive="base">
                                        <p:cTn id="50" dur="500" fill="hold"/>
                                        <p:tgtEl>
                                          <p:spTgt spid="696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P spid="69636" grpId="0" autoUpdateAnimBg="0"/>
      <p:bldP spid="69637" grpId="0" autoUpdateAnimBg="0"/>
      <p:bldP spid="69638" grpId="0" autoUpdateAnimBg="0"/>
      <p:bldP spid="69639" grpId="0" autoUpdateAnimBg="0"/>
      <p:bldP spid="69640" grpId="0" autoUpdateAnimBg="0"/>
      <p:bldP spid="69641" grpId="0" autoUpdateAnimBg="0"/>
      <p:bldP spid="69642"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476375" y="549275"/>
            <a:ext cx="29400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9.2.2 Gauss-Seidel</a:t>
            </a:r>
            <a:endParaRPr kumimoji="1" lang="en-US" altLang="zh-CN" sz="2800" b="1">
              <a:latin typeface="Times New Roman" pitchFamily="18" charset="0"/>
            </a:endParaRPr>
          </a:p>
        </p:txBody>
      </p:sp>
      <p:sp>
        <p:nvSpPr>
          <p:cNvPr id="70659" name="Rectangle 3"/>
          <p:cNvSpPr>
            <a:spLocks noChangeArrowheads="1"/>
          </p:cNvSpPr>
          <p:nvPr/>
        </p:nvSpPr>
        <p:spPr bwMode="auto">
          <a:xfrm>
            <a:off x="762000" y="1524000"/>
            <a:ext cx="76977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chemeClr val="accent2"/>
                </a:solidFill>
                <a:latin typeface="Times New Roman" pitchFamily="18" charset="0"/>
              </a:rPr>
              <a:t>-4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ij</a:t>
            </a:r>
            <a:r>
              <a:rPr kumimoji="1" lang="en-US" altLang="zh-CN" sz="3200" b="1">
                <a:solidFill>
                  <a:schemeClr val="accent2"/>
                </a:solidFill>
                <a:latin typeface="Times New Roman" pitchFamily="18" charset="0"/>
              </a:rPr>
              <a:t>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i+1,j</a:t>
            </a:r>
            <a:r>
              <a:rPr kumimoji="1" lang="en-US" altLang="zh-CN" sz="3200" b="1" i="1">
                <a:solidFill>
                  <a:schemeClr val="accent2"/>
                </a:solidFill>
                <a:latin typeface="Times New Roman" pitchFamily="18" charset="0"/>
              </a:rPr>
              <a:t> +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i–1,j</a:t>
            </a:r>
            <a:r>
              <a:rPr kumimoji="1" lang="en-US" altLang="zh-CN" sz="3200" b="1" i="1">
                <a:solidFill>
                  <a:schemeClr val="accent2"/>
                </a:solidFill>
                <a:latin typeface="Times New Roman" pitchFamily="18" charset="0"/>
              </a:rPr>
              <a:t> +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i,j+1</a:t>
            </a:r>
            <a:r>
              <a:rPr kumimoji="1" lang="en-US" altLang="zh-CN" sz="3200" b="1">
                <a:solidFill>
                  <a:schemeClr val="accent2"/>
                </a:solidFill>
                <a:latin typeface="Times New Roman" pitchFamily="18" charset="0"/>
              </a:rPr>
              <a:t> </a:t>
            </a:r>
            <a:r>
              <a:rPr kumimoji="1" lang="en-US" altLang="zh-CN" sz="3200" b="1" i="1">
                <a:solidFill>
                  <a:schemeClr val="accent2"/>
                </a:solidFill>
                <a:latin typeface="Times New Roman" pitchFamily="18" charset="0"/>
              </a:rPr>
              <a:t>+ </a:t>
            </a:r>
            <a:r>
              <a:rPr kumimoji="1" lang="en-US" altLang="zh-CN" sz="3200" b="1">
                <a:solidFill>
                  <a:schemeClr val="accent2"/>
                </a:solidFill>
                <a:latin typeface="Symbol" pitchFamily="18" charset="2"/>
              </a:rPr>
              <a:t>F</a:t>
            </a:r>
            <a:r>
              <a:rPr kumimoji="1" lang="en-US" altLang="zh-CN" sz="3200" b="1" i="1" baseline="-30000">
                <a:solidFill>
                  <a:schemeClr val="accent2"/>
                </a:solidFill>
                <a:latin typeface="Times New Roman" pitchFamily="18" charset="0"/>
              </a:rPr>
              <a:t>i,j–1</a:t>
            </a:r>
            <a:r>
              <a:rPr kumimoji="1" lang="en-US" altLang="zh-CN" sz="3200" b="1">
                <a:solidFill>
                  <a:schemeClr val="accent2"/>
                </a:solidFill>
                <a:latin typeface="Symbol" pitchFamily="18" charset="2"/>
              </a:rPr>
              <a:t>=0</a:t>
            </a:r>
          </a:p>
        </p:txBody>
      </p:sp>
      <p:sp>
        <p:nvSpPr>
          <p:cNvPr id="70660" name="Text Box 4"/>
          <p:cNvSpPr txBox="1">
            <a:spLocks noChangeArrowheads="1"/>
          </p:cNvSpPr>
          <p:nvPr/>
        </p:nvSpPr>
        <p:spPr bwMode="auto">
          <a:xfrm>
            <a:off x="611188" y="4941888"/>
            <a:ext cx="77708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8000"/>
                </a:solidFill>
                <a:latin typeface="Symbol" pitchFamily="18" charset="2"/>
              </a:rPr>
              <a:t>F</a:t>
            </a:r>
            <a:r>
              <a:rPr kumimoji="1" lang="en-US" altLang="zh-CN" sz="3200" b="1">
                <a:solidFill>
                  <a:srgbClr val="000080"/>
                </a:solidFill>
                <a:latin typeface="Times New Roman" pitchFamily="18" charset="0"/>
              </a:rPr>
              <a:t>*</a:t>
            </a:r>
            <a:r>
              <a:rPr kumimoji="1" lang="en-US" altLang="zh-CN" sz="3200" b="1" i="1" baseline="-30000">
                <a:solidFill>
                  <a:srgbClr val="008080"/>
                </a:solidFill>
                <a:latin typeface="Times New Roman" pitchFamily="18" charset="0"/>
              </a:rPr>
              <a:t>ij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0080"/>
                </a:solidFill>
                <a:latin typeface="Times New Roman" pitchFamily="18" charset="0"/>
              </a:rPr>
              <a:t>(</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i+1,j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i–1,j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i,j+1</a:t>
            </a:r>
            <a:r>
              <a:rPr kumimoji="1" lang="en-US" altLang="zh-CN" sz="3200" b="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i,j–1</a:t>
            </a:r>
            <a:r>
              <a:rPr kumimoji="1" lang="en-US" altLang="zh-CN" sz="3200" b="1" i="1">
                <a:solidFill>
                  <a:srgbClr val="000080"/>
                </a:solidFill>
                <a:latin typeface="Times New Roman" pitchFamily="18" charset="0"/>
              </a:rPr>
              <a:t>-h</a:t>
            </a:r>
            <a:r>
              <a:rPr kumimoji="1" lang="en-US" altLang="zh-CN" sz="3200" b="1" i="1" baseline="30000">
                <a:solidFill>
                  <a:srgbClr val="008000"/>
                </a:solidFill>
                <a:latin typeface="Symbol" pitchFamily="18" charset="2"/>
              </a:rPr>
              <a:t>2</a:t>
            </a:r>
            <a:r>
              <a:rPr kumimoji="1" lang="en-US" altLang="zh-CN" sz="3200" b="1" i="1">
                <a:solidFill>
                  <a:srgbClr val="000080"/>
                </a:solidFill>
                <a:latin typeface="Times New Roman" pitchFamily="18" charset="0"/>
              </a:rPr>
              <a:t> f</a:t>
            </a:r>
            <a:r>
              <a:rPr kumimoji="1" lang="en-US" altLang="zh-CN" sz="3200" b="1" i="1" baseline="-30000">
                <a:solidFill>
                  <a:srgbClr val="008080"/>
                </a:solidFill>
                <a:latin typeface="Times New Roman" pitchFamily="18" charset="0"/>
              </a:rPr>
              <a:t> i,j </a:t>
            </a:r>
            <a:r>
              <a:rPr kumimoji="1" lang="en-US" altLang="zh-CN" sz="3200" b="1">
                <a:solidFill>
                  <a:srgbClr val="000080"/>
                </a:solidFill>
                <a:latin typeface="Times New Roman" pitchFamily="18" charset="0"/>
              </a:rPr>
              <a:t>)/4</a:t>
            </a:r>
            <a:r>
              <a:rPr kumimoji="1" lang="en-US" altLang="zh-CN" sz="3200" b="1">
                <a:solidFill>
                  <a:srgbClr val="000000"/>
                </a:solidFill>
                <a:latin typeface="Times New Roman" pitchFamily="18" charset="0"/>
              </a:rPr>
              <a:t>.</a:t>
            </a:r>
            <a:endParaRPr kumimoji="1" lang="en-US" altLang="zh-CN" sz="3200" b="1">
              <a:latin typeface="Times New Roman" pitchFamily="18" charset="0"/>
            </a:endParaRPr>
          </a:p>
        </p:txBody>
      </p:sp>
      <p:sp>
        <p:nvSpPr>
          <p:cNvPr id="70661" name="Text Box 5"/>
          <p:cNvSpPr txBox="1">
            <a:spLocks noChangeArrowheads="1"/>
          </p:cNvSpPr>
          <p:nvPr/>
        </p:nvSpPr>
        <p:spPr bwMode="auto">
          <a:xfrm>
            <a:off x="838200" y="2541588"/>
            <a:ext cx="64881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8000"/>
                </a:solidFill>
                <a:latin typeface="Symbol" pitchFamily="18" charset="2"/>
              </a:rPr>
              <a:t>F</a:t>
            </a:r>
            <a:r>
              <a:rPr kumimoji="1" lang="en-US" altLang="zh-CN" sz="3200" b="1">
                <a:solidFill>
                  <a:srgbClr val="000080"/>
                </a:solidFill>
                <a:latin typeface="Times New Roman" pitchFamily="18" charset="0"/>
              </a:rPr>
              <a:t>*</a:t>
            </a:r>
            <a:r>
              <a:rPr kumimoji="1" lang="en-US" altLang="zh-CN" sz="3200" b="1" i="1" baseline="-30000">
                <a:solidFill>
                  <a:srgbClr val="008080"/>
                </a:solidFill>
                <a:latin typeface="Times New Roman" pitchFamily="18" charset="0"/>
              </a:rPr>
              <a:t>ij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0080"/>
                </a:solidFill>
                <a:latin typeface="Times New Roman" pitchFamily="18" charset="0"/>
              </a:rPr>
              <a:t>(</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i+1,j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i–1,j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i,j+1</a:t>
            </a:r>
            <a:r>
              <a:rPr kumimoji="1" lang="en-US" altLang="zh-CN" sz="3200" b="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i,j–1</a:t>
            </a:r>
            <a:r>
              <a:rPr kumimoji="1" lang="en-US" altLang="zh-CN" sz="3200" b="1">
                <a:solidFill>
                  <a:srgbClr val="000080"/>
                </a:solidFill>
                <a:latin typeface="Times New Roman" pitchFamily="18" charset="0"/>
              </a:rPr>
              <a:t>)/4</a:t>
            </a:r>
            <a:r>
              <a:rPr kumimoji="1" lang="en-US" altLang="zh-CN" sz="3200" b="1">
                <a:solidFill>
                  <a:srgbClr val="000000"/>
                </a:solidFill>
                <a:latin typeface="Times New Roman" pitchFamily="18" charset="0"/>
              </a:rPr>
              <a:t>.</a:t>
            </a:r>
            <a:endParaRPr kumimoji="1" lang="en-US" altLang="zh-CN" sz="3200" b="1">
              <a:latin typeface="Times New Roman" pitchFamily="18" charset="0"/>
            </a:endParaRPr>
          </a:p>
        </p:txBody>
      </p:sp>
      <p:sp>
        <p:nvSpPr>
          <p:cNvPr id="70662" name="Text Box 6"/>
          <p:cNvSpPr txBox="1">
            <a:spLocks noChangeArrowheads="1"/>
          </p:cNvSpPr>
          <p:nvPr/>
        </p:nvSpPr>
        <p:spPr bwMode="auto">
          <a:xfrm>
            <a:off x="120650" y="3733800"/>
            <a:ext cx="891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8000"/>
                </a:solidFill>
                <a:latin typeface="Symbol" pitchFamily="18" charset="2"/>
              </a:rPr>
              <a:t>(</a:t>
            </a:r>
            <a:r>
              <a:rPr kumimoji="1" lang="en-US" altLang="zh-CN" sz="3200" b="1">
                <a:solidFill>
                  <a:srgbClr val="008000"/>
                </a:solidFill>
                <a:latin typeface="Symbol" pitchFamily="18" charset="2"/>
                <a:sym typeface="Symbol" pitchFamily="18" charset="2"/>
              </a:rPr>
              <a:t></a:t>
            </a:r>
            <a:r>
              <a:rPr kumimoji="1" lang="en-US" altLang="zh-CN" sz="3200" b="1" baseline="30000">
                <a:solidFill>
                  <a:srgbClr val="008000"/>
                </a:solidFill>
                <a:latin typeface="Symbol" pitchFamily="18" charset="2"/>
              </a:rPr>
              <a:t>2</a:t>
            </a:r>
            <a:r>
              <a:rPr kumimoji="1" lang="en-US" altLang="zh-CN" sz="3200" b="1">
                <a:solidFill>
                  <a:srgbClr val="008000"/>
                </a:solidFill>
                <a:latin typeface="Symbol" pitchFamily="18" charset="2"/>
              </a:rPr>
              <a:t>F</a:t>
            </a:r>
            <a:r>
              <a:rPr kumimoji="1" lang="en-US" altLang="zh-CN" sz="3200" b="1">
                <a:solidFill>
                  <a:srgbClr val="000080"/>
                </a:solidFill>
                <a:latin typeface="Times New Roman" pitchFamily="18" charset="0"/>
              </a:rPr>
              <a:t>*)</a:t>
            </a:r>
            <a:r>
              <a:rPr kumimoji="1" lang="en-US" altLang="zh-CN" sz="3200" b="1" i="1" baseline="-30000">
                <a:solidFill>
                  <a:srgbClr val="008080"/>
                </a:solidFill>
                <a:latin typeface="Times New Roman" pitchFamily="18" charset="0"/>
              </a:rPr>
              <a:t>ij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0080"/>
                </a:solidFill>
                <a:latin typeface="Times New Roman" pitchFamily="18" charset="0"/>
              </a:rPr>
              <a:t>(</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i-1,j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i+1,j</a:t>
            </a:r>
            <a:r>
              <a:rPr kumimoji="1" lang="en-US" altLang="zh-CN" sz="3200" b="1" i="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i,j-1</a:t>
            </a:r>
            <a:r>
              <a:rPr kumimoji="1" lang="en-US" altLang="zh-CN" sz="3200" b="1">
                <a:solidFill>
                  <a:srgbClr val="008080"/>
                </a:solidFill>
                <a:latin typeface="Times New Roman" pitchFamily="18" charset="0"/>
              </a:rPr>
              <a:t> </a:t>
            </a:r>
            <a:r>
              <a:rPr kumimoji="1" lang="en-US" altLang="zh-CN" sz="3200" b="1" i="1">
                <a:solidFill>
                  <a:srgbClr val="000080"/>
                </a:solidFill>
                <a:latin typeface="Times New Roman" pitchFamily="18" charset="0"/>
              </a:rPr>
              <a:t>+ </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i,j+1</a:t>
            </a:r>
            <a:r>
              <a:rPr kumimoji="1" lang="en-US" altLang="zh-CN" sz="3200" b="1" i="1">
                <a:solidFill>
                  <a:srgbClr val="000080"/>
                </a:solidFill>
                <a:latin typeface="Times New Roman" pitchFamily="18" charset="0"/>
              </a:rPr>
              <a:t>- 4</a:t>
            </a:r>
            <a:r>
              <a:rPr kumimoji="1" lang="en-US" altLang="zh-CN" sz="3200" b="1">
                <a:solidFill>
                  <a:srgbClr val="008000"/>
                </a:solidFill>
                <a:latin typeface="Symbol" pitchFamily="18" charset="2"/>
              </a:rPr>
              <a:t>F</a:t>
            </a:r>
            <a:r>
              <a:rPr kumimoji="1" lang="en-US" altLang="zh-CN" sz="3200" b="1" i="1" baseline="-30000">
                <a:solidFill>
                  <a:srgbClr val="008080"/>
                </a:solidFill>
                <a:latin typeface="Times New Roman" pitchFamily="18" charset="0"/>
              </a:rPr>
              <a:t>i,j</a:t>
            </a:r>
            <a:r>
              <a:rPr kumimoji="1" lang="en-US" altLang="zh-CN" sz="3200" b="1">
                <a:solidFill>
                  <a:srgbClr val="000080"/>
                </a:solidFill>
                <a:latin typeface="Times New Roman" pitchFamily="18" charset="0"/>
              </a:rPr>
              <a:t>)/</a:t>
            </a:r>
            <a:r>
              <a:rPr kumimoji="1" lang="en-US" altLang="zh-CN" sz="3200" b="1" i="1">
                <a:solidFill>
                  <a:srgbClr val="000080"/>
                </a:solidFill>
                <a:latin typeface="Times New Roman" pitchFamily="18" charset="0"/>
              </a:rPr>
              <a:t>h</a:t>
            </a:r>
            <a:r>
              <a:rPr kumimoji="1" lang="en-US" altLang="zh-CN" sz="3200" b="1" i="1" baseline="30000">
                <a:solidFill>
                  <a:srgbClr val="008000"/>
                </a:solidFill>
                <a:latin typeface="Symbol" pitchFamily="18" charset="2"/>
              </a:rPr>
              <a:t>2 </a:t>
            </a:r>
            <a:r>
              <a:rPr kumimoji="1" lang="en-US" altLang="zh-CN" sz="3200" b="1" i="1">
                <a:solidFill>
                  <a:srgbClr val="000080"/>
                </a:solidFill>
                <a:latin typeface="Times New Roman" pitchFamily="18" charset="0"/>
              </a:rPr>
              <a:t>=f</a:t>
            </a:r>
            <a:r>
              <a:rPr kumimoji="1" lang="en-US" altLang="zh-CN" sz="3200" b="1" i="1" baseline="-30000">
                <a:solidFill>
                  <a:srgbClr val="008080"/>
                </a:solidFill>
                <a:latin typeface="Times New Roman" pitchFamily="18" charset="0"/>
              </a:rPr>
              <a:t>i,j</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gtEl>
                                        <p:attrNameLst>
                                          <p:attrName>style.visibility</p:attrName>
                                        </p:attrNameLst>
                                      </p:cBhvr>
                                      <p:to>
                                        <p:strVal val="visible"/>
                                      </p:to>
                                    </p:set>
                                    <p:anim calcmode="lin" valueType="num">
                                      <p:cBhvr additive="base">
                                        <p:cTn id="7" dur="500" fill="hold"/>
                                        <p:tgtEl>
                                          <p:spTgt spid="70659"/>
                                        </p:tgtEl>
                                        <p:attrNameLst>
                                          <p:attrName>ppt_x</p:attrName>
                                        </p:attrNameLst>
                                      </p:cBhvr>
                                      <p:tavLst>
                                        <p:tav tm="0">
                                          <p:val>
                                            <p:strVal val="0-#ppt_w/2"/>
                                          </p:val>
                                        </p:tav>
                                        <p:tav tm="100000">
                                          <p:val>
                                            <p:strVal val="#ppt_x"/>
                                          </p:val>
                                        </p:tav>
                                      </p:tavLst>
                                    </p:anim>
                                    <p:anim calcmode="lin" valueType="num">
                                      <p:cBhvr additive="base">
                                        <p:cTn id="8" dur="500" fill="hold"/>
                                        <p:tgtEl>
                                          <p:spTgt spid="706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61"/>
                                        </p:tgtEl>
                                        <p:attrNameLst>
                                          <p:attrName>style.visibility</p:attrName>
                                        </p:attrNameLst>
                                      </p:cBhvr>
                                      <p:to>
                                        <p:strVal val="visible"/>
                                      </p:to>
                                    </p:set>
                                    <p:anim calcmode="lin" valueType="num">
                                      <p:cBhvr additive="base">
                                        <p:cTn id="13" dur="500" fill="hold"/>
                                        <p:tgtEl>
                                          <p:spTgt spid="70661"/>
                                        </p:tgtEl>
                                        <p:attrNameLst>
                                          <p:attrName>ppt_x</p:attrName>
                                        </p:attrNameLst>
                                      </p:cBhvr>
                                      <p:tavLst>
                                        <p:tav tm="0">
                                          <p:val>
                                            <p:strVal val="0-#ppt_w/2"/>
                                          </p:val>
                                        </p:tav>
                                        <p:tav tm="100000">
                                          <p:val>
                                            <p:strVal val="#ppt_x"/>
                                          </p:val>
                                        </p:tav>
                                      </p:tavLst>
                                    </p:anim>
                                    <p:anim calcmode="lin" valueType="num">
                                      <p:cBhvr additive="base">
                                        <p:cTn id="14" dur="500" fill="hold"/>
                                        <p:tgtEl>
                                          <p:spTgt spid="706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662"/>
                                        </p:tgtEl>
                                        <p:attrNameLst>
                                          <p:attrName>style.visibility</p:attrName>
                                        </p:attrNameLst>
                                      </p:cBhvr>
                                      <p:to>
                                        <p:strVal val="visible"/>
                                      </p:to>
                                    </p:set>
                                    <p:anim calcmode="lin" valueType="num">
                                      <p:cBhvr additive="base">
                                        <p:cTn id="19" dur="500" fill="hold"/>
                                        <p:tgtEl>
                                          <p:spTgt spid="70662"/>
                                        </p:tgtEl>
                                        <p:attrNameLst>
                                          <p:attrName>ppt_x</p:attrName>
                                        </p:attrNameLst>
                                      </p:cBhvr>
                                      <p:tavLst>
                                        <p:tav tm="0">
                                          <p:val>
                                            <p:strVal val="0-#ppt_w/2"/>
                                          </p:val>
                                        </p:tav>
                                        <p:tav tm="100000">
                                          <p:val>
                                            <p:strVal val="#ppt_x"/>
                                          </p:val>
                                        </p:tav>
                                      </p:tavLst>
                                    </p:anim>
                                    <p:anim calcmode="lin" valueType="num">
                                      <p:cBhvr additive="base">
                                        <p:cTn id="20" dur="500" fill="hold"/>
                                        <p:tgtEl>
                                          <p:spTgt spid="7066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0660"/>
                                        </p:tgtEl>
                                        <p:attrNameLst>
                                          <p:attrName>style.visibility</p:attrName>
                                        </p:attrNameLst>
                                      </p:cBhvr>
                                      <p:to>
                                        <p:strVal val="visible"/>
                                      </p:to>
                                    </p:set>
                                    <p:anim calcmode="lin" valueType="num">
                                      <p:cBhvr additive="base">
                                        <p:cTn id="25" dur="500" fill="hold"/>
                                        <p:tgtEl>
                                          <p:spTgt spid="70660"/>
                                        </p:tgtEl>
                                        <p:attrNameLst>
                                          <p:attrName>ppt_x</p:attrName>
                                        </p:attrNameLst>
                                      </p:cBhvr>
                                      <p:tavLst>
                                        <p:tav tm="0">
                                          <p:val>
                                            <p:strVal val="0-#ppt_w/2"/>
                                          </p:val>
                                        </p:tav>
                                        <p:tav tm="100000">
                                          <p:val>
                                            <p:strVal val="#ppt_x"/>
                                          </p:val>
                                        </p:tav>
                                      </p:tavLst>
                                    </p:anim>
                                    <p:anim calcmode="lin" valueType="num">
                                      <p:cBhvr additive="base">
                                        <p:cTn id="26" dur="500" fill="hold"/>
                                        <p:tgtEl>
                                          <p:spTgt spid="706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autoUpdateAnimBg="0"/>
      <p:bldP spid="70660" grpId="0" autoUpdateAnimBg="0"/>
      <p:bldP spid="70661" grpId="0" autoUpdateAnimBg="0"/>
      <p:bldP spid="70662"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60648"/>
            <a:ext cx="4429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5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398" y="1412776"/>
            <a:ext cx="558242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2204864"/>
            <a:ext cx="44196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6560" y="2996952"/>
            <a:ext cx="449580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2492894"/>
            <a:ext cx="1676774" cy="44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640" y="3228603"/>
            <a:ext cx="1287929" cy="35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8"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504" y="4005064"/>
            <a:ext cx="44005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9"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41081" y="4028618"/>
            <a:ext cx="3824288" cy="444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90775" y="4564732"/>
            <a:ext cx="4362450"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2"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664" y="5658569"/>
            <a:ext cx="5305425"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4541499"/>
      </p:ext>
    </p:extLst>
  </p:cSld>
  <p:clrMapOvr>
    <a:masterClrMapping/>
  </p:clrMapOvr>
  <p:transition>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250825" y="673100"/>
            <a:ext cx="8763000" cy="531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400" b="1" dirty="0">
                <a:solidFill>
                  <a:srgbClr val="000000"/>
                </a:solidFill>
                <a:latin typeface="Times New Roman" pitchFamily="18" charset="0"/>
              </a:rPr>
              <a:t>SUBROUTINE SEIDEL(NX,NY,H,ITMAX,U,IU)</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DIMENSION U(IU,NY), </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DO K=1,ITMAX</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   DO J=2,NY-1</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       DO I=2,NX-1</a:t>
            </a:r>
          </a:p>
          <a:p>
            <a:pPr eaLnBrk="1" hangingPunct="1">
              <a:lnSpc>
                <a:spcPct val="130000"/>
              </a:lnSpc>
            </a:pPr>
            <a:r>
              <a:rPr kumimoji="1" lang="en-US" altLang="zh-CN" sz="2400" b="1" dirty="0">
                <a:solidFill>
                  <a:srgbClr val="000000"/>
                </a:solidFill>
                <a:latin typeface="Times New Roman" pitchFamily="18" charset="0"/>
              </a:rPr>
              <a:t>       U(I,J)=(U(I+1,J)+ U(I-1,J)+ U(I,J+1)+ U(I,J-1)-h*h*f(I,J))/4.</a:t>
            </a:r>
          </a:p>
          <a:p>
            <a:pPr eaLnBrk="1" hangingPunct="1">
              <a:lnSpc>
                <a:spcPct val="130000"/>
              </a:lnSpc>
            </a:pPr>
            <a:r>
              <a:rPr kumimoji="1" lang="en-US" altLang="zh-CN" sz="2400" b="1" dirty="0">
                <a:solidFill>
                  <a:srgbClr val="000000"/>
                </a:solidFill>
                <a:latin typeface="Times New Roman" pitchFamily="18" charset="0"/>
              </a:rPr>
              <a:t>       ENDDO</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   ENDDO</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ENDDO</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RETURN</a:t>
            </a:r>
            <a:endParaRPr kumimoji="1" lang="en-US" altLang="zh-CN" sz="2400" b="1" dirty="0">
              <a:latin typeface="Times New Roman" pitchFamily="18" charset="0"/>
            </a:endParaRPr>
          </a:p>
          <a:p>
            <a:pPr eaLnBrk="1" hangingPunct="1">
              <a:lnSpc>
                <a:spcPct val="130000"/>
              </a:lnSpc>
            </a:pPr>
            <a:r>
              <a:rPr kumimoji="1" lang="en-US" altLang="zh-CN" sz="2400" b="1" dirty="0">
                <a:solidFill>
                  <a:srgbClr val="000000"/>
                </a:solidFill>
                <a:latin typeface="Times New Roman" pitchFamily="18" charset="0"/>
              </a:rPr>
              <a:t>END</a:t>
            </a:r>
            <a:endParaRPr kumimoji="1" lang="en-US" altLang="zh-CN" sz="2400" b="1" dirty="0">
              <a:latin typeface="Times New Roman" pitchFamily="18" charset="0"/>
            </a:endParaRPr>
          </a:p>
        </p:txBody>
      </p:sp>
    </p:spTree>
  </p:cSld>
  <p:clrMapOvr>
    <a:masterClrMapping/>
  </p:clrMapOvr>
  <p:transition>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60648"/>
            <a:ext cx="4429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5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2398" y="1412776"/>
            <a:ext cx="558242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96" y="1988840"/>
            <a:ext cx="4362450"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6813" y="1988840"/>
            <a:ext cx="425767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1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5856" y="2852936"/>
            <a:ext cx="491490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2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552" y="3573016"/>
            <a:ext cx="4869179" cy="9536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21"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96" y="5537533"/>
            <a:ext cx="9073008" cy="699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22"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73446" y="4077072"/>
            <a:ext cx="1975018" cy="3775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7223"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3568" y="6309320"/>
            <a:ext cx="6667500" cy="36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3093432412"/>
              </p:ext>
            </p:extLst>
          </p:nvPr>
        </p:nvGraphicFramePr>
        <p:xfrm>
          <a:off x="2339702" y="4510186"/>
          <a:ext cx="3600450" cy="935038"/>
        </p:xfrm>
        <a:graphic>
          <a:graphicData uri="http://schemas.openxmlformats.org/presentationml/2006/ole">
            <mc:AlternateContent xmlns:mc="http://schemas.openxmlformats.org/markup-compatibility/2006">
              <mc:Choice xmlns:v="urn:schemas-microsoft-com:vml" Requires="v">
                <p:oleObj spid="_x0000_s137238" name="公式" r:id="rId12" imgW="1955520" imgH="431640" progId="Equation.3">
                  <p:embed/>
                </p:oleObj>
              </mc:Choice>
              <mc:Fallback>
                <p:oleObj name="公式" r:id="rId12" imgW="1955520" imgH="431640" progId="Equation.3">
                  <p:embed/>
                  <p:pic>
                    <p:nvPicPr>
                      <p:cNvPr id="0" name="Object 5"/>
                      <p:cNvPicPr>
                        <a:picLocks noChangeAspect="1" noChangeArrowheads="1"/>
                      </p:cNvPicPr>
                      <p:nvPr/>
                    </p:nvPicPr>
                    <p:blipFill>
                      <a:blip r:embed="rId13"/>
                      <a:srcRect/>
                      <a:stretch>
                        <a:fillRect/>
                      </a:stretch>
                    </p:blipFill>
                    <p:spPr bwMode="auto">
                      <a:xfrm>
                        <a:off x="2339702" y="4510186"/>
                        <a:ext cx="360045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3694296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20"/>
                                        </p:tgtEl>
                                        <p:attrNameLst>
                                          <p:attrName>style.visibility</p:attrName>
                                        </p:attrNameLst>
                                      </p:cBhvr>
                                      <p:to>
                                        <p:strVal val="visible"/>
                                      </p:to>
                                    </p:set>
                                    <p:anim calcmode="lin" valueType="num">
                                      <p:cBhvr additive="base">
                                        <p:cTn id="7" dur="500" fill="hold"/>
                                        <p:tgtEl>
                                          <p:spTgt spid="137220"/>
                                        </p:tgtEl>
                                        <p:attrNameLst>
                                          <p:attrName>ppt_x</p:attrName>
                                        </p:attrNameLst>
                                      </p:cBhvr>
                                      <p:tavLst>
                                        <p:tav tm="0">
                                          <p:val>
                                            <p:strVal val="#ppt_x"/>
                                          </p:val>
                                        </p:tav>
                                        <p:tav tm="100000">
                                          <p:val>
                                            <p:strVal val="#ppt_x"/>
                                          </p:val>
                                        </p:tav>
                                      </p:tavLst>
                                    </p:anim>
                                    <p:anim calcmode="lin" valueType="num">
                                      <p:cBhvr additive="base">
                                        <p:cTn id="8" dur="500" fill="hold"/>
                                        <p:tgtEl>
                                          <p:spTgt spid="13722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7222"/>
                                        </p:tgtEl>
                                        <p:attrNameLst>
                                          <p:attrName>style.visibility</p:attrName>
                                        </p:attrNameLst>
                                      </p:cBhvr>
                                      <p:to>
                                        <p:strVal val="visible"/>
                                      </p:to>
                                    </p:set>
                                    <p:anim calcmode="lin" valueType="num">
                                      <p:cBhvr additive="base">
                                        <p:cTn id="11" dur="500" fill="hold"/>
                                        <p:tgtEl>
                                          <p:spTgt spid="137222"/>
                                        </p:tgtEl>
                                        <p:attrNameLst>
                                          <p:attrName>ppt_x</p:attrName>
                                        </p:attrNameLst>
                                      </p:cBhvr>
                                      <p:tavLst>
                                        <p:tav tm="0">
                                          <p:val>
                                            <p:strVal val="#ppt_x"/>
                                          </p:val>
                                        </p:tav>
                                        <p:tav tm="100000">
                                          <p:val>
                                            <p:strVal val="#ppt_x"/>
                                          </p:val>
                                        </p:tav>
                                      </p:tavLst>
                                    </p:anim>
                                    <p:anim calcmode="lin" valueType="num">
                                      <p:cBhvr additive="base">
                                        <p:cTn id="12" dur="500" fill="hold"/>
                                        <p:tgtEl>
                                          <p:spTgt spid="1372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7221"/>
                                        </p:tgtEl>
                                        <p:attrNameLst>
                                          <p:attrName>style.visibility</p:attrName>
                                        </p:attrNameLst>
                                      </p:cBhvr>
                                      <p:to>
                                        <p:strVal val="visible"/>
                                      </p:to>
                                    </p:set>
                                    <p:anim calcmode="lin" valueType="num">
                                      <p:cBhvr additive="base">
                                        <p:cTn id="23" dur="500" fill="hold"/>
                                        <p:tgtEl>
                                          <p:spTgt spid="137221"/>
                                        </p:tgtEl>
                                        <p:attrNameLst>
                                          <p:attrName>ppt_x</p:attrName>
                                        </p:attrNameLst>
                                      </p:cBhvr>
                                      <p:tavLst>
                                        <p:tav tm="0">
                                          <p:val>
                                            <p:strVal val="#ppt_x"/>
                                          </p:val>
                                        </p:tav>
                                        <p:tav tm="100000">
                                          <p:val>
                                            <p:strVal val="#ppt_x"/>
                                          </p:val>
                                        </p:tav>
                                      </p:tavLst>
                                    </p:anim>
                                    <p:anim calcmode="lin" valueType="num">
                                      <p:cBhvr additive="base">
                                        <p:cTn id="24" dur="500" fill="hold"/>
                                        <p:tgtEl>
                                          <p:spTgt spid="1372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7223"/>
                                        </p:tgtEl>
                                        <p:attrNameLst>
                                          <p:attrName>style.visibility</p:attrName>
                                        </p:attrNameLst>
                                      </p:cBhvr>
                                      <p:to>
                                        <p:strVal val="visible"/>
                                      </p:to>
                                    </p:set>
                                    <p:anim calcmode="lin" valueType="num">
                                      <p:cBhvr additive="base">
                                        <p:cTn id="27" dur="500" fill="hold"/>
                                        <p:tgtEl>
                                          <p:spTgt spid="137223"/>
                                        </p:tgtEl>
                                        <p:attrNameLst>
                                          <p:attrName>ppt_x</p:attrName>
                                        </p:attrNameLst>
                                      </p:cBhvr>
                                      <p:tavLst>
                                        <p:tav tm="0">
                                          <p:val>
                                            <p:strVal val="#ppt_x"/>
                                          </p:val>
                                        </p:tav>
                                        <p:tav tm="100000">
                                          <p:val>
                                            <p:strVal val="#ppt_x"/>
                                          </p:val>
                                        </p:tav>
                                      </p:tavLst>
                                    </p:anim>
                                    <p:anim calcmode="lin" valueType="num">
                                      <p:cBhvr additive="base">
                                        <p:cTn id="28" dur="500" fill="hold"/>
                                        <p:tgtEl>
                                          <p:spTgt spid="137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60648"/>
            <a:ext cx="4429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1268760"/>
            <a:ext cx="44196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6560" y="2060848"/>
            <a:ext cx="449580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1556790"/>
            <a:ext cx="1676774" cy="44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640" y="2292499"/>
            <a:ext cx="1287929" cy="35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8"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504" y="2924944"/>
            <a:ext cx="44005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9"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41081" y="2948498"/>
            <a:ext cx="3824288" cy="444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90775" y="3411860"/>
            <a:ext cx="4362450"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2"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7704" y="4373844"/>
            <a:ext cx="313372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504" y="4351757"/>
            <a:ext cx="1676774" cy="44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504" y="5087466"/>
            <a:ext cx="1287929" cy="35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3"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3431" y="5086985"/>
            <a:ext cx="3181350"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4"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536" y="5816302"/>
            <a:ext cx="356235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5"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55332" y="4376555"/>
            <a:ext cx="27051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6"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96136" y="5266345"/>
            <a:ext cx="3086100"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2614252279"/>
              </p:ext>
            </p:extLst>
          </p:nvPr>
        </p:nvGraphicFramePr>
        <p:xfrm>
          <a:off x="5041429" y="5889263"/>
          <a:ext cx="2057871" cy="859199"/>
        </p:xfrm>
        <a:graphic>
          <a:graphicData uri="http://schemas.openxmlformats.org/presentationml/2006/ole">
            <mc:AlternateContent xmlns:mc="http://schemas.openxmlformats.org/markup-compatibility/2006">
              <mc:Choice xmlns:v="urn:schemas-microsoft-com:vml" Requires="v">
                <p:oleObj spid="_x0000_s138259" name="公式" r:id="rId16" imgW="1180800" imgH="419040" progId="Equation.3">
                  <p:embed/>
                </p:oleObj>
              </mc:Choice>
              <mc:Fallback>
                <p:oleObj name="公式" r:id="rId16" imgW="1180800" imgH="419040" progId="Equation.3">
                  <p:embed/>
                  <p:pic>
                    <p:nvPicPr>
                      <p:cNvPr id="0" name="对象 1"/>
                      <p:cNvPicPr>
                        <a:picLocks noChangeAspect="1" noChangeArrowheads="1"/>
                      </p:cNvPicPr>
                      <p:nvPr/>
                    </p:nvPicPr>
                    <p:blipFill>
                      <a:blip r:embed="rId17"/>
                      <a:srcRect/>
                      <a:stretch>
                        <a:fillRect/>
                      </a:stretch>
                    </p:blipFill>
                    <p:spPr bwMode="auto">
                      <a:xfrm>
                        <a:off x="5041429" y="5889263"/>
                        <a:ext cx="2057871" cy="85919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0070370"/>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8245"/>
                                        </p:tgtEl>
                                        <p:attrNameLst>
                                          <p:attrName>style.visibility</p:attrName>
                                        </p:attrNameLst>
                                      </p:cBhvr>
                                      <p:to>
                                        <p:strVal val="visible"/>
                                      </p:to>
                                    </p:set>
                                    <p:anim calcmode="lin" valueType="num">
                                      <p:cBhvr additive="base">
                                        <p:cTn id="7" dur="500" fill="hold"/>
                                        <p:tgtEl>
                                          <p:spTgt spid="138245"/>
                                        </p:tgtEl>
                                        <p:attrNameLst>
                                          <p:attrName>ppt_x</p:attrName>
                                        </p:attrNameLst>
                                      </p:cBhvr>
                                      <p:tavLst>
                                        <p:tav tm="0">
                                          <p:val>
                                            <p:strVal val="#ppt_x"/>
                                          </p:val>
                                        </p:tav>
                                        <p:tav tm="100000">
                                          <p:val>
                                            <p:strVal val="#ppt_x"/>
                                          </p:val>
                                        </p:tav>
                                      </p:tavLst>
                                    </p:anim>
                                    <p:anim calcmode="lin" valueType="num">
                                      <p:cBhvr additive="base">
                                        <p:cTn id="8" dur="500" fill="hold"/>
                                        <p:tgtEl>
                                          <p:spTgt spid="13824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8246"/>
                                        </p:tgtEl>
                                        <p:attrNameLst>
                                          <p:attrName>style.visibility</p:attrName>
                                        </p:attrNameLst>
                                      </p:cBhvr>
                                      <p:to>
                                        <p:strVal val="visible"/>
                                      </p:to>
                                    </p:set>
                                    <p:anim calcmode="lin" valueType="num">
                                      <p:cBhvr additive="base">
                                        <p:cTn id="11" dur="500" fill="hold"/>
                                        <p:tgtEl>
                                          <p:spTgt spid="138246"/>
                                        </p:tgtEl>
                                        <p:attrNameLst>
                                          <p:attrName>ppt_x</p:attrName>
                                        </p:attrNameLst>
                                      </p:cBhvr>
                                      <p:tavLst>
                                        <p:tav tm="0">
                                          <p:val>
                                            <p:strVal val="#ppt_x"/>
                                          </p:val>
                                        </p:tav>
                                        <p:tav tm="100000">
                                          <p:val>
                                            <p:strVal val="#ppt_x"/>
                                          </p:val>
                                        </p:tav>
                                      </p:tavLst>
                                    </p:anim>
                                    <p:anim calcmode="lin" valueType="num">
                                      <p:cBhvr additive="base">
                                        <p:cTn id="12" dur="500" fill="hold"/>
                                        <p:tgtEl>
                                          <p:spTgt spid="1382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60648"/>
            <a:ext cx="4429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20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341" y="1484784"/>
            <a:ext cx="4362450"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4149080"/>
            <a:ext cx="1676774" cy="44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4884789"/>
            <a:ext cx="1287929" cy="35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4107730"/>
            <a:ext cx="3448199" cy="777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8246"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2040" y="5176399"/>
            <a:ext cx="3933859" cy="9227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92" y="2924944"/>
            <a:ext cx="9073008" cy="6997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55590"/>
      </p:ext>
    </p:extLst>
  </p:cSld>
  <p:clrMapOvr>
    <a:masterClrMapping/>
  </p:clrMapOvr>
  <p:transition>
    <p:push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60648"/>
            <a:ext cx="4429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5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398" y="1412776"/>
            <a:ext cx="558242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2204864"/>
            <a:ext cx="44196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6560" y="2996952"/>
            <a:ext cx="449580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2492894"/>
            <a:ext cx="1676774" cy="44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640" y="3228603"/>
            <a:ext cx="1287929" cy="35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6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983" y="4012835"/>
            <a:ext cx="3857625" cy="23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6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5976" y="3778002"/>
            <a:ext cx="3848100"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68"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552" y="4509120"/>
            <a:ext cx="4048085" cy="805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69"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15272" y="4472533"/>
            <a:ext cx="3505200" cy="82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7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05672" y="5369396"/>
            <a:ext cx="4114800"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71"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512" y="5373216"/>
            <a:ext cx="4495800" cy="75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2390360"/>
      </p:ext>
    </p:extLst>
  </p:cSld>
  <p:clrMapOvr>
    <a:masterClrMapping/>
  </p:clrMapOvr>
  <p:transition>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60648"/>
            <a:ext cx="4429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5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2398" y="1412776"/>
            <a:ext cx="558242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2204864"/>
            <a:ext cx="4419600" cy="733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6560" y="2996952"/>
            <a:ext cx="4495800"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2492894"/>
            <a:ext cx="1676774" cy="44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619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640" y="3228603"/>
            <a:ext cx="1287929" cy="35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6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552" y="3897635"/>
            <a:ext cx="4048085" cy="805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926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5272" y="3861048"/>
            <a:ext cx="3505200" cy="82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2"/>
          <p:cNvSpPr txBox="1">
            <a:spLocks noChangeArrowheads="1"/>
          </p:cNvSpPr>
          <p:nvPr/>
        </p:nvSpPr>
        <p:spPr bwMode="auto">
          <a:xfrm>
            <a:off x="1861467" y="5441850"/>
            <a:ext cx="15255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dirty="0">
                <a:effectLst>
                  <a:outerShdw blurRad="38100" dist="38100" dir="2700000" algn="tl">
                    <a:srgbClr val="000000"/>
                  </a:outerShdw>
                </a:effectLst>
              </a:rPr>
              <a:t>Nlog</a:t>
            </a:r>
            <a:r>
              <a:rPr lang="en-US" altLang="zh-CN" sz="3200" baseline="-25000" dirty="0">
                <a:effectLst>
                  <a:outerShdw blurRad="38100" dist="38100" dir="2700000" algn="tl">
                    <a:srgbClr val="000000"/>
                  </a:outerShdw>
                </a:effectLst>
              </a:rPr>
              <a:t>2</a:t>
            </a:r>
            <a:r>
              <a:rPr lang="en-US" altLang="zh-CN" sz="3200" dirty="0">
                <a:effectLst>
                  <a:outerShdw blurRad="38100" dist="38100" dir="2700000" algn="tl">
                    <a:srgbClr val="000000"/>
                  </a:outerShdw>
                </a:effectLst>
              </a:rPr>
              <a:t>N </a:t>
            </a:r>
          </a:p>
        </p:txBody>
      </p:sp>
      <p:sp>
        <p:nvSpPr>
          <p:cNvPr id="15" name="Text Box 3"/>
          <p:cNvSpPr txBox="1">
            <a:spLocks noChangeArrowheads="1"/>
          </p:cNvSpPr>
          <p:nvPr/>
        </p:nvSpPr>
        <p:spPr bwMode="auto">
          <a:xfrm>
            <a:off x="1785267" y="6089923"/>
            <a:ext cx="12493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effectLst>
                  <a:outerShdw blurRad="38100" dist="38100" dir="2700000" algn="tl">
                    <a:srgbClr val="000000"/>
                  </a:outerShdw>
                </a:effectLst>
              </a:rPr>
              <a:t>N=10</a:t>
            </a:r>
            <a:r>
              <a:rPr lang="en-US" altLang="zh-CN" sz="3200" baseline="30000">
                <a:effectLst>
                  <a:outerShdw blurRad="38100" dist="38100" dir="2700000" algn="tl">
                    <a:srgbClr val="000000"/>
                  </a:outerShdw>
                </a:effectLst>
              </a:rPr>
              <a:t>6</a:t>
            </a:r>
            <a:endParaRPr lang="en-US" altLang="zh-CN" sz="3200">
              <a:effectLst>
                <a:outerShdw blurRad="38100" dist="38100" dir="2700000" algn="tl">
                  <a:srgbClr val="000000"/>
                </a:outerShdw>
              </a:effectLst>
            </a:endParaRPr>
          </a:p>
        </p:txBody>
      </p:sp>
      <p:sp>
        <p:nvSpPr>
          <p:cNvPr id="16" name="Text Box 4"/>
          <p:cNvSpPr txBox="1">
            <a:spLocks noChangeArrowheads="1"/>
          </p:cNvSpPr>
          <p:nvPr/>
        </p:nvSpPr>
        <p:spPr bwMode="auto">
          <a:xfrm>
            <a:off x="3461667" y="6089923"/>
            <a:ext cx="3630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a:effectLst>
                  <a:outerShdw blurRad="38100" dist="38100" dir="2700000" algn="tl">
                    <a:srgbClr val="000000"/>
                  </a:outerShdw>
                </a:effectLst>
              </a:rPr>
              <a:t>30</a:t>
            </a:r>
            <a:r>
              <a:rPr lang="en-US" altLang="zh-CN" sz="3200">
                <a:effectLst>
                  <a:outerShdw blurRad="38100" dist="38100" dir="2700000" algn="tl">
                    <a:srgbClr val="000000"/>
                  </a:outerShdw>
                </a:effectLst>
              </a:rPr>
              <a:t>s verse two weeks</a:t>
            </a:r>
          </a:p>
        </p:txBody>
      </p:sp>
      <p:sp>
        <p:nvSpPr>
          <p:cNvPr id="17" name="Text Box 6"/>
          <p:cNvSpPr txBox="1">
            <a:spLocks noChangeArrowheads="1"/>
          </p:cNvSpPr>
          <p:nvPr/>
        </p:nvSpPr>
        <p:spPr bwMode="auto">
          <a:xfrm>
            <a:off x="3826792" y="5406925"/>
            <a:ext cx="611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a:effectLst>
                  <a:outerShdw blurRad="38100" dist="38100" dir="2700000" algn="tl">
                    <a:srgbClr val="000000"/>
                  </a:outerShdw>
                </a:effectLst>
              </a:rPr>
              <a:t>N</a:t>
            </a:r>
            <a:r>
              <a:rPr lang="en-US" altLang="zh-CN" sz="3200" baseline="30000">
                <a:effectLst>
                  <a:outerShdw blurRad="38100" dist="38100" dir="2700000" algn="tl">
                    <a:srgbClr val="000000"/>
                  </a:outerShdw>
                </a:effectLst>
              </a:rPr>
              <a:t>2</a:t>
            </a:r>
            <a:endParaRPr lang="en-US" altLang="zh-CN" sz="3200">
              <a:effectLst>
                <a:outerShdw blurRad="38100" dist="38100" dir="2700000" algn="tl">
                  <a:srgbClr val="000000"/>
                </a:outerShdw>
              </a:effectLst>
            </a:endParaRPr>
          </a:p>
        </p:txBody>
      </p:sp>
      <p:sp>
        <p:nvSpPr>
          <p:cNvPr id="18" name="Text Box 4"/>
          <p:cNvSpPr txBox="1">
            <a:spLocks noChangeArrowheads="1"/>
          </p:cNvSpPr>
          <p:nvPr/>
        </p:nvSpPr>
        <p:spPr bwMode="auto">
          <a:xfrm>
            <a:off x="179388" y="4710658"/>
            <a:ext cx="38838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solidFill>
                  <a:schemeClr val="tx1"/>
                </a:solidFill>
                <a:effectLst>
                  <a:outerShdw blurRad="38100" dist="38100" dir="2700000" algn="tl">
                    <a:srgbClr val="C0C0C0"/>
                  </a:outerShdw>
                </a:effectLst>
                <a:ea typeface="仿宋_GB2312" pitchFamily="49" charset="-122"/>
              </a:rPr>
              <a:t>快速</a:t>
            </a:r>
            <a:r>
              <a:rPr lang="en-US" altLang="zh-CN" sz="2800" dirty="0">
                <a:solidFill>
                  <a:schemeClr val="tx1"/>
                </a:solidFill>
                <a:effectLst>
                  <a:outerShdw blurRad="38100" dist="38100" dir="2700000" algn="tl">
                    <a:srgbClr val="C0C0C0"/>
                  </a:outerShdw>
                </a:effectLst>
                <a:ea typeface="仿宋_GB2312" pitchFamily="49" charset="-122"/>
              </a:rPr>
              <a:t>Fourier Transform</a:t>
            </a:r>
            <a:endParaRPr lang="zh-CN" altLang="en-US" sz="2800" dirty="0">
              <a:solidFill>
                <a:schemeClr val="tx1"/>
              </a:solidFill>
              <a:effectLst>
                <a:outerShdw blurRad="38100" dist="38100" dir="2700000" algn="tl">
                  <a:srgbClr val="C0C0C0"/>
                </a:outerShdw>
              </a:effectLst>
              <a:ea typeface="仿宋_GB2312" pitchFamily="49" charset="-122"/>
            </a:endParaRPr>
          </a:p>
        </p:txBody>
      </p:sp>
      <p:sp>
        <p:nvSpPr>
          <p:cNvPr id="19" name="Rectangle 5"/>
          <p:cNvSpPr>
            <a:spLocks noChangeArrowheads="1"/>
          </p:cNvSpPr>
          <p:nvPr/>
        </p:nvSpPr>
        <p:spPr bwMode="auto">
          <a:xfrm>
            <a:off x="5003800" y="4782095"/>
            <a:ext cx="39608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a:solidFill>
                  <a:schemeClr val="tx2"/>
                </a:solidFill>
                <a:effectLst/>
              </a:rPr>
              <a:t>Fast Fourier Transform          </a:t>
            </a:r>
            <a:endParaRPr lang="zh-CN" altLang="en-US" sz="2800">
              <a:solidFill>
                <a:schemeClr val="tx1"/>
              </a:solidFill>
              <a:effectLst>
                <a:outerShdw blurRad="38100" dist="38100" dir="2700000" algn="tl">
                  <a:srgbClr val="C0C0C0"/>
                </a:outerShdw>
              </a:effectLst>
            </a:endParaRPr>
          </a:p>
        </p:txBody>
      </p:sp>
    </p:spTree>
    <p:extLst>
      <p:ext uri="{BB962C8B-B14F-4D97-AF65-F5344CB8AC3E}">
        <p14:creationId xmlns:p14="http://schemas.microsoft.com/office/powerpoint/2010/main" val="2996049920"/>
      </p:ext>
    </p:extLst>
  </p:cSld>
  <p:clrMapOvr>
    <a:masterClrMapping/>
  </p:clrMapOvr>
  <p:transition>
    <p:push di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609600" y="457200"/>
            <a:ext cx="3536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 Diffusion equation</a:t>
            </a:r>
          </a:p>
        </p:txBody>
      </p:sp>
      <p:graphicFrame>
        <p:nvGraphicFramePr>
          <p:cNvPr id="72707" name="Object 3"/>
          <p:cNvGraphicFramePr>
            <a:graphicFrameLocks noChangeAspect="1"/>
          </p:cNvGraphicFramePr>
          <p:nvPr/>
        </p:nvGraphicFramePr>
        <p:xfrm>
          <a:off x="1012825" y="1600200"/>
          <a:ext cx="5635625" cy="990600"/>
        </p:xfrm>
        <a:graphic>
          <a:graphicData uri="http://schemas.openxmlformats.org/presentationml/2006/ole">
            <mc:AlternateContent xmlns:mc="http://schemas.openxmlformats.org/markup-compatibility/2006">
              <mc:Choice xmlns:v="urn:schemas-microsoft-com:vml" Requires="v">
                <p:oleObj spid="_x0000_s71744" name="公式" r:id="rId3" imgW="2197100" imgH="393700" progId="Equation.3">
                  <p:embed/>
                </p:oleObj>
              </mc:Choice>
              <mc:Fallback>
                <p:oleObj name="公式" r:id="rId3" imgW="21971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825" y="1600200"/>
                        <a:ext cx="56356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08" name="Object 4"/>
          <p:cNvGraphicFramePr>
            <a:graphicFrameLocks noChangeAspect="1"/>
          </p:cNvGraphicFramePr>
          <p:nvPr/>
        </p:nvGraphicFramePr>
        <p:xfrm>
          <a:off x="1619250" y="2852738"/>
          <a:ext cx="4918075" cy="990600"/>
        </p:xfrm>
        <a:graphic>
          <a:graphicData uri="http://schemas.openxmlformats.org/presentationml/2006/ole">
            <mc:AlternateContent xmlns:mc="http://schemas.openxmlformats.org/markup-compatibility/2006">
              <mc:Choice xmlns:v="urn:schemas-microsoft-com:vml" Requires="v">
                <p:oleObj spid="_x0000_s71745" name="Equation" r:id="rId5" imgW="1916868" imgH="393529" progId="Equation.3">
                  <p:embed/>
                </p:oleObj>
              </mc:Choice>
              <mc:Fallback>
                <p:oleObj name="Equation" r:id="rId5" imgW="1916868" imgH="39352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2852738"/>
                        <a:ext cx="49180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09" name="Text Box 5"/>
          <p:cNvSpPr txBox="1">
            <a:spLocks noChangeArrowheads="1"/>
          </p:cNvSpPr>
          <p:nvPr/>
        </p:nvSpPr>
        <p:spPr bwMode="auto">
          <a:xfrm>
            <a:off x="971550" y="4365625"/>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solidFill>
                  <a:srgbClr val="000080"/>
                </a:solidFill>
                <a:latin typeface="Times New Roman" pitchFamily="18" charset="0"/>
              </a:rPr>
              <a:t>B</a:t>
            </a:r>
            <a:r>
              <a:rPr kumimoji="1" lang="en-US" altLang="zh-CN" sz="2400" b="1" i="1" baseline="30000">
                <a:solidFill>
                  <a:srgbClr val="000080"/>
                </a:solidFill>
                <a:latin typeface="Times New Roman" pitchFamily="18" charset="0"/>
              </a:rPr>
              <a:t>2</a:t>
            </a:r>
            <a:r>
              <a:rPr kumimoji="1" lang="en-US" altLang="zh-CN" sz="2400" b="1" i="1">
                <a:solidFill>
                  <a:srgbClr val="000080"/>
                </a:solidFill>
                <a:latin typeface="Times New Roman" pitchFamily="18" charset="0"/>
              </a:rPr>
              <a:t>-4AC&lt;0 </a:t>
            </a:r>
            <a:r>
              <a:rPr kumimoji="1" lang="zh-CN" altLang="en-US" sz="2400" b="1">
                <a:solidFill>
                  <a:srgbClr val="000080"/>
                </a:solidFill>
                <a:latin typeface="宋体" charset="-122"/>
              </a:rPr>
              <a:t>是椭圆形的</a:t>
            </a:r>
            <a:endParaRPr kumimoji="1" lang="zh-CN" altLang="en-US" sz="2400" b="1">
              <a:latin typeface="Times New Roman" pitchFamily="18" charset="0"/>
            </a:endParaRPr>
          </a:p>
        </p:txBody>
      </p:sp>
      <p:sp>
        <p:nvSpPr>
          <p:cNvPr id="72710" name="Text Box 6"/>
          <p:cNvSpPr txBox="1">
            <a:spLocks noChangeArrowheads="1"/>
          </p:cNvSpPr>
          <p:nvPr/>
        </p:nvSpPr>
        <p:spPr bwMode="auto">
          <a:xfrm>
            <a:off x="914400" y="5105400"/>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solidFill>
                  <a:srgbClr val="000080"/>
                </a:solidFill>
                <a:latin typeface="Times New Roman" pitchFamily="18" charset="0"/>
              </a:rPr>
              <a:t>B</a:t>
            </a:r>
            <a:r>
              <a:rPr kumimoji="1" lang="en-US" altLang="zh-CN" sz="2400" b="1" i="1" baseline="30000">
                <a:solidFill>
                  <a:srgbClr val="000080"/>
                </a:solidFill>
                <a:latin typeface="Times New Roman" pitchFamily="18" charset="0"/>
              </a:rPr>
              <a:t>2</a:t>
            </a:r>
            <a:r>
              <a:rPr kumimoji="1" lang="en-US" altLang="zh-CN" sz="2400" b="1" i="1">
                <a:solidFill>
                  <a:srgbClr val="000080"/>
                </a:solidFill>
                <a:latin typeface="Times New Roman" pitchFamily="18" charset="0"/>
              </a:rPr>
              <a:t>-4AC</a:t>
            </a:r>
            <a:r>
              <a:rPr kumimoji="1" lang="en-US" altLang="zh-CN" sz="2400" b="1">
                <a:solidFill>
                  <a:srgbClr val="000000"/>
                </a:solidFill>
                <a:latin typeface="Times New Roman" pitchFamily="18" charset="0"/>
              </a:rPr>
              <a:t>=0 </a:t>
            </a:r>
            <a:r>
              <a:rPr kumimoji="1" lang="zh-CN" altLang="en-US" sz="2400" b="1">
                <a:solidFill>
                  <a:srgbClr val="000080"/>
                </a:solidFill>
                <a:latin typeface="宋体" charset="-122"/>
              </a:rPr>
              <a:t>是抛物型的</a:t>
            </a:r>
            <a:endParaRPr kumimoji="1" lang="zh-CN" altLang="en-US" sz="2400" b="1">
              <a:latin typeface="Times New Roman" pitchFamily="18" charset="0"/>
            </a:endParaRPr>
          </a:p>
        </p:txBody>
      </p:sp>
      <p:sp>
        <p:nvSpPr>
          <p:cNvPr id="72711" name="Text Box 7"/>
          <p:cNvSpPr txBox="1">
            <a:spLocks noChangeArrowheads="1"/>
          </p:cNvSpPr>
          <p:nvPr/>
        </p:nvSpPr>
        <p:spPr bwMode="auto">
          <a:xfrm>
            <a:off x="990600" y="5791200"/>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solidFill>
                  <a:srgbClr val="000080"/>
                </a:solidFill>
                <a:latin typeface="Times New Roman" pitchFamily="18" charset="0"/>
              </a:rPr>
              <a:t>B</a:t>
            </a:r>
            <a:r>
              <a:rPr kumimoji="1" lang="en-US" altLang="zh-CN" sz="2400" b="1" i="1" baseline="30000">
                <a:solidFill>
                  <a:srgbClr val="000080"/>
                </a:solidFill>
                <a:latin typeface="Times New Roman" pitchFamily="18" charset="0"/>
              </a:rPr>
              <a:t>2</a:t>
            </a:r>
            <a:r>
              <a:rPr kumimoji="1" lang="en-US" altLang="zh-CN" sz="2400" b="1" i="1">
                <a:solidFill>
                  <a:srgbClr val="000080"/>
                </a:solidFill>
                <a:latin typeface="Times New Roman" pitchFamily="18" charset="0"/>
              </a:rPr>
              <a:t>-4AC&gt;</a:t>
            </a:r>
            <a:r>
              <a:rPr kumimoji="1" lang="en-US" altLang="zh-CN" sz="2400" b="1">
                <a:solidFill>
                  <a:srgbClr val="000000"/>
                </a:solidFill>
                <a:latin typeface="Times New Roman" pitchFamily="18" charset="0"/>
              </a:rPr>
              <a:t>0</a:t>
            </a:r>
            <a:r>
              <a:rPr kumimoji="1" lang="en-US" altLang="zh-CN" sz="2400" b="1" i="1">
                <a:solidFill>
                  <a:srgbClr val="000080"/>
                </a:solidFill>
                <a:latin typeface="Times New Roman" pitchFamily="18" charset="0"/>
              </a:rPr>
              <a:t> </a:t>
            </a:r>
            <a:r>
              <a:rPr kumimoji="1" lang="zh-CN" altLang="en-US" sz="2400" b="1">
                <a:solidFill>
                  <a:srgbClr val="000080"/>
                </a:solidFill>
                <a:latin typeface="宋体" charset="-122"/>
              </a:rPr>
              <a:t>是双曲型的</a:t>
            </a:r>
            <a:endParaRPr kumimoji="1" lang="zh-CN" altLang="en-US" sz="24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0-#ppt_w/2"/>
                                          </p:val>
                                        </p:tav>
                                        <p:tav tm="100000">
                                          <p:val>
                                            <p:strVal val="#ppt_x"/>
                                          </p:val>
                                        </p:tav>
                                      </p:tavLst>
                                    </p:anim>
                                    <p:anim calcmode="lin" valueType="num">
                                      <p:cBhvr additive="base">
                                        <p:cTn id="8" dur="500" fill="hold"/>
                                        <p:tgtEl>
                                          <p:spTgt spid="7270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2708"/>
                                        </p:tgtEl>
                                        <p:attrNameLst>
                                          <p:attrName>style.visibility</p:attrName>
                                        </p:attrNameLst>
                                      </p:cBhvr>
                                      <p:to>
                                        <p:strVal val="visible"/>
                                      </p:to>
                                    </p:set>
                                    <p:anim calcmode="lin" valueType="num">
                                      <p:cBhvr additive="base">
                                        <p:cTn id="13" dur="500" fill="hold"/>
                                        <p:tgtEl>
                                          <p:spTgt spid="72708"/>
                                        </p:tgtEl>
                                        <p:attrNameLst>
                                          <p:attrName>ppt_x</p:attrName>
                                        </p:attrNameLst>
                                      </p:cBhvr>
                                      <p:tavLst>
                                        <p:tav tm="0">
                                          <p:val>
                                            <p:strVal val="0-#ppt_w/2"/>
                                          </p:val>
                                        </p:tav>
                                        <p:tav tm="100000">
                                          <p:val>
                                            <p:strVal val="#ppt_x"/>
                                          </p:val>
                                        </p:tav>
                                      </p:tavLst>
                                    </p:anim>
                                    <p:anim calcmode="lin" valueType="num">
                                      <p:cBhvr additive="base">
                                        <p:cTn id="14" dur="500" fill="hold"/>
                                        <p:tgtEl>
                                          <p:spTgt spid="727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2709"/>
                                        </p:tgtEl>
                                        <p:attrNameLst>
                                          <p:attrName>style.visibility</p:attrName>
                                        </p:attrNameLst>
                                      </p:cBhvr>
                                      <p:to>
                                        <p:strVal val="visible"/>
                                      </p:to>
                                    </p:set>
                                    <p:anim calcmode="lin" valueType="num">
                                      <p:cBhvr additive="base">
                                        <p:cTn id="19" dur="500" fill="hold"/>
                                        <p:tgtEl>
                                          <p:spTgt spid="72709"/>
                                        </p:tgtEl>
                                        <p:attrNameLst>
                                          <p:attrName>ppt_x</p:attrName>
                                        </p:attrNameLst>
                                      </p:cBhvr>
                                      <p:tavLst>
                                        <p:tav tm="0">
                                          <p:val>
                                            <p:strVal val="0-#ppt_w/2"/>
                                          </p:val>
                                        </p:tav>
                                        <p:tav tm="100000">
                                          <p:val>
                                            <p:strVal val="#ppt_x"/>
                                          </p:val>
                                        </p:tav>
                                      </p:tavLst>
                                    </p:anim>
                                    <p:anim calcmode="lin" valueType="num">
                                      <p:cBhvr additive="base">
                                        <p:cTn id="20" dur="500" fill="hold"/>
                                        <p:tgtEl>
                                          <p:spTgt spid="727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2710"/>
                                        </p:tgtEl>
                                        <p:attrNameLst>
                                          <p:attrName>style.visibility</p:attrName>
                                        </p:attrNameLst>
                                      </p:cBhvr>
                                      <p:to>
                                        <p:strVal val="visible"/>
                                      </p:to>
                                    </p:set>
                                    <p:anim calcmode="lin" valueType="num">
                                      <p:cBhvr additive="base">
                                        <p:cTn id="25" dur="500" fill="hold"/>
                                        <p:tgtEl>
                                          <p:spTgt spid="72710"/>
                                        </p:tgtEl>
                                        <p:attrNameLst>
                                          <p:attrName>ppt_x</p:attrName>
                                        </p:attrNameLst>
                                      </p:cBhvr>
                                      <p:tavLst>
                                        <p:tav tm="0">
                                          <p:val>
                                            <p:strVal val="0-#ppt_w/2"/>
                                          </p:val>
                                        </p:tav>
                                        <p:tav tm="100000">
                                          <p:val>
                                            <p:strVal val="#ppt_x"/>
                                          </p:val>
                                        </p:tav>
                                      </p:tavLst>
                                    </p:anim>
                                    <p:anim calcmode="lin" valueType="num">
                                      <p:cBhvr additive="base">
                                        <p:cTn id="26" dur="500" fill="hold"/>
                                        <p:tgtEl>
                                          <p:spTgt spid="7271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2711"/>
                                        </p:tgtEl>
                                        <p:attrNameLst>
                                          <p:attrName>style.visibility</p:attrName>
                                        </p:attrNameLst>
                                      </p:cBhvr>
                                      <p:to>
                                        <p:strVal val="visible"/>
                                      </p:to>
                                    </p:set>
                                    <p:anim calcmode="lin" valueType="num">
                                      <p:cBhvr additive="base">
                                        <p:cTn id="31" dur="500" fill="hold"/>
                                        <p:tgtEl>
                                          <p:spTgt spid="72711"/>
                                        </p:tgtEl>
                                        <p:attrNameLst>
                                          <p:attrName>ppt_x</p:attrName>
                                        </p:attrNameLst>
                                      </p:cBhvr>
                                      <p:tavLst>
                                        <p:tav tm="0">
                                          <p:val>
                                            <p:strVal val="0-#ppt_w/2"/>
                                          </p:val>
                                        </p:tav>
                                        <p:tav tm="100000">
                                          <p:val>
                                            <p:strVal val="#ppt_x"/>
                                          </p:val>
                                        </p:tav>
                                      </p:tavLst>
                                    </p:anim>
                                    <p:anim calcmode="lin" valueType="num">
                                      <p:cBhvr additive="base">
                                        <p:cTn id="32" dur="500" fill="hold"/>
                                        <p:tgtEl>
                                          <p:spTgt spid="727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utoUpdateAnimBg="0"/>
      <p:bldP spid="72710" grpId="0" autoUpdateAnimBg="0"/>
      <p:bldP spid="72711"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Object 5"/>
          <p:cNvGraphicFramePr>
            <a:graphicFrameLocks noChangeAspect="1"/>
          </p:cNvGraphicFramePr>
          <p:nvPr/>
        </p:nvGraphicFramePr>
        <p:xfrm>
          <a:off x="1547813" y="1484313"/>
          <a:ext cx="3168650" cy="1258887"/>
        </p:xfrm>
        <a:graphic>
          <a:graphicData uri="http://schemas.openxmlformats.org/presentationml/2006/ole">
            <mc:AlternateContent xmlns:mc="http://schemas.openxmlformats.org/markup-compatibility/2006">
              <mc:Choice xmlns:v="urn:schemas-microsoft-com:vml" Requires="v">
                <p:oleObj spid="_x0000_s72764" name="Equation" r:id="rId3" imgW="1028700" imgH="419100" progId="Equation.3">
                  <p:embed/>
                </p:oleObj>
              </mc:Choice>
              <mc:Fallback>
                <p:oleObj name="Equation" r:id="rId3" imgW="1028700" imgH="419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484313"/>
                        <a:ext cx="3168650"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34" name="Object 6"/>
          <p:cNvGraphicFramePr>
            <a:graphicFrameLocks noChangeAspect="1"/>
          </p:cNvGraphicFramePr>
          <p:nvPr/>
        </p:nvGraphicFramePr>
        <p:xfrm>
          <a:off x="1619250" y="3644900"/>
          <a:ext cx="4248150" cy="1482725"/>
        </p:xfrm>
        <a:graphic>
          <a:graphicData uri="http://schemas.openxmlformats.org/presentationml/2006/ole">
            <mc:AlternateContent xmlns:mc="http://schemas.openxmlformats.org/markup-compatibility/2006">
              <mc:Choice xmlns:v="urn:schemas-microsoft-com:vml" Requires="v">
                <p:oleObj spid="_x0000_s72765" r:id="rId5" imgW="1244600" imgH="444500" progId="Equation.3">
                  <p:embed/>
                </p:oleObj>
              </mc:Choice>
              <mc:Fallback>
                <p:oleObj r:id="rId5" imgW="1244600" imgH="4445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3644900"/>
                        <a:ext cx="424815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3734"/>
                                        </p:tgtEl>
                                        <p:attrNameLst>
                                          <p:attrName>style.visibility</p:attrName>
                                        </p:attrNameLst>
                                      </p:cBhvr>
                                      <p:to>
                                        <p:strVal val="visible"/>
                                      </p:to>
                                    </p:set>
                                    <p:anim calcmode="lin" valueType="num">
                                      <p:cBhvr additive="base">
                                        <p:cTn id="7" dur="500" fill="hold"/>
                                        <p:tgtEl>
                                          <p:spTgt spid="73734"/>
                                        </p:tgtEl>
                                        <p:attrNameLst>
                                          <p:attrName>ppt_x</p:attrName>
                                        </p:attrNameLst>
                                      </p:cBhvr>
                                      <p:tavLst>
                                        <p:tav tm="0">
                                          <p:val>
                                            <p:strVal val="0-#ppt_w/2"/>
                                          </p:val>
                                        </p:tav>
                                        <p:tav tm="100000">
                                          <p:val>
                                            <p:strVal val="#ppt_x"/>
                                          </p:val>
                                        </p:tav>
                                      </p:tavLst>
                                    </p:anim>
                                    <p:anim calcmode="lin" valueType="num">
                                      <p:cBhvr additive="base">
                                        <p:cTn id="8" dur="500" fill="hold"/>
                                        <p:tgtEl>
                                          <p:spTgt spid="737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730" name="Group 24"/>
          <p:cNvGrpSpPr>
            <a:grpSpLocks/>
          </p:cNvGrpSpPr>
          <p:nvPr/>
        </p:nvGrpSpPr>
        <p:grpSpPr bwMode="auto">
          <a:xfrm>
            <a:off x="431800" y="1254125"/>
            <a:ext cx="4268788" cy="2268538"/>
            <a:chOff x="272" y="790"/>
            <a:chExt cx="2689" cy="1429"/>
          </a:xfrm>
        </p:grpSpPr>
        <p:sp>
          <p:nvSpPr>
            <p:cNvPr id="73734" name="Line 3"/>
            <p:cNvSpPr>
              <a:spLocks noChangeShapeType="1"/>
            </p:cNvSpPr>
            <p:nvPr/>
          </p:nvSpPr>
          <p:spPr bwMode="auto">
            <a:xfrm>
              <a:off x="408" y="123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5" name="Line 4"/>
            <p:cNvSpPr>
              <a:spLocks noChangeShapeType="1"/>
            </p:cNvSpPr>
            <p:nvPr/>
          </p:nvSpPr>
          <p:spPr bwMode="auto">
            <a:xfrm flipH="1">
              <a:off x="363" y="1276"/>
              <a:ext cx="45"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6" name="Line 5"/>
            <p:cNvSpPr>
              <a:spLocks noChangeShapeType="1"/>
            </p:cNvSpPr>
            <p:nvPr/>
          </p:nvSpPr>
          <p:spPr bwMode="auto">
            <a:xfrm flipH="1">
              <a:off x="363" y="1412"/>
              <a:ext cx="45"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7" name="Line 6"/>
            <p:cNvSpPr>
              <a:spLocks noChangeShapeType="1"/>
            </p:cNvSpPr>
            <p:nvPr/>
          </p:nvSpPr>
          <p:spPr bwMode="auto">
            <a:xfrm flipH="1">
              <a:off x="363" y="1503"/>
              <a:ext cx="45"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8" name="Line 7"/>
            <p:cNvSpPr>
              <a:spLocks noChangeShapeType="1"/>
            </p:cNvSpPr>
            <p:nvPr/>
          </p:nvSpPr>
          <p:spPr bwMode="auto">
            <a:xfrm>
              <a:off x="2676" y="1276"/>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39" name="Line 8"/>
            <p:cNvSpPr>
              <a:spLocks noChangeShapeType="1"/>
            </p:cNvSpPr>
            <p:nvPr/>
          </p:nvSpPr>
          <p:spPr bwMode="auto">
            <a:xfrm>
              <a:off x="2676" y="1275"/>
              <a:ext cx="46"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0" name="Line 9"/>
            <p:cNvSpPr>
              <a:spLocks noChangeShapeType="1"/>
            </p:cNvSpPr>
            <p:nvPr/>
          </p:nvSpPr>
          <p:spPr bwMode="auto">
            <a:xfrm>
              <a:off x="2676" y="1411"/>
              <a:ext cx="46"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1" name="Line 10"/>
            <p:cNvSpPr>
              <a:spLocks noChangeShapeType="1"/>
            </p:cNvSpPr>
            <p:nvPr/>
          </p:nvSpPr>
          <p:spPr bwMode="auto">
            <a:xfrm>
              <a:off x="2676" y="1502"/>
              <a:ext cx="46"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2" name="Line 11"/>
            <p:cNvSpPr>
              <a:spLocks noChangeShapeType="1"/>
            </p:cNvSpPr>
            <p:nvPr/>
          </p:nvSpPr>
          <p:spPr bwMode="auto">
            <a:xfrm>
              <a:off x="385" y="1480"/>
              <a:ext cx="2291"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3" name="Line 12"/>
            <p:cNvSpPr>
              <a:spLocks noChangeShapeType="1"/>
            </p:cNvSpPr>
            <p:nvPr/>
          </p:nvSpPr>
          <p:spPr bwMode="auto">
            <a:xfrm>
              <a:off x="408" y="1866"/>
              <a:ext cx="2495"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4" name="Text Box 13"/>
            <p:cNvSpPr txBox="1">
              <a:spLocks noChangeArrowheads="1"/>
            </p:cNvSpPr>
            <p:nvPr/>
          </p:nvSpPr>
          <p:spPr bwMode="auto">
            <a:xfrm>
              <a:off x="350" y="1847"/>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0</a:t>
              </a:r>
            </a:p>
          </p:txBody>
        </p:sp>
        <p:sp>
          <p:nvSpPr>
            <p:cNvPr id="73745" name="Text Box 14"/>
            <p:cNvSpPr txBox="1">
              <a:spLocks noChangeArrowheads="1"/>
            </p:cNvSpPr>
            <p:nvPr/>
          </p:nvSpPr>
          <p:spPr bwMode="auto">
            <a:xfrm>
              <a:off x="2573" y="189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1</a:t>
              </a:r>
            </a:p>
          </p:txBody>
        </p:sp>
        <p:sp>
          <p:nvSpPr>
            <p:cNvPr id="73746" name="Text Box 15"/>
            <p:cNvSpPr txBox="1">
              <a:spLocks noChangeArrowheads="1"/>
            </p:cNvSpPr>
            <p:nvPr/>
          </p:nvSpPr>
          <p:spPr bwMode="auto">
            <a:xfrm>
              <a:off x="2585" y="790"/>
              <a:ext cx="3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ice</a:t>
              </a:r>
            </a:p>
          </p:txBody>
        </p:sp>
        <p:sp>
          <p:nvSpPr>
            <p:cNvPr id="73747" name="Text Box 16"/>
            <p:cNvSpPr txBox="1">
              <a:spLocks noChangeArrowheads="1"/>
            </p:cNvSpPr>
            <p:nvPr/>
          </p:nvSpPr>
          <p:spPr bwMode="auto">
            <a:xfrm>
              <a:off x="272" y="790"/>
              <a:ext cx="3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ice</a:t>
              </a:r>
            </a:p>
          </p:txBody>
        </p:sp>
      </p:grpSp>
      <p:sp>
        <p:nvSpPr>
          <p:cNvPr id="74770" name="Text Box 18"/>
          <p:cNvSpPr txBox="1">
            <a:spLocks noChangeArrowheads="1"/>
          </p:cNvSpPr>
          <p:nvPr/>
        </p:nvSpPr>
        <p:spPr bwMode="auto">
          <a:xfrm>
            <a:off x="539750" y="4508500"/>
            <a:ext cx="8156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with u(x=0,t) = u(x=1,t) = 0 and u(x,t=0) = u0(sin</a:t>
            </a:r>
            <a:r>
              <a:rPr kumimoji="1" lang="el-GR" altLang="zh-CN" sz="2800" b="1">
                <a:latin typeface="Times New Roman" pitchFamily="18" charset="0"/>
                <a:cs typeface="Times New Roman" pitchFamily="18" charset="0"/>
              </a:rPr>
              <a:t>π</a:t>
            </a:r>
            <a:r>
              <a:rPr kumimoji="1" lang="en-US" altLang="zh-CN" sz="2800" b="1">
                <a:latin typeface="Times New Roman" pitchFamily="18" charset="0"/>
              </a:rPr>
              <a:t>x)</a:t>
            </a:r>
          </a:p>
        </p:txBody>
      </p:sp>
      <p:graphicFrame>
        <p:nvGraphicFramePr>
          <p:cNvPr id="74772" name="Object 20"/>
          <p:cNvGraphicFramePr>
            <a:graphicFrameLocks noChangeAspect="1"/>
          </p:cNvGraphicFramePr>
          <p:nvPr/>
        </p:nvGraphicFramePr>
        <p:xfrm>
          <a:off x="5605463" y="981075"/>
          <a:ext cx="2936875" cy="1047750"/>
        </p:xfrm>
        <a:graphic>
          <a:graphicData uri="http://schemas.openxmlformats.org/presentationml/2006/ole">
            <mc:AlternateContent xmlns:mc="http://schemas.openxmlformats.org/markup-compatibility/2006">
              <mc:Choice xmlns:v="urn:schemas-microsoft-com:vml" Requires="v">
                <p:oleObj spid="_x0000_s73804" name="公式" r:id="rId3" imgW="761669" imgH="418918" progId="Equation.3">
                  <p:embed/>
                </p:oleObj>
              </mc:Choice>
              <mc:Fallback>
                <p:oleObj name="公式" r:id="rId3" imgW="761669" imgH="418918"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5463" y="981075"/>
                        <a:ext cx="2936875"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73" name="Object 21"/>
          <p:cNvGraphicFramePr>
            <a:graphicFrameLocks noChangeAspect="1"/>
          </p:cNvGraphicFramePr>
          <p:nvPr/>
        </p:nvGraphicFramePr>
        <p:xfrm>
          <a:off x="5724525" y="2492375"/>
          <a:ext cx="2287588" cy="1196975"/>
        </p:xfrm>
        <a:graphic>
          <a:graphicData uri="http://schemas.openxmlformats.org/presentationml/2006/ole">
            <mc:AlternateContent xmlns:mc="http://schemas.openxmlformats.org/markup-compatibility/2006">
              <mc:Choice xmlns:v="urn:schemas-microsoft-com:vml" Requires="v">
                <p:oleObj spid="_x0000_s73805" name="公式" r:id="rId5" imgW="622030" imgH="418918" progId="Equation.3">
                  <p:embed/>
                </p:oleObj>
              </mc:Choice>
              <mc:Fallback>
                <p:oleObj name="公式" r:id="rId5" imgW="622030" imgH="418918"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5" y="2492375"/>
                        <a:ext cx="2287588"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4772"/>
                                        </p:tgtEl>
                                        <p:attrNameLst>
                                          <p:attrName>style.visibility</p:attrName>
                                        </p:attrNameLst>
                                      </p:cBhvr>
                                      <p:to>
                                        <p:strVal val="visible"/>
                                      </p:to>
                                    </p:set>
                                    <p:anim calcmode="lin" valueType="num">
                                      <p:cBhvr additive="base">
                                        <p:cTn id="7" dur="500" fill="hold"/>
                                        <p:tgtEl>
                                          <p:spTgt spid="74772"/>
                                        </p:tgtEl>
                                        <p:attrNameLst>
                                          <p:attrName>ppt_x</p:attrName>
                                        </p:attrNameLst>
                                      </p:cBhvr>
                                      <p:tavLst>
                                        <p:tav tm="0">
                                          <p:val>
                                            <p:strVal val="#ppt_x"/>
                                          </p:val>
                                        </p:tav>
                                        <p:tav tm="100000">
                                          <p:val>
                                            <p:strVal val="#ppt_x"/>
                                          </p:val>
                                        </p:tav>
                                      </p:tavLst>
                                    </p:anim>
                                    <p:anim calcmode="lin" valueType="num">
                                      <p:cBhvr additive="base">
                                        <p:cTn id="8" dur="500" fill="hold"/>
                                        <p:tgtEl>
                                          <p:spTgt spid="7477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4773"/>
                                        </p:tgtEl>
                                        <p:attrNameLst>
                                          <p:attrName>style.visibility</p:attrName>
                                        </p:attrNameLst>
                                      </p:cBhvr>
                                      <p:to>
                                        <p:strVal val="visible"/>
                                      </p:to>
                                    </p:set>
                                    <p:anim calcmode="lin" valueType="num">
                                      <p:cBhvr additive="base">
                                        <p:cTn id="13" dur="500" fill="hold"/>
                                        <p:tgtEl>
                                          <p:spTgt spid="74773"/>
                                        </p:tgtEl>
                                        <p:attrNameLst>
                                          <p:attrName>ppt_x</p:attrName>
                                        </p:attrNameLst>
                                      </p:cBhvr>
                                      <p:tavLst>
                                        <p:tav tm="0">
                                          <p:val>
                                            <p:strVal val="#ppt_x"/>
                                          </p:val>
                                        </p:tav>
                                        <p:tav tm="100000">
                                          <p:val>
                                            <p:strVal val="#ppt_x"/>
                                          </p:val>
                                        </p:tav>
                                      </p:tavLst>
                                    </p:anim>
                                    <p:anim calcmode="lin" valueType="num">
                                      <p:cBhvr additive="base">
                                        <p:cTn id="14" dur="500" fill="hold"/>
                                        <p:tgtEl>
                                          <p:spTgt spid="7477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770"/>
                                        </p:tgtEl>
                                        <p:attrNameLst>
                                          <p:attrName>style.visibility</p:attrName>
                                        </p:attrNameLst>
                                      </p:cBhvr>
                                      <p:to>
                                        <p:strVal val="visible"/>
                                      </p:to>
                                    </p:set>
                                    <p:anim calcmode="lin" valueType="num">
                                      <p:cBhvr additive="base">
                                        <p:cTn id="19" dur="500" fill="hold"/>
                                        <p:tgtEl>
                                          <p:spTgt spid="74770"/>
                                        </p:tgtEl>
                                        <p:attrNameLst>
                                          <p:attrName>ppt_x</p:attrName>
                                        </p:attrNameLst>
                                      </p:cBhvr>
                                      <p:tavLst>
                                        <p:tav tm="0">
                                          <p:val>
                                            <p:strVal val="0-#ppt_w/2"/>
                                          </p:val>
                                        </p:tav>
                                        <p:tav tm="100000">
                                          <p:val>
                                            <p:strVal val="#ppt_x"/>
                                          </p:val>
                                        </p:tav>
                                      </p:tavLst>
                                    </p:anim>
                                    <p:anim calcmode="lin" valueType="num">
                                      <p:cBhvr additive="base">
                                        <p:cTn id="20" dur="500" fill="hold"/>
                                        <p:tgtEl>
                                          <p:spTgt spid="747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70"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4" name="Object 3"/>
          <p:cNvGraphicFramePr>
            <a:graphicFrameLocks noChangeAspect="1"/>
          </p:cNvGraphicFramePr>
          <p:nvPr/>
        </p:nvGraphicFramePr>
        <p:xfrm>
          <a:off x="900113" y="1916113"/>
          <a:ext cx="3190875" cy="1114425"/>
        </p:xfrm>
        <a:graphic>
          <a:graphicData uri="http://schemas.openxmlformats.org/presentationml/2006/ole">
            <mc:AlternateContent xmlns:mc="http://schemas.openxmlformats.org/markup-compatibility/2006">
              <mc:Choice xmlns:v="urn:schemas-microsoft-com:vml" Requires="v">
                <p:oleObj spid="_x0000_s74821" r:id="rId3" imgW="1244600" imgH="444500" progId="Equation.3">
                  <p:embed/>
                </p:oleObj>
              </mc:Choice>
              <mc:Fallback>
                <p:oleObj r:id="rId3" imgW="1244600"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16113"/>
                        <a:ext cx="31908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55" name="Rectangle 4"/>
          <p:cNvSpPr>
            <a:spLocks noChangeArrowheads="1"/>
          </p:cNvSpPr>
          <p:nvPr/>
        </p:nvSpPr>
        <p:spPr bwMode="auto">
          <a:xfrm>
            <a:off x="395288" y="620713"/>
            <a:ext cx="8064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Consider the two-dimensional diffusion equation,</a:t>
            </a:r>
            <a:endParaRPr kumimoji="1" lang="en-US" altLang="zh-CN" sz="2800" b="1">
              <a:latin typeface="Times New Roman" pitchFamily="18" charset="0"/>
            </a:endParaRPr>
          </a:p>
        </p:txBody>
      </p:sp>
      <p:grpSp>
        <p:nvGrpSpPr>
          <p:cNvPr id="75782" name="Group 6"/>
          <p:cNvGrpSpPr>
            <a:grpSpLocks/>
          </p:cNvGrpSpPr>
          <p:nvPr/>
        </p:nvGrpSpPr>
        <p:grpSpPr bwMode="auto">
          <a:xfrm>
            <a:off x="0" y="3500438"/>
            <a:ext cx="2667000" cy="2274887"/>
            <a:chOff x="1200" y="2976"/>
            <a:chExt cx="1440" cy="1202"/>
          </a:xfrm>
        </p:grpSpPr>
        <p:graphicFrame>
          <p:nvGraphicFramePr>
            <p:cNvPr id="74760" name="Object 7"/>
            <p:cNvGraphicFramePr>
              <a:graphicFrameLocks noChangeAspect="1"/>
            </p:cNvGraphicFramePr>
            <p:nvPr/>
          </p:nvGraphicFramePr>
          <p:xfrm>
            <a:off x="1536" y="3024"/>
            <a:ext cx="990" cy="924"/>
          </p:xfrm>
          <a:graphic>
            <a:graphicData uri="http://schemas.openxmlformats.org/presentationml/2006/ole">
              <mc:AlternateContent xmlns:mc="http://schemas.openxmlformats.org/markup-compatibility/2006">
                <mc:Choice xmlns:v="urn:schemas-microsoft-com:vml" Requires="v">
                  <p:oleObj spid="_x0000_s74822" r:id="rId5" imgW="2163600" imgH="871200" progId="图像.文件">
                    <p:embed/>
                  </p:oleObj>
                </mc:Choice>
                <mc:Fallback>
                  <p:oleObj r:id="rId5" imgW="2163600" imgH="871200" progId="图像.文件">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 y="3024"/>
                          <a:ext cx="990" cy="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61" name="Text Box 8"/>
            <p:cNvSpPr txBox="1">
              <a:spLocks noChangeArrowheads="1"/>
            </p:cNvSpPr>
            <p:nvPr/>
          </p:nvSpPr>
          <p:spPr bwMode="auto">
            <a:xfrm>
              <a:off x="1488" y="3888"/>
              <a:ext cx="182"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0</a:t>
              </a:r>
            </a:p>
          </p:txBody>
        </p:sp>
        <p:sp>
          <p:nvSpPr>
            <p:cNvPr id="74762" name="Text Box 9"/>
            <p:cNvSpPr txBox="1">
              <a:spLocks noChangeArrowheads="1"/>
            </p:cNvSpPr>
            <p:nvPr/>
          </p:nvSpPr>
          <p:spPr bwMode="auto">
            <a:xfrm>
              <a:off x="2352" y="3936"/>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1</a:t>
              </a:r>
            </a:p>
          </p:txBody>
        </p:sp>
        <p:sp>
          <p:nvSpPr>
            <p:cNvPr id="74763" name="Text Box 10"/>
            <p:cNvSpPr txBox="1">
              <a:spLocks noChangeArrowheads="1"/>
            </p:cNvSpPr>
            <p:nvPr/>
          </p:nvSpPr>
          <p:spPr bwMode="auto">
            <a:xfrm>
              <a:off x="1248" y="3744"/>
              <a:ext cx="18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0</a:t>
              </a:r>
            </a:p>
          </p:txBody>
        </p:sp>
        <p:sp>
          <p:nvSpPr>
            <p:cNvPr id="74764" name="Text Box 11"/>
            <p:cNvSpPr txBox="1">
              <a:spLocks noChangeArrowheads="1"/>
            </p:cNvSpPr>
            <p:nvPr/>
          </p:nvSpPr>
          <p:spPr bwMode="auto">
            <a:xfrm>
              <a:off x="1200" y="2976"/>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1</a:t>
              </a:r>
            </a:p>
          </p:txBody>
        </p:sp>
      </p:grpSp>
      <p:sp>
        <p:nvSpPr>
          <p:cNvPr id="75788" name="Text Box 12"/>
          <p:cNvSpPr txBox="1">
            <a:spLocks noChangeArrowheads="1"/>
          </p:cNvSpPr>
          <p:nvPr/>
        </p:nvSpPr>
        <p:spPr bwMode="auto">
          <a:xfrm>
            <a:off x="4572000" y="1989138"/>
            <a:ext cx="4230688" cy="163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subject to u(x,y,t) = 0 on the boundaries x=0, 1 and y=0, 1.</a:t>
            </a:r>
            <a:r>
              <a:rPr kumimoji="1" lang="en-US" altLang="zh-CN" sz="2800" b="1">
                <a:latin typeface="Times New Roman" pitchFamily="18" charset="0"/>
              </a:rPr>
              <a:t> </a:t>
            </a:r>
          </a:p>
        </p:txBody>
      </p:sp>
      <p:sp>
        <p:nvSpPr>
          <p:cNvPr id="75789" name="Text Box 13"/>
          <p:cNvSpPr txBox="1">
            <a:spLocks noChangeArrowheads="1"/>
          </p:cNvSpPr>
          <p:nvPr/>
        </p:nvSpPr>
        <p:spPr bwMode="auto">
          <a:xfrm>
            <a:off x="3419475" y="4437063"/>
            <a:ext cx="54641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 Suppose the initial conditions are</a:t>
            </a:r>
            <a:endParaRPr kumimoji="1" lang="en-US" altLang="zh-CN" sz="2800" b="1">
              <a:latin typeface="Times New Roman" pitchFamily="18" charset="0"/>
            </a:endParaRPr>
          </a:p>
          <a:p>
            <a:pPr eaLnBrk="1" hangingPunct="1">
              <a:lnSpc>
                <a:spcPct val="120000"/>
              </a:lnSpc>
            </a:pPr>
            <a:r>
              <a:rPr kumimoji="1" lang="en-US" altLang="zh-CN" sz="2800" b="1">
                <a:solidFill>
                  <a:srgbClr val="000000"/>
                </a:solidFill>
                <a:latin typeface="Times New Roman" pitchFamily="18" charset="0"/>
              </a:rPr>
              <a:t>u(x,y,t=0) = u0(x,y)</a:t>
            </a:r>
          </a:p>
        </p:txBody>
      </p:sp>
      <p:sp>
        <p:nvSpPr>
          <p:cNvPr id="75790" name="Text Box 14"/>
          <p:cNvSpPr txBox="1">
            <a:spLocks noChangeArrowheads="1"/>
          </p:cNvSpPr>
          <p:nvPr/>
        </p:nvSpPr>
        <p:spPr bwMode="auto">
          <a:xfrm>
            <a:off x="2124075" y="5949950"/>
            <a:ext cx="6473825"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We wish to evaluate the solution for t &gt; 0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5782"/>
                                        </p:tgtEl>
                                        <p:attrNameLst>
                                          <p:attrName>style.visibility</p:attrName>
                                        </p:attrNameLst>
                                      </p:cBhvr>
                                      <p:to>
                                        <p:strVal val="visible"/>
                                      </p:to>
                                    </p:set>
                                    <p:anim calcmode="lin" valueType="num">
                                      <p:cBhvr additive="base">
                                        <p:cTn id="7" dur="500" fill="hold"/>
                                        <p:tgtEl>
                                          <p:spTgt spid="75782"/>
                                        </p:tgtEl>
                                        <p:attrNameLst>
                                          <p:attrName>ppt_x</p:attrName>
                                        </p:attrNameLst>
                                      </p:cBhvr>
                                      <p:tavLst>
                                        <p:tav tm="0">
                                          <p:val>
                                            <p:strVal val="0-#ppt_w/2"/>
                                          </p:val>
                                        </p:tav>
                                        <p:tav tm="100000">
                                          <p:val>
                                            <p:strVal val="#ppt_x"/>
                                          </p:val>
                                        </p:tav>
                                      </p:tavLst>
                                    </p:anim>
                                    <p:anim calcmode="lin" valueType="num">
                                      <p:cBhvr additive="base">
                                        <p:cTn id="8" dur="500" fill="hold"/>
                                        <p:tgtEl>
                                          <p:spTgt spid="757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788"/>
                                        </p:tgtEl>
                                        <p:attrNameLst>
                                          <p:attrName>style.visibility</p:attrName>
                                        </p:attrNameLst>
                                      </p:cBhvr>
                                      <p:to>
                                        <p:strVal val="visible"/>
                                      </p:to>
                                    </p:set>
                                    <p:anim calcmode="lin" valueType="num">
                                      <p:cBhvr additive="base">
                                        <p:cTn id="13" dur="500" fill="hold"/>
                                        <p:tgtEl>
                                          <p:spTgt spid="75788"/>
                                        </p:tgtEl>
                                        <p:attrNameLst>
                                          <p:attrName>ppt_x</p:attrName>
                                        </p:attrNameLst>
                                      </p:cBhvr>
                                      <p:tavLst>
                                        <p:tav tm="0">
                                          <p:val>
                                            <p:strVal val="0-#ppt_w/2"/>
                                          </p:val>
                                        </p:tav>
                                        <p:tav tm="100000">
                                          <p:val>
                                            <p:strVal val="#ppt_x"/>
                                          </p:val>
                                        </p:tav>
                                      </p:tavLst>
                                    </p:anim>
                                    <p:anim calcmode="lin" valueType="num">
                                      <p:cBhvr additive="base">
                                        <p:cTn id="14" dur="500" fill="hold"/>
                                        <p:tgtEl>
                                          <p:spTgt spid="7578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5789"/>
                                        </p:tgtEl>
                                        <p:attrNameLst>
                                          <p:attrName>style.visibility</p:attrName>
                                        </p:attrNameLst>
                                      </p:cBhvr>
                                      <p:to>
                                        <p:strVal val="visible"/>
                                      </p:to>
                                    </p:set>
                                    <p:anim calcmode="lin" valueType="num">
                                      <p:cBhvr additive="base">
                                        <p:cTn id="19" dur="500" fill="hold"/>
                                        <p:tgtEl>
                                          <p:spTgt spid="75789"/>
                                        </p:tgtEl>
                                        <p:attrNameLst>
                                          <p:attrName>ppt_x</p:attrName>
                                        </p:attrNameLst>
                                      </p:cBhvr>
                                      <p:tavLst>
                                        <p:tav tm="0">
                                          <p:val>
                                            <p:strVal val="0-#ppt_w/2"/>
                                          </p:val>
                                        </p:tav>
                                        <p:tav tm="100000">
                                          <p:val>
                                            <p:strVal val="#ppt_x"/>
                                          </p:val>
                                        </p:tav>
                                      </p:tavLst>
                                    </p:anim>
                                    <p:anim calcmode="lin" valueType="num">
                                      <p:cBhvr additive="base">
                                        <p:cTn id="20" dur="500" fill="hold"/>
                                        <p:tgtEl>
                                          <p:spTgt spid="7578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5790"/>
                                        </p:tgtEl>
                                        <p:attrNameLst>
                                          <p:attrName>style.visibility</p:attrName>
                                        </p:attrNameLst>
                                      </p:cBhvr>
                                      <p:to>
                                        <p:strVal val="visible"/>
                                      </p:to>
                                    </p:set>
                                    <p:anim calcmode="lin" valueType="num">
                                      <p:cBhvr additive="base">
                                        <p:cTn id="25" dur="500" fill="hold"/>
                                        <p:tgtEl>
                                          <p:spTgt spid="75790"/>
                                        </p:tgtEl>
                                        <p:attrNameLst>
                                          <p:attrName>ppt_x</p:attrName>
                                        </p:attrNameLst>
                                      </p:cBhvr>
                                      <p:tavLst>
                                        <p:tav tm="0">
                                          <p:val>
                                            <p:strVal val="0-#ppt_w/2"/>
                                          </p:val>
                                        </p:tav>
                                        <p:tav tm="100000">
                                          <p:val>
                                            <p:strVal val="#ppt_x"/>
                                          </p:val>
                                        </p:tav>
                                      </p:tavLst>
                                    </p:anim>
                                    <p:anim calcmode="lin" valueType="num">
                                      <p:cBhvr additive="base">
                                        <p:cTn id="26" dur="500" fill="hold"/>
                                        <p:tgtEl>
                                          <p:spTgt spid="757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autoUpdateAnimBg="0"/>
      <p:bldP spid="75789" grpId="0" autoUpdateAnimBg="0"/>
      <p:bldP spid="75790"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539750" y="285750"/>
            <a:ext cx="4518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9.3.1 Semi-discretisation</a:t>
            </a:r>
            <a:r>
              <a:rPr kumimoji="1" lang="en-US" altLang="zh-CN" sz="3200" b="1">
                <a:latin typeface="Times New Roman" pitchFamily="18" charset="0"/>
              </a:rPr>
              <a:t> </a:t>
            </a:r>
          </a:p>
        </p:txBody>
      </p:sp>
      <p:sp>
        <p:nvSpPr>
          <p:cNvPr id="76803" name="Text Box 3"/>
          <p:cNvSpPr txBox="1">
            <a:spLocks noChangeArrowheads="1"/>
          </p:cNvSpPr>
          <p:nvPr/>
        </p:nvSpPr>
        <p:spPr bwMode="auto">
          <a:xfrm>
            <a:off x="250825" y="2654300"/>
            <a:ext cx="86868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One of the simplest and most useful approaches is to discretise the equation in space and then solves a system of (coupled) ordinary differential equations in time in order to calculate the solution.</a:t>
            </a:r>
            <a:endParaRPr kumimoji="1" lang="en-US" altLang="zh-CN" sz="2800" b="1">
              <a:latin typeface="Times New Roman" pitchFamily="18" charset="0"/>
            </a:endParaRPr>
          </a:p>
        </p:txBody>
      </p:sp>
      <p:graphicFrame>
        <p:nvGraphicFramePr>
          <p:cNvPr id="75780" name="Object 5"/>
          <p:cNvGraphicFramePr>
            <a:graphicFrameLocks noChangeAspect="1"/>
          </p:cNvGraphicFramePr>
          <p:nvPr/>
        </p:nvGraphicFramePr>
        <p:xfrm>
          <a:off x="3924300" y="1125538"/>
          <a:ext cx="3375025" cy="1087437"/>
        </p:xfrm>
        <a:graphic>
          <a:graphicData uri="http://schemas.openxmlformats.org/presentationml/2006/ole">
            <mc:AlternateContent xmlns:mc="http://schemas.openxmlformats.org/markup-compatibility/2006">
              <mc:Choice xmlns:v="urn:schemas-microsoft-com:vml" Requires="v">
                <p:oleObj spid="_x0000_s75838" r:id="rId3" imgW="1244600" imgH="444500" progId="Equation.3">
                  <p:embed/>
                </p:oleObj>
              </mc:Choice>
              <mc:Fallback>
                <p:oleObj r:id="rId3" imgW="1244600" imgH="444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1125538"/>
                        <a:ext cx="3375025"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5781" name="Object 6"/>
          <p:cNvGraphicFramePr>
            <a:graphicFrameLocks noChangeAspect="1"/>
          </p:cNvGraphicFramePr>
          <p:nvPr/>
        </p:nvGraphicFramePr>
        <p:xfrm>
          <a:off x="782638" y="1052513"/>
          <a:ext cx="2205037" cy="1154112"/>
        </p:xfrm>
        <a:graphic>
          <a:graphicData uri="http://schemas.openxmlformats.org/presentationml/2006/ole">
            <mc:AlternateContent xmlns:mc="http://schemas.openxmlformats.org/markup-compatibility/2006">
              <mc:Choice xmlns:v="urn:schemas-microsoft-com:vml" Requires="v">
                <p:oleObj spid="_x0000_s75839" name="公式" r:id="rId5" imgW="622030" imgH="418918" progId="Equation.3">
                  <p:embed/>
                </p:oleObj>
              </mc:Choice>
              <mc:Fallback>
                <p:oleObj name="公式" r:id="rId5" imgW="622030" imgH="418918"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2638" y="1052513"/>
                        <a:ext cx="2205037"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3"/>
                                        </p:tgtEl>
                                        <p:attrNameLst>
                                          <p:attrName>style.visibility</p:attrName>
                                        </p:attrNameLst>
                                      </p:cBhvr>
                                      <p:to>
                                        <p:strVal val="visible"/>
                                      </p:to>
                                    </p:set>
                                    <p:anim calcmode="lin" valueType="num">
                                      <p:cBhvr additive="base">
                                        <p:cTn id="7" dur="500" fill="hold"/>
                                        <p:tgtEl>
                                          <p:spTgt spid="76803"/>
                                        </p:tgtEl>
                                        <p:attrNameLst>
                                          <p:attrName>ppt_x</p:attrName>
                                        </p:attrNameLst>
                                      </p:cBhvr>
                                      <p:tavLst>
                                        <p:tav tm="0">
                                          <p:val>
                                            <p:strVal val="0-#ppt_w/2"/>
                                          </p:val>
                                        </p:tav>
                                        <p:tav tm="100000">
                                          <p:val>
                                            <p:strVal val="#ppt_x"/>
                                          </p:val>
                                        </p:tav>
                                      </p:tavLst>
                                    </p:anim>
                                    <p:anim calcmode="lin" valueType="num">
                                      <p:cBhvr additive="base">
                                        <p:cTn id="8" dur="500" fill="hold"/>
                                        <p:tgtEl>
                                          <p:spTgt spid="768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1" name="Text Box 17"/>
          <p:cNvSpPr txBox="1">
            <a:spLocks noChangeArrowheads="1"/>
          </p:cNvSpPr>
          <p:nvPr/>
        </p:nvSpPr>
        <p:spPr bwMode="auto">
          <a:xfrm>
            <a:off x="323850" y="2987675"/>
            <a:ext cx="81565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apply the standard spatial discretisation for the second derivative term to obtain </a:t>
            </a:r>
          </a:p>
        </p:txBody>
      </p:sp>
      <p:graphicFrame>
        <p:nvGraphicFramePr>
          <p:cNvPr id="77842" name="Object 18"/>
          <p:cNvGraphicFramePr>
            <a:graphicFrameLocks noChangeAspect="1"/>
          </p:cNvGraphicFramePr>
          <p:nvPr/>
        </p:nvGraphicFramePr>
        <p:xfrm>
          <a:off x="533400" y="5149850"/>
          <a:ext cx="7848600" cy="1087438"/>
        </p:xfrm>
        <a:graphic>
          <a:graphicData uri="http://schemas.openxmlformats.org/presentationml/2006/ole">
            <mc:AlternateContent xmlns:mc="http://schemas.openxmlformats.org/markup-compatibility/2006">
              <mc:Choice xmlns:v="urn:schemas-microsoft-com:vml" Requires="v">
                <p:oleObj spid="_x0000_s76880" name="Equation" r:id="rId3" imgW="2895600" imgH="393700" progId="Equation.3">
                  <p:embed/>
                </p:oleObj>
              </mc:Choice>
              <mc:Fallback>
                <p:oleObj name="Equation" r:id="rId3" imgW="2895600" imgH="39370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5149850"/>
                        <a:ext cx="7848600"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43" name="Text Box 19"/>
          <p:cNvSpPr txBox="1">
            <a:spLocks noChangeArrowheads="1"/>
          </p:cNvSpPr>
          <p:nvPr/>
        </p:nvSpPr>
        <p:spPr bwMode="auto">
          <a:xfrm>
            <a:off x="539750" y="2438400"/>
            <a:ext cx="8156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with </a:t>
            </a:r>
            <a:r>
              <a:rPr kumimoji="1" lang="en-US" altLang="zh-CN" sz="2800" b="1" i="1">
                <a:latin typeface="Times New Roman" pitchFamily="18" charset="0"/>
              </a:rPr>
              <a:t>u(x=0,t) = u(x=1,t) = 0</a:t>
            </a:r>
            <a:r>
              <a:rPr kumimoji="1" lang="en-US" altLang="zh-CN" sz="2800" b="1">
                <a:latin typeface="Times New Roman" pitchFamily="18" charset="0"/>
              </a:rPr>
              <a:t> and  </a:t>
            </a:r>
            <a:r>
              <a:rPr kumimoji="1" lang="en-US" altLang="zh-CN" sz="2400" b="1" i="1">
                <a:latin typeface="Times New Roman" pitchFamily="18" charset="0"/>
              </a:rPr>
              <a:t>u(x,t=0) = u0(sin</a:t>
            </a:r>
            <a:r>
              <a:rPr kumimoji="1" lang="el-GR" altLang="zh-CN" sz="2400" b="1" i="1">
                <a:latin typeface="Times New Roman" pitchFamily="18" charset="0"/>
                <a:cs typeface="Times New Roman" pitchFamily="18" charset="0"/>
              </a:rPr>
              <a:t>π</a:t>
            </a:r>
            <a:r>
              <a:rPr kumimoji="1" lang="en-US" altLang="zh-CN" sz="2400" b="1" i="1">
                <a:latin typeface="Times New Roman" pitchFamily="18" charset="0"/>
              </a:rPr>
              <a:t>x)</a:t>
            </a:r>
          </a:p>
        </p:txBody>
      </p:sp>
      <p:sp>
        <p:nvSpPr>
          <p:cNvPr id="76805" name="Rectangle 20"/>
          <p:cNvSpPr>
            <a:spLocks noChangeArrowheads="1"/>
          </p:cNvSpPr>
          <p:nvPr/>
        </p:nvSpPr>
        <p:spPr bwMode="auto">
          <a:xfrm>
            <a:off x="0" y="3167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aphicFrame>
        <p:nvGraphicFramePr>
          <p:cNvPr id="76806" name="Object 21"/>
          <p:cNvGraphicFramePr>
            <a:graphicFrameLocks noChangeAspect="1"/>
          </p:cNvGraphicFramePr>
          <p:nvPr/>
        </p:nvGraphicFramePr>
        <p:xfrm>
          <a:off x="5678488" y="1228725"/>
          <a:ext cx="1925637" cy="1008063"/>
        </p:xfrm>
        <a:graphic>
          <a:graphicData uri="http://schemas.openxmlformats.org/presentationml/2006/ole">
            <mc:AlternateContent xmlns:mc="http://schemas.openxmlformats.org/markup-compatibility/2006">
              <mc:Choice xmlns:v="urn:schemas-microsoft-com:vml" Requires="v">
                <p:oleObj spid="_x0000_s76881" name="公式" r:id="rId5" imgW="622030" imgH="418918" progId="Equation.3">
                  <p:embed/>
                </p:oleObj>
              </mc:Choice>
              <mc:Fallback>
                <p:oleObj name="公式" r:id="rId5" imgW="622030" imgH="418918"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8488" y="1228725"/>
                        <a:ext cx="1925637"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7846" name="Picture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7675" y="4292600"/>
            <a:ext cx="44958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808" name="Text Box 23"/>
          <p:cNvSpPr txBox="1">
            <a:spLocks noChangeArrowheads="1"/>
          </p:cNvSpPr>
          <p:nvPr/>
        </p:nvSpPr>
        <p:spPr bwMode="auto">
          <a:xfrm>
            <a:off x="4427538" y="476250"/>
            <a:ext cx="4518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9.3.1 Semi-discretisation</a:t>
            </a:r>
            <a:r>
              <a:rPr kumimoji="1" lang="en-US" altLang="zh-CN" sz="3200" b="1">
                <a:latin typeface="Times New Roman" pitchFamily="18" charset="0"/>
              </a:rPr>
              <a:t> </a:t>
            </a:r>
          </a:p>
        </p:txBody>
      </p:sp>
      <p:grpSp>
        <p:nvGrpSpPr>
          <p:cNvPr id="76809" name="Group 39"/>
          <p:cNvGrpSpPr>
            <a:grpSpLocks/>
          </p:cNvGrpSpPr>
          <p:nvPr/>
        </p:nvGrpSpPr>
        <p:grpSpPr bwMode="auto">
          <a:xfrm>
            <a:off x="395288" y="260350"/>
            <a:ext cx="3817937" cy="1908175"/>
            <a:chOff x="272" y="790"/>
            <a:chExt cx="2741" cy="1515"/>
          </a:xfrm>
        </p:grpSpPr>
        <p:sp>
          <p:nvSpPr>
            <p:cNvPr id="76810" name="Line 40"/>
            <p:cNvSpPr>
              <a:spLocks noChangeShapeType="1"/>
            </p:cNvSpPr>
            <p:nvPr/>
          </p:nvSpPr>
          <p:spPr bwMode="auto">
            <a:xfrm>
              <a:off x="408" y="123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1" name="Line 41"/>
            <p:cNvSpPr>
              <a:spLocks noChangeShapeType="1"/>
            </p:cNvSpPr>
            <p:nvPr/>
          </p:nvSpPr>
          <p:spPr bwMode="auto">
            <a:xfrm flipH="1">
              <a:off x="363" y="1276"/>
              <a:ext cx="45"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2" name="Line 42"/>
            <p:cNvSpPr>
              <a:spLocks noChangeShapeType="1"/>
            </p:cNvSpPr>
            <p:nvPr/>
          </p:nvSpPr>
          <p:spPr bwMode="auto">
            <a:xfrm flipH="1">
              <a:off x="363" y="1412"/>
              <a:ext cx="45"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3" name="Line 43"/>
            <p:cNvSpPr>
              <a:spLocks noChangeShapeType="1"/>
            </p:cNvSpPr>
            <p:nvPr/>
          </p:nvSpPr>
          <p:spPr bwMode="auto">
            <a:xfrm flipH="1">
              <a:off x="363" y="1503"/>
              <a:ext cx="45"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4" name="Line 44"/>
            <p:cNvSpPr>
              <a:spLocks noChangeShapeType="1"/>
            </p:cNvSpPr>
            <p:nvPr/>
          </p:nvSpPr>
          <p:spPr bwMode="auto">
            <a:xfrm>
              <a:off x="2676" y="1276"/>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5" name="Line 45"/>
            <p:cNvSpPr>
              <a:spLocks noChangeShapeType="1"/>
            </p:cNvSpPr>
            <p:nvPr/>
          </p:nvSpPr>
          <p:spPr bwMode="auto">
            <a:xfrm>
              <a:off x="2676" y="1275"/>
              <a:ext cx="46"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6" name="Line 46"/>
            <p:cNvSpPr>
              <a:spLocks noChangeShapeType="1"/>
            </p:cNvSpPr>
            <p:nvPr/>
          </p:nvSpPr>
          <p:spPr bwMode="auto">
            <a:xfrm>
              <a:off x="2676" y="1411"/>
              <a:ext cx="46"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7" name="Line 47"/>
            <p:cNvSpPr>
              <a:spLocks noChangeShapeType="1"/>
            </p:cNvSpPr>
            <p:nvPr/>
          </p:nvSpPr>
          <p:spPr bwMode="auto">
            <a:xfrm>
              <a:off x="2676" y="1502"/>
              <a:ext cx="46" cy="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8" name="Line 48"/>
            <p:cNvSpPr>
              <a:spLocks noChangeShapeType="1"/>
            </p:cNvSpPr>
            <p:nvPr/>
          </p:nvSpPr>
          <p:spPr bwMode="auto">
            <a:xfrm>
              <a:off x="385" y="1480"/>
              <a:ext cx="2291"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19" name="Line 49"/>
            <p:cNvSpPr>
              <a:spLocks noChangeShapeType="1"/>
            </p:cNvSpPr>
            <p:nvPr/>
          </p:nvSpPr>
          <p:spPr bwMode="auto">
            <a:xfrm>
              <a:off x="408" y="1866"/>
              <a:ext cx="2495"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20" name="Text Box 50"/>
            <p:cNvSpPr txBox="1">
              <a:spLocks noChangeArrowheads="1"/>
            </p:cNvSpPr>
            <p:nvPr/>
          </p:nvSpPr>
          <p:spPr bwMode="auto">
            <a:xfrm>
              <a:off x="350" y="1847"/>
              <a:ext cx="259" cy="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0</a:t>
              </a:r>
            </a:p>
          </p:txBody>
        </p:sp>
        <p:sp>
          <p:nvSpPr>
            <p:cNvPr id="76821" name="Text Box 51"/>
            <p:cNvSpPr txBox="1">
              <a:spLocks noChangeArrowheads="1"/>
            </p:cNvSpPr>
            <p:nvPr/>
          </p:nvSpPr>
          <p:spPr bwMode="auto">
            <a:xfrm>
              <a:off x="2573" y="1893"/>
              <a:ext cx="260"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1</a:t>
              </a:r>
            </a:p>
          </p:txBody>
        </p:sp>
        <p:sp>
          <p:nvSpPr>
            <p:cNvPr id="76822" name="Text Box 52"/>
            <p:cNvSpPr txBox="1">
              <a:spLocks noChangeArrowheads="1"/>
            </p:cNvSpPr>
            <p:nvPr/>
          </p:nvSpPr>
          <p:spPr bwMode="auto">
            <a:xfrm>
              <a:off x="2585" y="790"/>
              <a:ext cx="428"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ice</a:t>
              </a:r>
            </a:p>
          </p:txBody>
        </p:sp>
        <p:sp>
          <p:nvSpPr>
            <p:cNvPr id="76823" name="Text Box 53"/>
            <p:cNvSpPr txBox="1">
              <a:spLocks noChangeArrowheads="1"/>
            </p:cNvSpPr>
            <p:nvPr/>
          </p:nvSpPr>
          <p:spPr bwMode="auto">
            <a:xfrm>
              <a:off x="272" y="790"/>
              <a:ext cx="429"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ice</a:t>
              </a:r>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843"/>
                                        </p:tgtEl>
                                        <p:attrNameLst>
                                          <p:attrName>style.visibility</p:attrName>
                                        </p:attrNameLst>
                                      </p:cBhvr>
                                      <p:to>
                                        <p:strVal val="visible"/>
                                      </p:to>
                                    </p:set>
                                    <p:anim calcmode="lin" valueType="num">
                                      <p:cBhvr additive="base">
                                        <p:cTn id="7" dur="500" fill="hold"/>
                                        <p:tgtEl>
                                          <p:spTgt spid="77843"/>
                                        </p:tgtEl>
                                        <p:attrNameLst>
                                          <p:attrName>ppt_x</p:attrName>
                                        </p:attrNameLst>
                                      </p:cBhvr>
                                      <p:tavLst>
                                        <p:tav tm="0">
                                          <p:val>
                                            <p:strVal val="0-#ppt_w/2"/>
                                          </p:val>
                                        </p:tav>
                                        <p:tav tm="100000">
                                          <p:val>
                                            <p:strVal val="#ppt_x"/>
                                          </p:val>
                                        </p:tav>
                                      </p:tavLst>
                                    </p:anim>
                                    <p:anim calcmode="lin" valueType="num">
                                      <p:cBhvr additive="base">
                                        <p:cTn id="8" dur="500" fill="hold"/>
                                        <p:tgtEl>
                                          <p:spTgt spid="778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41"/>
                                        </p:tgtEl>
                                        <p:attrNameLst>
                                          <p:attrName>style.visibility</p:attrName>
                                        </p:attrNameLst>
                                      </p:cBhvr>
                                      <p:to>
                                        <p:strVal val="visible"/>
                                      </p:to>
                                    </p:set>
                                    <p:anim calcmode="lin" valueType="num">
                                      <p:cBhvr additive="base">
                                        <p:cTn id="13" dur="500" fill="hold"/>
                                        <p:tgtEl>
                                          <p:spTgt spid="77841"/>
                                        </p:tgtEl>
                                        <p:attrNameLst>
                                          <p:attrName>ppt_x</p:attrName>
                                        </p:attrNameLst>
                                      </p:cBhvr>
                                      <p:tavLst>
                                        <p:tav tm="0">
                                          <p:val>
                                            <p:strVal val="0-#ppt_w/2"/>
                                          </p:val>
                                        </p:tav>
                                        <p:tav tm="100000">
                                          <p:val>
                                            <p:strVal val="#ppt_x"/>
                                          </p:val>
                                        </p:tav>
                                      </p:tavLst>
                                    </p:anim>
                                    <p:anim calcmode="lin" valueType="num">
                                      <p:cBhvr additive="base">
                                        <p:cTn id="14" dur="500" fill="hold"/>
                                        <p:tgtEl>
                                          <p:spTgt spid="7784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7846"/>
                                        </p:tgtEl>
                                        <p:attrNameLst>
                                          <p:attrName>style.visibility</p:attrName>
                                        </p:attrNameLst>
                                      </p:cBhvr>
                                      <p:to>
                                        <p:strVal val="visible"/>
                                      </p:to>
                                    </p:set>
                                    <p:anim calcmode="lin" valueType="num">
                                      <p:cBhvr additive="base">
                                        <p:cTn id="19" dur="500" fill="hold"/>
                                        <p:tgtEl>
                                          <p:spTgt spid="77846"/>
                                        </p:tgtEl>
                                        <p:attrNameLst>
                                          <p:attrName>ppt_x</p:attrName>
                                        </p:attrNameLst>
                                      </p:cBhvr>
                                      <p:tavLst>
                                        <p:tav tm="0">
                                          <p:val>
                                            <p:strVal val="0-#ppt_w/2"/>
                                          </p:val>
                                        </p:tav>
                                        <p:tav tm="100000">
                                          <p:val>
                                            <p:strVal val="#ppt_x"/>
                                          </p:val>
                                        </p:tav>
                                      </p:tavLst>
                                    </p:anim>
                                    <p:anim calcmode="lin" valueType="num">
                                      <p:cBhvr additive="base">
                                        <p:cTn id="20" dur="500" fill="hold"/>
                                        <p:tgtEl>
                                          <p:spTgt spid="7784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77842"/>
                                        </p:tgtEl>
                                        <p:attrNameLst>
                                          <p:attrName>style.visibility</p:attrName>
                                        </p:attrNameLst>
                                      </p:cBhvr>
                                      <p:to>
                                        <p:strVal val="visible"/>
                                      </p:to>
                                    </p:set>
                                    <p:anim calcmode="lin" valueType="num">
                                      <p:cBhvr additive="base">
                                        <p:cTn id="25" dur="500" fill="hold"/>
                                        <p:tgtEl>
                                          <p:spTgt spid="77842"/>
                                        </p:tgtEl>
                                        <p:attrNameLst>
                                          <p:attrName>ppt_x</p:attrName>
                                        </p:attrNameLst>
                                      </p:cBhvr>
                                      <p:tavLst>
                                        <p:tav tm="0">
                                          <p:val>
                                            <p:strVal val="0-#ppt_w/2"/>
                                          </p:val>
                                        </p:tav>
                                        <p:tav tm="100000">
                                          <p:val>
                                            <p:strVal val="#ppt_x"/>
                                          </p:val>
                                        </p:tav>
                                      </p:tavLst>
                                    </p:anim>
                                    <p:anim calcmode="lin" valueType="num">
                                      <p:cBhvr additive="base">
                                        <p:cTn id="26" dur="500" fill="hold"/>
                                        <p:tgtEl>
                                          <p:spTgt spid="778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1" grpId="0" autoUpdateAnimBg="0"/>
      <p:bldP spid="77843"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Text Box 4"/>
          <p:cNvSpPr txBox="1">
            <a:spLocks noChangeArrowheads="1"/>
          </p:cNvSpPr>
          <p:nvPr/>
        </p:nvSpPr>
        <p:spPr bwMode="auto">
          <a:xfrm>
            <a:off x="381000" y="3505200"/>
            <a:ext cx="8305800"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In principle we may utilise any of the time stepping algorithms discussed in earlier lectures to solve this system. As we shall see, however, care needs to be taken to ensure the method chosen produces a stable solution.</a:t>
            </a:r>
            <a:endParaRPr kumimoji="1" lang="en-US" altLang="zh-CN" sz="2800" b="1">
              <a:latin typeface="Times New Roman" pitchFamily="18" charset="0"/>
            </a:endParaRPr>
          </a:p>
        </p:txBody>
      </p:sp>
      <p:graphicFrame>
        <p:nvGraphicFramePr>
          <p:cNvPr id="77827" name="Object 5"/>
          <p:cNvGraphicFramePr>
            <a:graphicFrameLocks noChangeAspect="1"/>
          </p:cNvGraphicFramePr>
          <p:nvPr/>
        </p:nvGraphicFramePr>
        <p:xfrm>
          <a:off x="900113" y="836613"/>
          <a:ext cx="7488237" cy="1036637"/>
        </p:xfrm>
        <a:graphic>
          <a:graphicData uri="http://schemas.openxmlformats.org/presentationml/2006/ole">
            <mc:AlternateContent xmlns:mc="http://schemas.openxmlformats.org/markup-compatibility/2006">
              <mc:Choice xmlns:v="urn:schemas-microsoft-com:vml" Requires="v">
                <p:oleObj spid="_x0000_s77856" name="Equation" r:id="rId3" imgW="2895600" imgH="393700" progId="Equation.3">
                  <p:embed/>
                </p:oleObj>
              </mc:Choice>
              <mc:Fallback>
                <p:oleObj name="Equation" r:id="rId3" imgW="2895600" imgH="393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836613"/>
                        <a:ext cx="7488237"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24"/>
                                        </p:tgtEl>
                                        <p:attrNameLst>
                                          <p:attrName>style.visibility</p:attrName>
                                        </p:attrNameLst>
                                      </p:cBhvr>
                                      <p:to>
                                        <p:strVal val="visible"/>
                                      </p:to>
                                    </p:set>
                                    <p:anim calcmode="lin" valueType="num">
                                      <p:cBhvr additive="base">
                                        <p:cTn id="7" dur="500" fill="hold"/>
                                        <p:tgtEl>
                                          <p:spTgt spid="133124"/>
                                        </p:tgtEl>
                                        <p:attrNameLst>
                                          <p:attrName>ppt_x</p:attrName>
                                        </p:attrNameLst>
                                      </p:cBhvr>
                                      <p:tavLst>
                                        <p:tav tm="0">
                                          <p:val>
                                            <p:strVal val="0-#ppt_w/2"/>
                                          </p:val>
                                        </p:tav>
                                        <p:tav tm="100000">
                                          <p:val>
                                            <p:strVal val="#ppt_x"/>
                                          </p:val>
                                        </p:tav>
                                      </p:tavLst>
                                    </p:anim>
                                    <p:anim calcmode="lin" valueType="num">
                                      <p:cBhvr additive="base">
                                        <p:cTn id="8" dur="500" fill="hold"/>
                                        <p:tgtEl>
                                          <p:spTgt spid="133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2"/>
          <p:cNvGraphicFramePr>
            <a:graphicFrameLocks noChangeAspect="1"/>
          </p:cNvGraphicFramePr>
          <p:nvPr/>
        </p:nvGraphicFramePr>
        <p:xfrm>
          <a:off x="684213" y="404813"/>
          <a:ext cx="6337300" cy="877887"/>
        </p:xfrm>
        <a:graphic>
          <a:graphicData uri="http://schemas.openxmlformats.org/presentationml/2006/ole">
            <mc:AlternateContent xmlns:mc="http://schemas.openxmlformats.org/markup-compatibility/2006">
              <mc:Choice xmlns:v="urn:schemas-microsoft-com:vml" Requires="v">
                <p:oleObj spid="_x0000_s78997" name="Equation" r:id="rId3" imgW="2895600" imgH="393700" progId="Equation.3">
                  <p:embed/>
                </p:oleObj>
              </mc:Choice>
              <mc:Fallback>
                <p:oleObj name="Equation" r:id="rId3" imgW="28956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404813"/>
                        <a:ext cx="63373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1" name="Object 3"/>
          <p:cNvGraphicFramePr>
            <a:graphicFrameLocks noChangeAspect="1"/>
          </p:cNvGraphicFramePr>
          <p:nvPr/>
        </p:nvGraphicFramePr>
        <p:xfrm>
          <a:off x="900113" y="5373688"/>
          <a:ext cx="6705600" cy="1219200"/>
        </p:xfrm>
        <a:graphic>
          <a:graphicData uri="http://schemas.openxmlformats.org/presentationml/2006/ole">
            <mc:AlternateContent xmlns:mc="http://schemas.openxmlformats.org/markup-compatibility/2006">
              <mc:Choice xmlns:v="urn:schemas-microsoft-com:vml" Requires="v">
                <p:oleObj spid="_x0000_s78998" name="Equation" r:id="rId5" imgW="2247900" imgH="419100" progId="Equation.3">
                  <p:embed/>
                </p:oleObj>
              </mc:Choice>
              <mc:Fallback>
                <p:oleObj name="Equation" r:id="rId5" imgW="2247900" imgH="41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5373688"/>
                        <a:ext cx="6705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52" name="Text Box 4"/>
          <p:cNvSpPr txBox="1">
            <a:spLocks noChangeArrowheads="1"/>
          </p:cNvSpPr>
          <p:nvPr/>
        </p:nvSpPr>
        <p:spPr bwMode="auto">
          <a:xfrm>
            <a:off x="457200" y="1981200"/>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9.3.2 Euler method</a:t>
            </a:r>
            <a:endParaRPr kumimoji="1" lang="en-US" altLang="zh-CN" sz="2800" b="1">
              <a:latin typeface="Times New Roman" pitchFamily="18" charset="0"/>
            </a:endParaRPr>
          </a:p>
        </p:txBody>
      </p:sp>
      <p:sp>
        <p:nvSpPr>
          <p:cNvPr id="78853" name="Text Box 5"/>
          <p:cNvSpPr txBox="1">
            <a:spLocks noChangeArrowheads="1"/>
          </p:cNvSpPr>
          <p:nvPr/>
        </p:nvSpPr>
        <p:spPr bwMode="auto">
          <a:xfrm>
            <a:off x="3779838" y="2781300"/>
            <a:ext cx="48006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00"/>
                </a:solidFill>
                <a:latin typeface="Times New Roman" pitchFamily="18" charset="0"/>
              </a:rPr>
              <a:t> Y</a:t>
            </a:r>
            <a:r>
              <a:rPr kumimoji="1" lang="en-US" altLang="zh-CN" sz="3200" b="1" i="1" baseline="-30000">
                <a:solidFill>
                  <a:srgbClr val="000000"/>
                </a:solidFill>
                <a:latin typeface="Times New Roman" pitchFamily="18" charset="0"/>
              </a:rPr>
              <a:t>n+1</a:t>
            </a:r>
            <a:r>
              <a:rPr kumimoji="1" lang="en-US" altLang="zh-CN" sz="3200" b="1" i="1">
                <a:solidFill>
                  <a:srgbClr val="000000"/>
                </a:solidFill>
                <a:latin typeface="Times New Roman" pitchFamily="18" charset="0"/>
              </a:rPr>
              <a:t> = 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f(Y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,t</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endParaRPr kumimoji="1" lang="en-US" altLang="zh-CN" sz="3200" b="1" i="1">
              <a:latin typeface="Times New Roman" pitchFamily="18" charset="0"/>
            </a:endParaRPr>
          </a:p>
        </p:txBody>
      </p:sp>
      <p:graphicFrame>
        <p:nvGraphicFramePr>
          <p:cNvPr id="78854" name="Object 6"/>
          <p:cNvGraphicFramePr>
            <a:graphicFrameLocks noChangeAspect="1"/>
          </p:cNvGraphicFramePr>
          <p:nvPr/>
        </p:nvGraphicFramePr>
        <p:xfrm>
          <a:off x="6248400" y="1371600"/>
          <a:ext cx="2257425" cy="1320800"/>
        </p:xfrm>
        <a:graphic>
          <a:graphicData uri="http://schemas.openxmlformats.org/presentationml/2006/ole">
            <mc:AlternateContent xmlns:mc="http://schemas.openxmlformats.org/markup-compatibility/2006">
              <mc:Choice xmlns:v="urn:schemas-microsoft-com:vml" Requires="v">
                <p:oleObj spid="_x0000_s78999" name="Equation" r:id="rId7" imgW="698197" imgH="431613" progId="Equation.3">
                  <p:embed/>
                </p:oleObj>
              </mc:Choice>
              <mc:Fallback>
                <p:oleObj name="Equation" r:id="rId7" imgW="698197" imgH="431613"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8400" y="1371600"/>
                        <a:ext cx="2257425" cy="132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5" name="Object 7"/>
          <p:cNvGraphicFramePr>
            <a:graphicFrameLocks noChangeAspect="1"/>
          </p:cNvGraphicFramePr>
          <p:nvPr/>
        </p:nvGraphicFramePr>
        <p:xfrm>
          <a:off x="1255713" y="4149725"/>
          <a:ext cx="2166937" cy="674688"/>
        </p:xfrm>
        <a:graphic>
          <a:graphicData uri="http://schemas.openxmlformats.org/presentationml/2006/ole">
            <mc:AlternateContent xmlns:mc="http://schemas.openxmlformats.org/markup-compatibility/2006">
              <mc:Choice xmlns:v="urn:schemas-microsoft-com:vml" Requires="v">
                <p:oleObj spid="_x0000_s79000" name="公式" r:id="rId9" imgW="850531" imgH="241195" progId="Equation.3">
                  <p:embed/>
                </p:oleObj>
              </mc:Choice>
              <mc:Fallback>
                <p:oleObj name="公式" r:id="rId9" imgW="850531" imgH="241195"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5713" y="4149725"/>
                        <a:ext cx="2166937"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7" name="Object 9"/>
          <p:cNvGraphicFramePr>
            <a:graphicFrameLocks noChangeAspect="1"/>
          </p:cNvGraphicFramePr>
          <p:nvPr/>
        </p:nvGraphicFramePr>
        <p:xfrm>
          <a:off x="4530725" y="4149725"/>
          <a:ext cx="3106738" cy="674688"/>
        </p:xfrm>
        <a:graphic>
          <a:graphicData uri="http://schemas.openxmlformats.org/presentationml/2006/ole">
            <mc:AlternateContent xmlns:mc="http://schemas.openxmlformats.org/markup-compatibility/2006">
              <mc:Choice xmlns:v="urn:schemas-microsoft-com:vml" Requires="v">
                <p:oleObj spid="_x0000_s79001" name="公式" r:id="rId11" imgW="1218671" imgH="241195" progId="Equation.3">
                  <p:embed/>
                </p:oleObj>
              </mc:Choice>
              <mc:Fallback>
                <p:oleObj name="公式" r:id="rId11" imgW="1218671" imgH="241195"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30725" y="4149725"/>
                        <a:ext cx="3106738"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8854"/>
                                        </p:tgtEl>
                                        <p:attrNameLst>
                                          <p:attrName>style.visibility</p:attrName>
                                        </p:attrNameLst>
                                      </p:cBhvr>
                                      <p:to>
                                        <p:strVal val="visible"/>
                                      </p:to>
                                    </p:set>
                                    <p:anim calcmode="lin" valueType="num">
                                      <p:cBhvr additive="base">
                                        <p:cTn id="7" dur="500" fill="hold"/>
                                        <p:tgtEl>
                                          <p:spTgt spid="78854"/>
                                        </p:tgtEl>
                                        <p:attrNameLst>
                                          <p:attrName>ppt_x</p:attrName>
                                        </p:attrNameLst>
                                      </p:cBhvr>
                                      <p:tavLst>
                                        <p:tav tm="0">
                                          <p:val>
                                            <p:strVal val="0-#ppt_w/2"/>
                                          </p:val>
                                        </p:tav>
                                        <p:tav tm="100000">
                                          <p:val>
                                            <p:strVal val="#ppt_x"/>
                                          </p:val>
                                        </p:tav>
                                      </p:tavLst>
                                    </p:anim>
                                    <p:anim calcmode="lin" valueType="num">
                                      <p:cBhvr additive="base">
                                        <p:cTn id="8" dur="500" fill="hold"/>
                                        <p:tgtEl>
                                          <p:spTgt spid="7885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852"/>
                                        </p:tgtEl>
                                        <p:attrNameLst>
                                          <p:attrName>style.visibility</p:attrName>
                                        </p:attrNameLst>
                                      </p:cBhvr>
                                      <p:to>
                                        <p:strVal val="visible"/>
                                      </p:to>
                                    </p:set>
                                    <p:anim calcmode="lin" valueType="num">
                                      <p:cBhvr additive="base">
                                        <p:cTn id="13" dur="500" fill="hold"/>
                                        <p:tgtEl>
                                          <p:spTgt spid="78852"/>
                                        </p:tgtEl>
                                        <p:attrNameLst>
                                          <p:attrName>ppt_x</p:attrName>
                                        </p:attrNameLst>
                                      </p:cBhvr>
                                      <p:tavLst>
                                        <p:tav tm="0">
                                          <p:val>
                                            <p:strVal val="0-#ppt_w/2"/>
                                          </p:val>
                                        </p:tav>
                                        <p:tav tm="100000">
                                          <p:val>
                                            <p:strVal val="#ppt_x"/>
                                          </p:val>
                                        </p:tav>
                                      </p:tavLst>
                                    </p:anim>
                                    <p:anim calcmode="lin" valueType="num">
                                      <p:cBhvr additive="base">
                                        <p:cTn id="14" dur="500" fill="hold"/>
                                        <p:tgtEl>
                                          <p:spTgt spid="788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853"/>
                                        </p:tgtEl>
                                        <p:attrNameLst>
                                          <p:attrName>style.visibility</p:attrName>
                                        </p:attrNameLst>
                                      </p:cBhvr>
                                      <p:to>
                                        <p:strVal val="visible"/>
                                      </p:to>
                                    </p:set>
                                    <p:anim calcmode="lin" valueType="num">
                                      <p:cBhvr additive="base">
                                        <p:cTn id="19" dur="500" fill="hold"/>
                                        <p:tgtEl>
                                          <p:spTgt spid="78853"/>
                                        </p:tgtEl>
                                        <p:attrNameLst>
                                          <p:attrName>ppt_x</p:attrName>
                                        </p:attrNameLst>
                                      </p:cBhvr>
                                      <p:tavLst>
                                        <p:tav tm="0">
                                          <p:val>
                                            <p:strVal val="0-#ppt_w/2"/>
                                          </p:val>
                                        </p:tav>
                                        <p:tav tm="100000">
                                          <p:val>
                                            <p:strVal val="#ppt_x"/>
                                          </p:val>
                                        </p:tav>
                                      </p:tavLst>
                                    </p:anim>
                                    <p:anim calcmode="lin" valueType="num">
                                      <p:cBhvr additive="base">
                                        <p:cTn id="20" dur="500" fill="hold"/>
                                        <p:tgtEl>
                                          <p:spTgt spid="7885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8855"/>
                                        </p:tgtEl>
                                        <p:attrNameLst>
                                          <p:attrName>style.visibility</p:attrName>
                                        </p:attrNameLst>
                                      </p:cBhvr>
                                      <p:to>
                                        <p:strVal val="visible"/>
                                      </p:to>
                                    </p:set>
                                    <p:anim calcmode="lin" valueType="num">
                                      <p:cBhvr additive="base">
                                        <p:cTn id="25" dur="500" fill="hold"/>
                                        <p:tgtEl>
                                          <p:spTgt spid="78855"/>
                                        </p:tgtEl>
                                        <p:attrNameLst>
                                          <p:attrName>ppt_x</p:attrName>
                                        </p:attrNameLst>
                                      </p:cBhvr>
                                      <p:tavLst>
                                        <p:tav tm="0">
                                          <p:val>
                                            <p:strVal val="#ppt_x"/>
                                          </p:val>
                                        </p:tav>
                                        <p:tav tm="100000">
                                          <p:val>
                                            <p:strVal val="#ppt_x"/>
                                          </p:val>
                                        </p:tav>
                                      </p:tavLst>
                                    </p:anim>
                                    <p:anim calcmode="lin" valueType="num">
                                      <p:cBhvr additive="base">
                                        <p:cTn id="26" dur="500" fill="hold"/>
                                        <p:tgtEl>
                                          <p:spTgt spid="7885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8851"/>
                                        </p:tgtEl>
                                        <p:attrNameLst>
                                          <p:attrName>style.visibility</p:attrName>
                                        </p:attrNameLst>
                                      </p:cBhvr>
                                      <p:to>
                                        <p:strVal val="visible"/>
                                      </p:to>
                                    </p:set>
                                    <p:anim calcmode="lin" valueType="num">
                                      <p:cBhvr additive="base">
                                        <p:cTn id="31" dur="500" fill="hold"/>
                                        <p:tgtEl>
                                          <p:spTgt spid="78851"/>
                                        </p:tgtEl>
                                        <p:attrNameLst>
                                          <p:attrName>ppt_x</p:attrName>
                                        </p:attrNameLst>
                                      </p:cBhvr>
                                      <p:tavLst>
                                        <p:tav tm="0">
                                          <p:val>
                                            <p:strVal val="0-#ppt_w/2"/>
                                          </p:val>
                                        </p:tav>
                                        <p:tav tm="100000">
                                          <p:val>
                                            <p:strVal val="#ppt_x"/>
                                          </p:val>
                                        </p:tav>
                                      </p:tavLst>
                                    </p:anim>
                                    <p:anim calcmode="lin" valueType="num">
                                      <p:cBhvr additive="base">
                                        <p:cTn id="32" dur="500" fill="hold"/>
                                        <p:tgtEl>
                                          <p:spTgt spid="7885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78857"/>
                                        </p:tgtEl>
                                        <p:attrNameLst>
                                          <p:attrName>style.visibility</p:attrName>
                                        </p:attrNameLst>
                                      </p:cBhvr>
                                      <p:to>
                                        <p:strVal val="visible"/>
                                      </p:to>
                                    </p:set>
                                    <p:anim calcmode="lin" valueType="num">
                                      <p:cBhvr additive="base">
                                        <p:cTn id="37" dur="500" fill="hold"/>
                                        <p:tgtEl>
                                          <p:spTgt spid="78857"/>
                                        </p:tgtEl>
                                        <p:attrNameLst>
                                          <p:attrName>ppt_x</p:attrName>
                                        </p:attrNameLst>
                                      </p:cBhvr>
                                      <p:tavLst>
                                        <p:tav tm="0">
                                          <p:val>
                                            <p:strVal val="#ppt_x"/>
                                          </p:val>
                                        </p:tav>
                                        <p:tav tm="100000">
                                          <p:val>
                                            <p:strVal val="#ppt_x"/>
                                          </p:val>
                                        </p:tav>
                                      </p:tavLst>
                                    </p:anim>
                                    <p:anim calcmode="lin" valueType="num">
                                      <p:cBhvr additive="base">
                                        <p:cTn id="38" dur="500" fill="hold"/>
                                        <p:tgtEl>
                                          <p:spTgt spid="788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utoUpdateAnimBg="0"/>
      <p:bldP spid="78853"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4" name="Group 2"/>
          <p:cNvGrpSpPr>
            <a:grpSpLocks/>
          </p:cNvGrpSpPr>
          <p:nvPr/>
        </p:nvGrpSpPr>
        <p:grpSpPr bwMode="auto">
          <a:xfrm>
            <a:off x="4191000" y="3581400"/>
            <a:ext cx="3852863" cy="2905125"/>
            <a:chOff x="2699" y="754"/>
            <a:chExt cx="2427" cy="1830"/>
          </a:xfrm>
        </p:grpSpPr>
        <p:sp>
          <p:nvSpPr>
            <p:cNvPr id="79878" name="Line 3"/>
            <p:cNvSpPr>
              <a:spLocks noChangeShapeType="1"/>
            </p:cNvSpPr>
            <p:nvPr/>
          </p:nvSpPr>
          <p:spPr bwMode="auto">
            <a:xfrm>
              <a:off x="3109" y="2168"/>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79" name="Line 4"/>
            <p:cNvSpPr>
              <a:spLocks noChangeShapeType="1"/>
            </p:cNvSpPr>
            <p:nvPr/>
          </p:nvSpPr>
          <p:spPr bwMode="auto">
            <a:xfrm>
              <a:off x="4059" y="1207"/>
              <a:ext cx="0" cy="9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0" name="Oval 5"/>
            <p:cNvSpPr>
              <a:spLocks noChangeArrowheads="1"/>
            </p:cNvSpPr>
            <p:nvPr/>
          </p:nvSpPr>
          <p:spPr bwMode="auto">
            <a:xfrm>
              <a:off x="4021" y="116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79881" name="Oval 6"/>
            <p:cNvSpPr>
              <a:spLocks noChangeArrowheads="1"/>
            </p:cNvSpPr>
            <p:nvPr/>
          </p:nvSpPr>
          <p:spPr bwMode="auto">
            <a:xfrm>
              <a:off x="3061" y="212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79882" name="Oval 7"/>
            <p:cNvSpPr>
              <a:spLocks noChangeArrowheads="1"/>
            </p:cNvSpPr>
            <p:nvPr/>
          </p:nvSpPr>
          <p:spPr bwMode="auto">
            <a:xfrm>
              <a:off x="5029" y="212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79883" name="Oval 8"/>
            <p:cNvSpPr>
              <a:spLocks noChangeArrowheads="1"/>
            </p:cNvSpPr>
            <p:nvPr/>
          </p:nvSpPr>
          <p:spPr bwMode="auto">
            <a:xfrm>
              <a:off x="4014" y="2160"/>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79884" name="Text Box 9"/>
            <p:cNvSpPr txBox="1">
              <a:spLocks noChangeArrowheads="1"/>
            </p:cNvSpPr>
            <p:nvPr/>
          </p:nvSpPr>
          <p:spPr bwMode="auto">
            <a:xfrm>
              <a:off x="3723" y="754"/>
              <a:ext cx="6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(x,t+k)</a:t>
              </a:r>
            </a:p>
          </p:txBody>
        </p:sp>
        <p:sp>
          <p:nvSpPr>
            <p:cNvPr id="2" name="Text Box 10"/>
            <p:cNvSpPr txBox="1">
              <a:spLocks noChangeArrowheads="1"/>
            </p:cNvSpPr>
            <p:nvPr/>
          </p:nvSpPr>
          <p:spPr bwMode="auto">
            <a:xfrm>
              <a:off x="4481" y="2264"/>
              <a:ext cx="6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(x+h,t)</a:t>
              </a:r>
            </a:p>
          </p:txBody>
        </p:sp>
        <p:sp>
          <p:nvSpPr>
            <p:cNvPr id="3" name="Text Box 11"/>
            <p:cNvSpPr txBox="1">
              <a:spLocks noChangeArrowheads="1"/>
            </p:cNvSpPr>
            <p:nvPr/>
          </p:nvSpPr>
          <p:spPr bwMode="auto">
            <a:xfrm>
              <a:off x="3833" y="2296"/>
              <a:ext cx="4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(x,t)</a:t>
              </a:r>
            </a:p>
          </p:txBody>
        </p:sp>
        <p:sp>
          <p:nvSpPr>
            <p:cNvPr id="79887" name="Text Box 12"/>
            <p:cNvSpPr txBox="1">
              <a:spLocks noChangeArrowheads="1"/>
            </p:cNvSpPr>
            <p:nvPr/>
          </p:nvSpPr>
          <p:spPr bwMode="auto">
            <a:xfrm>
              <a:off x="2699" y="2296"/>
              <a:ext cx="6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(x-h,t)</a:t>
              </a:r>
            </a:p>
          </p:txBody>
        </p:sp>
      </p:grpSp>
      <p:graphicFrame>
        <p:nvGraphicFramePr>
          <p:cNvPr id="79885" name="Object 13"/>
          <p:cNvGraphicFramePr>
            <a:graphicFrameLocks noChangeAspect="1"/>
          </p:cNvGraphicFramePr>
          <p:nvPr/>
        </p:nvGraphicFramePr>
        <p:xfrm>
          <a:off x="1371600" y="1371600"/>
          <a:ext cx="1676400" cy="971550"/>
        </p:xfrm>
        <a:graphic>
          <a:graphicData uri="http://schemas.openxmlformats.org/presentationml/2006/ole">
            <mc:AlternateContent xmlns:mc="http://schemas.openxmlformats.org/markup-compatibility/2006">
              <mc:Choice xmlns:v="urn:schemas-microsoft-com:vml" Requires="v">
                <p:oleObj spid="_x0000_s79972" name="公式" r:id="rId3" imgW="520474" imgH="393529" progId="Equation.3">
                  <p:embed/>
                </p:oleObj>
              </mc:Choice>
              <mc:Fallback>
                <p:oleObj name="公式" r:id="rId3" imgW="520474" imgH="393529"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371600"/>
                        <a:ext cx="1676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86" name="Object 14"/>
          <p:cNvGraphicFramePr>
            <a:graphicFrameLocks noChangeAspect="1"/>
          </p:cNvGraphicFramePr>
          <p:nvPr/>
        </p:nvGraphicFramePr>
        <p:xfrm>
          <a:off x="611188" y="2636838"/>
          <a:ext cx="6804025" cy="741362"/>
        </p:xfrm>
        <a:graphic>
          <a:graphicData uri="http://schemas.openxmlformats.org/presentationml/2006/ole">
            <mc:AlternateContent xmlns:mc="http://schemas.openxmlformats.org/markup-compatibility/2006">
              <mc:Choice xmlns:v="urn:schemas-microsoft-com:vml" Requires="v">
                <p:oleObj spid="_x0000_s79973" name="公式" r:id="rId5" imgW="2159000" imgH="241300" progId="Equation.3">
                  <p:embed/>
                </p:oleObj>
              </mc:Choice>
              <mc:Fallback>
                <p:oleObj name="公式" r:id="rId5" imgW="2159000" imgH="2413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2636838"/>
                        <a:ext cx="6804025"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7" name="Object 15"/>
          <p:cNvGraphicFramePr>
            <a:graphicFrameLocks noChangeAspect="1"/>
          </p:cNvGraphicFramePr>
          <p:nvPr/>
        </p:nvGraphicFramePr>
        <p:xfrm>
          <a:off x="1066800" y="381000"/>
          <a:ext cx="6705600" cy="1219200"/>
        </p:xfrm>
        <a:graphic>
          <a:graphicData uri="http://schemas.openxmlformats.org/presentationml/2006/ole">
            <mc:AlternateContent xmlns:mc="http://schemas.openxmlformats.org/markup-compatibility/2006">
              <mc:Choice xmlns:v="urn:schemas-microsoft-com:vml" Requires="v">
                <p:oleObj spid="_x0000_s79974" name="Equation" r:id="rId7" imgW="2247900" imgH="419100" progId="Equation.3">
                  <p:embed/>
                </p:oleObj>
              </mc:Choice>
              <mc:Fallback>
                <p:oleObj name="Equation" r:id="rId7" imgW="2247900" imgH="4191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381000"/>
                        <a:ext cx="6705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9885"/>
                                        </p:tgtEl>
                                        <p:attrNameLst>
                                          <p:attrName>style.visibility</p:attrName>
                                        </p:attrNameLst>
                                      </p:cBhvr>
                                      <p:to>
                                        <p:strVal val="visible"/>
                                      </p:to>
                                    </p:set>
                                    <p:anim calcmode="lin" valueType="num">
                                      <p:cBhvr additive="base">
                                        <p:cTn id="7" dur="500" fill="hold"/>
                                        <p:tgtEl>
                                          <p:spTgt spid="79885"/>
                                        </p:tgtEl>
                                        <p:attrNameLst>
                                          <p:attrName>ppt_x</p:attrName>
                                        </p:attrNameLst>
                                      </p:cBhvr>
                                      <p:tavLst>
                                        <p:tav tm="0">
                                          <p:val>
                                            <p:strVal val="0-#ppt_w/2"/>
                                          </p:val>
                                        </p:tav>
                                        <p:tav tm="100000">
                                          <p:val>
                                            <p:strVal val="#ppt_x"/>
                                          </p:val>
                                        </p:tav>
                                      </p:tavLst>
                                    </p:anim>
                                    <p:anim calcmode="lin" valueType="num">
                                      <p:cBhvr additive="base">
                                        <p:cTn id="8" dur="500" fill="hold"/>
                                        <p:tgtEl>
                                          <p:spTgt spid="7988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9886"/>
                                        </p:tgtEl>
                                        <p:attrNameLst>
                                          <p:attrName>style.visibility</p:attrName>
                                        </p:attrNameLst>
                                      </p:cBhvr>
                                      <p:to>
                                        <p:strVal val="visible"/>
                                      </p:to>
                                    </p:set>
                                    <p:anim calcmode="lin" valueType="num">
                                      <p:cBhvr additive="base">
                                        <p:cTn id="13" dur="500" fill="hold"/>
                                        <p:tgtEl>
                                          <p:spTgt spid="79886"/>
                                        </p:tgtEl>
                                        <p:attrNameLst>
                                          <p:attrName>ppt_x</p:attrName>
                                        </p:attrNameLst>
                                      </p:cBhvr>
                                      <p:tavLst>
                                        <p:tav tm="0">
                                          <p:val>
                                            <p:strVal val="0-#ppt_w/2"/>
                                          </p:val>
                                        </p:tav>
                                        <p:tav tm="100000">
                                          <p:val>
                                            <p:strVal val="#ppt_x"/>
                                          </p:val>
                                        </p:tav>
                                      </p:tavLst>
                                    </p:anim>
                                    <p:anim calcmode="lin" valueType="num">
                                      <p:cBhvr additive="base">
                                        <p:cTn id="14" dur="500" fill="hold"/>
                                        <p:tgtEl>
                                          <p:spTgt spid="7988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79874"/>
                                        </p:tgtEl>
                                        <p:attrNameLst>
                                          <p:attrName>style.visibility</p:attrName>
                                        </p:attrNameLst>
                                      </p:cBhvr>
                                      <p:to>
                                        <p:strVal val="visible"/>
                                      </p:to>
                                    </p:set>
                                    <p:anim calcmode="lin" valueType="num">
                                      <p:cBhvr additive="base">
                                        <p:cTn id="19" dur="500" fill="hold"/>
                                        <p:tgtEl>
                                          <p:spTgt spid="79874"/>
                                        </p:tgtEl>
                                        <p:attrNameLst>
                                          <p:attrName>ppt_x</p:attrName>
                                        </p:attrNameLst>
                                      </p:cBhvr>
                                      <p:tavLst>
                                        <p:tav tm="0">
                                          <p:val>
                                            <p:strVal val="0-#ppt_w/2"/>
                                          </p:val>
                                        </p:tav>
                                        <p:tav tm="100000">
                                          <p:val>
                                            <p:strVal val="#ppt_x"/>
                                          </p:val>
                                        </p:tav>
                                      </p:tavLst>
                                    </p:anim>
                                    <p:anim calcmode="lin" valueType="num">
                                      <p:cBhvr additive="base">
                                        <p:cTn id="20" dur="500" fill="hold"/>
                                        <p:tgtEl>
                                          <p:spTgt spid="798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9" name="Object 3"/>
          <p:cNvGraphicFramePr>
            <a:graphicFrameLocks noChangeAspect="1"/>
          </p:cNvGraphicFramePr>
          <p:nvPr/>
        </p:nvGraphicFramePr>
        <p:xfrm>
          <a:off x="1547813" y="1484313"/>
          <a:ext cx="3190875" cy="1114425"/>
        </p:xfrm>
        <a:graphic>
          <a:graphicData uri="http://schemas.openxmlformats.org/presentationml/2006/ole">
            <mc:AlternateContent xmlns:mc="http://schemas.openxmlformats.org/markup-compatibility/2006">
              <mc:Choice xmlns:v="urn:schemas-microsoft-com:vml" Requires="v">
                <p:oleObj spid="_x0000_s80965" r:id="rId3" imgW="1244600" imgH="444500" progId="Equation.3">
                  <p:embed/>
                </p:oleObj>
              </mc:Choice>
              <mc:Fallback>
                <p:oleObj r:id="rId3" imgW="1244600"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484313"/>
                        <a:ext cx="31908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4"/>
          <p:cNvSpPr>
            <a:spLocks noChangeArrowheads="1"/>
          </p:cNvSpPr>
          <p:nvPr/>
        </p:nvSpPr>
        <p:spPr bwMode="auto">
          <a:xfrm>
            <a:off x="323850" y="620713"/>
            <a:ext cx="8064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Consider the two-dimensional diffusion equation,</a:t>
            </a:r>
            <a:endParaRPr kumimoji="1" lang="en-US" altLang="zh-CN" sz="2800" b="1">
              <a:latin typeface="Times New Roman" pitchFamily="18" charset="0"/>
            </a:endParaRPr>
          </a:p>
        </p:txBody>
      </p:sp>
      <p:grpSp>
        <p:nvGrpSpPr>
          <p:cNvPr id="80902" name="Group 6"/>
          <p:cNvGrpSpPr>
            <a:grpSpLocks/>
          </p:cNvGrpSpPr>
          <p:nvPr/>
        </p:nvGrpSpPr>
        <p:grpSpPr bwMode="auto">
          <a:xfrm>
            <a:off x="179388" y="2997200"/>
            <a:ext cx="2667000" cy="2274888"/>
            <a:chOff x="1200" y="2976"/>
            <a:chExt cx="1440" cy="1202"/>
          </a:xfrm>
        </p:grpSpPr>
        <p:graphicFrame>
          <p:nvGraphicFramePr>
            <p:cNvPr id="80904" name="Object 7"/>
            <p:cNvGraphicFramePr>
              <a:graphicFrameLocks noChangeAspect="1"/>
            </p:cNvGraphicFramePr>
            <p:nvPr/>
          </p:nvGraphicFramePr>
          <p:xfrm>
            <a:off x="1536" y="3024"/>
            <a:ext cx="990" cy="924"/>
          </p:xfrm>
          <a:graphic>
            <a:graphicData uri="http://schemas.openxmlformats.org/presentationml/2006/ole">
              <mc:AlternateContent xmlns:mc="http://schemas.openxmlformats.org/markup-compatibility/2006">
                <mc:Choice xmlns:v="urn:schemas-microsoft-com:vml" Requires="v">
                  <p:oleObj spid="_x0000_s80966" r:id="rId5" imgW="2163600" imgH="871200" progId="图像.文件">
                    <p:embed/>
                  </p:oleObj>
                </mc:Choice>
                <mc:Fallback>
                  <p:oleObj r:id="rId5" imgW="2163600" imgH="871200" progId="图像.文件">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 y="3024"/>
                          <a:ext cx="990" cy="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5" name="Text Box 8"/>
            <p:cNvSpPr txBox="1">
              <a:spLocks noChangeArrowheads="1"/>
            </p:cNvSpPr>
            <p:nvPr/>
          </p:nvSpPr>
          <p:spPr bwMode="auto">
            <a:xfrm>
              <a:off x="1488" y="3888"/>
              <a:ext cx="182" cy="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0</a:t>
              </a:r>
            </a:p>
          </p:txBody>
        </p:sp>
        <p:sp>
          <p:nvSpPr>
            <p:cNvPr id="80906" name="Text Box 9"/>
            <p:cNvSpPr txBox="1">
              <a:spLocks noChangeArrowheads="1"/>
            </p:cNvSpPr>
            <p:nvPr/>
          </p:nvSpPr>
          <p:spPr bwMode="auto">
            <a:xfrm>
              <a:off x="2352" y="3936"/>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1</a:t>
              </a:r>
            </a:p>
          </p:txBody>
        </p:sp>
        <p:sp>
          <p:nvSpPr>
            <p:cNvPr id="80907" name="Text Box 10"/>
            <p:cNvSpPr txBox="1">
              <a:spLocks noChangeArrowheads="1"/>
            </p:cNvSpPr>
            <p:nvPr/>
          </p:nvSpPr>
          <p:spPr bwMode="auto">
            <a:xfrm>
              <a:off x="1248" y="3744"/>
              <a:ext cx="182"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0</a:t>
              </a:r>
            </a:p>
          </p:txBody>
        </p:sp>
        <p:sp>
          <p:nvSpPr>
            <p:cNvPr id="3" name="Text Box 11"/>
            <p:cNvSpPr txBox="1">
              <a:spLocks noChangeArrowheads="1"/>
            </p:cNvSpPr>
            <p:nvPr/>
          </p:nvSpPr>
          <p:spPr bwMode="auto">
            <a:xfrm>
              <a:off x="1200" y="2976"/>
              <a:ext cx="288"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1</a:t>
              </a:r>
            </a:p>
          </p:txBody>
        </p:sp>
      </p:grpSp>
      <p:sp>
        <p:nvSpPr>
          <p:cNvPr id="80908" name="Text Box 12"/>
          <p:cNvSpPr txBox="1">
            <a:spLocks noChangeArrowheads="1"/>
          </p:cNvSpPr>
          <p:nvPr/>
        </p:nvSpPr>
        <p:spPr bwMode="auto">
          <a:xfrm>
            <a:off x="4427538" y="2565400"/>
            <a:ext cx="4230687"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subject to u(x,y,t) = 0 on the boundaries x=0, 1 and y=0, 1.</a:t>
            </a:r>
            <a:r>
              <a:rPr kumimoji="1" lang="en-US" altLang="zh-CN" sz="2800" b="1">
                <a:latin typeface="Times New Roman" pitchFamily="18" charset="0"/>
              </a:rPr>
              <a:t> </a:t>
            </a:r>
          </a:p>
        </p:txBody>
      </p:sp>
      <p:sp>
        <p:nvSpPr>
          <p:cNvPr id="80909" name="Text Box 13"/>
          <p:cNvSpPr txBox="1">
            <a:spLocks noChangeArrowheads="1"/>
          </p:cNvSpPr>
          <p:nvPr/>
        </p:nvSpPr>
        <p:spPr bwMode="auto">
          <a:xfrm>
            <a:off x="3419475" y="4797425"/>
            <a:ext cx="54641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 Suppose the initial conditions are</a:t>
            </a:r>
            <a:endParaRPr kumimoji="1" lang="en-US" altLang="zh-CN" sz="2800" b="1">
              <a:latin typeface="Times New Roman" pitchFamily="18" charset="0"/>
            </a:endParaRPr>
          </a:p>
          <a:p>
            <a:pPr eaLnBrk="1" hangingPunct="1">
              <a:lnSpc>
                <a:spcPct val="120000"/>
              </a:lnSpc>
            </a:pPr>
            <a:r>
              <a:rPr kumimoji="1" lang="en-US" altLang="zh-CN" sz="2800" b="1">
                <a:solidFill>
                  <a:srgbClr val="000000"/>
                </a:solidFill>
                <a:latin typeface="Times New Roman" pitchFamily="18" charset="0"/>
              </a:rPr>
              <a:t>u(x,y,t=0) = u0(x,y)</a:t>
            </a:r>
          </a:p>
        </p:txBody>
      </p:sp>
      <p:sp>
        <p:nvSpPr>
          <p:cNvPr id="80910" name="Text Box 14"/>
          <p:cNvSpPr txBox="1">
            <a:spLocks noChangeArrowheads="1"/>
          </p:cNvSpPr>
          <p:nvPr/>
        </p:nvSpPr>
        <p:spPr bwMode="auto">
          <a:xfrm>
            <a:off x="2339975" y="6021388"/>
            <a:ext cx="647382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We wish to evaluate the solution for t &gt; 0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0-#ppt_w/2"/>
                                          </p:val>
                                        </p:tav>
                                        <p:tav tm="100000">
                                          <p:val>
                                            <p:strVal val="#ppt_x"/>
                                          </p:val>
                                        </p:tav>
                                      </p:tavLst>
                                    </p:anim>
                                    <p:anim calcmode="lin" valueType="num">
                                      <p:cBhvr additive="base">
                                        <p:cTn id="8" dur="500" fill="hold"/>
                                        <p:tgtEl>
                                          <p:spTgt spid="808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0902"/>
                                        </p:tgtEl>
                                        <p:attrNameLst>
                                          <p:attrName>style.visibility</p:attrName>
                                        </p:attrNameLst>
                                      </p:cBhvr>
                                      <p:to>
                                        <p:strVal val="visible"/>
                                      </p:to>
                                    </p:set>
                                    <p:anim calcmode="lin" valueType="num">
                                      <p:cBhvr additive="base">
                                        <p:cTn id="13" dur="500" fill="hold"/>
                                        <p:tgtEl>
                                          <p:spTgt spid="80902"/>
                                        </p:tgtEl>
                                        <p:attrNameLst>
                                          <p:attrName>ppt_x</p:attrName>
                                        </p:attrNameLst>
                                      </p:cBhvr>
                                      <p:tavLst>
                                        <p:tav tm="0">
                                          <p:val>
                                            <p:strVal val="0-#ppt_w/2"/>
                                          </p:val>
                                        </p:tav>
                                        <p:tav tm="100000">
                                          <p:val>
                                            <p:strVal val="#ppt_x"/>
                                          </p:val>
                                        </p:tav>
                                      </p:tavLst>
                                    </p:anim>
                                    <p:anim calcmode="lin" valueType="num">
                                      <p:cBhvr additive="base">
                                        <p:cTn id="14" dur="500" fill="hold"/>
                                        <p:tgtEl>
                                          <p:spTgt spid="8090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908"/>
                                        </p:tgtEl>
                                        <p:attrNameLst>
                                          <p:attrName>style.visibility</p:attrName>
                                        </p:attrNameLst>
                                      </p:cBhvr>
                                      <p:to>
                                        <p:strVal val="visible"/>
                                      </p:to>
                                    </p:set>
                                    <p:anim calcmode="lin" valueType="num">
                                      <p:cBhvr additive="base">
                                        <p:cTn id="19" dur="500" fill="hold"/>
                                        <p:tgtEl>
                                          <p:spTgt spid="80908"/>
                                        </p:tgtEl>
                                        <p:attrNameLst>
                                          <p:attrName>ppt_x</p:attrName>
                                        </p:attrNameLst>
                                      </p:cBhvr>
                                      <p:tavLst>
                                        <p:tav tm="0">
                                          <p:val>
                                            <p:strVal val="0-#ppt_w/2"/>
                                          </p:val>
                                        </p:tav>
                                        <p:tav tm="100000">
                                          <p:val>
                                            <p:strVal val="#ppt_x"/>
                                          </p:val>
                                        </p:tav>
                                      </p:tavLst>
                                    </p:anim>
                                    <p:anim calcmode="lin" valueType="num">
                                      <p:cBhvr additive="base">
                                        <p:cTn id="20" dur="500" fill="hold"/>
                                        <p:tgtEl>
                                          <p:spTgt spid="8090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909"/>
                                        </p:tgtEl>
                                        <p:attrNameLst>
                                          <p:attrName>style.visibility</p:attrName>
                                        </p:attrNameLst>
                                      </p:cBhvr>
                                      <p:to>
                                        <p:strVal val="visible"/>
                                      </p:to>
                                    </p:set>
                                    <p:anim calcmode="lin" valueType="num">
                                      <p:cBhvr additive="base">
                                        <p:cTn id="25" dur="500" fill="hold"/>
                                        <p:tgtEl>
                                          <p:spTgt spid="80909"/>
                                        </p:tgtEl>
                                        <p:attrNameLst>
                                          <p:attrName>ppt_x</p:attrName>
                                        </p:attrNameLst>
                                      </p:cBhvr>
                                      <p:tavLst>
                                        <p:tav tm="0">
                                          <p:val>
                                            <p:strVal val="0-#ppt_w/2"/>
                                          </p:val>
                                        </p:tav>
                                        <p:tav tm="100000">
                                          <p:val>
                                            <p:strVal val="#ppt_x"/>
                                          </p:val>
                                        </p:tav>
                                      </p:tavLst>
                                    </p:anim>
                                    <p:anim calcmode="lin" valueType="num">
                                      <p:cBhvr additive="base">
                                        <p:cTn id="26" dur="500" fill="hold"/>
                                        <p:tgtEl>
                                          <p:spTgt spid="8090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0910"/>
                                        </p:tgtEl>
                                        <p:attrNameLst>
                                          <p:attrName>style.visibility</p:attrName>
                                        </p:attrNameLst>
                                      </p:cBhvr>
                                      <p:to>
                                        <p:strVal val="visible"/>
                                      </p:to>
                                    </p:set>
                                    <p:anim calcmode="lin" valueType="num">
                                      <p:cBhvr additive="base">
                                        <p:cTn id="31" dur="500" fill="hold"/>
                                        <p:tgtEl>
                                          <p:spTgt spid="80910"/>
                                        </p:tgtEl>
                                        <p:attrNameLst>
                                          <p:attrName>ppt_x</p:attrName>
                                        </p:attrNameLst>
                                      </p:cBhvr>
                                      <p:tavLst>
                                        <p:tav tm="0">
                                          <p:val>
                                            <p:strVal val="0-#ppt_w/2"/>
                                          </p:val>
                                        </p:tav>
                                        <p:tav tm="100000">
                                          <p:val>
                                            <p:strVal val="#ppt_x"/>
                                          </p:val>
                                        </p:tav>
                                      </p:tavLst>
                                    </p:anim>
                                    <p:anim calcmode="lin" valueType="num">
                                      <p:cBhvr additive="base">
                                        <p:cTn id="32" dur="500" fill="hold"/>
                                        <p:tgtEl>
                                          <p:spTgt spid="809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8" grpId="0" autoUpdateAnimBg="0"/>
      <p:bldP spid="80909" grpId="0" autoUpdateAnimBg="0"/>
      <p:bldP spid="80910"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685800"/>
            <a:ext cx="3133725"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5019675"/>
            <a:ext cx="790416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Text Box 4"/>
          <p:cNvSpPr txBox="1">
            <a:spLocks noChangeArrowheads="1"/>
          </p:cNvSpPr>
          <p:nvPr/>
        </p:nvSpPr>
        <p:spPr bwMode="auto">
          <a:xfrm>
            <a:off x="539750" y="4149725"/>
            <a:ext cx="7848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8000"/>
                </a:solidFill>
                <a:latin typeface="Symbol" pitchFamily="18" charset="2"/>
              </a:rPr>
              <a:t>(</a:t>
            </a:r>
            <a:r>
              <a:rPr kumimoji="1" lang="en-US" altLang="zh-CN" sz="3200" b="1">
                <a:solidFill>
                  <a:srgbClr val="008000"/>
                </a:solidFill>
                <a:latin typeface="Symbol" pitchFamily="18" charset="2"/>
                <a:sym typeface="Symbol" pitchFamily="18" charset="2"/>
              </a:rPr>
              <a:t></a:t>
            </a:r>
            <a:r>
              <a:rPr kumimoji="1" lang="en-US" altLang="zh-CN" sz="3200" b="1" baseline="30000">
                <a:solidFill>
                  <a:srgbClr val="008000"/>
                </a:solidFill>
                <a:latin typeface="Symbol" pitchFamily="18" charset="2"/>
              </a:rPr>
              <a:t>2</a:t>
            </a:r>
            <a:r>
              <a:rPr kumimoji="1" lang="en-US" altLang="zh-CN" sz="3200" b="1">
                <a:solidFill>
                  <a:srgbClr val="000080"/>
                </a:solidFill>
                <a:latin typeface="Times New Roman" pitchFamily="18" charset="0"/>
              </a:rPr>
              <a:t>u)</a:t>
            </a:r>
            <a:r>
              <a:rPr kumimoji="1" lang="en-US" altLang="zh-CN" sz="3200" b="1" baseline="-30000">
                <a:solidFill>
                  <a:srgbClr val="008080"/>
                </a:solidFill>
                <a:latin typeface="Times New Roman" pitchFamily="18" charset="0"/>
              </a:rPr>
              <a:t>ij</a:t>
            </a:r>
            <a:r>
              <a:rPr kumimoji="1" lang="en-US" altLang="zh-CN" sz="3200" b="1">
                <a:solidFill>
                  <a:srgbClr val="008080"/>
                </a:solidFill>
                <a:latin typeface="Times New Roman" pitchFamily="18" charset="0"/>
              </a:rPr>
              <a:t> </a:t>
            </a:r>
            <a:r>
              <a:rPr kumimoji="1" lang="en-US" altLang="zh-CN" sz="3200" b="1">
                <a:solidFill>
                  <a:srgbClr val="000080"/>
                </a:solidFill>
                <a:latin typeface="Times New Roman" pitchFamily="18" charset="0"/>
              </a:rPr>
              <a:t>= (u</a:t>
            </a:r>
            <a:r>
              <a:rPr kumimoji="1" lang="en-US" altLang="zh-CN" sz="3200" b="1" baseline="-30000">
                <a:solidFill>
                  <a:srgbClr val="008080"/>
                </a:solidFill>
                <a:latin typeface="Times New Roman" pitchFamily="18" charset="0"/>
              </a:rPr>
              <a:t>i-1,j</a:t>
            </a:r>
            <a:r>
              <a:rPr kumimoji="1" lang="en-US" altLang="zh-CN" sz="3200" b="1">
                <a:solidFill>
                  <a:srgbClr val="008080"/>
                </a:solidFill>
                <a:latin typeface="Times New Roman" pitchFamily="18" charset="0"/>
              </a:rPr>
              <a:t> </a:t>
            </a:r>
            <a:r>
              <a:rPr kumimoji="1" lang="en-US" altLang="zh-CN" sz="3200" b="1">
                <a:solidFill>
                  <a:srgbClr val="000080"/>
                </a:solidFill>
                <a:latin typeface="Times New Roman" pitchFamily="18" charset="0"/>
              </a:rPr>
              <a:t>+u</a:t>
            </a:r>
            <a:r>
              <a:rPr kumimoji="1" lang="en-US" altLang="zh-CN" sz="3200" b="1" baseline="-30000">
                <a:solidFill>
                  <a:srgbClr val="008080"/>
                </a:solidFill>
                <a:latin typeface="Times New Roman" pitchFamily="18" charset="0"/>
              </a:rPr>
              <a:t>i+1,j</a:t>
            </a:r>
            <a:r>
              <a:rPr kumimoji="1" lang="en-US" altLang="zh-CN" sz="3200" b="1">
                <a:solidFill>
                  <a:srgbClr val="008080"/>
                </a:solidFill>
                <a:latin typeface="Times New Roman" pitchFamily="18" charset="0"/>
              </a:rPr>
              <a:t> </a:t>
            </a:r>
            <a:r>
              <a:rPr kumimoji="1" lang="en-US" altLang="zh-CN" sz="3200" b="1">
                <a:solidFill>
                  <a:srgbClr val="000080"/>
                </a:solidFill>
                <a:latin typeface="Times New Roman" pitchFamily="18" charset="0"/>
              </a:rPr>
              <a:t>+u</a:t>
            </a:r>
            <a:r>
              <a:rPr kumimoji="1" lang="en-US" altLang="zh-CN" sz="3200" b="1" baseline="-30000">
                <a:solidFill>
                  <a:srgbClr val="008080"/>
                </a:solidFill>
                <a:latin typeface="Times New Roman" pitchFamily="18" charset="0"/>
              </a:rPr>
              <a:t>i,j-1</a:t>
            </a:r>
            <a:r>
              <a:rPr kumimoji="1" lang="en-US" altLang="zh-CN" sz="3200" b="1">
                <a:solidFill>
                  <a:srgbClr val="008080"/>
                </a:solidFill>
                <a:latin typeface="Times New Roman" pitchFamily="18" charset="0"/>
              </a:rPr>
              <a:t> </a:t>
            </a:r>
            <a:r>
              <a:rPr kumimoji="1" lang="en-US" altLang="zh-CN" sz="3200" b="1">
                <a:solidFill>
                  <a:srgbClr val="000080"/>
                </a:solidFill>
                <a:latin typeface="Times New Roman" pitchFamily="18" charset="0"/>
              </a:rPr>
              <a:t>+u</a:t>
            </a:r>
            <a:r>
              <a:rPr kumimoji="1" lang="en-US" altLang="zh-CN" sz="3200" b="1" baseline="-30000">
                <a:solidFill>
                  <a:srgbClr val="008080"/>
                </a:solidFill>
                <a:latin typeface="Times New Roman" pitchFamily="18" charset="0"/>
              </a:rPr>
              <a:t>i,j+1</a:t>
            </a:r>
            <a:r>
              <a:rPr kumimoji="1" lang="en-US" altLang="zh-CN" sz="3200" b="1">
                <a:solidFill>
                  <a:srgbClr val="000080"/>
                </a:solidFill>
                <a:latin typeface="Times New Roman" pitchFamily="18" charset="0"/>
              </a:rPr>
              <a:t>- 4u</a:t>
            </a:r>
            <a:r>
              <a:rPr kumimoji="1" lang="en-US" altLang="zh-CN" sz="3200" b="1" baseline="-30000">
                <a:solidFill>
                  <a:srgbClr val="008080"/>
                </a:solidFill>
                <a:latin typeface="Times New Roman" pitchFamily="18" charset="0"/>
              </a:rPr>
              <a:t>i,j</a:t>
            </a:r>
            <a:r>
              <a:rPr kumimoji="1" lang="en-US" altLang="zh-CN" sz="3200" b="1">
                <a:solidFill>
                  <a:srgbClr val="000080"/>
                </a:solidFill>
                <a:latin typeface="Times New Roman" pitchFamily="18" charset="0"/>
              </a:rPr>
              <a:t>)/h</a:t>
            </a:r>
            <a:r>
              <a:rPr kumimoji="1" lang="en-US" altLang="zh-CN" sz="3200" b="1" baseline="30000">
                <a:solidFill>
                  <a:srgbClr val="008000"/>
                </a:solidFill>
                <a:latin typeface="Symbol" pitchFamily="18" charset="2"/>
              </a:rPr>
              <a:t>2 </a:t>
            </a:r>
          </a:p>
        </p:txBody>
      </p:sp>
      <p:graphicFrame>
        <p:nvGraphicFramePr>
          <p:cNvPr id="81925" name="Object 5"/>
          <p:cNvGraphicFramePr>
            <a:graphicFrameLocks noChangeAspect="1"/>
          </p:cNvGraphicFramePr>
          <p:nvPr/>
        </p:nvGraphicFramePr>
        <p:xfrm>
          <a:off x="1295400" y="762000"/>
          <a:ext cx="2809875" cy="904875"/>
        </p:xfrm>
        <a:graphic>
          <a:graphicData uri="http://schemas.openxmlformats.org/presentationml/2006/ole">
            <mc:AlternateContent xmlns:mc="http://schemas.openxmlformats.org/markup-compatibility/2006">
              <mc:Choice xmlns:v="urn:schemas-microsoft-com:vml" Requires="v">
                <p:oleObj spid="_x0000_s81954" r:id="rId5" imgW="1244600" imgH="444500" progId="Equation.3">
                  <p:embed/>
                </p:oleObj>
              </mc:Choice>
              <mc:Fallback>
                <p:oleObj r:id="rId5" imgW="1244600" imgH="444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762000"/>
                        <a:ext cx="28098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24"/>
                                        </p:tgtEl>
                                        <p:attrNameLst>
                                          <p:attrName>style.visibility</p:attrName>
                                        </p:attrNameLst>
                                      </p:cBhvr>
                                      <p:to>
                                        <p:strVal val="visible"/>
                                      </p:to>
                                    </p:set>
                                    <p:anim calcmode="lin" valueType="num">
                                      <p:cBhvr additive="base">
                                        <p:cTn id="7" dur="500" fill="hold"/>
                                        <p:tgtEl>
                                          <p:spTgt spid="81924"/>
                                        </p:tgtEl>
                                        <p:attrNameLst>
                                          <p:attrName>ppt_x</p:attrName>
                                        </p:attrNameLst>
                                      </p:cBhvr>
                                      <p:tavLst>
                                        <p:tav tm="0">
                                          <p:val>
                                            <p:strVal val="0-#ppt_w/2"/>
                                          </p:val>
                                        </p:tav>
                                        <p:tav tm="100000">
                                          <p:val>
                                            <p:strVal val="#ppt_x"/>
                                          </p:val>
                                        </p:tav>
                                      </p:tavLst>
                                    </p:anim>
                                    <p:anim calcmode="lin" valueType="num">
                                      <p:cBhvr additive="base">
                                        <p:cTn id="8" dur="500" fill="hold"/>
                                        <p:tgtEl>
                                          <p:spTgt spid="81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23"/>
                                        </p:tgtEl>
                                        <p:attrNameLst>
                                          <p:attrName>style.visibility</p:attrName>
                                        </p:attrNameLst>
                                      </p:cBhvr>
                                      <p:to>
                                        <p:strVal val="visible"/>
                                      </p:to>
                                    </p:set>
                                    <p:anim calcmode="lin" valueType="num">
                                      <p:cBhvr additive="base">
                                        <p:cTn id="13" dur="500" fill="hold"/>
                                        <p:tgtEl>
                                          <p:spTgt spid="81923"/>
                                        </p:tgtEl>
                                        <p:attrNameLst>
                                          <p:attrName>ppt_x</p:attrName>
                                        </p:attrNameLst>
                                      </p:cBhvr>
                                      <p:tavLst>
                                        <p:tav tm="0">
                                          <p:val>
                                            <p:strVal val="#ppt_x"/>
                                          </p:val>
                                        </p:tav>
                                        <p:tav tm="100000">
                                          <p:val>
                                            <p:strVal val="#ppt_x"/>
                                          </p:val>
                                        </p:tav>
                                      </p:tavLst>
                                    </p:anim>
                                    <p:anim calcmode="lin" valueType="num">
                                      <p:cBhvr additive="base">
                                        <p:cTn id="14" dur="500" fill="hold"/>
                                        <p:tgtEl>
                                          <p:spTgt spid="819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404813"/>
            <a:ext cx="6624637"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 Box 3"/>
          <p:cNvSpPr txBox="1">
            <a:spLocks noChangeArrowheads="1"/>
          </p:cNvSpPr>
          <p:nvPr/>
        </p:nvSpPr>
        <p:spPr bwMode="auto">
          <a:xfrm>
            <a:off x="457200" y="1752600"/>
            <a:ext cx="8153400"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for the internal points i=1,m–1 and j=1,m–1. On the boundaries (i=0,j), (i=m,j), (i,j=0) and (i,j=m) we simply have u</a:t>
            </a:r>
            <a:r>
              <a:rPr kumimoji="1" lang="en-US" altLang="zh-CN" sz="2800" b="1" baseline="-25000">
                <a:solidFill>
                  <a:srgbClr val="000000"/>
                </a:solidFill>
                <a:latin typeface="Times New Roman" pitchFamily="18" charset="0"/>
              </a:rPr>
              <a:t>ij</a:t>
            </a:r>
            <a:r>
              <a:rPr kumimoji="1" lang="en-US" altLang="zh-CN" sz="2800" b="1">
                <a:solidFill>
                  <a:srgbClr val="000000"/>
                </a:solidFill>
                <a:latin typeface="Times New Roman" pitchFamily="18" charset="0"/>
              </a:rPr>
              <a:t>=0. If U </a:t>
            </a:r>
            <a:r>
              <a:rPr kumimoji="1" lang="en-US" altLang="zh-CN" sz="2800" b="1" baseline="-25000">
                <a:solidFill>
                  <a:srgbClr val="000000"/>
                </a:solidFill>
                <a:latin typeface="Times New Roman" pitchFamily="18" charset="0"/>
              </a:rPr>
              <a:t>ij</a:t>
            </a:r>
            <a:r>
              <a:rPr kumimoji="1" lang="en-US" altLang="zh-CN" sz="2800" b="1">
                <a:solidFill>
                  <a:srgbClr val="000000"/>
                </a:solidFill>
                <a:latin typeface="Times New Roman" pitchFamily="18" charset="0"/>
              </a:rPr>
              <a:t>  represents our  approximation of u at the mesh points x</a:t>
            </a:r>
            <a:r>
              <a:rPr kumimoji="1" lang="en-US" altLang="zh-CN" sz="2800" b="1" baseline="-25000">
                <a:solidFill>
                  <a:srgbClr val="000000"/>
                </a:solidFill>
                <a:latin typeface="Times New Roman" pitchFamily="18" charset="0"/>
              </a:rPr>
              <a:t>ij</a:t>
            </a:r>
            <a:r>
              <a:rPr kumimoji="1" lang="en-US" altLang="zh-CN" sz="2800" b="1">
                <a:solidFill>
                  <a:srgbClr val="000000"/>
                </a:solidFill>
                <a:latin typeface="Times New Roman" pitchFamily="18" charset="0"/>
              </a:rPr>
              <a:t>, then we must simply solve the (m–1)</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 coupled ordinary differential equations</a:t>
            </a:r>
            <a:r>
              <a:rPr kumimoji="1" lang="en-US" altLang="zh-CN" sz="2800" b="1">
                <a:latin typeface="Times New Roman" pitchFamily="18" charset="0"/>
              </a:rPr>
              <a:t> </a:t>
            </a:r>
          </a:p>
        </p:txBody>
      </p:sp>
      <p:pic>
        <p:nvPicPr>
          <p:cNvPr id="829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5805488"/>
            <a:ext cx="7532687"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947"/>
                                        </p:tgtEl>
                                        <p:attrNameLst>
                                          <p:attrName>style.visibility</p:attrName>
                                        </p:attrNameLst>
                                      </p:cBhvr>
                                      <p:to>
                                        <p:strVal val="visible"/>
                                      </p:to>
                                    </p:set>
                                    <p:anim calcmode="lin" valueType="num">
                                      <p:cBhvr additive="base">
                                        <p:cTn id="7" dur="500" fill="hold"/>
                                        <p:tgtEl>
                                          <p:spTgt spid="82947"/>
                                        </p:tgtEl>
                                        <p:attrNameLst>
                                          <p:attrName>ppt_x</p:attrName>
                                        </p:attrNameLst>
                                      </p:cBhvr>
                                      <p:tavLst>
                                        <p:tav tm="0">
                                          <p:val>
                                            <p:strVal val="0-#ppt_w/2"/>
                                          </p:val>
                                        </p:tav>
                                        <p:tav tm="100000">
                                          <p:val>
                                            <p:strVal val="#ppt_x"/>
                                          </p:val>
                                        </p:tav>
                                      </p:tavLst>
                                    </p:anim>
                                    <p:anim calcmode="lin" valueType="num">
                                      <p:cBhvr additive="base">
                                        <p:cTn id="8" dur="500" fill="hold"/>
                                        <p:tgtEl>
                                          <p:spTgt spid="829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2948"/>
                                        </p:tgtEl>
                                        <p:attrNameLst>
                                          <p:attrName>style.visibility</p:attrName>
                                        </p:attrNameLst>
                                      </p:cBhvr>
                                      <p:to>
                                        <p:strVal val="visible"/>
                                      </p:to>
                                    </p:set>
                                    <p:anim calcmode="lin" valueType="num">
                                      <p:cBhvr additive="base">
                                        <p:cTn id="13" dur="500" fill="hold"/>
                                        <p:tgtEl>
                                          <p:spTgt spid="82948"/>
                                        </p:tgtEl>
                                        <p:attrNameLst>
                                          <p:attrName>ppt_x</p:attrName>
                                        </p:attrNameLst>
                                      </p:cBhvr>
                                      <p:tavLst>
                                        <p:tav tm="0">
                                          <p:val>
                                            <p:strVal val="0-#ppt_w/2"/>
                                          </p:val>
                                        </p:tav>
                                        <p:tav tm="100000">
                                          <p:val>
                                            <p:strVal val="#ppt_x"/>
                                          </p:val>
                                        </p:tav>
                                      </p:tavLst>
                                    </p:anim>
                                    <p:anim calcmode="lin" valueType="num">
                                      <p:cBhvr additive="base">
                                        <p:cTn id="14" dur="500" fill="hold"/>
                                        <p:tgtEl>
                                          <p:spTgt spid="829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533400"/>
            <a:ext cx="75438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3971" name="Object 3"/>
          <p:cNvGraphicFramePr>
            <a:graphicFrameLocks noChangeAspect="1"/>
          </p:cNvGraphicFramePr>
          <p:nvPr/>
        </p:nvGraphicFramePr>
        <p:xfrm>
          <a:off x="3059113" y="1844675"/>
          <a:ext cx="2257425" cy="1320800"/>
        </p:xfrm>
        <a:graphic>
          <a:graphicData uri="http://schemas.openxmlformats.org/presentationml/2006/ole">
            <mc:AlternateContent xmlns:mc="http://schemas.openxmlformats.org/markup-compatibility/2006">
              <mc:Choice xmlns:v="urn:schemas-microsoft-com:vml" Requires="v">
                <p:oleObj spid="_x0000_s84060" name="Equation" r:id="rId4" imgW="698197" imgH="431613" progId="Equation.3">
                  <p:embed/>
                </p:oleObj>
              </mc:Choice>
              <mc:Fallback>
                <p:oleObj name="Equation" r:id="rId4" imgW="698197" imgH="431613"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1844675"/>
                        <a:ext cx="2257425" cy="132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2" name="Text Box 4"/>
          <p:cNvSpPr txBox="1">
            <a:spLocks noChangeArrowheads="1"/>
          </p:cNvSpPr>
          <p:nvPr/>
        </p:nvSpPr>
        <p:spPr bwMode="auto">
          <a:xfrm>
            <a:off x="1979613" y="3789363"/>
            <a:ext cx="48006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00"/>
                </a:solidFill>
                <a:latin typeface="Times New Roman" pitchFamily="18" charset="0"/>
              </a:rPr>
              <a:t> Y</a:t>
            </a:r>
            <a:r>
              <a:rPr kumimoji="1" lang="en-US" altLang="zh-CN" sz="3200" b="1" i="1" baseline="-30000">
                <a:solidFill>
                  <a:srgbClr val="000000"/>
                </a:solidFill>
                <a:latin typeface="Times New Roman" pitchFamily="18" charset="0"/>
              </a:rPr>
              <a:t>n+1</a:t>
            </a:r>
            <a:r>
              <a:rPr kumimoji="1" lang="en-US" altLang="zh-CN" sz="3200" b="1" i="1">
                <a:solidFill>
                  <a:srgbClr val="000000"/>
                </a:solidFill>
                <a:latin typeface="Times New Roman" pitchFamily="18" charset="0"/>
              </a:rPr>
              <a:t> = 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f(Y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,t</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endParaRPr kumimoji="1" lang="en-US" altLang="zh-CN" sz="3200" b="1" i="1">
              <a:latin typeface="Times New Roman" pitchFamily="18" charset="0"/>
            </a:endParaRPr>
          </a:p>
        </p:txBody>
      </p:sp>
      <p:graphicFrame>
        <p:nvGraphicFramePr>
          <p:cNvPr id="83973" name="Object 5"/>
          <p:cNvGraphicFramePr>
            <a:graphicFrameLocks noChangeAspect="1"/>
          </p:cNvGraphicFramePr>
          <p:nvPr/>
        </p:nvGraphicFramePr>
        <p:xfrm>
          <a:off x="1214438" y="4968875"/>
          <a:ext cx="2105025" cy="711200"/>
        </p:xfrm>
        <a:graphic>
          <a:graphicData uri="http://schemas.openxmlformats.org/presentationml/2006/ole">
            <mc:AlternateContent xmlns:mc="http://schemas.openxmlformats.org/markup-compatibility/2006">
              <mc:Choice xmlns:v="urn:schemas-microsoft-com:vml" Requires="v">
                <p:oleObj spid="_x0000_s84061" name="公式" r:id="rId6" imgW="825500" imgH="254000" progId="Equation.3">
                  <p:embed/>
                </p:oleObj>
              </mc:Choice>
              <mc:Fallback>
                <p:oleObj name="公式" r:id="rId6" imgW="825500" imgH="254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4438" y="4968875"/>
                        <a:ext cx="21050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6" name="Object 8"/>
          <p:cNvGraphicFramePr>
            <a:graphicFrameLocks noChangeAspect="1"/>
          </p:cNvGraphicFramePr>
          <p:nvPr/>
        </p:nvGraphicFramePr>
        <p:xfrm>
          <a:off x="4603750" y="5084763"/>
          <a:ext cx="3043238" cy="711200"/>
        </p:xfrm>
        <a:graphic>
          <a:graphicData uri="http://schemas.openxmlformats.org/presentationml/2006/ole">
            <mc:AlternateContent xmlns:mc="http://schemas.openxmlformats.org/markup-compatibility/2006">
              <mc:Choice xmlns:v="urn:schemas-microsoft-com:vml" Requires="v">
                <p:oleObj spid="_x0000_s84062" name="公式" r:id="rId8" imgW="1193800" imgH="254000" progId="Equation.3">
                  <p:embed/>
                </p:oleObj>
              </mc:Choice>
              <mc:Fallback>
                <p:oleObj name="公式" r:id="rId8" imgW="1193800" imgH="2540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03750" y="5084763"/>
                        <a:ext cx="304323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7" name="Text Box 9"/>
          <p:cNvSpPr txBox="1">
            <a:spLocks noChangeArrowheads="1"/>
          </p:cNvSpPr>
          <p:nvPr/>
        </p:nvSpPr>
        <p:spPr bwMode="auto">
          <a:xfrm>
            <a:off x="2484438" y="5876925"/>
            <a:ext cx="25288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 </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t/</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x</a:t>
            </a:r>
            <a:r>
              <a:rPr kumimoji="1" lang="en-US" altLang="zh-CN" sz="3200" b="1" baseline="30000">
                <a:solidFill>
                  <a:srgbClr val="000000"/>
                </a:solidFill>
                <a:latin typeface="Times New Roman" pitchFamily="18" charset="0"/>
              </a:rPr>
              <a:t>2</a:t>
            </a:r>
            <a:r>
              <a:rPr kumimoji="1" lang="en-US" altLang="zh-CN" sz="3200" b="1">
                <a:latin typeface="Times New Roman" pitchFamily="18" charset="0"/>
              </a:rPr>
              <a:t>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3971"/>
                                        </p:tgtEl>
                                        <p:attrNameLst>
                                          <p:attrName>style.visibility</p:attrName>
                                        </p:attrNameLst>
                                      </p:cBhvr>
                                      <p:to>
                                        <p:strVal val="visible"/>
                                      </p:to>
                                    </p:set>
                                    <p:anim calcmode="lin" valueType="num">
                                      <p:cBhvr additive="base">
                                        <p:cTn id="7" dur="500" fill="hold"/>
                                        <p:tgtEl>
                                          <p:spTgt spid="83971"/>
                                        </p:tgtEl>
                                        <p:attrNameLst>
                                          <p:attrName>ppt_x</p:attrName>
                                        </p:attrNameLst>
                                      </p:cBhvr>
                                      <p:tavLst>
                                        <p:tav tm="0">
                                          <p:val>
                                            <p:strVal val="0-#ppt_w/2"/>
                                          </p:val>
                                        </p:tav>
                                        <p:tav tm="100000">
                                          <p:val>
                                            <p:strVal val="#ppt_x"/>
                                          </p:val>
                                        </p:tav>
                                      </p:tavLst>
                                    </p:anim>
                                    <p:anim calcmode="lin" valueType="num">
                                      <p:cBhvr additive="base">
                                        <p:cTn id="8" dur="500" fill="hold"/>
                                        <p:tgtEl>
                                          <p:spTgt spid="839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3972"/>
                                        </p:tgtEl>
                                        <p:attrNameLst>
                                          <p:attrName>style.visibility</p:attrName>
                                        </p:attrNameLst>
                                      </p:cBhvr>
                                      <p:to>
                                        <p:strVal val="visible"/>
                                      </p:to>
                                    </p:set>
                                    <p:anim calcmode="lin" valueType="num">
                                      <p:cBhvr additive="base">
                                        <p:cTn id="13" dur="500" fill="hold"/>
                                        <p:tgtEl>
                                          <p:spTgt spid="83972"/>
                                        </p:tgtEl>
                                        <p:attrNameLst>
                                          <p:attrName>ppt_x</p:attrName>
                                        </p:attrNameLst>
                                      </p:cBhvr>
                                      <p:tavLst>
                                        <p:tav tm="0">
                                          <p:val>
                                            <p:strVal val="0-#ppt_w/2"/>
                                          </p:val>
                                        </p:tav>
                                        <p:tav tm="100000">
                                          <p:val>
                                            <p:strVal val="#ppt_x"/>
                                          </p:val>
                                        </p:tav>
                                      </p:tavLst>
                                    </p:anim>
                                    <p:anim calcmode="lin" valueType="num">
                                      <p:cBhvr additive="base">
                                        <p:cTn id="14" dur="500" fill="hold"/>
                                        <p:tgtEl>
                                          <p:spTgt spid="8397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3973"/>
                                        </p:tgtEl>
                                        <p:attrNameLst>
                                          <p:attrName>style.visibility</p:attrName>
                                        </p:attrNameLst>
                                      </p:cBhvr>
                                      <p:to>
                                        <p:strVal val="visible"/>
                                      </p:to>
                                    </p:set>
                                    <p:anim calcmode="lin" valueType="num">
                                      <p:cBhvr additive="base">
                                        <p:cTn id="19" dur="500" fill="hold"/>
                                        <p:tgtEl>
                                          <p:spTgt spid="83973"/>
                                        </p:tgtEl>
                                        <p:attrNameLst>
                                          <p:attrName>ppt_x</p:attrName>
                                        </p:attrNameLst>
                                      </p:cBhvr>
                                      <p:tavLst>
                                        <p:tav tm="0">
                                          <p:val>
                                            <p:strVal val="#ppt_x"/>
                                          </p:val>
                                        </p:tav>
                                        <p:tav tm="100000">
                                          <p:val>
                                            <p:strVal val="#ppt_x"/>
                                          </p:val>
                                        </p:tav>
                                      </p:tavLst>
                                    </p:anim>
                                    <p:anim calcmode="lin" valueType="num">
                                      <p:cBhvr additive="base">
                                        <p:cTn id="20" dur="500" fill="hold"/>
                                        <p:tgtEl>
                                          <p:spTgt spid="8397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3976"/>
                                        </p:tgtEl>
                                        <p:attrNameLst>
                                          <p:attrName>style.visibility</p:attrName>
                                        </p:attrNameLst>
                                      </p:cBhvr>
                                      <p:to>
                                        <p:strVal val="visible"/>
                                      </p:to>
                                    </p:set>
                                    <p:anim calcmode="lin" valueType="num">
                                      <p:cBhvr additive="base">
                                        <p:cTn id="25" dur="500" fill="hold"/>
                                        <p:tgtEl>
                                          <p:spTgt spid="83976"/>
                                        </p:tgtEl>
                                        <p:attrNameLst>
                                          <p:attrName>ppt_x</p:attrName>
                                        </p:attrNameLst>
                                      </p:cBhvr>
                                      <p:tavLst>
                                        <p:tav tm="0">
                                          <p:val>
                                            <p:strVal val="#ppt_x"/>
                                          </p:val>
                                        </p:tav>
                                        <p:tav tm="100000">
                                          <p:val>
                                            <p:strVal val="#ppt_x"/>
                                          </p:val>
                                        </p:tav>
                                      </p:tavLst>
                                    </p:anim>
                                    <p:anim calcmode="lin" valueType="num">
                                      <p:cBhvr additive="base">
                                        <p:cTn id="26" dur="500" fill="hold"/>
                                        <p:tgtEl>
                                          <p:spTgt spid="8397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3977"/>
                                        </p:tgtEl>
                                        <p:attrNameLst>
                                          <p:attrName>style.visibility</p:attrName>
                                        </p:attrNameLst>
                                      </p:cBhvr>
                                      <p:to>
                                        <p:strVal val="visible"/>
                                      </p:to>
                                    </p:set>
                                    <p:anim calcmode="lin" valueType="num">
                                      <p:cBhvr additive="base">
                                        <p:cTn id="31" dur="500" fill="hold"/>
                                        <p:tgtEl>
                                          <p:spTgt spid="83977"/>
                                        </p:tgtEl>
                                        <p:attrNameLst>
                                          <p:attrName>ppt_x</p:attrName>
                                        </p:attrNameLst>
                                      </p:cBhvr>
                                      <p:tavLst>
                                        <p:tav tm="0">
                                          <p:val>
                                            <p:strVal val="#ppt_x"/>
                                          </p:val>
                                        </p:tav>
                                        <p:tav tm="100000">
                                          <p:val>
                                            <p:strVal val="#ppt_x"/>
                                          </p:val>
                                        </p:tav>
                                      </p:tavLst>
                                    </p:anim>
                                    <p:anim calcmode="lin" valueType="num">
                                      <p:cBhvr additive="base">
                                        <p:cTn id="32" dur="500" fill="hold"/>
                                        <p:tgtEl>
                                          <p:spTgt spid="839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autoUpdateAnimBg="0"/>
      <p:bldP spid="8397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7499350"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 Box 3"/>
          <p:cNvSpPr txBox="1">
            <a:spLocks noChangeArrowheads="1"/>
          </p:cNvSpPr>
          <p:nvPr/>
        </p:nvSpPr>
        <p:spPr bwMode="auto">
          <a:xfrm>
            <a:off x="381000" y="1752600"/>
            <a:ext cx="7070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where the Courant number</a:t>
            </a:r>
            <a:r>
              <a:rPr kumimoji="1" lang="en-US" altLang="zh-CN" sz="2800" b="1">
                <a:latin typeface="Times New Roman" pitchFamily="18" charset="0"/>
              </a:rPr>
              <a:t> </a:t>
            </a:r>
            <a:r>
              <a:rPr kumimoji="1" lang="en-US" altLang="zh-CN" sz="3200" b="1">
                <a:latin typeface="宋体" charset="-122"/>
              </a:rPr>
              <a:t>(</a:t>
            </a:r>
            <a:r>
              <a:rPr kumimoji="1" lang="zh-CN" altLang="en-US" sz="3200" b="1">
                <a:solidFill>
                  <a:srgbClr val="FF0000"/>
                </a:solidFill>
                <a:latin typeface="宋体" charset="-122"/>
              </a:rPr>
              <a:t>库朗数</a:t>
            </a:r>
            <a:r>
              <a:rPr kumimoji="1" lang="en-US" altLang="zh-CN" sz="3200" b="1">
                <a:latin typeface="宋体" charset="-122"/>
              </a:rPr>
              <a:t>)</a:t>
            </a:r>
            <a:r>
              <a:rPr kumimoji="1" lang="en-US" altLang="zh-CN"/>
              <a:t> </a:t>
            </a:r>
          </a:p>
        </p:txBody>
      </p:sp>
      <p:sp>
        <p:nvSpPr>
          <p:cNvPr id="84996" name="Text Box 4"/>
          <p:cNvSpPr txBox="1">
            <a:spLocks noChangeArrowheads="1"/>
          </p:cNvSpPr>
          <p:nvPr/>
        </p:nvSpPr>
        <p:spPr bwMode="auto">
          <a:xfrm>
            <a:off x="4067175" y="2492375"/>
            <a:ext cx="25288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 </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t/</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x</a:t>
            </a:r>
            <a:r>
              <a:rPr kumimoji="1" lang="en-US" altLang="zh-CN" sz="3200" b="1" baseline="30000">
                <a:solidFill>
                  <a:srgbClr val="000000"/>
                </a:solidFill>
                <a:latin typeface="Times New Roman" pitchFamily="18" charset="0"/>
              </a:rPr>
              <a:t>2</a:t>
            </a:r>
            <a:r>
              <a:rPr kumimoji="1" lang="en-US" altLang="zh-CN" sz="3200" b="1">
                <a:latin typeface="Times New Roman" pitchFamily="18" charset="0"/>
              </a:rPr>
              <a:t> </a:t>
            </a:r>
          </a:p>
        </p:txBody>
      </p:sp>
      <p:sp>
        <p:nvSpPr>
          <p:cNvPr id="84997" name="Text Box 5"/>
          <p:cNvSpPr txBox="1">
            <a:spLocks noChangeArrowheads="1"/>
          </p:cNvSpPr>
          <p:nvPr/>
        </p:nvSpPr>
        <p:spPr bwMode="auto">
          <a:xfrm>
            <a:off x="457200" y="3352800"/>
            <a:ext cx="8305800"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describes the size of the time step relative to the spatial discretisation. As we shall see, stability of the solution depends on</a:t>
            </a:r>
            <a:r>
              <a:rPr kumimoji="1" lang="en-US" altLang="zh-CN" sz="2800" b="1">
                <a:solidFill>
                  <a:srgbClr val="000000"/>
                </a:solidFill>
                <a:latin typeface="宋体" charset="-122"/>
              </a:rPr>
              <a:t>μ</a:t>
            </a:r>
            <a:r>
              <a:rPr kumimoji="1" lang="en-US" altLang="zh-CN" sz="2800" b="1">
                <a:solidFill>
                  <a:srgbClr val="000000"/>
                </a:solidFill>
                <a:latin typeface="Times New Roman" pitchFamily="18" charset="0"/>
              </a:rPr>
              <a:t> in contrast to an ordinary differential equation where it is a function of the time step </a:t>
            </a:r>
            <a:r>
              <a:rPr kumimoji="1" lang="en-US" altLang="zh-CN" sz="2800" b="1">
                <a:solidFill>
                  <a:srgbClr val="000000"/>
                </a:solidFill>
                <a:latin typeface="宋体" charset="-122"/>
              </a:rPr>
              <a:t>Δ</a:t>
            </a:r>
            <a:r>
              <a:rPr kumimoji="1" lang="en-US" altLang="zh-CN" sz="2800" b="1">
                <a:solidFill>
                  <a:srgbClr val="000000"/>
                </a:solidFill>
                <a:latin typeface="Times New Roman" pitchFamily="18" charset="0"/>
              </a:rPr>
              <a:t>t only.</a:t>
            </a:r>
            <a:endParaRPr kumimoji="1" lang="en-US" altLang="zh-CN" sz="28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997"/>
                                        </p:tgtEl>
                                        <p:attrNameLst>
                                          <p:attrName>style.visibility</p:attrName>
                                        </p:attrNameLst>
                                      </p:cBhvr>
                                      <p:to>
                                        <p:strVal val="visible"/>
                                      </p:to>
                                    </p:set>
                                    <p:anim calcmode="lin" valueType="num">
                                      <p:cBhvr additive="base">
                                        <p:cTn id="7" dur="500" fill="hold"/>
                                        <p:tgtEl>
                                          <p:spTgt spid="84997"/>
                                        </p:tgtEl>
                                        <p:attrNameLst>
                                          <p:attrName>ppt_x</p:attrName>
                                        </p:attrNameLst>
                                      </p:cBhvr>
                                      <p:tavLst>
                                        <p:tav tm="0">
                                          <p:val>
                                            <p:strVal val="0-#ppt_w/2"/>
                                          </p:val>
                                        </p:tav>
                                        <p:tav tm="100000">
                                          <p:val>
                                            <p:strVal val="#ppt_x"/>
                                          </p:val>
                                        </p:tav>
                                      </p:tavLst>
                                    </p:anim>
                                    <p:anim calcmode="lin" valueType="num">
                                      <p:cBhvr additive="base">
                                        <p:cTn id="8" dur="500" fill="hold"/>
                                        <p:tgtEl>
                                          <p:spTgt spid="849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381000" y="1371600"/>
            <a:ext cx="8458200" cy="469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3200" b="1">
                <a:solidFill>
                  <a:srgbClr val="000000"/>
                </a:solidFill>
                <a:latin typeface="Times New Roman" pitchFamily="18" charset="0"/>
              </a:rPr>
              <a:t>Stability of the Euler method solving the diffusion equation may be analyzed in a similar way to that for ordinary differential equations. We start by asking the question “does the Euler method converge as t–&gt;infinity?” The exact solution will have u –&gt; 0 and the numerical solution must also do this if it is to be stable.</a:t>
            </a:r>
            <a:endParaRPr kumimoji="1" lang="en-US" altLang="zh-CN" sz="3200" b="1">
              <a:latin typeface="Times New Roman" pitchFamily="18" charset="0"/>
            </a:endParaRPr>
          </a:p>
        </p:txBody>
      </p:sp>
      <p:sp>
        <p:nvSpPr>
          <p:cNvPr id="86019" name="Text Box 3"/>
          <p:cNvSpPr txBox="1">
            <a:spLocks noChangeArrowheads="1"/>
          </p:cNvSpPr>
          <p:nvPr/>
        </p:nvSpPr>
        <p:spPr bwMode="auto">
          <a:xfrm>
            <a:off x="762000" y="317500"/>
            <a:ext cx="1751013"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5000"/>
              </a:lnSpc>
            </a:pPr>
            <a:r>
              <a:rPr kumimoji="1" lang="en-US" altLang="zh-CN" sz="3200" b="1">
                <a:solidFill>
                  <a:srgbClr val="000000"/>
                </a:solidFill>
                <a:latin typeface="Times New Roman" pitchFamily="18" charset="0"/>
              </a:rPr>
              <a:t>Stability</a:t>
            </a:r>
            <a:r>
              <a:rPr kumimoji="1" lang="en-US" altLang="zh-CN" sz="3200" b="1">
                <a:latin typeface="Times New Roman" pitchFamily="18" charset="0"/>
              </a:rPr>
              <a:t>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0-#ppt_w/2"/>
                                          </p:val>
                                        </p:tav>
                                        <p:tav tm="100000">
                                          <p:val>
                                            <p:strVal val="#ppt_x"/>
                                          </p:val>
                                        </p:tav>
                                      </p:tavLst>
                                    </p:anim>
                                    <p:anim calcmode="lin" valueType="num">
                                      <p:cBhvr additive="base">
                                        <p:cTn id="8" dur="500" fill="hold"/>
                                        <p:tgtEl>
                                          <p:spTgt spid="870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2"/>
          <p:cNvGraphicFramePr>
            <a:graphicFrameLocks noChangeAspect="1"/>
          </p:cNvGraphicFramePr>
          <p:nvPr>
            <p:extLst>
              <p:ext uri="{D42A27DB-BD31-4B8C-83A1-F6EECF244321}">
                <p14:modId xmlns:p14="http://schemas.microsoft.com/office/powerpoint/2010/main" val="3052637945"/>
              </p:ext>
            </p:extLst>
          </p:nvPr>
        </p:nvGraphicFramePr>
        <p:xfrm>
          <a:off x="323528" y="404540"/>
          <a:ext cx="2665412" cy="749300"/>
        </p:xfrm>
        <a:graphic>
          <a:graphicData uri="http://schemas.openxmlformats.org/presentationml/2006/ole">
            <mc:AlternateContent xmlns:mc="http://schemas.openxmlformats.org/markup-compatibility/2006">
              <mc:Choice xmlns:v="urn:schemas-microsoft-com:vml" Requires="v">
                <p:oleObj spid="_x0000_s87217" name="Equation" r:id="rId3" imgW="838200" imgH="241300" progId="Equation.3">
                  <p:embed/>
                </p:oleObj>
              </mc:Choice>
              <mc:Fallback>
                <p:oleObj name="Equation" r:id="rId3" imgW="838200" imgH="24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404540"/>
                        <a:ext cx="2665412"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67" name="Object 3"/>
          <p:cNvGraphicFramePr>
            <a:graphicFrameLocks noChangeAspect="1"/>
          </p:cNvGraphicFramePr>
          <p:nvPr/>
        </p:nvGraphicFramePr>
        <p:xfrm>
          <a:off x="395288" y="3644900"/>
          <a:ext cx="5976937" cy="687388"/>
        </p:xfrm>
        <a:graphic>
          <a:graphicData uri="http://schemas.openxmlformats.org/presentationml/2006/ole">
            <mc:AlternateContent xmlns:mc="http://schemas.openxmlformats.org/markup-compatibility/2006">
              <mc:Choice xmlns:v="urn:schemas-microsoft-com:vml" Requires="v">
                <p:oleObj spid="_x0000_s87218" name="Equation" r:id="rId5" imgW="2044700" imgH="241300" progId="Equation.3">
                  <p:embed/>
                </p:oleObj>
              </mc:Choice>
              <mc:Fallback>
                <p:oleObj name="Equation" r:id="rId5" imgW="20447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3644900"/>
                        <a:ext cx="5976937"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68" name="Object 4"/>
          <p:cNvGraphicFramePr>
            <a:graphicFrameLocks noChangeAspect="1"/>
          </p:cNvGraphicFramePr>
          <p:nvPr/>
        </p:nvGraphicFramePr>
        <p:xfrm>
          <a:off x="323850" y="4652963"/>
          <a:ext cx="8388350" cy="587375"/>
        </p:xfrm>
        <a:graphic>
          <a:graphicData uri="http://schemas.openxmlformats.org/presentationml/2006/ole">
            <mc:AlternateContent xmlns:mc="http://schemas.openxmlformats.org/markup-compatibility/2006">
              <mc:Choice xmlns:v="urn:schemas-microsoft-com:vml" Requires="v">
                <p:oleObj spid="_x0000_s87219" name="Equation" r:id="rId7" imgW="2832100" imgH="203200" progId="Equation.3">
                  <p:embed/>
                </p:oleObj>
              </mc:Choice>
              <mc:Fallback>
                <p:oleObj name="Equation" r:id="rId7" imgW="2832100" imgH="203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4652963"/>
                        <a:ext cx="83883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69" name="Object 5"/>
          <p:cNvGraphicFramePr>
            <a:graphicFrameLocks noChangeAspect="1"/>
          </p:cNvGraphicFramePr>
          <p:nvPr>
            <p:extLst>
              <p:ext uri="{D42A27DB-BD31-4B8C-83A1-F6EECF244321}">
                <p14:modId xmlns:p14="http://schemas.microsoft.com/office/powerpoint/2010/main" val="2544817890"/>
              </p:ext>
            </p:extLst>
          </p:nvPr>
        </p:nvGraphicFramePr>
        <p:xfrm>
          <a:off x="539750" y="1916832"/>
          <a:ext cx="6624638" cy="722312"/>
        </p:xfrm>
        <a:graphic>
          <a:graphicData uri="http://schemas.openxmlformats.org/presentationml/2006/ole">
            <mc:AlternateContent xmlns:mc="http://schemas.openxmlformats.org/markup-compatibility/2006">
              <mc:Choice xmlns:v="urn:schemas-microsoft-com:vml" Requires="v">
                <p:oleObj spid="_x0000_s87220" name="公式" r:id="rId9" imgW="2159000" imgH="241300" progId="Equation.3">
                  <p:embed/>
                </p:oleObj>
              </mc:Choice>
              <mc:Fallback>
                <p:oleObj name="公式" r:id="rId9" imgW="2159000" imgH="241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750" y="1916832"/>
                        <a:ext cx="6624638"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70" name="Object 6"/>
          <p:cNvGraphicFramePr>
            <a:graphicFrameLocks noChangeAspect="1"/>
          </p:cNvGraphicFramePr>
          <p:nvPr>
            <p:extLst>
              <p:ext uri="{D42A27DB-BD31-4B8C-83A1-F6EECF244321}">
                <p14:modId xmlns:p14="http://schemas.microsoft.com/office/powerpoint/2010/main" val="1446095796"/>
              </p:ext>
            </p:extLst>
          </p:nvPr>
        </p:nvGraphicFramePr>
        <p:xfrm>
          <a:off x="4355778" y="188640"/>
          <a:ext cx="2273300" cy="1190625"/>
        </p:xfrm>
        <a:graphic>
          <a:graphicData uri="http://schemas.openxmlformats.org/presentationml/2006/ole">
            <mc:AlternateContent xmlns:mc="http://schemas.openxmlformats.org/markup-compatibility/2006">
              <mc:Choice xmlns:v="urn:schemas-microsoft-com:vml" Requires="v">
                <p:oleObj spid="_x0000_s87221" name="公式" r:id="rId11" imgW="622030" imgH="418918" progId="Equation.3">
                  <p:embed/>
                </p:oleObj>
              </mc:Choice>
              <mc:Fallback>
                <p:oleObj name="公式" r:id="rId11" imgW="622030" imgH="418918"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5778" y="188640"/>
                        <a:ext cx="22733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71" name="Object 7"/>
          <p:cNvGraphicFramePr>
            <a:graphicFrameLocks noChangeAspect="1"/>
          </p:cNvGraphicFramePr>
          <p:nvPr>
            <p:extLst>
              <p:ext uri="{D42A27DB-BD31-4B8C-83A1-F6EECF244321}">
                <p14:modId xmlns:p14="http://schemas.microsoft.com/office/powerpoint/2010/main" val="2209891404"/>
              </p:ext>
            </p:extLst>
          </p:nvPr>
        </p:nvGraphicFramePr>
        <p:xfrm>
          <a:off x="6659563" y="2566119"/>
          <a:ext cx="1800225" cy="1042988"/>
        </p:xfrm>
        <a:graphic>
          <a:graphicData uri="http://schemas.openxmlformats.org/presentationml/2006/ole">
            <mc:AlternateContent xmlns:mc="http://schemas.openxmlformats.org/markup-compatibility/2006">
              <mc:Choice xmlns:v="urn:schemas-microsoft-com:vml" Requires="v">
                <p:oleObj spid="_x0000_s87222" name="公式" r:id="rId13" imgW="520474" imgH="393529" progId="Equation.3">
                  <p:embed/>
                </p:oleObj>
              </mc:Choice>
              <mc:Fallback>
                <p:oleObj name="公式" r:id="rId13" imgW="520474" imgH="393529"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59563" y="2566119"/>
                        <a:ext cx="1800225"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072" name="Text Box 8"/>
          <p:cNvSpPr txBox="1">
            <a:spLocks noChangeArrowheads="1"/>
          </p:cNvSpPr>
          <p:nvPr/>
        </p:nvSpPr>
        <p:spPr bwMode="auto">
          <a:xfrm>
            <a:off x="395288" y="5734050"/>
            <a:ext cx="7704137"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Sin[</a:t>
            </a:r>
            <a:r>
              <a:rPr kumimoji="1" lang="en-US" altLang="zh-CN" sz="3200" b="1">
                <a:solidFill>
                  <a:srgbClr val="000000"/>
                </a:solidFill>
                <a:latin typeface="Times New Roman" pitchFamily="18" charset="0"/>
                <a:sym typeface="Symbol" pitchFamily="18" charset="2"/>
              </a:rPr>
              <a:t>(i</a:t>
            </a:r>
            <a:r>
              <a:rPr kumimoji="1" lang="en-US" altLang="zh-CN" sz="3200" b="1">
                <a:solidFill>
                  <a:srgbClr val="000000"/>
                </a:solidFill>
                <a:latin typeface="Times New Roman" pitchFamily="18" charset="0"/>
              </a:rPr>
              <a:t>+1)]=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 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sin(</a:t>
            </a:r>
            <a:r>
              <a:rPr kumimoji="1" lang="en-US" altLang="zh-CN" sz="3200" b="1">
                <a:solidFill>
                  <a:srgbClr val="000000"/>
                </a:solidFill>
                <a:latin typeface="Times New Roman" pitchFamily="18" charset="0"/>
                <a:sym typeface="Symbol" pitchFamily="18" charset="2"/>
              </a:rPr>
              <a:t>)</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8070"/>
                                        </p:tgtEl>
                                        <p:attrNameLst>
                                          <p:attrName>style.visibility</p:attrName>
                                        </p:attrNameLst>
                                      </p:cBhvr>
                                      <p:to>
                                        <p:strVal val="visible"/>
                                      </p:to>
                                    </p:set>
                                    <p:anim calcmode="lin" valueType="num">
                                      <p:cBhvr additive="base">
                                        <p:cTn id="7" dur="500" fill="hold"/>
                                        <p:tgtEl>
                                          <p:spTgt spid="88070"/>
                                        </p:tgtEl>
                                        <p:attrNameLst>
                                          <p:attrName>ppt_x</p:attrName>
                                        </p:attrNameLst>
                                      </p:cBhvr>
                                      <p:tavLst>
                                        <p:tav tm="0">
                                          <p:val>
                                            <p:strVal val="0-#ppt_w/2"/>
                                          </p:val>
                                        </p:tav>
                                        <p:tav tm="100000">
                                          <p:val>
                                            <p:strVal val="#ppt_x"/>
                                          </p:val>
                                        </p:tav>
                                      </p:tavLst>
                                    </p:anim>
                                    <p:anim calcmode="lin" valueType="num">
                                      <p:cBhvr additive="base">
                                        <p:cTn id="8" dur="500" fill="hold"/>
                                        <p:tgtEl>
                                          <p:spTgt spid="880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8069"/>
                                        </p:tgtEl>
                                        <p:attrNameLst>
                                          <p:attrName>style.visibility</p:attrName>
                                        </p:attrNameLst>
                                      </p:cBhvr>
                                      <p:to>
                                        <p:strVal val="visible"/>
                                      </p:to>
                                    </p:set>
                                    <p:anim calcmode="lin" valueType="num">
                                      <p:cBhvr additive="base">
                                        <p:cTn id="13" dur="500" fill="hold"/>
                                        <p:tgtEl>
                                          <p:spTgt spid="88069"/>
                                        </p:tgtEl>
                                        <p:attrNameLst>
                                          <p:attrName>ppt_x</p:attrName>
                                        </p:attrNameLst>
                                      </p:cBhvr>
                                      <p:tavLst>
                                        <p:tav tm="0">
                                          <p:val>
                                            <p:strVal val="0-#ppt_w/2"/>
                                          </p:val>
                                        </p:tav>
                                        <p:tav tm="100000">
                                          <p:val>
                                            <p:strVal val="#ppt_x"/>
                                          </p:val>
                                        </p:tav>
                                      </p:tavLst>
                                    </p:anim>
                                    <p:anim calcmode="lin" valueType="num">
                                      <p:cBhvr additive="base">
                                        <p:cTn id="14" dur="500" fill="hold"/>
                                        <p:tgtEl>
                                          <p:spTgt spid="8806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8071"/>
                                        </p:tgtEl>
                                        <p:attrNameLst>
                                          <p:attrName>style.visibility</p:attrName>
                                        </p:attrNameLst>
                                      </p:cBhvr>
                                      <p:to>
                                        <p:strVal val="visible"/>
                                      </p:to>
                                    </p:set>
                                    <p:anim calcmode="lin" valueType="num">
                                      <p:cBhvr additive="base">
                                        <p:cTn id="19" dur="500" fill="hold"/>
                                        <p:tgtEl>
                                          <p:spTgt spid="88071"/>
                                        </p:tgtEl>
                                        <p:attrNameLst>
                                          <p:attrName>ppt_x</p:attrName>
                                        </p:attrNameLst>
                                      </p:cBhvr>
                                      <p:tavLst>
                                        <p:tav tm="0">
                                          <p:val>
                                            <p:strVal val="0-#ppt_w/2"/>
                                          </p:val>
                                        </p:tav>
                                        <p:tav tm="100000">
                                          <p:val>
                                            <p:strVal val="#ppt_x"/>
                                          </p:val>
                                        </p:tav>
                                      </p:tavLst>
                                    </p:anim>
                                    <p:anim calcmode="lin" valueType="num">
                                      <p:cBhvr additive="base">
                                        <p:cTn id="20" dur="500" fill="hold"/>
                                        <p:tgtEl>
                                          <p:spTgt spid="880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8067"/>
                                        </p:tgtEl>
                                        <p:attrNameLst>
                                          <p:attrName>style.visibility</p:attrName>
                                        </p:attrNameLst>
                                      </p:cBhvr>
                                      <p:to>
                                        <p:strVal val="visible"/>
                                      </p:to>
                                    </p:set>
                                    <p:anim calcmode="lin" valueType="num">
                                      <p:cBhvr additive="base">
                                        <p:cTn id="25" dur="500" fill="hold"/>
                                        <p:tgtEl>
                                          <p:spTgt spid="88067"/>
                                        </p:tgtEl>
                                        <p:attrNameLst>
                                          <p:attrName>ppt_x</p:attrName>
                                        </p:attrNameLst>
                                      </p:cBhvr>
                                      <p:tavLst>
                                        <p:tav tm="0">
                                          <p:val>
                                            <p:strVal val="0-#ppt_w/2"/>
                                          </p:val>
                                        </p:tav>
                                        <p:tav tm="100000">
                                          <p:val>
                                            <p:strVal val="#ppt_x"/>
                                          </p:val>
                                        </p:tav>
                                      </p:tavLst>
                                    </p:anim>
                                    <p:anim calcmode="lin" valueType="num">
                                      <p:cBhvr additive="base">
                                        <p:cTn id="26" dur="500" fill="hold"/>
                                        <p:tgtEl>
                                          <p:spTgt spid="8806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88068"/>
                                        </p:tgtEl>
                                        <p:attrNameLst>
                                          <p:attrName>style.visibility</p:attrName>
                                        </p:attrNameLst>
                                      </p:cBhvr>
                                      <p:to>
                                        <p:strVal val="visible"/>
                                      </p:to>
                                    </p:set>
                                    <p:anim calcmode="lin" valueType="num">
                                      <p:cBhvr additive="base">
                                        <p:cTn id="31" dur="500" fill="hold"/>
                                        <p:tgtEl>
                                          <p:spTgt spid="88068"/>
                                        </p:tgtEl>
                                        <p:attrNameLst>
                                          <p:attrName>ppt_x</p:attrName>
                                        </p:attrNameLst>
                                      </p:cBhvr>
                                      <p:tavLst>
                                        <p:tav tm="0">
                                          <p:val>
                                            <p:strVal val="0-#ppt_w/2"/>
                                          </p:val>
                                        </p:tav>
                                        <p:tav tm="100000">
                                          <p:val>
                                            <p:strVal val="#ppt_x"/>
                                          </p:val>
                                        </p:tav>
                                      </p:tavLst>
                                    </p:anim>
                                    <p:anim calcmode="lin" valueType="num">
                                      <p:cBhvr additive="base">
                                        <p:cTn id="32" dur="500" fill="hold"/>
                                        <p:tgtEl>
                                          <p:spTgt spid="8806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8072"/>
                                        </p:tgtEl>
                                        <p:attrNameLst>
                                          <p:attrName>style.visibility</p:attrName>
                                        </p:attrNameLst>
                                      </p:cBhvr>
                                      <p:to>
                                        <p:strVal val="visible"/>
                                      </p:to>
                                    </p:set>
                                    <p:anim calcmode="lin" valueType="num">
                                      <p:cBhvr additive="base">
                                        <p:cTn id="37" dur="500" fill="hold"/>
                                        <p:tgtEl>
                                          <p:spTgt spid="88072"/>
                                        </p:tgtEl>
                                        <p:attrNameLst>
                                          <p:attrName>ppt_x</p:attrName>
                                        </p:attrNameLst>
                                      </p:cBhvr>
                                      <p:tavLst>
                                        <p:tav tm="0">
                                          <p:val>
                                            <p:strVal val="0-#ppt_w/2"/>
                                          </p:val>
                                        </p:tav>
                                        <p:tav tm="100000">
                                          <p:val>
                                            <p:strVal val="#ppt_x"/>
                                          </p:val>
                                        </p:tav>
                                      </p:tavLst>
                                    </p:anim>
                                    <p:anim calcmode="lin" valueType="num">
                                      <p:cBhvr additive="base">
                                        <p:cTn id="38" dur="500" fill="hold"/>
                                        <p:tgtEl>
                                          <p:spTgt spid="880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323850" y="2636838"/>
            <a:ext cx="83058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(1)</a:t>
            </a:r>
            <a:r>
              <a:rPr kumimoji="1" lang="en-US" altLang="zh-CN" sz="3200" b="1" baseline="-30000">
                <a:solidFill>
                  <a:srgbClr val="000000"/>
                </a:solidFill>
                <a:latin typeface="Times New Roman" pitchFamily="18" charset="0"/>
              </a:rPr>
              <a:t>i</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 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-2s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 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a:t>
            </a:r>
          </a:p>
        </p:txBody>
      </p:sp>
      <p:graphicFrame>
        <p:nvGraphicFramePr>
          <p:cNvPr id="88067" name="Object 3"/>
          <p:cNvGraphicFramePr>
            <a:graphicFrameLocks noChangeAspect="1"/>
          </p:cNvGraphicFramePr>
          <p:nvPr/>
        </p:nvGraphicFramePr>
        <p:xfrm>
          <a:off x="468313" y="188913"/>
          <a:ext cx="5688012" cy="654050"/>
        </p:xfrm>
        <a:graphic>
          <a:graphicData uri="http://schemas.openxmlformats.org/presentationml/2006/ole">
            <mc:AlternateContent xmlns:mc="http://schemas.openxmlformats.org/markup-compatibility/2006">
              <mc:Choice xmlns:v="urn:schemas-microsoft-com:vml" Requires="v">
                <p:oleObj spid="_x0000_s88168" name="Equation" r:id="rId3" imgW="2044700" imgH="241300" progId="Equation.3">
                  <p:embed/>
                </p:oleObj>
              </mc:Choice>
              <mc:Fallback>
                <p:oleObj name="Equation" r:id="rId3" imgW="2044700"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88913"/>
                        <a:ext cx="5688012"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8068" name="Object 4"/>
          <p:cNvGraphicFramePr>
            <a:graphicFrameLocks noChangeAspect="1"/>
          </p:cNvGraphicFramePr>
          <p:nvPr/>
        </p:nvGraphicFramePr>
        <p:xfrm>
          <a:off x="862013" y="1052513"/>
          <a:ext cx="8281987" cy="579437"/>
        </p:xfrm>
        <a:graphic>
          <a:graphicData uri="http://schemas.openxmlformats.org/presentationml/2006/ole">
            <mc:AlternateContent xmlns:mc="http://schemas.openxmlformats.org/markup-compatibility/2006">
              <mc:Choice xmlns:v="urn:schemas-microsoft-com:vml" Requires="v">
                <p:oleObj spid="_x0000_s88169" name="Equation" r:id="rId5" imgW="2832100" imgH="203200" progId="Equation.3">
                  <p:embed/>
                </p:oleObj>
              </mc:Choice>
              <mc:Fallback>
                <p:oleObj name="Equation" r:id="rId5" imgW="2832100" imgH="203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013" y="1052513"/>
                        <a:ext cx="82819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3" name="Rectangle 5"/>
          <p:cNvSpPr>
            <a:spLocks noChangeArrowheads="1"/>
          </p:cNvSpPr>
          <p:nvPr/>
        </p:nvSpPr>
        <p:spPr bwMode="auto">
          <a:xfrm>
            <a:off x="381000" y="4135438"/>
            <a:ext cx="78486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a:solidFill>
                  <a:srgbClr val="000000"/>
                </a:solidFill>
                <a:latin typeface="Times New Roman" pitchFamily="18" charset="0"/>
              </a:rPr>
              <a:t>= 2sin(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-2s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a:t>
            </a:r>
          </a:p>
        </p:txBody>
      </p:sp>
      <p:sp>
        <p:nvSpPr>
          <p:cNvPr id="89094" name="Rectangle 6"/>
          <p:cNvSpPr>
            <a:spLocks noChangeArrowheads="1"/>
          </p:cNvSpPr>
          <p:nvPr/>
        </p:nvSpPr>
        <p:spPr bwMode="auto">
          <a:xfrm>
            <a:off x="304800" y="4856163"/>
            <a:ext cx="78486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a:solidFill>
                  <a:srgbClr val="000000"/>
                </a:solidFill>
                <a:latin typeface="Times New Roman" pitchFamily="18" charset="0"/>
              </a:rPr>
              <a:t>=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-2s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[ 2sin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a:t>
            </a:r>
          </a:p>
        </p:txBody>
      </p:sp>
      <p:sp>
        <p:nvSpPr>
          <p:cNvPr id="89095" name="Text Box 7"/>
          <p:cNvSpPr txBox="1">
            <a:spLocks noChangeArrowheads="1"/>
          </p:cNvSpPr>
          <p:nvPr/>
        </p:nvSpPr>
        <p:spPr bwMode="auto">
          <a:xfrm>
            <a:off x="684213" y="1773238"/>
            <a:ext cx="7991475"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Sin[</a:t>
            </a:r>
            <a:r>
              <a:rPr kumimoji="1" lang="en-US" altLang="zh-CN" sz="3200" b="1">
                <a:solidFill>
                  <a:srgbClr val="000000"/>
                </a:solidFill>
                <a:latin typeface="Times New Roman" pitchFamily="18" charset="0"/>
                <a:sym typeface="Symbol" pitchFamily="18" charset="2"/>
              </a:rPr>
              <a:t>(i</a:t>
            </a:r>
            <a:r>
              <a:rPr kumimoji="1" lang="en-US" altLang="zh-CN" sz="3200" b="1">
                <a:solidFill>
                  <a:srgbClr val="000000"/>
                </a:solidFill>
                <a:latin typeface="Times New Roman" pitchFamily="18" charset="0"/>
              </a:rPr>
              <a:t>+1)]=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 cos(</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sin(</a:t>
            </a:r>
            <a:r>
              <a:rPr kumimoji="1" lang="en-US" altLang="zh-CN" sz="3200" b="1">
                <a:solidFill>
                  <a:srgbClr val="000000"/>
                </a:solidFill>
                <a:latin typeface="Times New Roman" pitchFamily="18" charset="0"/>
                <a:sym typeface="Symbol" pitchFamily="18" charset="2"/>
              </a:rPr>
              <a:t>)</a:t>
            </a:r>
          </a:p>
        </p:txBody>
      </p:sp>
      <p:sp>
        <p:nvSpPr>
          <p:cNvPr id="89096" name="Rectangle 8"/>
          <p:cNvSpPr>
            <a:spLocks noChangeArrowheads="1"/>
          </p:cNvSpPr>
          <p:nvPr/>
        </p:nvSpPr>
        <p:spPr bwMode="auto">
          <a:xfrm>
            <a:off x="381000" y="5715000"/>
            <a:ext cx="57753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(1)</a:t>
            </a:r>
            <a:r>
              <a:rPr kumimoji="1" lang="en-US" altLang="zh-CN" sz="3200" b="1" baseline="-30000">
                <a:solidFill>
                  <a:srgbClr val="000000"/>
                </a:solidFill>
                <a:latin typeface="Times New Roman" pitchFamily="18" charset="0"/>
              </a:rPr>
              <a:t>i</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a:t>
            </a:r>
          </a:p>
        </p:txBody>
      </p:sp>
      <p:grpSp>
        <p:nvGrpSpPr>
          <p:cNvPr id="89097" name="Group 9"/>
          <p:cNvGrpSpPr>
            <a:grpSpLocks/>
          </p:cNvGrpSpPr>
          <p:nvPr/>
        </p:nvGrpSpPr>
        <p:grpSpPr bwMode="auto">
          <a:xfrm>
            <a:off x="323850" y="5734050"/>
            <a:ext cx="5688013" cy="914400"/>
            <a:chOff x="384" y="960"/>
            <a:chExt cx="1632" cy="576"/>
          </a:xfrm>
        </p:grpSpPr>
        <p:sp>
          <p:nvSpPr>
            <p:cNvPr id="88080" name="Line 10"/>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Line 11"/>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2" name="Line 12"/>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3" name="Line 13"/>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89102" name="Object 14"/>
          <p:cNvGraphicFramePr>
            <a:graphicFrameLocks noChangeAspect="1"/>
          </p:cNvGraphicFramePr>
          <p:nvPr/>
        </p:nvGraphicFramePr>
        <p:xfrm>
          <a:off x="6300788" y="5084763"/>
          <a:ext cx="2665412" cy="749300"/>
        </p:xfrm>
        <a:graphic>
          <a:graphicData uri="http://schemas.openxmlformats.org/presentationml/2006/ole">
            <mc:AlternateContent xmlns:mc="http://schemas.openxmlformats.org/markup-compatibility/2006">
              <mc:Choice xmlns:v="urn:schemas-microsoft-com:vml" Requires="v">
                <p:oleObj spid="_x0000_s88170" name="Equation" r:id="rId7" imgW="838200" imgH="241300" progId="Equation.3">
                  <p:embed/>
                </p:oleObj>
              </mc:Choice>
              <mc:Fallback>
                <p:oleObj name="Equation" r:id="rId7" imgW="838200" imgH="2413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788" y="5084763"/>
                        <a:ext cx="2665412"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9109" name="Group 21"/>
          <p:cNvGrpSpPr>
            <a:grpSpLocks/>
          </p:cNvGrpSpPr>
          <p:nvPr/>
        </p:nvGrpSpPr>
        <p:grpSpPr bwMode="auto">
          <a:xfrm>
            <a:off x="6227763" y="5013325"/>
            <a:ext cx="2843212" cy="792163"/>
            <a:chOff x="384" y="960"/>
            <a:chExt cx="1632" cy="576"/>
          </a:xfrm>
        </p:grpSpPr>
        <p:sp>
          <p:nvSpPr>
            <p:cNvPr id="88076" name="Line 22"/>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7" name="Line 23"/>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8" name="Line 24"/>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9" name="Line 25"/>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5"/>
                                        </p:tgtEl>
                                        <p:attrNameLst>
                                          <p:attrName>style.visibility</p:attrName>
                                        </p:attrNameLst>
                                      </p:cBhvr>
                                      <p:to>
                                        <p:strVal val="visible"/>
                                      </p:to>
                                    </p:set>
                                    <p:anim calcmode="lin" valueType="num">
                                      <p:cBhvr additive="base">
                                        <p:cTn id="7" dur="500" fill="hold"/>
                                        <p:tgtEl>
                                          <p:spTgt spid="89095"/>
                                        </p:tgtEl>
                                        <p:attrNameLst>
                                          <p:attrName>ppt_x</p:attrName>
                                        </p:attrNameLst>
                                      </p:cBhvr>
                                      <p:tavLst>
                                        <p:tav tm="0">
                                          <p:val>
                                            <p:strVal val="0-#ppt_w/2"/>
                                          </p:val>
                                        </p:tav>
                                        <p:tav tm="100000">
                                          <p:val>
                                            <p:strVal val="#ppt_x"/>
                                          </p:val>
                                        </p:tav>
                                      </p:tavLst>
                                    </p:anim>
                                    <p:anim calcmode="lin" valueType="num">
                                      <p:cBhvr additive="base">
                                        <p:cTn id="8" dur="500" fill="hold"/>
                                        <p:tgtEl>
                                          <p:spTgt spid="890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0"/>
                                        </p:tgtEl>
                                        <p:attrNameLst>
                                          <p:attrName>style.visibility</p:attrName>
                                        </p:attrNameLst>
                                      </p:cBhvr>
                                      <p:to>
                                        <p:strVal val="visible"/>
                                      </p:to>
                                    </p:set>
                                    <p:anim calcmode="lin" valueType="num">
                                      <p:cBhvr additive="base">
                                        <p:cTn id="13" dur="500" fill="hold"/>
                                        <p:tgtEl>
                                          <p:spTgt spid="89090"/>
                                        </p:tgtEl>
                                        <p:attrNameLst>
                                          <p:attrName>ppt_x</p:attrName>
                                        </p:attrNameLst>
                                      </p:cBhvr>
                                      <p:tavLst>
                                        <p:tav tm="0">
                                          <p:val>
                                            <p:strVal val="0-#ppt_w/2"/>
                                          </p:val>
                                        </p:tav>
                                        <p:tav tm="100000">
                                          <p:val>
                                            <p:strVal val="#ppt_x"/>
                                          </p:val>
                                        </p:tav>
                                      </p:tavLst>
                                    </p:anim>
                                    <p:anim calcmode="lin" valueType="num">
                                      <p:cBhvr additive="base">
                                        <p:cTn id="14" dur="500" fill="hold"/>
                                        <p:tgtEl>
                                          <p:spTgt spid="8909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3"/>
                                        </p:tgtEl>
                                        <p:attrNameLst>
                                          <p:attrName>style.visibility</p:attrName>
                                        </p:attrNameLst>
                                      </p:cBhvr>
                                      <p:to>
                                        <p:strVal val="visible"/>
                                      </p:to>
                                    </p:set>
                                    <p:anim calcmode="lin" valueType="num">
                                      <p:cBhvr additive="base">
                                        <p:cTn id="19" dur="500" fill="hold"/>
                                        <p:tgtEl>
                                          <p:spTgt spid="89093"/>
                                        </p:tgtEl>
                                        <p:attrNameLst>
                                          <p:attrName>ppt_x</p:attrName>
                                        </p:attrNameLst>
                                      </p:cBhvr>
                                      <p:tavLst>
                                        <p:tav tm="0">
                                          <p:val>
                                            <p:strVal val="0-#ppt_w/2"/>
                                          </p:val>
                                        </p:tav>
                                        <p:tav tm="100000">
                                          <p:val>
                                            <p:strVal val="#ppt_x"/>
                                          </p:val>
                                        </p:tav>
                                      </p:tavLst>
                                    </p:anim>
                                    <p:anim calcmode="lin" valueType="num">
                                      <p:cBhvr additive="base">
                                        <p:cTn id="20" dur="500" fill="hold"/>
                                        <p:tgtEl>
                                          <p:spTgt spid="890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9094"/>
                                        </p:tgtEl>
                                        <p:attrNameLst>
                                          <p:attrName>style.visibility</p:attrName>
                                        </p:attrNameLst>
                                      </p:cBhvr>
                                      <p:to>
                                        <p:strVal val="visible"/>
                                      </p:to>
                                    </p:set>
                                    <p:anim calcmode="lin" valueType="num">
                                      <p:cBhvr additive="base">
                                        <p:cTn id="25" dur="500" fill="hold"/>
                                        <p:tgtEl>
                                          <p:spTgt spid="89094"/>
                                        </p:tgtEl>
                                        <p:attrNameLst>
                                          <p:attrName>ppt_x</p:attrName>
                                        </p:attrNameLst>
                                      </p:cBhvr>
                                      <p:tavLst>
                                        <p:tav tm="0">
                                          <p:val>
                                            <p:strVal val="0-#ppt_w/2"/>
                                          </p:val>
                                        </p:tav>
                                        <p:tav tm="100000">
                                          <p:val>
                                            <p:strVal val="#ppt_x"/>
                                          </p:val>
                                        </p:tav>
                                      </p:tavLst>
                                    </p:anim>
                                    <p:anim calcmode="lin" valueType="num">
                                      <p:cBhvr additive="base">
                                        <p:cTn id="26" dur="500" fill="hold"/>
                                        <p:tgtEl>
                                          <p:spTgt spid="8909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9096"/>
                                        </p:tgtEl>
                                        <p:attrNameLst>
                                          <p:attrName>style.visibility</p:attrName>
                                        </p:attrNameLst>
                                      </p:cBhvr>
                                      <p:to>
                                        <p:strVal val="visible"/>
                                      </p:to>
                                    </p:set>
                                    <p:anim calcmode="lin" valueType="num">
                                      <p:cBhvr additive="base">
                                        <p:cTn id="31" dur="500" fill="hold"/>
                                        <p:tgtEl>
                                          <p:spTgt spid="89096"/>
                                        </p:tgtEl>
                                        <p:attrNameLst>
                                          <p:attrName>ppt_x</p:attrName>
                                        </p:attrNameLst>
                                      </p:cBhvr>
                                      <p:tavLst>
                                        <p:tav tm="0">
                                          <p:val>
                                            <p:strVal val="0-#ppt_w/2"/>
                                          </p:val>
                                        </p:tav>
                                        <p:tav tm="100000">
                                          <p:val>
                                            <p:strVal val="#ppt_x"/>
                                          </p:val>
                                        </p:tav>
                                      </p:tavLst>
                                    </p:anim>
                                    <p:anim calcmode="lin" valueType="num">
                                      <p:cBhvr additive="base">
                                        <p:cTn id="32" dur="500" fill="hold"/>
                                        <p:tgtEl>
                                          <p:spTgt spid="89096"/>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2" presetClass="entr" presetSubtype="8" fill="hold" nodeType="afterEffect">
                                  <p:stCondLst>
                                    <p:cond delay="0"/>
                                  </p:stCondLst>
                                  <p:childTnLst>
                                    <p:set>
                                      <p:cBhvr>
                                        <p:cTn id="35" dur="1" fill="hold">
                                          <p:stCondLst>
                                            <p:cond delay="0"/>
                                          </p:stCondLst>
                                        </p:cTn>
                                        <p:tgtEl>
                                          <p:spTgt spid="89097"/>
                                        </p:tgtEl>
                                        <p:attrNameLst>
                                          <p:attrName>style.visibility</p:attrName>
                                        </p:attrNameLst>
                                      </p:cBhvr>
                                      <p:to>
                                        <p:strVal val="visible"/>
                                      </p:to>
                                    </p:set>
                                    <p:anim calcmode="lin" valueType="num">
                                      <p:cBhvr additive="base">
                                        <p:cTn id="36" dur="500" fill="hold"/>
                                        <p:tgtEl>
                                          <p:spTgt spid="89097"/>
                                        </p:tgtEl>
                                        <p:attrNameLst>
                                          <p:attrName>ppt_x</p:attrName>
                                        </p:attrNameLst>
                                      </p:cBhvr>
                                      <p:tavLst>
                                        <p:tav tm="0">
                                          <p:val>
                                            <p:strVal val="0-#ppt_w/2"/>
                                          </p:val>
                                        </p:tav>
                                        <p:tav tm="100000">
                                          <p:val>
                                            <p:strVal val="#ppt_x"/>
                                          </p:val>
                                        </p:tav>
                                      </p:tavLst>
                                    </p:anim>
                                    <p:anim calcmode="lin" valueType="num">
                                      <p:cBhvr additive="base">
                                        <p:cTn id="37" dur="500" fill="hold"/>
                                        <p:tgtEl>
                                          <p:spTgt spid="89097"/>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89102"/>
                                        </p:tgtEl>
                                        <p:attrNameLst>
                                          <p:attrName>style.visibility</p:attrName>
                                        </p:attrNameLst>
                                      </p:cBhvr>
                                      <p:to>
                                        <p:strVal val="visible"/>
                                      </p:to>
                                    </p:set>
                                    <p:anim calcmode="lin" valueType="num">
                                      <p:cBhvr additive="base">
                                        <p:cTn id="42" dur="500" fill="hold"/>
                                        <p:tgtEl>
                                          <p:spTgt spid="89102"/>
                                        </p:tgtEl>
                                        <p:attrNameLst>
                                          <p:attrName>ppt_x</p:attrName>
                                        </p:attrNameLst>
                                      </p:cBhvr>
                                      <p:tavLst>
                                        <p:tav tm="0">
                                          <p:val>
                                            <p:strVal val="#ppt_x"/>
                                          </p:val>
                                        </p:tav>
                                        <p:tav tm="100000">
                                          <p:val>
                                            <p:strVal val="#ppt_x"/>
                                          </p:val>
                                        </p:tav>
                                      </p:tavLst>
                                    </p:anim>
                                    <p:anim calcmode="lin" valueType="num">
                                      <p:cBhvr additive="base">
                                        <p:cTn id="43" dur="500" fill="hold"/>
                                        <p:tgtEl>
                                          <p:spTgt spid="89102"/>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500"/>
                            </p:stCondLst>
                            <p:childTnLst>
                              <p:par>
                                <p:cTn id="45" presetID="2" presetClass="entr" presetSubtype="8" fill="hold" nodeType="afterEffect">
                                  <p:stCondLst>
                                    <p:cond delay="0"/>
                                  </p:stCondLst>
                                  <p:childTnLst>
                                    <p:set>
                                      <p:cBhvr>
                                        <p:cTn id="46" dur="1" fill="hold">
                                          <p:stCondLst>
                                            <p:cond delay="0"/>
                                          </p:stCondLst>
                                        </p:cTn>
                                        <p:tgtEl>
                                          <p:spTgt spid="89109"/>
                                        </p:tgtEl>
                                        <p:attrNameLst>
                                          <p:attrName>style.visibility</p:attrName>
                                        </p:attrNameLst>
                                      </p:cBhvr>
                                      <p:to>
                                        <p:strVal val="visible"/>
                                      </p:to>
                                    </p:set>
                                    <p:anim calcmode="lin" valueType="num">
                                      <p:cBhvr additive="base">
                                        <p:cTn id="47" dur="500" fill="hold"/>
                                        <p:tgtEl>
                                          <p:spTgt spid="89109"/>
                                        </p:tgtEl>
                                        <p:attrNameLst>
                                          <p:attrName>ppt_x</p:attrName>
                                        </p:attrNameLst>
                                      </p:cBhvr>
                                      <p:tavLst>
                                        <p:tav tm="0">
                                          <p:val>
                                            <p:strVal val="0-#ppt_w/2"/>
                                          </p:val>
                                        </p:tav>
                                        <p:tav tm="100000">
                                          <p:val>
                                            <p:strVal val="#ppt_x"/>
                                          </p:val>
                                        </p:tav>
                                      </p:tavLst>
                                    </p:anim>
                                    <p:anim calcmode="lin" valueType="num">
                                      <p:cBhvr additive="base">
                                        <p:cTn id="48" dur="500" fill="hold"/>
                                        <p:tgtEl>
                                          <p:spTgt spid="89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3" grpId="0" autoUpdateAnimBg="0"/>
      <p:bldP spid="89094" grpId="0" autoUpdateAnimBg="0"/>
      <p:bldP spid="89095" grpId="0" autoUpdateAnimBg="0"/>
      <p:bldP spid="89096"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4" name="Object 2"/>
          <p:cNvGraphicFramePr>
            <a:graphicFrameLocks noChangeAspect="1"/>
          </p:cNvGraphicFramePr>
          <p:nvPr/>
        </p:nvGraphicFramePr>
        <p:xfrm>
          <a:off x="1835150" y="4868863"/>
          <a:ext cx="2089150" cy="1211262"/>
        </p:xfrm>
        <a:graphic>
          <a:graphicData uri="http://schemas.openxmlformats.org/presentationml/2006/ole">
            <mc:AlternateContent xmlns:mc="http://schemas.openxmlformats.org/markup-compatibility/2006">
              <mc:Choice xmlns:v="urn:schemas-microsoft-com:vml" Requires="v">
                <p:oleObj spid="_x0000_s89161" name="公式" r:id="rId3" imgW="520474" imgH="393529" progId="Equation.3">
                  <p:embed/>
                </p:oleObj>
              </mc:Choice>
              <mc:Fallback>
                <p:oleObj name="公式" r:id="rId3" imgW="520474" imgH="393529"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4868863"/>
                        <a:ext cx="2089150"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1" name="Rectangle 3"/>
          <p:cNvSpPr>
            <a:spLocks noChangeArrowheads="1"/>
          </p:cNvSpPr>
          <p:nvPr/>
        </p:nvSpPr>
        <p:spPr bwMode="auto">
          <a:xfrm>
            <a:off x="457200" y="1381125"/>
            <a:ext cx="598646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(1)</a:t>
            </a:r>
            <a:r>
              <a:rPr kumimoji="1" lang="en-US" altLang="zh-CN" sz="3200" b="1" baseline="-30000">
                <a:solidFill>
                  <a:srgbClr val="000000"/>
                </a:solidFill>
                <a:latin typeface="Times New Roman" pitchFamily="18" charset="0"/>
              </a:rPr>
              <a:t>i</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a:t>
            </a:r>
          </a:p>
        </p:txBody>
      </p:sp>
      <p:sp>
        <p:nvSpPr>
          <p:cNvPr id="90116" name="Text Box 4"/>
          <p:cNvSpPr txBox="1">
            <a:spLocks noChangeArrowheads="1"/>
          </p:cNvSpPr>
          <p:nvPr/>
        </p:nvSpPr>
        <p:spPr bwMode="auto">
          <a:xfrm>
            <a:off x="395288" y="2505075"/>
            <a:ext cx="685165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(n)</a:t>
            </a:r>
            <a:r>
              <a:rPr kumimoji="1" lang="en-US" altLang="zh-CN" sz="3200" b="1" baseline="-30000">
                <a:solidFill>
                  <a:srgbClr val="000000"/>
                </a:solidFill>
                <a:latin typeface="Times New Roman" pitchFamily="18" charset="0"/>
              </a:rPr>
              <a:t>i</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a:t>
            </a:r>
            <a:r>
              <a:rPr kumimoji="1" lang="en-US" altLang="zh-CN" sz="3200" b="1" baseline="30000">
                <a:solidFill>
                  <a:srgbClr val="000000"/>
                </a:solidFill>
                <a:latin typeface="Times New Roman" pitchFamily="18" charset="0"/>
              </a:rPr>
              <a:t>n</a:t>
            </a:r>
            <a:r>
              <a:rPr kumimoji="1" lang="en-US" altLang="zh-CN" sz="3200" b="1">
                <a:solidFill>
                  <a:srgbClr val="000000"/>
                </a:solidFill>
                <a:latin typeface="Times New Roman" pitchFamily="18" charset="0"/>
              </a:rPr>
              <a:t> </a:t>
            </a:r>
          </a:p>
        </p:txBody>
      </p:sp>
      <p:sp>
        <p:nvSpPr>
          <p:cNvPr id="90117" name="Text Box 5"/>
          <p:cNvSpPr txBox="1">
            <a:spLocks noChangeArrowheads="1"/>
          </p:cNvSpPr>
          <p:nvPr/>
        </p:nvSpPr>
        <p:spPr bwMode="auto">
          <a:xfrm>
            <a:off x="395288" y="3579813"/>
            <a:ext cx="793115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which then requires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&lt; 1</a:t>
            </a:r>
          </a:p>
        </p:txBody>
      </p:sp>
      <p:grpSp>
        <p:nvGrpSpPr>
          <p:cNvPr id="90118" name="Group 6"/>
          <p:cNvGrpSpPr>
            <a:grpSpLocks/>
          </p:cNvGrpSpPr>
          <p:nvPr/>
        </p:nvGrpSpPr>
        <p:grpSpPr bwMode="auto">
          <a:xfrm>
            <a:off x="323850" y="2454275"/>
            <a:ext cx="5905500" cy="914400"/>
            <a:chOff x="384" y="960"/>
            <a:chExt cx="1632" cy="576"/>
          </a:xfrm>
        </p:grpSpPr>
        <p:sp>
          <p:nvSpPr>
            <p:cNvPr id="89101" name="Line 7"/>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02" name="Line 8"/>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03" name="Line 9"/>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04" name="Line 10"/>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89095" name="Object 11"/>
          <p:cNvGraphicFramePr>
            <a:graphicFrameLocks noChangeAspect="1"/>
          </p:cNvGraphicFramePr>
          <p:nvPr/>
        </p:nvGraphicFramePr>
        <p:xfrm>
          <a:off x="2052638" y="476250"/>
          <a:ext cx="2665412" cy="749300"/>
        </p:xfrm>
        <a:graphic>
          <a:graphicData uri="http://schemas.openxmlformats.org/presentationml/2006/ole">
            <mc:AlternateContent xmlns:mc="http://schemas.openxmlformats.org/markup-compatibility/2006">
              <mc:Choice xmlns:v="urn:schemas-microsoft-com:vml" Requires="v">
                <p:oleObj spid="_x0000_s89162" name="Equation" r:id="rId5" imgW="838200" imgH="241300" progId="Equation.3">
                  <p:embed/>
                </p:oleObj>
              </mc:Choice>
              <mc:Fallback>
                <p:oleObj name="Equation" r:id="rId5" imgW="838200" imgH="2413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638" y="476250"/>
                        <a:ext cx="2665412"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9096" name="Group 12"/>
          <p:cNvGrpSpPr>
            <a:grpSpLocks/>
          </p:cNvGrpSpPr>
          <p:nvPr/>
        </p:nvGrpSpPr>
        <p:grpSpPr bwMode="auto">
          <a:xfrm>
            <a:off x="1979613" y="404813"/>
            <a:ext cx="2843212" cy="792162"/>
            <a:chOff x="384" y="960"/>
            <a:chExt cx="1632" cy="576"/>
          </a:xfrm>
        </p:grpSpPr>
        <p:sp>
          <p:nvSpPr>
            <p:cNvPr id="89097" name="Line 13"/>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098" name="Line 14"/>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099" name="Line 15"/>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00" name="Line 16"/>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116"/>
                                        </p:tgtEl>
                                        <p:attrNameLst>
                                          <p:attrName>style.visibility</p:attrName>
                                        </p:attrNameLst>
                                      </p:cBhvr>
                                      <p:to>
                                        <p:strVal val="visible"/>
                                      </p:to>
                                    </p:set>
                                    <p:anim calcmode="lin" valueType="num">
                                      <p:cBhvr additive="base">
                                        <p:cTn id="7" dur="500" fill="hold"/>
                                        <p:tgtEl>
                                          <p:spTgt spid="90116"/>
                                        </p:tgtEl>
                                        <p:attrNameLst>
                                          <p:attrName>ppt_x</p:attrName>
                                        </p:attrNameLst>
                                      </p:cBhvr>
                                      <p:tavLst>
                                        <p:tav tm="0">
                                          <p:val>
                                            <p:strVal val="0-#ppt_w/2"/>
                                          </p:val>
                                        </p:tav>
                                        <p:tav tm="100000">
                                          <p:val>
                                            <p:strVal val="#ppt_x"/>
                                          </p:val>
                                        </p:tav>
                                      </p:tavLst>
                                    </p:anim>
                                    <p:anim calcmode="lin" valueType="num">
                                      <p:cBhvr additive="base">
                                        <p:cTn id="8" dur="500" fill="hold"/>
                                        <p:tgtEl>
                                          <p:spTgt spid="9011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90118"/>
                                        </p:tgtEl>
                                        <p:attrNameLst>
                                          <p:attrName>style.visibility</p:attrName>
                                        </p:attrNameLst>
                                      </p:cBhvr>
                                      <p:to>
                                        <p:strVal val="visible"/>
                                      </p:to>
                                    </p:set>
                                    <p:anim calcmode="lin" valueType="num">
                                      <p:cBhvr additive="base">
                                        <p:cTn id="12" dur="500" fill="hold"/>
                                        <p:tgtEl>
                                          <p:spTgt spid="90118"/>
                                        </p:tgtEl>
                                        <p:attrNameLst>
                                          <p:attrName>ppt_x</p:attrName>
                                        </p:attrNameLst>
                                      </p:cBhvr>
                                      <p:tavLst>
                                        <p:tav tm="0">
                                          <p:val>
                                            <p:strVal val="0-#ppt_w/2"/>
                                          </p:val>
                                        </p:tav>
                                        <p:tav tm="100000">
                                          <p:val>
                                            <p:strVal val="#ppt_x"/>
                                          </p:val>
                                        </p:tav>
                                      </p:tavLst>
                                    </p:anim>
                                    <p:anim calcmode="lin" valueType="num">
                                      <p:cBhvr additive="base">
                                        <p:cTn id="13" dur="500" fill="hold"/>
                                        <p:tgtEl>
                                          <p:spTgt spid="9011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0117"/>
                                        </p:tgtEl>
                                        <p:attrNameLst>
                                          <p:attrName>style.visibility</p:attrName>
                                        </p:attrNameLst>
                                      </p:cBhvr>
                                      <p:to>
                                        <p:strVal val="visible"/>
                                      </p:to>
                                    </p:set>
                                    <p:anim calcmode="lin" valueType="num">
                                      <p:cBhvr additive="base">
                                        <p:cTn id="18" dur="500" fill="hold"/>
                                        <p:tgtEl>
                                          <p:spTgt spid="90117"/>
                                        </p:tgtEl>
                                        <p:attrNameLst>
                                          <p:attrName>ppt_x</p:attrName>
                                        </p:attrNameLst>
                                      </p:cBhvr>
                                      <p:tavLst>
                                        <p:tav tm="0">
                                          <p:val>
                                            <p:strVal val="0-#ppt_w/2"/>
                                          </p:val>
                                        </p:tav>
                                        <p:tav tm="100000">
                                          <p:val>
                                            <p:strVal val="#ppt_x"/>
                                          </p:val>
                                        </p:tav>
                                      </p:tavLst>
                                    </p:anim>
                                    <p:anim calcmode="lin" valueType="num">
                                      <p:cBhvr additive="base">
                                        <p:cTn id="19" dur="500" fill="hold"/>
                                        <p:tgtEl>
                                          <p:spTgt spid="90117"/>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90114"/>
                                        </p:tgtEl>
                                        <p:attrNameLst>
                                          <p:attrName>style.visibility</p:attrName>
                                        </p:attrNameLst>
                                      </p:cBhvr>
                                      <p:to>
                                        <p:strVal val="visible"/>
                                      </p:to>
                                    </p:set>
                                    <p:anim calcmode="lin" valueType="num">
                                      <p:cBhvr additive="base">
                                        <p:cTn id="24" dur="500" fill="hold"/>
                                        <p:tgtEl>
                                          <p:spTgt spid="90114"/>
                                        </p:tgtEl>
                                        <p:attrNameLst>
                                          <p:attrName>ppt_x</p:attrName>
                                        </p:attrNameLst>
                                      </p:cBhvr>
                                      <p:tavLst>
                                        <p:tav tm="0">
                                          <p:val>
                                            <p:strVal val="0-#ppt_w/2"/>
                                          </p:val>
                                        </p:tav>
                                        <p:tav tm="100000">
                                          <p:val>
                                            <p:strVal val="#ppt_x"/>
                                          </p:val>
                                        </p:tav>
                                      </p:tavLst>
                                    </p:anim>
                                    <p:anim calcmode="lin" valueType="num">
                                      <p:cBhvr additive="base">
                                        <p:cTn id="25" dur="500" fill="hold"/>
                                        <p:tgtEl>
                                          <p:spTgt spid="901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autoUpdateAnimBg="0"/>
      <p:bldP spid="90117"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5508625" y="5516563"/>
            <a:ext cx="22098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&lt;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x</a:t>
            </a:r>
            <a:r>
              <a:rPr kumimoji="1" lang="en-US" altLang="zh-CN" sz="3200" b="1" i="1" baseline="30000">
                <a:solidFill>
                  <a:srgbClr val="000000"/>
                </a:solidFill>
                <a:latin typeface="Times New Roman" pitchFamily="18" charset="0"/>
              </a:rPr>
              <a:t>2</a:t>
            </a:r>
            <a:r>
              <a:rPr kumimoji="1" lang="en-US" altLang="zh-CN" sz="3200" b="1" i="1">
                <a:solidFill>
                  <a:srgbClr val="000000"/>
                </a:solidFill>
                <a:latin typeface="Times New Roman" pitchFamily="18" charset="0"/>
              </a:rPr>
              <a:t>/2. </a:t>
            </a:r>
            <a:endParaRPr kumimoji="1" lang="en-US" altLang="zh-CN" sz="3200" b="1" i="1">
              <a:latin typeface="Times New Roman" pitchFamily="18" charset="0"/>
            </a:endParaRPr>
          </a:p>
        </p:txBody>
      </p:sp>
      <p:sp>
        <p:nvSpPr>
          <p:cNvPr id="91139" name="Text Box 3"/>
          <p:cNvSpPr txBox="1">
            <a:spLocks noChangeArrowheads="1"/>
          </p:cNvSpPr>
          <p:nvPr/>
        </p:nvSpPr>
        <p:spPr bwMode="auto">
          <a:xfrm>
            <a:off x="457200" y="2971800"/>
            <a:ext cx="38100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&lt; 1</a:t>
            </a:r>
          </a:p>
        </p:txBody>
      </p:sp>
      <p:sp>
        <p:nvSpPr>
          <p:cNvPr id="91140" name="Text Box 4"/>
          <p:cNvSpPr txBox="1">
            <a:spLocks noChangeArrowheads="1"/>
          </p:cNvSpPr>
          <p:nvPr/>
        </p:nvSpPr>
        <p:spPr bwMode="auto">
          <a:xfrm>
            <a:off x="4495800" y="3048000"/>
            <a:ext cx="38100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&lt; 0</a:t>
            </a:r>
          </a:p>
        </p:txBody>
      </p:sp>
      <p:sp>
        <p:nvSpPr>
          <p:cNvPr id="91141" name="Text Box 5"/>
          <p:cNvSpPr txBox="1">
            <a:spLocks noChangeArrowheads="1"/>
          </p:cNvSpPr>
          <p:nvPr/>
        </p:nvSpPr>
        <p:spPr bwMode="auto">
          <a:xfrm>
            <a:off x="323850" y="4076700"/>
            <a:ext cx="38100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&lt; 1</a:t>
            </a:r>
          </a:p>
        </p:txBody>
      </p:sp>
      <p:sp>
        <p:nvSpPr>
          <p:cNvPr id="91142" name="Text Box 6"/>
          <p:cNvSpPr txBox="1">
            <a:spLocks noChangeArrowheads="1"/>
          </p:cNvSpPr>
          <p:nvPr/>
        </p:nvSpPr>
        <p:spPr bwMode="auto">
          <a:xfrm>
            <a:off x="4419600" y="3962400"/>
            <a:ext cx="38100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&lt; 2</a:t>
            </a:r>
          </a:p>
        </p:txBody>
      </p:sp>
      <p:graphicFrame>
        <p:nvGraphicFramePr>
          <p:cNvPr id="91143" name="Object 7"/>
          <p:cNvGraphicFramePr>
            <a:graphicFrameLocks noChangeAspect="1"/>
          </p:cNvGraphicFramePr>
          <p:nvPr/>
        </p:nvGraphicFramePr>
        <p:xfrm>
          <a:off x="2843213" y="5516563"/>
          <a:ext cx="1676400" cy="971550"/>
        </p:xfrm>
        <a:graphic>
          <a:graphicData uri="http://schemas.openxmlformats.org/presentationml/2006/ole">
            <mc:AlternateContent xmlns:mc="http://schemas.openxmlformats.org/markup-compatibility/2006">
              <mc:Choice xmlns:v="urn:schemas-microsoft-com:vml" Requires="v">
                <p:oleObj spid="_x0000_s90157" name="公式" r:id="rId3" imgW="520474" imgH="393529" progId="Equation.3">
                  <p:embed/>
                </p:oleObj>
              </mc:Choice>
              <mc:Fallback>
                <p:oleObj name="公式" r:id="rId3" imgW="520474" imgH="39352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5516563"/>
                        <a:ext cx="16764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0" name="Rectangle 8"/>
          <p:cNvSpPr>
            <a:spLocks noChangeArrowheads="1"/>
          </p:cNvSpPr>
          <p:nvPr/>
        </p:nvSpPr>
        <p:spPr bwMode="auto">
          <a:xfrm>
            <a:off x="457200" y="304800"/>
            <a:ext cx="78486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(1)</a:t>
            </a:r>
            <a:r>
              <a:rPr kumimoji="1" lang="en-US" altLang="zh-CN" sz="3200" b="1" baseline="-30000">
                <a:solidFill>
                  <a:srgbClr val="000000"/>
                </a:solidFill>
                <a:latin typeface="Times New Roman" pitchFamily="18" charset="0"/>
              </a:rPr>
              <a:t>i</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a:t>
            </a:r>
          </a:p>
        </p:txBody>
      </p:sp>
      <p:sp>
        <p:nvSpPr>
          <p:cNvPr id="91145" name="Text Box 9"/>
          <p:cNvSpPr txBox="1">
            <a:spLocks noChangeArrowheads="1"/>
          </p:cNvSpPr>
          <p:nvPr/>
        </p:nvSpPr>
        <p:spPr bwMode="auto">
          <a:xfrm>
            <a:off x="457200" y="1143000"/>
            <a:ext cx="6778625"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(n)</a:t>
            </a:r>
            <a:r>
              <a:rPr kumimoji="1" lang="en-US" altLang="zh-CN" sz="3200" b="1" baseline="-30000">
                <a:solidFill>
                  <a:srgbClr val="000000"/>
                </a:solidFill>
                <a:latin typeface="Times New Roman" pitchFamily="18" charset="0"/>
              </a:rPr>
              <a:t>i</a:t>
            </a:r>
            <a:r>
              <a:rPr kumimoji="1" lang="en-US" altLang="zh-CN" sz="3200" b="1">
                <a:solidFill>
                  <a:srgbClr val="000000"/>
                </a:solidFill>
                <a:latin typeface="Times New Roman" pitchFamily="18" charset="0"/>
              </a:rPr>
              <a:t> = sin(</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i)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a:t>
            </a:r>
            <a:r>
              <a:rPr kumimoji="1" lang="en-US" altLang="zh-CN" sz="3200" b="1" baseline="30000">
                <a:solidFill>
                  <a:srgbClr val="000000"/>
                </a:solidFill>
                <a:latin typeface="Times New Roman" pitchFamily="18" charset="0"/>
              </a:rPr>
              <a:t>n</a:t>
            </a:r>
            <a:r>
              <a:rPr kumimoji="1" lang="en-US" altLang="zh-CN" sz="3200" b="1">
                <a:solidFill>
                  <a:srgbClr val="000000"/>
                </a:solidFill>
                <a:latin typeface="Times New Roman" pitchFamily="18" charset="0"/>
              </a:rPr>
              <a:t> </a:t>
            </a:r>
          </a:p>
        </p:txBody>
      </p:sp>
      <p:sp>
        <p:nvSpPr>
          <p:cNvPr id="91146" name="Text Box 10"/>
          <p:cNvSpPr txBox="1">
            <a:spLocks noChangeArrowheads="1"/>
          </p:cNvSpPr>
          <p:nvPr/>
        </p:nvSpPr>
        <p:spPr bwMode="auto">
          <a:xfrm>
            <a:off x="457200" y="2057400"/>
            <a:ext cx="793115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which then requires |1 - 4s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Times New Roman" pitchFamily="18" charset="0"/>
                <a:sym typeface="Symbol" pitchFamily="18" charset="2"/>
              </a:rPr>
              <a:t></a:t>
            </a:r>
            <a:r>
              <a:rPr kumimoji="1" lang="en-US" altLang="zh-CN" sz="3200" b="1">
                <a:solidFill>
                  <a:srgbClr val="000000"/>
                </a:solidFill>
                <a:latin typeface="Times New Roman" pitchFamily="18" charset="0"/>
              </a:rPr>
              <a:t> /2)| &lt; 1</a:t>
            </a:r>
          </a:p>
        </p:txBody>
      </p:sp>
      <p:sp>
        <p:nvSpPr>
          <p:cNvPr id="91147" name="Text Box 11"/>
          <p:cNvSpPr txBox="1">
            <a:spLocks noChangeArrowheads="1"/>
          </p:cNvSpPr>
          <p:nvPr/>
        </p:nvSpPr>
        <p:spPr bwMode="auto">
          <a:xfrm>
            <a:off x="468313" y="5300663"/>
            <a:ext cx="20161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宋体" charset="-122"/>
              </a:rPr>
              <a:t>s</a:t>
            </a:r>
            <a:r>
              <a:rPr kumimoji="1" lang="en-US" altLang="zh-CN" sz="3200" b="1">
                <a:solidFill>
                  <a:srgbClr val="000000"/>
                </a:solidFill>
                <a:latin typeface="Times New Roman" pitchFamily="18" charset="0"/>
              </a:rPr>
              <a:t> &lt; ½  </a:t>
            </a:r>
          </a:p>
        </p:txBody>
      </p:sp>
      <p:grpSp>
        <p:nvGrpSpPr>
          <p:cNvPr id="91148" name="Group 12"/>
          <p:cNvGrpSpPr>
            <a:grpSpLocks/>
          </p:cNvGrpSpPr>
          <p:nvPr/>
        </p:nvGrpSpPr>
        <p:grpSpPr bwMode="auto">
          <a:xfrm>
            <a:off x="5292725" y="5467350"/>
            <a:ext cx="3278188" cy="914400"/>
            <a:chOff x="384" y="960"/>
            <a:chExt cx="1632" cy="576"/>
          </a:xfrm>
        </p:grpSpPr>
        <p:sp>
          <p:nvSpPr>
            <p:cNvPr id="90125" name="Line 13"/>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6" name="Line 14"/>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7" name="Line 15"/>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8" name="Line 16"/>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45"/>
                                        </p:tgtEl>
                                        <p:attrNameLst>
                                          <p:attrName>style.visibility</p:attrName>
                                        </p:attrNameLst>
                                      </p:cBhvr>
                                      <p:to>
                                        <p:strVal val="visible"/>
                                      </p:to>
                                    </p:set>
                                    <p:anim calcmode="lin" valueType="num">
                                      <p:cBhvr additive="base">
                                        <p:cTn id="7" dur="500" fill="hold"/>
                                        <p:tgtEl>
                                          <p:spTgt spid="91145"/>
                                        </p:tgtEl>
                                        <p:attrNameLst>
                                          <p:attrName>ppt_x</p:attrName>
                                        </p:attrNameLst>
                                      </p:cBhvr>
                                      <p:tavLst>
                                        <p:tav tm="0">
                                          <p:val>
                                            <p:strVal val="0-#ppt_w/2"/>
                                          </p:val>
                                        </p:tav>
                                        <p:tav tm="100000">
                                          <p:val>
                                            <p:strVal val="#ppt_x"/>
                                          </p:val>
                                        </p:tav>
                                      </p:tavLst>
                                    </p:anim>
                                    <p:anim calcmode="lin" valueType="num">
                                      <p:cBhvr additive="base">
                                        <p:cTn id="8" dur="500" fill="hold"/>
                                        <p:tgtEl>
                                          <p:spTgt spid="9114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1146"/>
                                        </p:tgtEl>
                                        <p:attrNameLst>
                                          <p:attrName>style.visibility</p:attrName>
                                        </p:attrNameLst>
                                      </p:cBhvr>
                                      <p:to>
                                        <p:strVal val="visible"/>
                                      </p:to>
                                    </p:set>
                                    <p:anim calcmode="lin" valueType="num">
                                      <p:cBhvr additive="base">
                                        <p:cTn id="13" dur="500" fill="hold"/>
                                        <p:tgtEl>
                                          <p:spTgt spid="91146"/>
                                        </p:tgtEl>
                                        <p:attrNameLst>
                                          <p:attrName>ppt_x</p:attrName>
                                        </p:attrNameLst>
                                      </p:cBhvr>
                                      <p:tavLst>
                                        <p:tav tm="0">
                                          <p:val>
                                            <p:strVal val="0-#ppt_w/2"/>
                                          </p:val>
                                        </p:tav>
                                        <p:tav tm="100000">
                                          <p:val>
                                            <p:strVal val="#ppt_x"/>
                                          </p:val>
                                        </p:tav>
                                      </p:tavLst>
                                    </p:anim>
                                    <p:anim calcmode="lin" valueType="num">
                                      <p:cBhvr additive="base">
                                        <p:cTn id="14" dur="500" fill="hold"/>
                                        <p:tgtEl>
                                          <p:spTgt spid="911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1139"/>
                                        </p:tgtEl>
                                        <p:attrNameLst>
                                          <p:attrName>style.visibility</p:attrName>
                                        </p:attrNameLst>
                                      </p:cBhvr>
                                      <p:to>
                                        <p:strVal val="visible"/>
                                      </p:to>
                                    </p:set>
                                    <p:anim calcmode="lin" valueType="num">
                                      <p:cBhvr additive="base">
                                        <p:cTn id="19" dur="500" fill="hold"/>
                                        <p:tgtEl>
                                          <p:spTgt spid="91139"/>
                                        </p:tgtEl>
                                        <p:attrNameLst>
                                          <p:attrName>ppt_x</p:attrName>
                                        </p:attrNameLst>
                                      </p:cBhvr>
                                      <p:tavLst>
                                        <p:tav tm="0">
                                          <p:val>
                                            <p:strVal val="0-#ppt_w/2"/>
                                          </p:val>
                                        </p:tav>
                                        <p:tav tm="100000">
                                          <p:val>
                                            <p:strVal val="#ppt_x"/>
                                          </p:val>
                                        </p:tav>
                                      </p:tavLst>
                                    </p:anim>
                                    <p:anim calcmode="lin" valueType="num">
                                      <p:cBhvr additive="base">
                                        <p:cTn id="20" dur="500" fill="hold"/>
                                        <p:tgtEl>
                                          <p:spTgt spid="9113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1140"/>
                                        </p:tgtEl>
                                        <p:attrNameLst>
                                          <p:attrName>style.visibility</p:attrName>
                                        </p:attrNameLst>
                                      </p:cBhvr>
                                      <p:to>
                                        <p:strVal val="visible"/>
                                      </p:to>
                                    </p:set>
                                    <p:anim calcmode="lin" valueType="num">
                                      <p:cBhvr additive="base">
                                        <p:cTn id="25" dur="500" fill="hold"/>
                                        <p:tgtEl>
                                          <p:spTgt spid="91140"/>
                                        </p:tgtEl>
                                        <p:attrNameLst>
                                          <p:attrName>ppt_x</p:attrName>
                                        </p:attrNameLst>
                                      </p:cBhvr>
                                      <p:tavLst>
                                        <p:tav tm="0">
                                          <p:val>
                                            <p:strVal val="0-#ppt_w/2"/>
                                          </p:val>
                                        </p:tav>
                                        <p:tav tm="100000">
                                          <p:val>
                                            <p:strVal val="#ppt_x"/>
                                          </p:val>
                                        </p:tav>
                                      </p:tavLst>
                                    </p:anim>
                                    <p:anim calcmode="lin" valueType="num">
                                      <p:cBhvr additive="base">
                                        <p:cTn id="26"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1141"/>
                                        </p:tgtEl>
                                        <p:attrNameLst>
                                          <p:attrName>style.visibility</p:attrName>
                                        </p:attrNameLst>
                                      </p:cBhvr>
                                      <p:to>
                                        <p:strVal val="visible"/>
                                      </p:to>
                                    </p:set>
                                    <p:anim calcmode="lin" valueType="num">
                                      <p:cBhvr additive="base">
                                        <p:cTn id="31" dur="500" fill="hold"/>
                                        <p:tgtEl>
                                          <p:spTgt spid="91141"/>
                                        </p:tgtEl>
                                        <p:attrNameLst>
                                          <p:attrName>ppt_x</p:attrName>
                                        </p:attrNameLst>
                                      </p:cBhvr>
                                      <p:tavLst>
                                        <p:tav tm="0">
                                          <p:val>
                                            <p:strVal val="0-#ppt_w/2"/>
                                          </p:val>
                                        </p:tav>
                                        <p:tav tm="100000">
                                          <p:val>
                                            <p:strVal val="#ppt_x"/>
                                          </p:val>
                                        </p:tav>
                                      </p:tavLst>
                                    </p:anim>
                                    <p:anim calcmode="lin" valueType="num">
                                      <p:cBhvr additive="base">
                                        <p:cTn id="32"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1142"/>
                                        </p:tgtEl>
                                        <p:attrNameLst>
                                          <p:attrName>style.visibility</p:attrName>
                                        </p:attrNameLst>
                                      </p:cBhvr>
                                      <p:to>
                                        <p:strVal val="visible"/>
                                      </p:to>
                                    </p:set>
                                    <p:anim calcmode="lin" valueType="num">
                                      <p:cBhvr additive="base">
                                        <p:cTn id="37" dur="500" fill="hold"/>
                                        <p:tgtEl>
                                          <p:spTgt spid="91142"/>
                                        </p:tgtEl>
                                        <p:attrNameLst>
                                          <p:attrName>ppt_x</p:attrName>
                                        </p:attrNameLst>
                                      </p:cBhvr>
                                      <p:tavLst>
                                        <p:tav tm="0">
                                          <p:val>
                                            <p:strVal val="0-#ppt_w/2"/>
                                          </p:val>
                                        </p:tav>
                                        <p:tav tm="100000">
                                          <p:val>
                                            <p:strVal val="#ppt_x"/>
                                          </p:val>
                                        </p:tav>
                                      </p:tavLst>
                                    </p:anim>
                                    <p:anim calcmode="lin" valueType="num">
                                      <p:cBhvr additive="base">
                                        <p:cTn id="38" dur="500" fill="hold"/>
                                        <p:tgtEl>
                                          <p:spTgt spid="9114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1147"/>
                                        </p:tgtEl>
                                        <p:attrNameLst>
                                          <p:attrName>style.visibility</p:attrName>
                                        </p:attrNameLst>
                                      </p:cBhvr>
                                      <p:to>
                                        <p:strVal val="visible"/>
                                      </p:to>
                                    </p:set>
                                    <p:anim calcmode="lin" valueType="num">
                                      <p:cBhvr additive="base">
                                        <p:cTn id="43" dur="500" fill="hold"/>
                                        <p:tgtEl>
                                          <p:spTgt spid="91147"/>
                                        </p:tgtEl>
                                        <p:attrNameLst>
                                          <p:attrName>ppt_x</p:attrName>
                                        </p:attrNameLst>
                                      </p:cBhvr>
                                      <p:tavLst>
                                        <p:tav tm="0">
                                          <p:val>
                                            <p:strVal val="0-#ppt_w/2"/>
                                          </p:val>
                                        </p:tav>
                                        <p:tav tm="100000">
                                          <p:val>
                                            <p:strVal val="#ppt_x"/>
                                          </p:val>
                                        </p:tav>
                                      </p:tavLst>
                                    </p:anim>
                                    <p:anim calcmode="lin" valueType="num">
                                      <p:cBhvr additive="base">
                                        <p:cTn id="44" dur="500" fill="hold"/>
                                        <p:tgtEl>
                                          <p:spTgt spid="9114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91143"/>
                                        </p:tgtEl>
                                        <p:attrNameLst>
                                          <p:attrName>style.visibility</p:attrName>
                                        </p:attrNameLst>
                                      </p:cBhvr>
                                      <p:to>
                                        <p:strVal val="visible"/>
                                      </p:to>
                                    </p:set>
                                    <p:anim calcmode="lin" valueType="num">
                                      <p:cBhvr additive="base">
                                        <p:cTn id="49" dur="500" fill="hold"/>
                                        <p:tgtEl>
                                          <p:spTgt spid="91143"/>
                                        </p:tgtEl>
                                        <p:attrNameLst>
                                          <p:attrName>ppt_x</p:attrName>
                                        </p:attrNameLst>
                                      </p:cBhvr>
                                      <p:tavLst>
                                        <p:tav tm="0">
                                          <p:val>
                                            <p:strVal val="0-#ppt_w/2"/>
                                          </p:val>
                                        </p:tav>
                                        <p:tav tm="100000">
                                          <p:val>
                                            <p:strVal val="#ppt_x"/>
                                          </p:val>
                                        </p:tav>
                                      </p:tavLst>
                                    </p:anim>
                                    <p:anim calcmode="lin" valueType="num">
                                      <p:cBhvr additive="base">
                                        <p:cTn id="50" dur="500" fill="hold"/>
                                        <p:tgtEl>
                                          <p:spTgt spid="9114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91138"/>
                                        </p:tgtEl>
                                        <p:attrNameLst>
                                          <p:attrName>style.visibility</p:attrName>
                                        </p:attrNameLst>
                                      </p:cBhvr>
                                      <p:to>
                                        <p:strVal val="visible"/>
                                      </p:to>
                                    </p:set>
                                    <p:anim calcmode="lin" valueType="num">
                                      <p:cBhvr additive="base">
                                        <p:cTn id="55" dur="500" fill="hold"/>
                                        <p:tgtEl>
                                          <p:spTgt spid="91138"/>
                                        </p:tgtEl>
                                        <p:attrNameLst>
                                          <p:attrName>ppt_x</p:attrName>
                                        </p:attrNameLst>
                                      </p:cBhvr>
                                      <p:tavLst>
                                        <p:tav tm="0">
                                          <p:val>
                                            <p:strVal val="0-#ppt_w/2"/>
                                          </p:val>
                                        </p:tav>
                                        <p:tav tm="100000">
                                          <p:val>
                                            <p:strVal val="#ppt_x"/>
                                          </p:val>
                                        </p:tav>
                                      </p:tavLst>
                                    </p:anim>
                                    <p:anim calcmode="lin" valueType="num">
                                      <p:cBhvr additive="base">
                                        <p:cTn id="56" dur="500" fill="hold"/>
                                        <p:tgtEl>
                                          <p:spTgt spid="91138"/>
                                        </p:tgtEl>
                                        <p:attrNameLst>
                                          <p:attrName>ppt_y</p:attrName>
                                        </p:attrNameLst>
                                      </p:cBhvr>
                                      <p:tavLst>
                                        <p:tav tm="0">
                                          <p:val>
                                            <p:strVal val="#ppt_y"/>
                                          </p:val>
                                        </p:tav>
                                        <p:tav tm="100000">
                                          <p:val>
                                            <p:strVal val="#ppt_y"/>
                                          </p:val>
                                        </p:tav>
                                      </p:tavLst>
                                    </p:anim>
                                  </p:childTnLst>
                                </p:cTn>
                              </p:par>
                            </p:childTnLst>
                          </p:cTn>
                        </p:par>
                        <p:par>
                          <p:cTn id="57" fill="hold" nodeType="afterGroup">
                            <p:stCondLst>
                              <p:cond delay="500"/>
                            </p:stCondLst>
                            <p:childTnLst>
                              <p:par>
                                <p:cTn id="58" presetID="2" presetClass="entr" presetSubtype="8" fill="hold" nodeType="afterEffect">
                                  <p:stCondLst>
                                    <p:cond delay="0"/>
                                  </p:stCondLst>
                                  <p:childTnLst>
                                    <p:set>
                                      <p:cBhvr>
                                        <p:cTn id="59" dur="1" fill="hold">
                                          <p:stCondLst>
                                            <p:cond delay="0"/>
                                          </p:stCondLst>
                                        </p:cTn>
                                        <p:tgtEl>
                                          <p:spTgt spid="91148"/>
                                        </p:tgtEl>
                                        <p:attrNameLst>
                                          <p:attrName>style.visibility</p:attrName>
                                        </p:attrNameLst>
                                      </p:cBhvr>
                                      <p:to>
                                        <p:strVal val="visible"/>
                                      </p:to>
                                    </p:set>
                                    <p:anim calcmode="lin" valueType="num">
                                      <p:cBhvr additive="base">
                                        <p:cTn id="60" dur="500" fill="hold"/>
                                        <p:tgtEl>
                                          <p:spTgt spid="91148"/>
                                        </p:tgtEl>
                                        <p:attrNameLst>
                                          <p:attrName>ppt_x</p:attrName>
                                        </p:attrNameLst>
                                      </p:cBhvr>
                                      <p:tavLst>
                                        <p:tav tm="0">
                                          <p:val>
                                            <p:strVal val="0-#ppt_w/2"/>
                                          </p:val>
                                        </p:tav>
                                        <p:tav tm="100000">
                                          <p:val>
                                            <p:strVal val="#ppt_x"/>
                                          </p:val>
                                        </p:tav>
                                      </p:tavLst>
                                    </p:anim>
                                    <p:anim calcmode="lin" valueType="num">
                                      <p:cBhvr additive="base">
                                        <p:cTn id="61" dur="500" fill="hold"/>
                                        <p:tgtEl>
                                          <p:spTgt spid="911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autoUpdateAnimBg="0"/>
      <p:bldP spid="91139" grpId="0" autoUpdateAnimBg="0"/>
      <p:bldP spid="91140" grpId="0" autoUpdateAnimBg="0"/>
      <p:bldP spid="91141" grpId="0" autoUpdateAnimBg="0"/>
      <p:bldP spid="91142" grpId="0" autoUpdateAnimBg="0"/>
      <p:bldP spid="91145" grpId="0" autoUpdateAnimBg="0"/>
      <p:bldP spid="91146" grpId="0" autoUpdateAnimBg="0"/>
      <p:bldP spid="91147"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179388" y="404813"/>
            <a:ext cx="59959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Stability  of</a:t>
            </a:r>
            <a:r>
              <a:rPr kumimoji="1" lang="en-US" altLang="zh-CN"/>
              <a:t> </a:t>
            </a:r>
            <a:r>
              <a:rPr kumimoji="1" lang="en-US" altLang="zh-CN" sz="2800" b="1">
                <a:solidFill>
                  <a:srgbClr val="000000"/>
                </a:solidFill>
                <a:latin typeface="Times New Roman" pitchFamily="18" charset="0"/>
              </a:rPr>
              <a:t>2D diffusion equation</a:t>
            </a:r>
          </a:p>
        </p:txBody>
      </p:sp>
      <p:sp>
        <p:nvSpPr>
          <p:cNvPr id="92163" name="Text Box 3"/>
          <p:cNvSpPr txBox="1">
            <a:spLocks noChangeArrowheads="1"/>
          </p:cNvSpPr>
          <p:nvPr/>
        </p:nvSpPr>
        <p:spPr bwMode="auto">
          <a:xfrm>
            <a:off x="395288" y="2068513"/>
            <a:ext cx="8093075"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2800" b="1">
                <a:solidFill>
                  <a:srgbClr val="000000"/>
                </a:solidFill>
                <a:latin typeface="Times New Roman" pitchFamily="18" charset="0"/>
              </a:rPr>
              <a:t>Applying the Euler method Y</a:t>
            </a:r>
            <a:r>
              <a:rPr kumimoji="1" lang="en-US" altLang="zh-CN" sz="2800" b="1" baseline="-30000">
                <a:solidFill>
                  <a:srgbClr val="000000"/>
                </a:solidFill>
                <a:latin typeface="Times New Roman" pitchFamily="18" charset="0"/>
              </a:rPr>
              <a:t>n+1</a:t>
            </a:r>
            <a:r>
              <a:rPr kumimoji="1" lang="en-US" altLang="zh-CN" sz="2800" b="1">
                <a:solidFill>
                  <a:srgbClr val="000000"/>
                </a:solidFill>
                <a:latin typeface="Times New Roman" pitchFamily="18" charset="0"/>
              </a:rPr>
              <a:t> = Y</a:t>
            </a:r>
            <a:r>
              <a:rPr kumimoji="1" lang="en-US" altLang="zh-CN" sz="2800" b="1" baseline="-30000">
                <a:solidFill>
                  <a:srgbClr val="000000"/>
                </a:solidFill>
                <a:latin typeface="Times New Roman" pitchFamily="18" charset="0"/>
              </a:rPr>
              <a:t>n</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Δ</a:t>
            </a:r>
            <a:r>
              <a:rPr kumimoji="1" lang="en-US" altLang="zh-CN" sz="2800" b="1">
                <a:solidFill>
                  <a:srgbClr val="000000"/>
                </a:solidFill>
                <a:latin typeface="Times New Roman" pitchFamily="18" charset="0"/>
              </a:rPr>
              <a:t>t f(Y</a:t>
            </a:r>
            <a:r>
              <a:rPr kumimoji="1" lang="en-US" altLang="zh-CN" sz="2800" b="1" baseline="-30000">
                <a:solidFill>
                  <a:srgbClr val="000000"/>
                </a:solidFill>
                <a:latin typeface="Times New Roman" pitchFamily="18" charset="0"/>
              </a:rPr>
              <a:t>n</a:t>
            </a:r>
            <a:r>
              <a:rPr kumimoji="1" lang="en-US" altLang="zh-CN" sz="2800" b="1">
                <a:solidFill>
                  <a:srgbClr val="000000"/>
                </a:solidFill>
                <a:latin typeface="Times New Roman" pitchFamily="18" charset="0"/>
              </a:rPr>
              <a:t>,t</a:t>
            </a:r>
            <a:r>
              <a:rPr kumimoji="1" lang="en-US" altLang="zh-CN" sz="2800" b="1" baseline="-30000">
                <a:solidFill>
                  <a:srgbClr val="000000"/>
                </a:solidFill>
                <a:latin typeface="Times New Roman" pitchFamily="18" charset="0"/>
              </a:rPr>
              <a:t>n</a:t>
            </a:r>
            <a:r>
              <a:rPr kumimoji="1" lang="en-US" altLang="zh-CN" sz="2800" b="1">
                <a:solidFill>
                  <a:srgbClr val="000000"/>
                </a:solidFill>
                <a:latin typeface="Times New Roman" pitchFamily="18" charset="0"/>
              </a:rPr>
              <a:t>) to our spatially discretised diffusion equation gives</a:t>
            </a:r>
            <a:endParaRPr kumimoji="1" lang="en-US" altLang="zh-CN" sz="2800" b="1">
              <a:latin typeface="Times New Roman" pitchFamily="18" charset="0"/>
            </a:endParaRPr>
          </a:p>
        </p:txBody>
      </p:sp>
      <p:pic>
        <p:nvPicPr>
          <p:cNvPr id="921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860800"/>
            <a:ext cx="860425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Text Box 5"/>
          <p:cNvSpPr txBox="1">
            <a:spLocks noChangeArrowheads="1"/>
          </p:cNvSpPr>
          <p:nvPr/>
        </p:nvSpPr>
        <p:spPr bwMode="auto">
          <a:xfrm>
            <a:off x="1187450" y="5037138"/>
            <a:ext cx="5037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where the Courant number</a:t>
            </a:r>
            <a:r>
              <a:rPr kumimoji="1" lang="en-US" altLang="zh-CN" sz="3200" b="1">
                <a:latin typeface="Times New Roman" pitchFamily="18" charset="0"/>
              </a:rPr>
              <a:t> </a:t>
            </a:r>
          </a:p>
        </p:txBody>
      </p:sp>
      <p:sp>
        <p:nvSpPr>
          <p:cNvPr id="92166" name="Text Box 6"/>
          <p:cNvSpPr txBox="1">
            <a:spLocks noChangeArrowheads="1"/>
          </p:cNvSpPr>
          <p:nvPr/>
        </p:nvSpPr>
        <p:spPr bwMode="auto">
          <a:xfrm>
            <a:off x="2124075" y="5829300"/>
            <a:ext cx="25288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 </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t/</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x</a:t>
            </a:r>
            <a:r>
              <a:rPr kumimoji="1" lang="en-US" altLang="zh-CN" sz="3200" b="1" baseline="30000">
                <a:solidFill>
                  <a:srgbClr val="000000"/>
                </a:solidFill>
                <a:latin typeface="Times New Roman" pitchFamily="18" charset="0"/>
              </a:rPr>
              <a:t>2</a:t>
            </a:r>
            <a:r>
              <a:rPr kumimoji="1" lang="en-US" altLang="zh-CN" sz="3200" b="1">
                <a:latin typeface="Times New Roman" pitchFamily="18" charset="0"/>
              </a:rPr>
              <a:t> </a:t>
            </a:r>
          </a:p>
        </p:txBody>
      </p:sp>
      <p:graphicFrame>
        <p:nvGraphicFramePr>
          <p:cNvPr id="92167" name="Object 7"/>
          <p:cNvGraphicFramePr>
            <a:graphicFrameLocks noChangeAspect="1"/>
          </p:cNvGraphicFramePr>
          <p:nvPr/>
        </p:nvGraphicFramePr>
        <p:xfrm>
          <a:off x="5364163" y="917575"/>
          <a:ext cx="3190875" cy="1114425"/>
        </p:xfrm>
        <a:graphic>
          <a:graphicData uri="http://schemas.openxmlformats.org/presentationml/2006/ole">
            <mc:AlternateContent xmlns:mc="http://schemas.openxmlformats.org/markup-compatibility/2006">
              <mc:Choice xmlns:v="urn:schemas-microsoft-com:vml" Requires="v">
                <p:oleObj spid="_x0000_s91172" r:id="rId4" imgW="1244600" imgH="444500" progId="Equation.3">
                  <p:embed/>
                </p:oleObj>
              </mc:Choice>
              <mc:Fallback>
                <p:oleObj r:id="rId4" imgW="1244600" imgH="4445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163" y="917575"/>
                        <a:ext cx="31908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2167"/>
                                        </p:tgtEl>
                                        <p:attrNameLst>
                                          <p:attrName>style.visibility</p:attrName>
                                        </p:attrNameLst>
                                      </p:cBhvr>
                                      <p:to>
                                        <p:strVal val="visible"/>
                                      </p:to>
                                    </p:set>
                                    <p:anim calcmode="lin" valueType="num">
                                      <p:cBhvr additive="base">
                                        <p:cTn id="7" dur="500" fill="hold"/>
                                        <p:tgtEl>
                                          <p:spTgt spid="92167"/>
                                        </p:tgtEl>
                                        <p:attrNameLst>
                                          <p:attrName>ppt_x</p:attrName>
                                        </p:attrNameLst>
                                      </p:cBhvr>
                                      <p:tavLst>
                                        <p:tav tm="0">
                                          <p:val>
                                            <p:strVal val="0-#ppt_w/2"/>
                                          </p:val>
                                        </p:tav>
                                        <p:tav tm="100000">
                                          <p:val>
                                            <p:strVal val="#ppt_x"/>
                                          </p:val>
                                        </p:tav>
                                      </p:tavLst>
                                    </p:anim>
                                    <p:anim calcmode="lin" valueType="num">
                                      <p:cBhvr additive="base">
                                        <p:cTn id="8" dur="500" fill="hold"/>
                                        <p:tgtEl>
                                          <p:spTgt spid="9216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63"/>
                                        </p:tgtEl>
                                        <p:attrNameLst>
                                          <p:attrName>style.visibility</p:attrName>
                                        </p:attrNameLst>
                                      </p:cBhvr>
                                      <p:to>
                                        <p:strVal val="visible"/>
                                      </p:to>
                                    </p:set>
                                    <p:anim calcmode="lin" valueType="num">
                                      <p:cBhvr additive="base">
                                        <p:cTn id="13" dur="500" fill="hold"/>
                                        <p:tgtEl>
                                          <p:spTgt spid="92163"/>
                                        </p:tgtEl>
                                        <p:attrNameLst>
                                          <p:attrName>ppt_x</p:attrName>
                                        </p:attrNameLst>
                                      </p:cBhvr>
                                      <p:tavLst>
                                        <p:tav tm="0">
                                          <p:val>
                                            <p:strVal val="0-#ppt_w/2"/>
                                          </p:val>
                                        </p:tav>
                                        <p:tav tm="100000">
                                          <p:val>
                                            <p:strVal val="#ppt_x"/>
                                          </p:val>
                                        </p:tav>
                                      </p:tavLst>
                                    </p:anim>
                                    <p:anim calcmode="lin" valueType="num">
                                      <p:cBhvr additive="base">
                                        <p:cTn id="14" dur="500" fill="hold"/>
                                        <p:tgtEl>
                                          <p:spTgt spid="9216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2164"/>
                                        </p:tgtEl>
                                        <p:attrNameLst>
                                          <p:attrName>style.visibility</p:attrName>
                                        </p:attrNameLst>
                                      </p:cBhvr>
                                      <p:to>
                                        <p:strVal val="visible"/>
                                      </p:to>
                                    </p:set>
                                    <p:anim calcmode="lin" valueType="num">
                                      <p:cBhvr additive="base">
                                        <p:cTn id="19" dur="500" fill="hold"/>
                                        <p:tgtEl>
                                          <p:spTgt spid="92164"/>
                                        </p:tgtEl>
                                        <p:attrNameLst>
                                          <p:attrName>ppt_x</p:attrName>
                                        </p:attrNameLst>
                                      </p:cBhvr>
                                      <p:tavLst>
                                        <p:tav tm="0">
                                          <p:val>
                                            <p:strVal val="0-#ppt_w/2"/>
                                          </p:val>
                                        </p:tav>
                                        <p:tav tm="100000">
                                          <p:val>
                                            <p:strVal val="#ppt_x"/>
                                          </p:val>
                                        </p:tav>
                                      </p:tavLst>
                                    </p:anim>
                                    <p:anim calcmode="lin" valueType="num">
                                      <p:cBhvr additive="base">
                                        <p:cTn id="20" dur="500" fill="hold"/>
                                        <p:tgtEl>
                                          <p:spTgt spid="9216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65"/>
                                        </p:tgtEl>
                                        <p:attrNameLst>
                                          <p:attrName>style.visibility</p:attrName>
                                        </p:attrNameLst>
                                      </p:cBhvr>
                                      <p:to>
                                        <p:strVal val="visible"/>
                                      </p:to>
                                    </p:set>
                                    <p:anim calcmode="lin" valueType="num">
                                      <p:cBhvr additive="base">
                                        <p:cTn id="25" dur="500" fill="hold"/>
                                        <p:tgtEl>
                                          <p:spTgt spid="92165"/>
                                        </p:tgtEl>
                                        <p:attrNameLst>
                                          <p:attrName>ppt_x</p:attrName>
                                        </p:attrNameLst>
                                      </p:cBhvr>
                                      <p:tavLst>
                                        <p:tav tm="0">
                                          <p:val>
                                            <p:strVal val="0-#ppt_w/2"/>
                                          </p:val>
                                        </p:tav>
                                        <p:tav tm="100000">
                                          <p:val>
                                            <p:strVal val="#ppt_x"/>
                                          </p:val>
                                        </p:tav>
                                      </p:tavLst>
                                    </p:anim>
                                    <p:anim calcmode="lin" valueType="num">
                                      <p:cBhvr additive="base">
                                        <p:cTn id="26" dur="500" fill="hold"/>
                                        <p:tgtEl>
                                          <p:spTgt spid="9216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66"/>
                                        </p:tgtEl>
                                        <p:attrNameLst>
                                          <p:attrName>style.visibility</p:attrName>
                                        </p:attrNameLst>
                                      </p:cBhvr>
                                      <p:to>
                                        <p:strVal val="visible"/>
                                      </p:to>
                                    </p:set>
                                    <p:anim calcmode="lin" valueType="num">
                                      <p:cBhvr additive="base">
                                        <p:cTn id="31" dur="500" fill="hold"/>
                                        <p:tgtEl>
                                          <p:spTgt spid="92166"/>
                                        </p:tgtEl>
                                        <p:attrNameLst>
                                          <p:attrName>ppt_x</p:attrName>
                                        </p:attrNameLst>
                                      </p:cBhvr>
                                      <p:tavLst>
                                        <p:tav tm="0">
                                          <p:val>
                                            <p:strVal val="0-#ppt_w/2"/>
                                          </p:val>
                                        </p:tav>
                                        <p:tav tm="100000">
                                          <p:val>
                                            <p:strVal val="#ppt_x"/>
                                          </p:val>
                                        </p:tav>
                                      </p:tavLst>
                                    </p:anim>
                                    <p:anim calcmode="lin" valueType="num">
                                      <p:cBhvr additive="base">
                                        <p:cTn id="32" dur="500" fill="hold"/>
                                        <p:tgtEl>
                                          <p:spTgt spid="921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autoUpdateAnimBg="0"/>
      <p:bldP spid="92165" grpId="0" autoUpdateAnimBg="0"/>
      <p:bldP spid="92166"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4"/>
          <p:cNvSpPr txBox="1">
            <a:spLocks noChangeArrowheads="1"/>
          </p:cNvSpPr>
          <p:nvPr/>
        </p:nvSpPr>
        <p:spPr bwMode="auto">
          <a:xfrm>
            <a:off x="601663" y="342900"/>
            <a:ext cx="17922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We choose</a:t>
            </a:r>
          </a:p>
        </p:txBody>
      </p:sp>
      <p:sp>
        <p:nvSpPr>
          <p:cNvPr id="92163" name="Text Box 5"/>
          <p:cNvSpPr txBox="1">
            <a:spLocks noChangeArrowheads="1"/>
          </p:cNvSpPr>
          <p:nvPr/>
        </p:nvSpPr>
        <p:spPr bwMode="auto">
          <a:xfrm>
            <a:off x="1619250" y="1120775"/>
            <a:ext cx="4359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(0)</a:t>
            </a:r>
            <a:r>
              <a:rPr kumimoji="1" lang="en-US" altLang="zh-CN" sz="3200" b="1" baseline="-30000">
                <a:solidFill>
                  <a:srgbClr val="000000"/>
                </a:solidFill>
                <a:latin typeface="Times New Roman" pitchFamily="18" charset="0"/>
              </a:rPr>
              <a:t> i,j</a:t>
            </a:r>
            <a:r>
              <a:rPr kumimoji="1" lang="en-US" altLang="zh-CN" sz="3200" b="1">
                <a:solidFill>
                  <a:srgbClr val="000000"/>
                </a:solidFill>
                <a:latin typeface="Times New Roman" pitchFamily="18" charset="0"/>
              </a:rPr>
              <a:t>=sin(</a:t>
            </a:r>
            <a:r>
              <a:rPr kumimoji="1" lang="en-US" altLang="zh-CN" sz="3200" b="1">
                <a:solidFill>
                  <a:srgbClr val="000000"/>
                </a:solidFill>
                <a:latin typeface="宋体" charset="-122"/>
              </a:rPr>
              <a:t>α</a:t>
            </a:r>
            <a:r>
              <a:rPr kumimoji="1" lang="en-US" altLang="zh-CN" sz="3200" b="1">
                <a:solidFill>
                  <a:srgbClr val="000000"/>
                </a:solidFill>
                <a:latin typeface="Times New Roman" pitchFamily="18" charset="0"/>
              </a:rPr>
              <a:t>i) sin(</a:t>
            </a:r>
            <a:r>
              <a:rPr kumimoji="1" lang="en-US" altLang="zh-CN" sz="3200" b="1">
                <a:solidFill>
                  <a:srgbClr val="000000"/>
                </a:solidFill>
                <a:latin typeface="宋体" charset="-122"/>
              </a:rPr>
              <a:t>β</a:t>
            </a:r>
            <a:r>
              <a:rPr kumimoji="1" lang="en-US" altLang="zh-CN" sz="3200" b="1">
                <a:solidFill>
                  <a:srgbClr val="000000"/>
                </a:solidFill>
                <a:latin typeface="Times New Roman" pitchFamily="18" charset="0"/>
              </a:rPr>
              <a:t>j),</a:t>
            </a:r>
            <a:endParaRPr kumimoji="1" lang="en-US" altLang="zh-CN" sz="3200" b="1">
              <a:latin typeface="Times New Roman" pitchFamily="18" charset="0"/>
            </a:endParaRPr>
          </a:p>
        </p:txBody>
      </p:sp>
      <p:pic>
        <p:nvPicPr>
          <p:cNvPr id="9319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593975"/>
            <a:ext cx="78486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3190"/>
                                        </p:tgtEl>
                                        <p:attrNameLst>
                                          <p:attrName>style.visibility</p:attrName>
                                        </p:attrNameLst>
                                      </p:cBhvr>
                                      <p:to>
                                        <p:strVal val="visible"/>
                                      </p:to>
                                    </p:set>
                                    <p:anim calcmode="lin" valueType="num">
                                      <p:cBhvr additive="base">
                                        <p:cTn id="7" dur="500" fill="hold"/>
                                        <p:tgtEl>
                                          <p:spTgt spid="93190"/>
                                        </p:tgtEl>
                                        <p:attrNameLst>
                                          <p:attrName>ppt_x</p:attrName>
                                        </p:attrNameLst>
                                      </p:cBhvr>
                                      <p:tavLst>
                                        <p:tav tm="0">
                                          <p:val>
                                            <p:strVal val="0-#ppt_w/2"/>
                                          </p:val>
                                        </p:tav>
                                        <p:tav tm="100000">
                                          <p:val>
                                            <p:strVal val="#ppt_x"/>
                                          </p:val>
                                        </p:tav>
                                      </p:tavLst>
                                    </p:anim>
                                    <p:anim calcmode="lin" valueType="num">
                                      <p:cBhvr additive="base">
                                        <p:cTn id="8" dur="500" fill="hold"/>
                                        <p:tgtEl>
                                          <p:spTgt spid="931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323850" y="404813"/>
            <a:ext cx="4359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(0)</a:t>
            </a:r>
            <a:r>
              <a:rPr kumimoji="1" lang="en-US" altLang="zh-CN" sz="3200" b="1" baseline="-30000">
                <a:solidFill>
                  <a:srgbClr val="000000"/>
                </a:solidFill>
                <a:latin typeface="Times New Roman" pitchFamily="18" charset="0"/>
              </a:rPr>
              <a:t> i,j</a:t>
            </a:r>
            <a:r>
              <a:rPr kumimoji="1" lang="en-US" altLang="zh-CN" sz="3200" b="1">
                <a:solidFill>
                  <a:srgbClr val="000000"/>
                </a:solidFill>
                <a:latin typeface="Times New Roman" pitchFamily="18" charset="0"/>
              </a:rPr>
              <a:t>=sin(</a:t>
            </a:r>
            <a:r>
              <a:rPr kumimoji="1" lang="en-US" altLang="zh-CN" sz="3200" b="1">
                <a:solidFill>
                  <a:srgbClr val="000000"/>
                </a:solidFill>
                <a:latin typeface="宋体" charset="-122"/>
              </a:rPr>
              <a:t>α</a:t>
            </a:r>
            <a:r>
              <a:rPr kumimoji="1" lang="en-US" altLang="zh-CN" sz="3200" b="1">
                <a:solidFill>
                  <a:srgbClr val="000000"/>
                </a:solidFill>
                <a:latin typeface="Times New Roman" pitchFamily="18" charset="0"/>
              </a:rPr>
              <a:t>i) sin(</a:t>
            </a:r>
            <a:r>
              <a:rPr kumimoji="1" lang="en-US" altLang="zh-CN" sz="3200" b="1">
                <a:solidFill>
                  <a:srgbClr val="000000"/>
                </a:solidFill>
                <a:latin typeface="宋体" charset="-122"/>
              </a:rPr>
              <a:t>β</a:t>
            </a:r>
            <a:r>
              <a:rPr kumimoji="1" lang="en-US" altLang="zh-CN" sz="3200" b="1">
                <a:solidFill>
                  <a:srgbClr val="000000"/>
                </a:solidFill>
                <a:latin typeface="Times New Roman" pitchFamily="18" charset="0"/>
              </a:rPr>
              <a:t>j),</a:t>
            </a:r>
            <a:endParaRPr kumimoji="1" lang="en-US" altLang="zh-CN" sz="3200" b="1">
              <a:latin typeface="Times New Roman" pitchFamily="18" charset="0"/>
            </a:endParaRPr>
          </a:p>
        </p:txBody>
      </p:sp>
      <p:pic>
        <p:nvPicPr>
          <p:cNvPr id="942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341438"/>
            <a:ext cx="784860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Text Box 4"/>
          <p:cNvSpPr txBox="1">
            <a:spLocks noChangeArrowheads="1"/>
          </p:cNvSpPr>
          <p:nvPr/>
        </p:nvSpPr>
        <p:spPr bwMode="auto">
          <a:xfrm>
            <a:off x="395288" y="2349500"/>
            <a:ext cx="8169275"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for some </a:t>
            </a:r>
            <a:r>
              <a:rPr kumimoji="1" lang="en-US" altLang="zh-CN" sz="2800" b="1">
                <a:solidFill>
                  <a:srgbClr val="000000"/>
                </a:solidFill>
                <a:latin typeface="宋体" charset="-122"/>
              </a:rPr>
              <a:t>α </a:t>
            </a:r>
            <a:r>
              <a:rPr kumimoji="1" lang="en-US" altLang="zh-CN" sz="2800" b="1">
                <a:solidFill>
                  <a:srgbClr val="000000"/>
                </a:solidFill>
                <a:latin typeface="Times New Roman" pitchFamily="18" charset="0"/>
              </a:rPr>
              <a:t> and </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 chosen as multiples of </a:t>
            </a:r>
            <a:r>
              <a:rPr kumimoji="1" lang="en-US" altLang="zh-CN" sz="2800" b="1">
                <a:solidFill>
                  <a:srgbClr val="000000"/>
                </a:solidFill>
                <a:latin typeface="宋体" charset="-122"/>
              </a:rPr>
              <a:t>π</a:t>
            </a:r>
            <a:r>
              <a:rPr kumimoji="1" lang="en-US" altLang="zh-CN" sz="2800" b="1">
                <a:solidFill>
                  <a:srgbClr val="000000"/>
                </a:solidFill>
                <a:latin typeface="Times New Roman" pitchFamily="18" charset="0"/>
              </a:rPr>
              <a:t>/m to satisfy u = 0 on the boundaries. Substituting this into (173) gives</a:t>
            </a:r>
            <a:endParaRPr kumimoji="1" lang="en-US" altLang="zh-CN" sz="2800" b="1">
              <a:latin typeface="Times New Roman" pitchFamily="18" charset="0"/>
            </a:endParaRPr>
          </a:p>
        </p:txBody>
      </p:sp>
      <p:sp>
        <p:nvSpPr>
          <p:cNvPr id="94213" name="Text Box 5"/>
          <p:cNvSpPr txBox="1">
            <a:spLocks noChangeArrowheads="1"/>
          </p:cNvSpPr>
          <p:nvPr/>
        </p:nvSpPr>
        <p:spPr bwMode="auto">
          <a:xfrm>
            <a:off x="304800" y="4149725"/>
            <a:ext cx="8659813"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dirty="0">
                <a:solidFill>
                  <a:srgbClr val="000000"/>
                </a:solidFill>
                <a:latin typeface="Times New Roman" pitchFamily="18" charset="0"/>
              </a:rPr>
              <a:t>U(1) </a:t>
            </a:r>
            <a:r>
              <a:rPr kumimoji="1" lang="en-US" altLang="zh-CN" sz="3200" b="1" baseline="-25000" dirty="0" err="1">
                <a:solidFill>
                  <a:srgbClr val="000000"/>
                </a:solidFill>
                <a:latin typeface="Times New Roman" pitchFamily="18" charset="0"/>
              </a:rPr>
              <a:t>i,j</a:t>
            </a:r>
            <a:r>
              <a:rPr kumimoji="1" lang="en-US" altLang="zh-CN" sz="3200" b="1" dirty="0">
                <a:solidFill>
                  <a:srgbClr val="000000"/>
                </a:solidFill>
                <a:latin typeface="Times New Roman" pitchFamily="18" charset="0"/>
              </a:rPr>
              <a:t>=sin(α</a:t>
            </a:r>
            <a:r>
              <a:rPr kumimoji="1" lang="en-US" altLang="zh-CN" sz="3200" b="1" dirty="0" err="1">
                <a:solidFill>
                  <a:srgbClr val="000000"/>
                </a:solidFill>
                <a:latin typeface="Times New Roman" pitchFamily="18" charset="0"/>
              </a:rPr>
              <a:t>i</a:t>
            </a:r>
            <a:r>
              <a:rPr kumimoji="1" lang="en-US" altLang="zh-CN" sz="3200" b="1" dirty="0">
                <a:solidFill>
                  <a:srgbClr val="000000"/>
                </a:solidFill>
                <a:latin typeface="Times New Roman" pitchFamily="18" charset="0"/>
              </a:rPr>
              <a:t>) sin(βj) + μ{sin[α(i+1)]sin(βj)  </a:t>
            </a:r>
          </a:p>
          <a:p>
            <a:pPr eaLnBrk="1" hangingPunct="1">
              <a:lnSpc>
                <a:spcPct val="140000"/>
              </a:lnSpc>
            </a:pPr>
            <a:r>
              <a:rPr kumimoji="1" lang="en-US" altLang="zh-CN" sz="3200" b="1" dirty="0">
                <a:solidFill>
                  <a:srgbClr val="000000"/>
                </a:solidFill>
                <a:latin typeface="Times New Roman" pitchFamily="18" charset="0"/>
              </a:rPr>
              <a:t>+ sin[α(i-1)]sin(βj)+ sin(α</a:t>
            </a:r>
            <a:r>
              <a:rPr kumimoji="1" lang="en-US" altLang="zh-CN" sz="3200" b="1" dirty="0" err="1">
                <a:solidFill>
                  <a:srgbClr val="000000"/>
                </a:solidFill>
                <a:latin typeface="Times New Roman" pitchFamily="18" charset="0"/>
              </a:rPr>
              <a:t>i</a:t>
            </a:r>
            <a:r>
              <a:rPr kumimoji="1" lang="en-US" altLang="zh-CN" sz="3200" b="1" dirty="0">
                <a:solidFill>
                  <a:srgbClr val="000000"/>
                </a:solidFill>
                <a:latin typeface="Times New Roman" pitchFamily="18" charset="0"/>
              </a:rPr>
              <a:t>)sin[β(j+1)] + sin(α</a:t>
            </a:r>
            <a:r>
              <a:rPr kumimoji="1" lang="en-US" altLang="zh-CN" sz="3200" b="1" dirty="0" err="1">
                <a:solidFill>
                  <a:srgbClr val="000000"/>
                </a:solidFill>
                <a:latin typeface="Times New Roman" pitchFamily="18" charset="0"/>
              </a:rPr>
              <a:t>i</a:t>
            </a:r>
            <a:r>
              <a:rPr kumimoji="1" lang="en-US" altLang="zh-CN" sz="3200" b="1" dirty="0">
                <a:solidFill>
                  <a:srgbClr val="000000"/>
                </a:solidFill>
                <a:latin typeface="Times New Roman" pitchFamily="18" charset="0"/>
              </a:rPr>
              <a:t>)sin[β(j-1)] - 4 sin(α</a:t>
            </a:r>
            <a:r>
              <a:rPr kumimoji="1" lang="en-US" altLang="zh-CN" sz="3200" b="1" dirty="0" err="1">
                <a:solidFill>
                  <a:srgbClr val="000000"/>
                </a:solidFill>
                <a:latin typeface="Times New Roman" pitchFamily="18" charset="0"/>
              </a:rPr>
              <a:t>i</a:t>
            </a:r>
            <a:r>
              <a:rPr kumimoji="1" lang="en-US" altLang="zh-CN" sz="3200" b="1" dirty="0">
                <a:solidFill>
                  <a:srgbClr val="000000"/>
                </a:solidFill>
                <a:latin typeface="Times New Roman" pitchFamily="18" charset="0"/>
              </a:rPr>
              <a:t>)sin(βj)}</a:t>
            </a:r>
            <a:endParaRPr kumimoji="1" lang="en-US" altLang="zh-CN" sz="3200" b="1" dirty="0">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4211"/>
                                        </p:tgtEl>
                                        <p:attrNameLst>
                                          <p:attrName>style.visibility</p:attrName>
                                        </p:attrNameLst>
                                      </p:cBhvr>
                                      <p:to>
                                        <p:strVal val="visible"/>
                                      </p:to>
                                    </p:set>
                                    <p:anim calcmode="lin" valueType="num">
                                      <p:cBhvr additive="base">
                                        <p:cTn id="7" dur="500" fill="hold"/>
                                        <p:tgtEl>
                                          <p:spTgt spid="94211"/>
                                        </p:tgtEl>
                                        <p:attrNameLst>
                                          <p:attrName>ppt_x</p:attrName>
                                        </p:attrNameLst>
                                      </p:cBhvr>
                                      <p:tavLst>
                                        <p:tav tm="0">
                                          <p:val>
                                            <p:strVal val="0-#ppt_w/2"/>
                                          </p:val>
                                        </p:tav>
                                        <p:tav tm="100000">
                                          <p:val>
                                            <p:strVal val="#ppt_x"/>
                                          </p:val>
                                        </p:tav>
                                      </p:tavLst>
                                    </p:anim>
                                    <p:anim calcmode="lin" valueType="num">
                                      <p:cBhvr additive="base">
                                        <p:cTn id="8" dur="500" fill="hold"/>
                                        <p:tgtEl>
                                          <p:spTgt spid="942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4212"/>
                                        </p:tgtEl>
                                        <p:attrNameLst>
                                          <p:attrName>style.visibility</p:attrName>
                                        </p:attrNameLst>
                                      </p:cBhvr>
                                      <p:to>
                                        <p:strVal val="visible"/>
                                      </p:to>
                                    </p:set>
                                    <p:anim calcmode="lin" valueType="num">
                                      <p:cBhvr additive="base">
                                        <p:cTn id="13" dur="500" fill="hold"/>
                                        <p:tgtEl>
                                          <p:spTgt spid="94212"/>
                                        </p:tgtEl>
                                        <p:attrNameLst>
                                          <p:attrName>ppt_x</p:attrName>
                                        </p:attrNameLst>
                                      </p:cBhvr>
                                      <p:tavLst>
                                        <p:tav tm="0">
                                          <p:val>
                                            <p:strVal val="0-#ppt_w/2"/>
                                          </p:val>
                                        </p:tav>
                                        <p:tav tm="100000">
                                          <p:val>
                                            <p:strVal val="#ppt_x"/>
                                          </p:val>
                                        </p:tav>
                                      </p:tavLst>
                                    </p:anim>
                                    <p:anim calcmode="lin" valueType="num">
                                      <p:cBhvr additive="base">
                                        <p:cTn id="14" dur="500" fill="hold"/>
                                        <p:tgtEl>
                                          <p:spTgt spid="9421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4213"/>
                                        </p:tgtEl>
                                        <p:attrNameLst>
                                          <p:attrName>style.visibility</p:attrName>
                                        </p:attrNameLst>
                                      </p:cBhvr>
                                      <p:to>
                                        <p:strVal val="visible"/>
                                      </p:to>
                                    </p:set>
                                    <p:anim calcmode="lin" valueType="num">
                                      <p:cBhvr additive="base">
                                        <p:cTn id="19" dur="500" fill="hold"/>
                                        <p:tgtEl>
                                          <p:spTgt spid="94213"/>
                                        </p:tgtEl>
                                        <p:attrNameLst>
                                          <p:attrName>ppt_x</p:attrName>
                                        </p:attrNameLst>
                                      </p:cBhvr>
                                      <p:tavLst>
                                        <p:tav tm="0">
                                          <p:val>
                                            <p:strVal val="0-#ppt_w/2"/>
                                          </p:val>
                                        </p:tav>
                                        <p:tav tm="100000">
                                          <p:val>
                                            <p:strVal val="#ppt_x"/>
                                          </p:val>
                                        </p:tav>
                                      </p:tavLst>
                                    </p:anim>
                                    <p:anim calcmode="lin" valueType="num">
                                      <p:cBhvr additive="base">
                                        <p:cTn id="20" dur="500" fill="hold"/>
                                        <p:tgtEl>
                                          <p:spTgt spid="942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2" grpId="0" autoUpdateAnimBg="0"/>
      <p:bldP spid="94213"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23850" y="1557338"/>
            <a:ext cx="8156575"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sin[α(i+1)]=sin(αi) *cos(α)+cos(αi) *sin(α)</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234"/>
                                        </p:tgtEl>
                                        <p:attrNameLst>
                                          <p:attrName>style.visibility</p:attrName>
                                        </p:attrNameLst>
                                      </p:cBhvr>
                                      <p:to>
                                        <p:strVal val="visible"/>
                                      </p:to>
                                    </p:set>
                                    <p:anim calcmode="lin" valueType="num">
                                      <p:cBhvr additive="base">
                                        <p:cTn id="7" dur="500" fill="hold"/>
                                        <p:tgtEl>
                                          <p:spTgt spid="95234"/>
                                        </p:tgtEl>
                                        <p:attrNameLst>
                                          <p:attrName>ppt_x</p:attrName>
                                        </p:attrNameLst>
                                      </p:cBhvr>
                                      <p:tavLst>
                                        <p:tav tm="0">
                                          <p:val>
                                            <p:strVal val="0-#ppt_w/2"/>
                                          </p:val>
                                        </p:tav>
                                        <p:tav tm="100000">
                                          <p:val>
                                            <p:strVal val="#ppt_x"/>
                                          </p:val>
                                        </p:tav>
                                      </p:tavLst>
                                    </p:anim>
                                    <p:anim calcmode="lin" valueType="num">
                                      <p:cBhvr additive="base">
                                        <p:cTn id="8" dur="500" fill="hold"/>
                                        <p:tgtEl>
                                          <p:spTgt spid="952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395288" y="260350"/>
            <a:ext cx="7848600" cy="624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i="1" dirty="0">
                <a:solidFill>
                  <a:srgbClr val="000000"/>
                </a:solidFill>
                <a:latin typeface="Times New Roman" pitchFamily="18" charset="0"/>
              </a:rPr>
              <a:t>U</a:t>
            </a:r>
            <a:r>
              <a:rPr kumimoji="1" lang="en-US" altLang="zh-CN" sz="2800" b="1" i="1" baseline="30000" dirty="0">
                <a:solidFill>
                  <a:srgbClr val="000000"/>
                </a:solidFill>
                <a:latin typeface="Times New Roman" pitchFamily="18" charset="0"/>
              </a:rPr>
              <a:t>(1)</a:t>
            </a:r>
            <a:r>
              <a:rPr kumimoji="1" lang="en-US" altLang="zh-CN" sz="2800" b="1" i="1" baseline="-30000" dirty="0">
                <a:solidFill>
                  <a:srgbClr val="000000"/>
                </a:solidFill>
                <a:latin typeface="Times New Roman" pitchFamily="18" charset="0"/>
              </a:rPr>
              <a:t> </a:t>
            </a:r>
            <a:r>
              <a:rPr kumimoji="1" lang="en-US" altLang="zh-CN" sz="2800" b="1" i="1" baseline="-30000" dirty="0" err="1">
                <a:solidFill>
                  <a:srgbClr val="000000"/>
                </a:solidFill>
                <a:latin typeface="Times New Roman" pitchFamily="18" charset="0"/>
              </a:rPr>
              <a:t>i,j</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 </a:t>
            </a:r>
            <a:r>
              <a:rPr kumimoji="1" lang="en-US" altLang="zh-CN" sz="2800" b="1" i="1" dirty="0">
                <a:solidFill>
                  <a:srgbClr val="000000"/>
                </a:solidFill>
                <a:latin typeface="宋体" charset="-122"/>
              </a:rPr>
              <a:t>μ</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(i+1)]sin(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 sin[</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--1)]sin(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(j+1)] +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(j-1)] - 4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a:t>
            </a:r>
            <a:endParaRPr kumimoji="1" lang="en-US" altLang="zh-CN" sz="2800" b="1" i="1" dirty="0">
              <a:latin typeface="Times New Roman" pitchFamily="18" charset="0"/>
            </a:endParaRPr>
          </a:p>
          <a:p>
            <a:pPr>
              <a:lnSpc>
                <a:spcPct val="120000"/>
              </a:lnSpc>
            </a:pP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a:t>
            </a:r>
            <a:r>
              <a:rPr kumimoji="1" lang="en-US" altLang="zh-CN" sz="2800" b="1" i="1" dirty="0">
                <a:solidFill>
                  <a:srgbClr val="000000"/>
                </a:solidFill>
                <a:latin typeface="宋体" charset="-122"/>
              </a:rPr>
              <a:t>μ</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)cos(</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 + cos(</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)cos(</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 - cos(</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j)cos(</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 + cos(</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 +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j)cos(</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 - cos(</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 - 4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a:t>
            </a:r>
            <a:endParaRPr kumimoji="1" lang="en-US" altLang="zh-CN" sz="2800" b="1" i="1" dirty="0">
              <a:latin typeface="Times New Roman" pitchFamily="18" charset="0"/>
            </a:endParaRPr>
          </a:p>
          <a:p>
            <a:pPr>
              <a:lnSpc>
                <a:spcPct val="120000"/>
              </a:lnSpc>
            </a:pP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+ 2</a:t>
            </a:r>
            <a:r>
              <a:rPr kumimoji="1" lang="en-US" altLang="zh-CN" sz="2800" b="1" i="1" dirty="0">
                <a:solidFill>
                  <a:srgbClr val="000000"/>
                </a:solidFill>
                <a:latin typeface="宋体" charset="-122"/>
              </a:rPr>
              <a:t>μ</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)cos(</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 +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j)cos(</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 - 2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a:t>
            </a:r>
            <a:endParaRPr kumimoji="1" lang="en-US" altLang="zh-CN" sz="2800" b="1" i="1" dirty="0">
              <a:latin typeface="Times New Roman" pitchFamily="18" charset="0"/>
            </a:endParaRPr>
          </a:p>
          <a:p>
            <a:pPr>
              <a:lnSpc>
                <a:spcPct val="120000"/>
              </a:lnSpc>
            </a:pP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j){1 + 2</a:t>
            </a:r>
            <a:r>
              <a:rPr kumimoji="1" lang="en-US" altLang="zh-CN" sz="2800" b="1" i="1" dirty="0">
                <a:solidFill>
                  <a:srgbClr val="000000"/>
                </a:solidFill>
                <a:latin typeface="宋体" charset="-122"/>
              </a:rPr>
              <a:t>μ</a:t>
            </a:r>
            <a:r>
              <a:rPr kumimoji="1" lang="en-US" altLang="zh-CN" sz="2800" b="1" i="1" dirty="0">
                <a:solidFill>
                  <a:srgbClr val="000000"/>
                </a:solidFill>
                <a:latin typeface="Times New Roman" pitchFamily="18" charset="0"/>
              </a:rPr>
              <a:t>[cos(</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 + cos(</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 - 2]}</a:t>
            </a:r>
            <a:endParaRPr kumimoji="1" lang="en-US" altLang="zh-CN" sz="2800" b="1" i="1" dirty="0">
              <a:latin typeface="Times New Roman" pitchFamily="18" charset="0"/>
            </a:endParaRPr>
          </a:p>
          <a:p>
            <a:pPr>
              <a:lnSpc>
                <a:spcPct val="120000"/>
              </a:lnSpc>
            </a:pPr>
            <a:r>
              <a:rPr kumimoji="1" lang="en-US" altLang="zh-CN" sz="2800" b="1" i="1" dirty="0">
                <a:solidFill>
                  <a:srgbClr val="000000"/>
                </a:solidFill>
                <a:latin typeface="Times New Roman" pitchFamily="18" charset="0"/>
              </a:rPr>
              <a:t>= sin(</a:t>
            </a:r>
            <a:r>
              <a:rPr kumimoji="1" lang="en-US" altLang="zh-CN" sz="2800" b="1" i="1" dirty="0">
                <a:solidFill>
                  <a:srgbClr val="000000"/>
                </a:solidFill>
                <a:latin typeface="宋体" charset="-122"/>
              </a:rPr>
              <a:t>α</a:t>
            </a:r>
            <a:r>
              <a:rPr kumimoji="1" lang="en-US" altLang="zh-CN" sz="2800" b="1" i="1" dirty="0" err="1">
                <a:solidFill>
                  <a:srgbClr val="000000"/>
                </a:solidFill>
                <a:latin typeface="Times New Roman" pitchFamily="18" charset="0"/>
              </a:rPr>
              <a:t>i</a:t>
            </a:r>
            <a:r>
              <a:rPr kumimoji="1" lang="en-US" altLang="zh-CN" sz="2800" b="1" i="1" dirty="0">
                <a:solidFill>
                  <a:srgbClr val="000000"/>
                </a:solidFill>
                <a:latin typeface="Times New Roman" pitchFamily="18" charset="0"/>
              </a:rPr>
              <a:t>)sin(</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j){1 - 4</a:t>
            </a:r>
            <a:r>
              <a:rPr kumimoji="1" lang="en-US" altLang="zh-CN" sz="2800" b="1" i="1" dirty="0">
                <a:solidFill>
                  <a:srgbClr val="000000"/>
                </a:solidFill>
                <a:latin typeface="宋体" charset="-122"/>
              </a:rPr>
              <a:t>μ</a:t>
            </a:r>
            <a:r>
              <a:rPr kumimoji="1" lang="en-US" altLang="zh-CN" sz="2800" b="1" i="1" dirty="0">
                <a:solidFill>
                  <a:srgbClr val="000000"/>
                </a:solidFill>
                <a:latin typeface="Times New Roman" pitchFamily="18" charset="0"/>
              </a:rPr>
              <a:t>[sin</a:t>
            </a:r>
            <a:r>
              <a:rPr kumimoji="1" lang="en-US" altLang="zh-CN" sz="2800" b="1" i="1" baseline="30000" dirty="0">
                <a:solidFill>
                  <a:srgbClr val="000000"/>
                </a:solidFill>
                <a:latin typeface="Times New Roman" pitchFamily="18" charset="0"/>
              </a:rPr>
              <a:t>2</a:t>
            </a:r>
            <a:r>
              <a:rPr kumimoji="1" lang="en-US" altLang="zh-CN" sz="2800" b="1" i="1" dirty="0">
                <a:solidFill>
                  <a:srgbClr val="000000"/>
                </a:solidFill>
                <a:latin typeface="Times New Roman" pitchFamily="18" charset="0"/>
              </a:rPr>
              <a:t>(</a:t>
            </a:r>
            <a:r>
              <a:rPr kumimoji="1" lang="en-US" altLang="zh-CN" sz="2800" b="1" i="1" dirty="0">
                <a:solidFill>
                  <a:srgbClr val="000000"/>
                </a:solidFill>
                <a:latin typeface="宋体" charset="-122"/>
              </a:rPr>
              <a:t>α</a:t>
            </a:r>
            <a:r>
              <a:rPr kumimoji="1" lang="en-US" altLang="zh-CN" sz="2800" b="1" i="1" dirty="0">
                <a:solidFill>
                  <a:srgbClr val="000000"/>
                </a:solidFill>
                <a:latin typeface="Times New Roman" pitchFamily="18" charset="0"/>
              </a:rPr>
              <a:t>/2) + sin</a:t>
            </a:r>
            <a:r>
              <a:rPr kumimoji="1" lang="en-US" altLang="zh-CN" sz="2800" b="1" i="1" baseline="30000" dirty="0">
                <a:solidFill>
                  <a:srgbClr val="000000"/>
                </a:solidFill>
                <a:latin typeface="Times New Roman" pitchFamily="18" charset="0"/>
              </a:rPr>
              <a:t>2</a:t>
            </a:r>
            <a:r>
              <a:rPr kumimoji="1" lang="en-US" altLang="zh-CN" sz="2800" b="1" i="1" dirty="0">
                <a:solidFill>
                  <a:srgbClr val="000000"/>
                </a:solidFill>
                <a:latin typeface="Times New Roman" pitchFamily="18" charset="0"/>
              </a:rPr>
              <a:t>(</a:t>
            </a:r>
            <a:r>
              <a:rPr kumimoji="1" lang="en-US" altLang="zh-CN" sz="2800" b="1" i="1" dirty="0">
                <a:solidFill>
                  <a:srgbClr val="000000"/>
                </a:solidFill>
                <a:latin typeface="宋体" charset="-122"/>
              </a:rPr>
              <a:t>β</a:t>
            </a:r>
            <a:r>
              <a:rPr kumimoji="1" lang="en-US" altLang="zh-CN" sz="2800" b="1" i="1" dirty="0">
                <a:solidFill>
                  <a:srgbClr val="000000"/>
                </a:solidFill>
                <a:latin typeface="Times New Roman" pitchFamily="18" charset="0"/>
              </a:rPr>
              <a:t>/2)]}. </a:t>
            </a:r>
            <a:endParaRPr kumimoji="1" lang="en-US" altLang="zh-CN" sz="2800" b="1" i="1" dirty="0">
              <a:latin typeface="Times New Roman" pitchFamily="18" charset="0"/>
            </a:endParaRPr>
          </a:p>
        </p:txBody>
      </p:sp>
    </p:spTree>
  </p:cSld>
  <p:clrMapOvr>
    <a:masterClrMapping/>
  </p:clrMapOvr>
  <p:transition>
    <p:push di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539750" y="2925763"/>
            <a:ext cx="83820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Applying this at consecutive times shows the solution at time tn is</a:t>
            </a:r>
          </a:p>
        </p:txBody>
      </p:sp>
      <p:sp>
        <p:nvSpPr>
          <p:cNvPr id="97283" name="Text Box 3"/>
          <p:cNvSpPr txBox="1">
            <a:spLocks noChangeArrowheads="1"/>
          </p:cNvSpPr>
          <p:nvPr/>
        </p:nvSpPr>
        <p:spPr bwMode="auto">
          <a:xfrm>
            <a:off x="322263" y="4365625"/>
            <a:ext cx="86868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U</a:t>
            </a:r>
            <a:r>
              <a:rPr kumimoji="1" lang="en-US" altLang="zh-CN" sz="2800" b="1" baseline="30000">
                <a:solidFill>
                  <a:srgbClr val="000000"/>
                </a:solidFill>
                <a:latin typeface="Times New Roman" pitchFamily="18" charset="0"/>
              </a:rPr>
              <a:t>(n)</a:t>
            </a:r>
            <a:r>
              <a:rPr kumimoji="1" lang="en-US" altLang="zh-CN" sz="2800" b="1" baseline="-30000">
                <a:solidFill>
                  <a:srgbClr val="000000"/>
                </a:solidFill>
                <a:latin typeface="Times New Roman" pitchFamily="18" charset="0"/>
              </a:rPr>
              <a:t>i,j</a:t>
            </a:r>
            <a:r>
              <a:rPr kumimoji="1" lang="en-US" altLang="zh-CN" sz="2800" b="1">
                <a:solidFill>
                  <a:srgbClr val="000000"/>
                </a:solidFill>
                <a:latin typeface="Times New Roman" pitchFamily="18" charset="0"/>
              </a:rPr>
              <a:t> = sin(</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i)sin(</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j) {1 - 4</a:t>
            </a:r>
            <a:r>
              <a:rPr kumimoji="1" lang="en-US" altLang="zh-CN" sz="2800" b="1">
                <a:solidFill>
                  <a:srgbClr val="000000"/>
                </a:solidFill>
                <a:latin typeface="宋体" charset="-122"/>
              </a:rPr>
              <a:t>μ</a:t>
            </a:r>
            <a:r>
              <a:rPr kumimoji="1" lang="en-US" altLang="zh-CN" sz="2800" b="1">
                <a:solidFill>
                  <a:srgbClr val="000000"/>
                </a:solidFill>
                <a:latin typeface="Times New Roman" pitchFamily="18" charset="0"/>
              </a:rPr>
              <a:t>[sin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/2) + 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/2)]}</a:t>
            </a:r>
            <a:r>
              <a:rPr kumimoji="1" lang="en-US" altLang="zh-CN" sz="2800" b="1" baseline="30000">
                <a:solidFill>
                  <a:srgbClr val="000000"/>
                </a:solidFill>
                <a:latin typeface="Times New Roman" pitchFamily="18" charset="0"/>
              </a:rPr>
              <a:t>n</a:t>
            </a:r>
            <a:r>
              <a:rPr kumimoji="1" lang="en-US" altLang="zh-CN" sz="2800" b="1">
                <a:solidFill>
                  <a:srgbClr val="000000"/>
                </a:solidFill>
                <a:latin typeface="Times New Roman" pitchFamily="18" charset="0"/>
              </a:rPr>
              <a:t>, </a:t>
            </a:r>
          </a:p>
        </p:txBody>
      </p:sp>
      <p:sp>
        <p:nvSpPr>
          <p:cNvPr id="97284" name="Text Box 4"/>
          <p:cNvSpPr txBox="1">
            <a:spLocks noChangeArrowheads="1"/>
          </p:cNvSpPr>
          <p:nvPr/>
        </p:nvSpPr>
        <p:spPr bwMode="auto">
          <a:xfrm>
            <a:off x="250825" y="5518150"/>
            <a:ext cx="86868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which then requires |1 - 4 </a:t>
            </a:r>
            <a:r>
              <a:rPr kumimoji="1" lang="en-US" altLang="zh-CN" sz="2800" b="1">
                <a:solidFill>
                  <a:srgbClr val="000000"/>
                </a:solidFill>
                <a:latin typeface="宋体" charset="-122"/>
              </a:rPr>
              <a:t>μ</a:t>
            </a:r>
            <a:r>
              <a:rPr kumimoji="1" lang="en-US" altLang="zh-CN" sz="2800" b="1">
                <a:solidFill>
                  <a:srgbClr val="000000"/>
                </a:solidFill>
                <a:latin typeface="Times New Roman" pitchFamily="18" charset="0"/>
              </a:rPr>
              <a:t> [sin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/2) + 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/2)]| &lt; 1</a:t>
            </a:r>
          </a:p>
        </p:txBody>
      </p:sp>
      <p:sp>
        <p:nvSpPr>
          <p:cNvPr id="96261" name="Rectangle 5"/>
          <p:cNvSpPr>
            <a:spLocks noChangeArrowheads="1"/>
          </p:cNvSpPr>
          <p:nvPr/>
        </p:nvSpPr>
        <p:spPr bwMode="auto">
          <a:xfrm>
            <a:off x="322263" y="1774825"/>
            <a:ext cx="8497887"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U</a:t>
            </a:r>
            <a:r>
              <a:rPr kumimoji="1" lang="en-US" altLang="zh-CN" sz="2800" b="1" baseline="30000">
                <a:solidFill>
                  <a:srgbClr val="000000"/>
                </a:solidFill>
                <a:latin typeface="Times New Roman" pitchFamily="18" charset="0"/>
              </a:rPr>
              <a:t>(1)</a:t>
            </a:r>
            <a:r>
              <a:rPr kumimoji="1" lang="en-US" altLang="zh-CN" sz="2800" b="1" baseline="-30000">
                <a:solidFill>
                  <a:srgbClr val="000000"/>
                </a:solidFill>
                <a:latin typeface="Times New Roman" pitchFamily="18" charset="0"/>
              </a:rPr>
              <a:t> i,j</a:t>
            </a:r>
            <a:r>
              <a:rPr kumimoji="1" lang="en-US" altLang="zh-CN" sz="2800" b="1">
                <a:solidFill>
                  <a:srgbClr val="000000"/>
                </a:solidFill>
                <a:latin typeface="Times New Roman" pitchFamily="18" charset="0"/>
              </a:rPr>
              <a:t>= sin(</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i)sin(</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j){1 - 4</a:t>
            </a:r>
            <a:r>
              <a:rPr kumimoji="1" lang="en-US" altLang="zh-CN" sz="2800" b="1">
                <a:solidFill>
                  <a:srgbClr val="000000"/>
                </a:solidFill>
                <a:latin typeface="宋体" charset="-122"/>
              </a:rPr>
              <a:t>μ</a:t>
            </a:r>
            <a:r>
              <a:rPr kumimoji="1" lang="en-US" altLang="zh-CN" sz="2800" b="1">
                <a:solidFill>
                  <a:srgbClr val="000000"/>
                </a:solidFill>
                <a:latin typeface="Times New Roman" pitchFamily="18" charset="0"/>
              </a:rPr>
              <a:t>[sin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/2) + 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/2)]}. </a:t>
            </a:r>
            <a:endParaRPr kumimoji="1" lang="en-US" altLang="zh-CN" sz="2800" b="1">
              <a:latin typeface="Times New Roman" pitchFamily="18" charset="0"/>
            </a:endParaRPr>
          </a:p>
        </p:txBody>
      </p:sp>
      <p:grpSp>
        <p:nvGrpSpPr>
          <p:cNvPr id="96262" name="Group 6"/>
          <p:cNvGrpSpPr>
            <a:grpSpLocks/>
          </p:cNvGrpSpPr>
          <p:nvPr/>
        </p:nvGrpSpPr>
        <p:grpSpPr bwMode="auto">
          <a:xfrm>
            <a:off x="322263" y="1701800"/>
            <a:ext cx="8424862" cy="914400"/>
            <a:chOff x="384" y="960"/>
            <a:chExt cx="1632" cy="576"/>
          </a:xfrm>
        </p:grpSpPr>
        <p:sp>
          <p:nvSpPr>
            <p:cNvPr id="96269" name="Line 7"/>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270" name="Line 8"/>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271" name="Line 9"/>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272" name="Line 10"/>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7291" name="Group 11"/>
          <p:cNvGrpSpPr>
            <a:grpSpLocks/>
          </p:cNvGrpSpPr>
          <p:nvPr/>
        </p:nvGrpSpPr>
        <p:grpSpPr bwMode="auto">
          <a:xfrm>
            <a:off x="322263" y="4222750"/>
            <a:ext cx="8713787" cy="935038"/>
            <a:chOff x="384" y="960"/>
            <a:chExt cx="1632" cy="576"/>
          </a:xfrm>
        </p:grpSpPr>
        <p:sp>
          <p:nvSpPr>
            <p:cNvPr id="96265" name="Line 12"/>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266" name="Line 13"/>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267" name="Line 14"/>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268" name="Line 15"/>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6264" name="Text Box 16"/>
          <p:cNvSpPr txBox="1">
            <a:spLocks noChangeArrowheads="1"/>
          </p:cNvSpPr>
          <p:nvPr/>
        </p:nvSpPr>
        <p:spPr bwMode="auto">
          <a:xfrm>
            <a:off x="428625" y="617538"/>
            <a:ext cx="4359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Times New Roman" pitchFamily="18" charset="0"/>
              </a:rPr>
              <a:t>U</a:t>
            </a:r>
            <a:r>
              <a:rPr kumimoji="1" lang="en-US" altLang="zh-CN" sz="3200" b="1" baseline="30000">
                <a:solidFill>
                  <a:srgbClr val="000000"/>
                </a:solidFill>
                <a:latin typeface="Times New Roman" pitchFamily="18" charset="0"/>
              </a:rPr>
              <a:t>(0)</a:t>
            </a:r>
            <a:r>
              <a:rPr kumimoji="1" lang="en-US" altLang="zh-CN" sz="3200" b="1" baseline="-30000">
                <a:solidFill>
                  <a:srgbClr val="000000"/>
                </a:solidFill>
                <a:latin typeface="Times New Roman" pitchFamily="18" charset="0"/>
              </a:rPr>
              <a:t> i,j</a:t>
            </a:r>
            <a:r>
              <a:rPr kumimoji="1" lang="en-US" altLang="zh-CN" sz="3200" b="1">
                <a:solidFill>
                  <a:srgbClr val="000000"/>
                </a:solidFill>
                <a:latin typeface="Times New Roman" pitchFamily="18" charset="0"/>
              </a:rPr>
              <a:t>=sin(</a:t>
            </a:r>
            <a:r>
              <a:rPr kumimoji="1" lang="en-US" altLang="zh-CN" sz="3200" b="1">
                <a:solidFill>
                  <a:srgbClr val="000000"/>
                </a:solidFill>
                <a:latin typeface="宋体" charset="-122"/>
              </a:rPr>
              <a:t>α</a:t>
            </a:r>
            <a:r>
              <a:rPr kumimoji="1" lang="en-US" altLang="zh-CN" sz="3200" b="1">
                <a:solidFill>
                  <a:srgbClr val="000000"/>
                </a:solidFill>
                <a:latin typeface="Times New Roman" pitchFamily="18" charset="0"/>
              </a:rPr>
              <a:t>i) sin(</a:t>
            </a:r>
            <a:r>
              <a:rPr kumimoji="1" lang="en-US" altLang="zh-CN" sz="3200" b="1">
                <a:solidFill>
                  <a:srgbClr val="000000"/>
                </a:solidFill>
                <a:latin typeface="宋体" charset="-122"/>
              </a:rPr>
              <a:t>β</a:t>
            </a:r>
            <a:r>
              <a:rPr kumimoji="1" lang="en-US" altLang="zh-CN" sz="3200" b="1">
                <a:solidFill>
                  <a:srgbClr val="000000"/>
                </a:solidFill>
                <a:latin typeface="Times New Roman" pitchFamily="18" charset="0"/>
              </a:rPr>
              <a:t>j),</a:t>
            </a:r>
            <a:endParaRPr kumimoji="1" lang="en-US" altLang="zh-CN" sz="3200" b="1">
              <a:latin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 calcmode="lin" valueType="num">
                                      <p:cBhvr additive="base">
                                        <p:cTn id="7" dur="500" fill="hold"/>
                                        <p:tgtEl>
                                          <p:spTgt spid="97283"/>
                                        </p:tgtEl>
                                        <p:attrNameLst>
                                          <p:attrName>ppt_x</p:attrName>
                                        </p:attrNameLst>
                                      </p:cBhvr>
                                      <p:tavLst>
                                        <p:tav tm="0">
                                          <p:val>
                                            <p:strVal val="0-#ppt_w/2"/>
                                          </p:val>
                                        </p:tav>
                                        <p:tav tm="100000">
                                          <p:val>
                                            <p:strVal val="#ppt_x"/>
                                          </p:val>
                                        </p:tav>
                                      </p:tavLst>
                                    </p:anim>
                                    <p:anim calcmode="lin" valueType="num">
                                      <p:cBhvr additive="base">
                                        <p:cTn id="8" dur="500" fill="hold"/>
                                        <p:tgtEl>
                                          <p:spTgt spid="9728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97291"/>
                                        </p:tgtEl>
                                        <p:attrNameLst>
                                          <p:attrName>style.visibility</p:attrName>
                                        </p:attrNameLst>
                                      </p:cBhvr>
                                      <p:to>
                                        <p:strVal val="visible"/>
                                      </p:to>
                                    </p:set>
                                    <p:anim calcmode="lin" valueType="num">
                                      <p:cBhvr additive="base">
                                        <p:cTn id="12" dur="500" fill="hold"/>
                                        <p:tgtEl>
                                          <p:spTgt spid="97291"/>
                                        </p:tgtEl>
                                        <p:attrNameLst>
                                          <p:attrName>ppt_x</p:attrName>
                                        </p:attrNameLst>
                                      </p:cBhvr>
                                      <p:tavLst>
                                        <p:tav tm="0">
                                          <p:val>
                                            <p:strVal val="#ppt_x"/>
                                          </p:val>
                                        </p:tav>
                                        <p:tav tm="100000">
                                          <p:val>
                                            <p:strVal val="#ppt_x"/>
                                          </p:val>
                                        </p:tav>
                                      </p:tavLst>
                                    </p:anim>
                                    <p:anim calcmode="lin" valueType="num">
                                      <p:cBhvr additive="base">
                                        <p:cTn id="13" dur="500" fill="hold"/>
                                        <p:tgtEl>
                                          <p:spTgt spid="97291"/>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7284"/>
                                        </p:tgtEl>
                                        <p:attrNameLst>
                                          <p:attrName>style.visibility</p:attrName>
                                        </p:attrNameLst>
                                      </p:cBhvr>
                                      <p:to>
                                        <p:strVal val="visible"/>
                                      </p:to>
                                    </p:set>
                                    <p:anim calcmode="lin" valueType="num">
                                      <p:cBhvr additive="base">
                                        <p:cTn id="18" dur="500" fill="hold"/>
                                        <p:tgtEl>
                                          <p:spTgt spid="97284"/>
                                        </p:tgtEl>
                                        <p:attrNameLst>
                                          <p:attrName>ppt_x</p:attrName>
                                        </p:attrNameLst>
                                      </p:cBhvr>
                                      <p:tavLst>
                                        <p:tav tm="0">
                                          <p:val>
                                            <p:strVal val="0-#ppt_w/2"/>
                                          </p:val>
                                        </p:tav>
                                        <p:tav tm="100000">
                                          <p:val>
                                            <p:strVal val="#ppt_x"/>
                                          </p:val>
                                        </p:tav>
                                      </p:tavLst>
                                    </p:anim>
                                    <p:anim calcmode="lin" valueType="num">
                                      <p:cBhvr additive="base">
                                        <p:cTn id="19" dur="500" fill="hold"/>
                                        <p:tgtEl>
                                          <p:spTgt spid="972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utoUpdateAnimBg="0"/>
      <p:bldP spid="97284"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385763" y="404813"/>
            <a:ext cx="86868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U</a:t>
            </a:r>
            <a:r>
              <a:rPr kumimoji="1" lang="en-US" altLang="zh-CN" sz="2800" b="1" baseline="30000">
                <a:solidFill>
                  <a:srgbClr val="000000"/>
                </a:solidFill>
                <a:latin typeface="Times New Roman" pitchFamily="18" charset="0"/>
              </a:rPr>
              <a:t>(n)</a:t>
            </a:r>
            <a:r>
              <a:rPr kumimoji="1" lang="en-US" altLang="zh-CN" sz="2800" b="1" baseline="-30000">
                <a:solidFill>
                  <a:srgbClr val="000000"/>
                </a:solidFill>
                <a:latin typeface="Times New Roman" pitchFamily="18" charset="0"/>
              </a:rPr>
              <a:t>i,j</a:t>
            </a:r>
            <a:r>
              <a:rPr kumimoji="1" lang="en-US" altLang="zh-CN" sz="2800" b="1">
                <a:solidFill>
                  <a:srgbClr val="000000"/>
                </a:solidFill>
                <a:latin typeface="Times New Roman" pitchFamily="18" charset="0"/>
              </a:rPr>
              <a:t> = sin(</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i)sin(</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j) {1 - 4</a:t>
            </a:r>
            <a:r>
              <a:rPr kumimoji="1" lang="en-US" altLang="zh-CN" sz="2800" b="1">
                <a:solidFill>
                  <a:srgbClr val="000000"/>
                </a:solidFill>
                <a:latin typeface="宋体" charset="-122"/>
              </a:rPr>
              <a:t>μ</a:t>
            </a:r>
            <a:r>
              <a:rPr kumimoji="1" lang="en-US" altLang="zh-CN" sz="2800" b="1">
                <a:solidFill>
                  <a:srgbClr val="000000"/>
                </a:solidFill>
                <a:latin typeface="Times New Roman" pitchFamily="18" charset="0"/>
              </a:rPr>
              <a:t>[sin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/2) + sin</a:t>
            </a:r>
            <a:r>
              <a:rPr kumimoji="1" lang="en-US" altLang="zh-CN" sz="2800" b="1" baseline="30000">
                <a:solidFill>
                  <a:srgbClr val="000000"/>
                </a:solidFill>
                <a:latin typeface="Times New Roman" pitchFamily="18" charset="0"/>
              </a:rPr>
              <a:t>2</a:t>
            </a:r>
            <a:r>
              <a:rPr kumimoji="1" lang="en-US" altLang="zh-CN" sz="2800" b="1">
                <a:solidFill>
                  <a:srgbClr val="000000"/>
                </a:solidFill>
                <a:latin typeface="Times New Roman" pitchFamily="18" charset="0"/>
              </a:rPr>
              <a:t>(</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/2)]}</a:t>
            </a:r>
            <a:r>
              <a:rPr kumimoji="1" lang="en-US" altLang="zh-CN" sz="2800" b="1" baseline="30000">
                <a:solidFill>
                  <a:srgbClr val="000000"/>
                </a:solidFill>
                <a:latin typeface="Times New Roman" pitchFamily="18" charset="0"/>
              </a:rPr>
              <a:t>n</a:t>
            </a:r>
            <a:r>
              <a:rPr kumimoji="1" lang="en-US" altLang="zh-CN" sz="2800" b="1">
                <a:solidFill>
                  <a:srgbClr val="000000"/>
                </a:solidFill>
                <a:latin typeface="Times New Roman" pitchFamily="18" charset="0"/>
              </a:rPr>
              <a:t>, </a:t>
            </a:r>
          </a:p>
        </p:txBody>
      </p:sp>
      <p:sp>
        <p:nvSpPr>
          <p:cNvPr id="98307" name="Text Box 3"/>
          <p:cNvSpPr txBox="1">
            <a:spLocks noChangeArrowheads="1"/>
          </p:cNvSpPr>
          <p:nvPr/>
        </p:nvSpPr>
        <p:spPr bwMode="auto">
          <a:xfrm>
            <a:off x="107950" y="1125538"/>
            <a:ext cx="8686800"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which then requires </a:t>
            </a:r>
          </a:p>
          <a:p>
            <a:pPr eaLnBrk="1" hangingPunct="1">
              <a:lnSpc>
                <a:spcPct val="130000"/>
              </a:lnSpc>
            </a:pPr>
            <a:r>
              <a:rPr kumimoji="1" lang="en-US" altLang="zh-CN" sz="3200" b="1">
                <a:solidFill>
                  <a:srgbClr val="000000"/>
                </a:solidFill>
                <a:latin typeface="Times New Roman" pitchFamily="18" charset="0"/>
              </a:rPr>
              <a:t>|1 - 4 </a:t>
            </a:r>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宋体" charset="-122"/>
              </a:rPr>
              <a:t>α</a:t>
            </a:r>
            <a:r>
              <a:rPr kumimoji="1" lang="en-US" altLang="zh-CN" sz="3200" b="1">
                <a:solidFill>
                  <a:srgbClr val="000000"/>
                </a:solidFill>
                <a:latin typeface="Times New Roman" pitchFamily="18" charset="0"/>
              </a:rPr>
              <a:t>/2) +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宋体" charset="-122"/>
              </a:rPr>
              <a:t>β</a:t>
            </a:r>
            <a:r>
              <a:rPr kumimoji="1" lang="en-US" altLang="zh-CN" sz="3200" b="1">
                <a:solidFill>
                  <a:srgbClr val="000000"/>
                </a:solidFill>
                <a:latin typeface="Times New Roman" pitchFamily="18" charset="0"/>
              </a:rPr>
              <a:t>/2)]| &lt; 1</a:t>
            </a:r>
          </a:p>
        </p:txBody>
      </p:sp>
      <p:sp>
        <p:nvSpPr>
          <p:cNvPr id="98308" name="Text Box 4"/>
          <p:cNvSpPr txBox="1">
            <a:spLocks noChangeArrowheads="1"/>
          </p:cNvSpPr>
          <p:nvPr/>
        </p:nvSpPr>
        <p:spPr bwMode="auto">
          <a:xfrm>
            <a:off x="152400" y="4337050"/>
            <a:ext cx="8686800"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for this to converge as n-&gt;infinity. For this to be satisfied for arbitrary </a:t>
            </a:r>
            <a:r>
              <a:rPr kumimoji="1" lang="en-US" altLang="zh-CN" sz="2800" b="1">
                <a:solidFill>
                  <a:srgbClr val="000000"/>
                </a:solidFill>
                <a:latin typeface="宋体" charset="-122"/>
              </a:rPr>
              <a:t>α</a:t>
            </a:r>
            <a:r>
              <a:rPr kumimoji="1" lang="en-US" altLang="zh-CN" sz="2800" b="1">
                <a:solidFill>
                  <a:srgbClr val="000000"/>
                </a:solidFill>
                <a:latin typeface="Times New Roman" pitchFamily="18" charset="0"/>
              </a:rPr>
              <a:t> and </a:t>
            </a:r>
            <a:r>
              <a:rPr kumimoji="1" lang="en-US" altLang="zh-CN" sz="2800" b="1">
                <a:solidFill>
                  <a:srgbClr val="000000"/>
                </a:solidFill>
                <a:latin typeface="宋体" charset="-122"/>
              </a:rPr>
              <a:t>β</a:t>
            </a:r>
            <a:r>
              <a:rPr kumimoji="1" lang="en-US" altLang="zh-CN" sz="2800" b="1">
                <a:solidFill>
                  <a:srgbClr val="000000"/>
                </a:solidFill>
                <a:latin typeface="Times New Roman" pitchFamily="18" charset="0"/>
              </a:rPr>
              <a:t> we require </a:t>
            </a:r>
            <a:r>
              <a:rPr kumimoji="1" lang="en-US" altLang="zh-CN" sz="2800" b="1">
                <a:solidFill>
                  <a:srgbClr val="000000"/>
                </a:solidFill>
                <a:latin typeface="宋体" charset="-122"/>
              </a:rPr>
              <a:t>μ</a:t>
            </a:r>
            <a:r>
              <a:rPr kumimoji="1" lang="en-US" altLang="zh-CN" sz="2800" b="1">
                <a:solidFill>
                  <a:srgbClr val="000000"/>
                </a:solidFill>
                <a:latin typeface="Times New Roman" pitchFamily="18" charset="0"/>
              </a:rPr>
              <a:t>  &lt; 1/4. Thus we must ensure</a:t>
            </a:r>
            <a:endParaRPr kumimoji="1" lang="en-US" altLang="zh-CN" sz="2800" b="1">
              <a:latin typeface="Times New Roman" pitchFamily="18" charset="0"/>
            </a:endParaRPr>
          </a:p>
        </p:txBody>
      </p:sp>
      <p:sp>
        <p:nvSpPr>
          <p:cNvPr id="98309" name="Text Box 5"/>
          <p:cNvSpPr txBox="1">
            <a:spLocks noChangeArrowheads="1"/>
          </p:cNvSpPr>
          <p:nvPr/>
        </p:nvSpPr>
        <p:spPr bwMode="auto">
          <a:xfrm>
            <a:off x="3581400" y="5729288"/>
            <a:ext cx="23241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t &lt;</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x</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/4. </a:t>
            </a:r>
            <a:endParaRPr kumimoji="1" lang="en-US" altLang="zh-CN" sz="3200" b="1">
              <a:latin typeface="Times New Roman" pitchFamily="18" charset="0"/>
            </a:endParaRPr>
          </a:p>
        </p:txBody>
      </p:sp>
      <p:sp>
        <p:nvSpPr>
          <p:cNvPr id="98310" name="Text Box 6"/>
          <p:cNvSpPr txBox="1">
            <a:spLocks noChangeArrowheads="1"/>
          </p:cNvSpPr>
          <p:nvPr/>
        </p:nvSpPr>
        <p:spPr bwMode="auto">
          <a:xfrm>
            <a:off x="179388" y="2708275"/>
            <a:ext cx="6408737"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1 - 4 </a:t>
            </a:r>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宋体" charset="-122"/>
              </a:rPr>
              <a:t>α</a:t>
            </a:r>
            <a:r>
              <a:rPr kumimoji="1" lang="en-US" altLang="zh-CN" sz="3200" b="1">
                <a:solidFill>
                  <a:srgbClr val="000000"/>
                </a:solidFill>
                <a:latin typeface="Times New Roman" pitchFamily="18" charset="0"/>
              </a:rPr>
              <a:t>/2) +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宋体" charset="-122"/>
              </a:rPr>
              <a:t>β</a:t>
            </a:r>
            <a:r>
              <a:rPr kumimoji="1" lang="en-US" altLang="zh-CN" sz="3200" b="1">
                <a:solidFill>
                  <a:srgbClr val="000000"/>
                </a:solidFill>
                <a:latin typeface="Times New Roman" pitchFamily="18" charset="0"/>
              </a:rPr>
              <a:t>/2)] &lt; 1</a:t>
            </a:r>
          </a:p>
        </p:txBody>
      </p:sp>
      <p:sp>
        <p:nvSpPr>
          <p:cNvPr id="98311" name="Text Box 7"/>
          <p:cNvSpPr txBox="1">
            <a:spLocks noChangeArrowheads="1"/>
          </p:cNvSpPr>
          <p:nvPr/>
        </p:nvSpPr>
        <p:spPr bwMode="auto">
          <a:xfrm>
            <a:off x="88900" y="3589338"/>
            <a:ext cx="7146925"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Times New Roman" pitchFamily="18" charset="0"/>
              </a:rPr>
              <a:t>-(1 - 4 </a:t>
            </a:r>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宋体" charset="-122"/>
              </a:rPr>
              <a:t>α</a:t>
            </a:r>
            <a:r>
              <a:rPr kumimoji="1" lang="en-US" altLang="zh-CN" sz="3200" b="1">
                <a:solidFill>
                  <a:srgbClr val="000000"/>
                </a:solidFill>
                <a:latin typeface="Times New Roman" pitchFamily="18" charset="0"/>
              </a:rPr>
              <a:t>/2) + sin</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a:t>
            </a:r>
            <a:r>
              <a:rPr kumimoji="1" lang="en-US" altLang="zh-CN" sz="3200" b="1">
                <a:solidFill>
                  <a:srgbClr val="000000"/>
                </a:solidFill>
                <a:latin typeface="宋体" charset="-122"/>
              </a:rPr>
              <a:t>β</a:t>
            </a:r>
            <a:r>
              <a:rPr kumimoji="1" lang="en-US" altLang="zh-CN" sz="3200" b="1">
                <a:solidFill>
                  <a:srgbClr val="000000"/>
                </a:solidFill>
                <a:latin typeface="Times New Roman" pitchFamily="18" charset="0"/>
              </a:rPr>
              <a:t>/2)]) &lt; 1</a:t>
            </a:r>
          </a:p>
        </p:txBody>
      </p:sp>
      <p:sp>
        <p:nvSpPr>
          <p:cNvPr id="98312" name="Text Box 8"/>
          <p:cNvSpPr txBox="1">
            <a:spLocks noChangeArrowheads="1"/>
          </p:cNvSpPr>
          <p:nvPr/>
        </p:nvSpPr>
        <p:spPr bwMode="auto">
          <a:xfrm>
            <a:off x="7380288" y="3452813"/>
            <a:ext cx="1546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&lt; 1/4</a:t>
            </a:r>
          </a:p>
        </p:txBody>
      </p:sp>
      <p:grpSp>
        <p:nvGrpSpPr>
          <p:cNvPr id="98313" name="Group 9"/>
          <p:cNvGrpSpPr>
            <a:grpSpLocks/>
          </p:cNvGrpSpPr>
          <p:nvPr/>
        </p:nvGrpSpPr>
        <p:grpSpPr bwMode="auto">
          <a:xfrm>
            <a:off x="3563938" y="5661025"/>
            <a:ext cx="2736850" cy="914400"/>
            <a:chOff x="384" y="960"/>
            <a:chExt cx="1632" cy="576"/>
          </a:xfrm>
        </p:grpSpPr>
        <p:sp>
          <p:nvSpPr>
            <p:cNvPr id="97290" name="Line 10"/>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91" name="Line 11"/>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92" name="Line 12"/>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93" name="Line 13"/>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306"/>
                                        </p:tgtEl>
                                        <p:attrNameLst>
                                          <p:attrName>style.visibility</p:attrName>
                                        </p:attrNameLst>
                                      </p:cBhvr>
                                      <p:to>
                                        <p:strVal val="visible"/>
                                      </p:to>
                                    </p:set>
                                    <p:anim calcmode="lin" valueType="num">
                                      <p:cBhvr additive="base">
                                        <p:cTn id="7" dur="500" fill="hold"/>
                                        <p:tgtEl>
                                          <p:spTgt spid="98306"/>
                                        </p:tgtEl>
                                        <p:attrNameLst>
                                          <p:attrName>ppt_x</p:attrName>
                                        </p:attrNameLst>
                                      </p:cBhvr>
                                      <p:tavLst>
                                        <p:tav tm="0">
                                          <p:val>
                                            <p:strVal val="0-#ppt_w/2"/>
                                          </p:val>
                                        </p:tav>
                                        <p:tav tm="100000">
                                          <p:val>
                                            <p:strVal val="#ppt_x"/>
                                          </p:val>
                                        </p:tav>
                                      </p:tavLst>
                                    </p:anim>
                                    <p:anim calcmode="lin" valueType="num">
                                      <p:cBhvr additive="base">
                                        <p:cTn id="8" dur="500" fill="hold"/>
                                        <p:tgtEl>
                                          <p:spTgt spid="983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307"/>
                                        </p:tgtEl>
                                        <p:attrNameLst>
                                          <p:attrName>style.visibility</p:attrName>
                                        </p:attrNameLst>
                                      </p:cBhvr>
                                      <p:to>
                                        <p:strVal val="visible"/>
                                      </p:to>
                                    </p:set>
                                    <p:anim calcmode="lin" valueType="num">
                                      <p:cBhvr additive="base">
                                        <p:cTn id="13" dur="500" fill="hold"/>
                                        <p:tgtEl>
                                          <p:spTgt spid="98307"/>
                                        </p:tgtEl>
                                        <p:attrNameLst>
                                          <p:attrName>ppt_x</p:attrName>
                                        </p:attrNameLst>
                                      </p:cBhvr>
                                      <p:tavLst>
                                        <p:tav tm="0">
                                          <p:val>
                                            <p:strVal val="0-#ppt_w/2"/>
                                          </p:val>
                                        </p:tav>
                                        <p:tav tm="100000">
                                          <p:val>
                                            <p:strVal val="#ppt_x"/>
                                          </p:val>
                                        </p:tav>
                                      </p:tavLst>
                                    </p:anim>
                                    <p:anim calcmode="lin" valueType="num">
                                      <p:cBhvr additive="base">
                                        <p:cTn id="14" dur="500" fill="hold"/>
                                        <p:tgtEl>
                                          <p:spTgt spid="983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8310"/>
                                        </p:tgtEl>
                                        <p:attrNameLst>
                                          <p:attrName>style.visibility</p:attrName>
                                        </p:attrNameLst>
                                      </p:cBhvr>
                                      <p:to>
                                        <p:strVal val="visible"/>
                                      </p:to>
                                    </p:set>
                                    <p:anim calcmode="lin" valueType="num">
                                      <p:cBhvr additive="base">
                                        <p:cTn id="19" dur="500" fill="hold"/>
                                        <p:tgtEl>
                                          <p:spTgt spid="98310"/>
                                        </p:tgtEl>
                                        <p:attrNameLst>
                                          <p:attrName>ppt_x</p:attrName>
                                        </p:attrNameLst>
                                      </p:cBhvr>
                                      <p:tavLst>
                                        <p:tav tm="0">
                                          <p:val>
                                            <p:strVal val="0-#ppt_w/2"/>
                                          </p:val>
                                        </p:tav>
                                        <p:tav tm="100000">
                                          <p:val>
                                            <p:strVal val="#ppt_x"/>
                                          </p:val>
                                        </p:tav>
                                      </p:tavLst>
                                    </p:anim>
                                    <p:anim calcmode="lin" valueType="num">
                                      <p:cBhvr additive="base">
                                        <p:cTn id="20" dur="500" fill="hold"/>
                                        <p:tgtEl>
                                          <p:spTgt spid="9831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8311"/>
                                        </p:tgtEl>
                                        <p:attrNameLst>
                                          <p:attrName>style.visibility</p:attrName>
                                        </p:attrNameLst>
                                      </p:cBhvr>
                                      <p:to>
                                        <p:strVal val="visible"/>
                                      </p:to>
                                    </p:set>
                                    <p:anim calcmode="lin" valueType="num">
                                      <p:cBhvr additive="base">
                                        <p:cTn id="25" dur="500" fill="hold"/>
                                        <p:tgtEl>
                                          <p:spTgt spid="98311"/>
                                        </p:tgtEl>
                                        <p:attrNameLst>
                                          <p:attrName>ppt_x</p:attrName>
                                        </p:attrNameLst>
                                      </p:cBhvr>
                                      <p:tavLst>
                                        <p:tav tm="0">
                                          <p:val>
                                            <p:strVal val="0-#ppt_w/2"/>
                                          </p:val>
                                        </p:tav>
                                        <p:tav tm="100000">
                                          <p:val>
                                            <p:strVal val="#ppt_x"/>
                                          </p:val>
                                        </p:tav>
                                      </p:tavLst>
                                    </p:anim>
                                    <p:anim calcmode="lin" valueType="num">
                                      <p:cBhvr additive="base">
                                        <p:cTn id="26" dur="500" fill="hold"/>
                                        <p:tgtEl>
                                          <p:spTgt spid="9831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8312"/>
                                        </p:tgtEl>
                                        <p:attrNameLst>
                                          <p:attrName>style.visibility</p:attrName>
                                        </p:attrNameLst>
                                      </p:cBhvr>
                                      <p:to>
                                        <p:strVal val="visible"/>
                                      </p:to>
                                    </p:set>
                                    <p:anim calcmode="lin" valueType="num">
                                      <p:cBhvr additive="base">
                                        <p:cTn id="31" dur="500" fill="hold"/>
                                        <p:tgtEl>
                                          <p:spTgt spid="98312"/>
                                        </p:tgtEl>
                                        <p:attrNameLst>
                                          <p:attrName>ppt_x</p:attrName>
                                        </p:attrNameLst>
                                      </p:cBhvr>
                                      <p:tavLst>
                                        <p:tav tm="0">
                                          <p:val>
                                            <p:strVal val="0-#ppt_w/2"/>
                                          </p:val>
                                        </p:tav>
                                        <p:tav tm="100000">
                                          <p:val>
                                            <p:strVal val="#ppt_x"/>
                                          </p:val>
                                        </p:tav>
                                      </p:tavLst>
                                    </p:anim>
                                    <p:anim calcmode="lin" valueType="num">
                                      <p:cBhvr additive="base">
                                        <p:cTn id="32" dur="500" fill="hold"/>
                                        <p:tgtEl>
                                          <p:spTgt spid="9831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8308"/>
                                        </p:tgtEl>
                                        <p:attrNameLst>
                                          <p:attrName>style.visibility</p:attrName>
                                        </p:attrNameLst>
                                      </p:cBhvr>
                                      <p:to>
                                        <p:strVal val="visible"/>
                                      </p:to>
                                    </p:set>
                                    <p:anim calcmode="lin" valueType="num">
                                      <p:cBhvr additive="base">
                                        <p:cTn id="37" dur="500" fill="hold"/>
                                        <p:tgtEl>
                                          <p:spTgt spid="98308"/>
                                        </p:tgtEl>
                                        <p:attrNameLst>
                                          <p:attrName>ppt_x</p:attrName>
                                        </p:attrNameLst>
                                      </p:cBhvr>
                                      <p:tavLst>
                                        <p:tav tm="0">
                                          <p:val>
                                            <p:strVal val="0-#ppt_w/2"/>
                                          </p:val>
                                        </p:tav>
                                        <p:tav tm="100000">
                                          <p:val>
                                            <p:strVal val="#ppt_x"/>
                                          </p:val>
                                        </p:tav>
                                      </p:tavLst>
                                    </p:anim>
                                    <p:anim calcmode="lin" valueType="num">
                                      <p:cBhvr additive="base">
                                        <p:cTn id="38" dur="500" fill="hold"/>
                                        <p:tgtEl>
                                          <p:spTgt spid="9830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8309"/>
                                        </p:tgtEl>
                                        <p:attrNameLst>
                                          <p:attrName>style.visibility</p:attrName>
                                        </p:attrNameLst>
                                      </p:cBhvr>
                                      <p:to>
                                        <p:strVal val="visible"/>
                                      </p:to>
                                    </p:set>
                                    <p:anim calcmode="lin" valueType="num">
                                      <p:cBhvr additive="base">
                                        <p:cTn id="43" dur="500" fill="hold"/>
                                        <p:tgtEl>
                                          <p:spTgt spid="98309"/>
                                        </p:tgtEl>
                                        <p:attrNameLst>
                                          <p:attrName>ppt_x</p:attrName>
                                        </p:attrNameLst>
                                      </p:cBhvr>
                                      <p:tavLst>
                                        <p:tav tm="0">
                                          <p:val>
                                            <p:strVal val="0-#ppt_w/2"/>
                                          </p:val>
                                        </p:tav>
                                        <p:tav tm="100000">
                                          <p:val>
                                            <p:strVal val="#ppt_x"/>
                                          </p:val>
                                        </p:tav>
                                      </p:tavLst>
                                    </p:anim>
                                    <p:anim calcmode="lin" valueType="num">
                                      <p:cBhvr additive="base">
                                        <p:cTn id="44" dur="500" fill="hold"/>
                                        <p:tgtEl>
                                          <p:spTgt spid="98309"/>
                                        </p:tgtEl>
                                        <p:attrNameLst>
                                          <p:attrName>ppt_y</p:attrName>
                                        </p:attrNameLst>
                                      </p:cBhvr>
                                      <p:tavLst>
                                        <p:tav tm="0">
                                          <p:val>
                                            <p:strVal val="#ppt_y"/>
                                          </p:val>
                                        </p:tav>
                                        <p:tav tm="100000">
                                          <p:val>
                                            <p:strVal val="#ppt_y"/>
                                          </p:val>
                                        </p:tav>
                                      </p:tavLst>
                                    </p:anim>
                                  </p:childTnLst>
                                </p:cTn>
                              </p:par>
                            </p:childTnLst>
                          </p:cTn>
                        </p:par>
                        <p:par>
                          <p:cTn id="45" fill="hold" nodeType="afterGroup">
                            <p:stCondLst>
                              <p:cond delay="500"/>
                            </p:stCondLst>
                            <p:childTnLst>
                              <p:par>
                                <p:cTn id="46" presetID="2" presetClass="entr" presetSubtype="8" fill="hold" nodeType="afterEffect">
                                  <p:stCondLst>
                                    <p:cond delay="0"/>
                                  </p:stCondLst>
                                  <p:childTnLst>
                                    <p:set>
                                      <p:cBhvr>
                                        <p:cTn id="47" dur="1" fill="hold">
                                          <p:stCondLst>
                                            <p:cond delay="0"/>
                                          </p:stCondLst>
                                        </p:cTn>
                                        <p:tgtEl>
                                          <p:spTgt spid="98313"/>
                                        </p:tgtEl>
                                        <p:attrNameLst>
                                          <p:attrName>style.visibility</p:attrName>
                                        </p:attrNameLst>
                                      </p:cBhvr>
                                      <p:to>
                                        <p:strVal val="visible"/>
                                      </p:to>
                                    </p:set>
                                    <p:anim calcmode="lin" valueType="num">
                                      <p:cBhvr additive="base">
                                        <p:cTn id="48" dur="500" fill="hold"/>
                                        <p:tgtEl>
                                          <p:spTgt spid="98313"/>
                                        </p:tgtEl>
                                        <p:attrNameLst>
                                          <p:attrName>ppt_x</p:attrName>
                                        </p:attrNameLst>
                                      </p:cBhvr>
                                      <p:tavLst>
                                        <p:tav tm="0">
                                          <p:val>
                                            <p:strVal val="0-#ppt_w/2"/>
                                          </p:val>
                                        </p:tav>
                                        <p:tav tm="100000">
                                          <p:val>
                                            <p:strVal val="#ppt_x"/>
                                          </p:val>
                                        </p:tav>
                                      </p:tavLst>
                                    </p:anim>
                                    <p:anim calcmode="lin" valueType="num">
                                      <p:cBhvr additive="base">
                                        <p:cTn id="49" dur="500" fill="hold"/>
                                        <p:tgtEl>
                                          <p:spTgt spid="983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utoUpdateAnimBg="0"/>
      <p:bldP spid="98307" grpId="0" autoUpdateAnimBg="0"/>
      <p:bldP spid="98308" grpId="0" autoUpdateAnimBg="0"/>
      <p:bldP spid="98309" grpId="0" autoUpdateAnimBg="0"/>
      <p:bldP spid="98310" grpId="0" autoUpdateAnimBg="0"/>
      <p:bldP spid="98311" grpId="0" autoUpdateAnimBg="0"/>
      <p:bldP spid="98312"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395288" y="1449388"/>
            <a:ext cx="7864475" cy="282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a:solidFill>
                  <a:srgbClr val="000000"/>
                </a:solidFill>
                <a:latin typeface="Times New Roman" pitchFamily="18" charset="0"/>
              </a:rPr>
              <a:t>A doubling of the spatial resolution therefore requires a factor of four more time steps so overall the expense of the computation increases sixteen-fold.</a:t>
            </a:r>
            <a:endParaRPr kumimoji="1" lang="en-US" altLang="zh-CN" sz="3200" b="1">
              <a:latin typeface="Times New Roman" pitchFamily="18" charset="0"/>
            </a:endParaRPr>
          </a:p>
        </p:txBody>
      </p:sp>
      <p:sp>
        <p:nvSpPr>
          <p:cNvPr id="99331" name="Text Box 3"/>
          <p:cNvSpPr txBox="1">
            <a:spLocks noChangeArrowheads="1"/>
          </p:cNvSpPr>
          <p:nvPr/>
        </p:nvSpPr>
        <p:spPr bwMode="auto">
          <a:xfrm>
            <a:off x="381000" y="4457700"/>
            <a:ext cx="7864475"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a:solidFill>
                  <a:srgbClr val="000000"/>
                </a:solidFill>
                <a:latin typeface="Times New Roman" pitchFamily="18" charset="0"/>
              </a:rPr>
              <a:t>The analysis for the diffusion equation in three dimensions may be computed in a similar manner.</a:t>
            </a:r>
            <a:endParaRPr kumimoji="1" lang="en-US" altLang="zh-CN" sz="3200" b="1">
              <a:latin typeface="Times New Roman" pitchFamily="18" charset="0"/>
            </a:endParaRPr>
          </a:p>
        </p:txBody>
      </p:sp>
      <p:sp>
        <p:nvSpPr>
          <p:cNvPr id="98308" name="Text Box 4"/>
          <p:cNvSpPr txBox="1">
            <a:spLocks noChangeArrowheads="1"/>
          </p:cNvSpPr>
          <p:nvPr/>
        </p:nvSpPr>
        <p:spPr bwMode="auto">
          <a:xfrm>
            <a:off x="2573338" y="473075"/>
            <a:ext cx="23241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t &lt;</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x</a:t>
            </a:r>
            <a:r>
              <a:rPr kumimoji="1" lang="en-US" altLang="zh-CN" sz="3200" b="1" baseline="30000">
                <a:solidFill>
                  <a:srgbClr val="000000"/>
                </a:solidFill>
                <a:latin typeface="Times New Roman" pitchFamily="18" charset="0"/>
              </a:rPr>
              <a:t>2</a:t>
            </a:r>
            <a:r>
              <a:rPr kumimoji="1" lang="en-US" altLang="zh-CN" sz="3200" b="1">
                <a:solidFill>
                  <a:srgbClr val="000000"/>
                </a:solidFill>
                <a:latin typeface="Times New Roman" pitchFamily="18" charset="0"/>
              </a:rPr>
              <a:t>/4. </a:t>
            </a:r>
            <a:endParaRPr kumimoji="1" lang="en-US" altLang="zh-CN" sz="3200" b="1">
              <a:latin typeface="Times New Roman" pitchFamily="18" charset="0"/>
            </a:endParaRPr>
          </a:p>
        </p:txBody>
      </p:sp>
      <p:grpSp>
        <p:nvGrpSpPr>
          <p:cNvPr id="98309" name="Group 5"/>
          <p:cNvGrpSpPr>
            <a:grpSpLocks/>
          </p:cNvGrpSpPr>
          <p:nvPr/>
        </p:nvGrpSpPr>
        <p:grpSpPr bwMode="auto">
          <a:xfrm>
            <a:off x="2555875" y="404813"/>
            <a:ext cx="2736850" cy="914400"/>
            <a:chOff x="384" y="960"/>
            <a:chExt cx="1632" cy="576"/>
          </a:xfrm>
        </p:grpSpPr>
        <p:sp>
          <p:nvSpPr>
            <p:cNvPr id="98310" name="Line 6"/>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1" name="Line 7"/>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2" name="Line 8"/>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13" name="Line 9"/>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anim calcmode="lin" valueType="num">
                                      <p:cBhvr additive="base">
                                        <p:cTn id="7" dur="500" fill="hold"/>
                                        <p:tgtEl>
                                          <p:spTgt spid="99331"/>
                                        </p:tgtEl>
                                        <p:attrNameLst>
                                          <p:attrName>ppt_x</p:attrName>
                                        </p:attrNameLst>
                                      </p:cBhvr>
                                      <p:tavLst>
                                        <p:tav tm="0">
                                          <p:val>
                                            <p:strVal val="0-#ppt_w/2"/>
                                          </p:val>
                                        </p:tav>
                                        <p:tav tm="100000">
                                          <p:val>
                                            <p:strVal val="#ppt_x"/>
                                          </p:val>
                                        </p:tav>
                                      </p:tavLst>
                                    </p:anim>
                                    <p:anim calcmode="lin" valueType="num">
                                      <p:cBhvr additive="base">
                                        <p:cTn id="8" dur="500" fill="hold"/>
                                        <p:tgtEl>
                                          <p:spTgt spid="993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611188" y="404813"/>
            <a:ext cx="7632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solidFill>
                  <a:srgbClr val="000000"/>
                </a:solidFill>
                <a:latin typeface="Times New Roman" pitchFamily="18" charset="0"/>
              </a:rPr>
              <a:t>9.3.4 Model for general initial conditions</a:t>
            </a:r>
            <a:endParaRPr kumimoji="1" lang="en-US" altLang="zh-CN" sz="2800" b="1">
              <a:latin typeface="Times New Roman" pitchFamily="18" charset="0"/>
            </a:endParaRPr>
          </a:p>
        </p:txBody>
      </p:sp>
      <p:sp>
        <p:nvSpPr>
          <p:cNvPr id="100355" name="Text Box 3"/>
          <p:cNvSpPr txBox="1">
            <a:spLocks noChangeArrowheads="1"/>
          </p:cNvSpPr>
          <p:nvPr/>
        </p:nvSpPr>
        <p:spPr bwMode="auto">
          <a:xfrm>
            <a:off x="250825" y="1196975"/>
            <a:ext cx="8569325"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Our analysis of the Euler method for solving the diffusion equation in section 9.3.3 assumed initial conditions of the form sin(kπx/L</a:t>
            </a:r>
            <a:r>
              <a:rPr kumimoji="1" lang="en-US" altLang="zh-CN" sz="2800" b="1" baseline="-30000">
                <a:solidFill>
                  <a:srgbClr val="000000"/>
                </a:solidFill>
                <a:latin typeface="Times New Roman" pitchFamily="18" charset="0"/>
              </a:rPr>
              <a:t>x</a:t>
            </a:r>
            <a:r>
              <a:rPr kumimoji="1" lang="en-US" altLang="zh-CN" sz="2800" b="1">
                <a:solidFill>
                  <a:srgbClr val="000000"/>
                </a:solidFill>
                <a:latin typeface="Times New Roman" pitchFamily="18" charset="0"/>
              </a:rPr>
              <a:t>) sin(lπy/L</a:t>
            </a:r>
            <a:r>
              <a:rPr kumimoji="1" lang="en-US" altLang="zh-CN" sz="2800" b="1" baseline="-30000">
                <a:solidFill>
                  <a:srgbClr val="000000"/>
                </a:solidFill>
                <a:latin typeface="Times New Roman" pitchFamily="18" charset="0"/>
              </a:rPr>
              <a:t>y</a:t>
            </a:r>
            <a:r>
              <a:rPr kumimoji="1" lang="en-US" altLang="zh-CN" sz="2800" b="1">
                <a:solidFill>
                  <a:srgbClr val="000000"/>
                </a:solidFill>
                <a:latin typeface="Times New Roman" pitchFamily="18" charset="0"/>
              </a:rPr>
              <a:t>) where k, l are integers and Lx, Ly are the dimensions of the domain. In addition to satisfying the boundary conditions, these initial conditions represent </a:t>
            </a:r>
            <a:r>
              <a:rPr kumimoji="1" lang="en-US" altLang="zh-CN" sz="2800" b="1">
                <a:solidFill>
                  <a:srgbClr val="FF0000"/>
                </a:solidFill>
                <a:latin typeface="Times New Roman" pitchFamily="18" charset="0"/>
              </a:rPr>
              <a:t>a set of orthogonal functions which may be used to construct any arbitrary initial conditions as a Fourier series</a:t>
            </a:r>
            <a:r>
              <a:rPr kumimoji="1" lang="en-US" altLang="zh-CN" sz="2800" b="1">
                <a:solidFill>
                  <a:srgbClr val="000000"/>
                </a:solidFill>
                <a:latin typeface="Times New Roman" pitchFamily="18" charset="0"/>
              </a:rPr>
              <a:t>. </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55"/>
                                        </p:tgtEl>
                                        <p:attrNameLst>
                                          <p:attrName>style.visibility</p:attrName>
                                        </p:attrNameLst>
                                      </p:cBhvr>
                                      <p:to>
                                        <p:strVal val="visible"/>
                                      </p:to>
                                    </p:set>
                                    <p:anim calcmode="lin" valueType="num">
                                      <p:cBhvr additive="base">
                                        <p:cTn id="7" dur="500" fill="hold"/>
                                        <p:tgtEl>
                                          <p:spTgt spid="100355"/>
                                        </p:tgtEl>
                                        <p:attrNameLst>
                                          <p:attrName>ppt_x</p:attrName>
                                        </p:attrNameLst>
                                      </p:cBhvr>
                                      <p:tavLst>
                                        <p:tav tm="0">
                                          <p:val>
                                            <p:strVal val="0-#ppt_w/2"/>
                                          </p:val>
                                        </p:tav>
                                        <p:tav tm="100000">
                                          <p:val>
                                            <p:strVal val="#ppt_x"/>
                                          </p:val>
                                        </p:tav>
                                      </p:tavLst>
                                    </p:anim>
                                    <p:anim calcmode="lin" valueType="num">
                                      <p:cBhvr additive="base">
                                        <p:cTn id="8" dur="500" fill="hold"/>
                                        <p:tgtEl>
                                          <p:spTgt spid="1003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3"/>
          <p:cNvSpPr txBox="1">
            <a:spLocks noChangeArrowheads="1"/>
          </p:cNvSpPr>
          <p:nvPr/>
        </p:nvSpPr>
        <p:spPr bwMode="auto">
          <a:xfrm>
            <a:off x="323850" y="1125538"/>
            <a:ext cx="8569325"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solidFill>
                  <a:srgbClr val="000000"/>
                </a:solidFill>
                <a:latin typeface="Times New Roman" pitchFamily="18" charset="0"/>
              </a:rPr>
              <a:t>Now, since the diffusion equation is linear, and as our stability analysis of the previous section shows the conditions under which the solution for each Fourier mode is stable, we can see that the equation (178) applies equally for arbitrary initial conditions. </a:t>
            </a:r>
          </a:p>
        </p:txBody>
      </p:sp>
    </p:spTree>
  </p:cSld>
  <p:clrMapOvr>
    <a:masterClrMapping/>
  </p:clrMapOvr>
  <p:transition>
    <p:push dir="u"/>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1116013" y="404813"/>
            <a:ext cx="3749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a:solidFill>
                  <a:srgbClr val="000000"/>
                </a:solidFill>
                <a:latin typeface="Times New Roman" pitchFamily="18" charset="0"/>
              </a:rPr>
              <a:t>9.3.5 </a:t>
            </a:r>
            <a:r>
              <a:rPr kumimoji="1" lang="en-US" altLang="zh-CN" sz="3200">
                <a:latin typeface="Times New Roman" pitchFamily="18" charset="0"/>
              </a:rPr>
              <a:t>Implicit methods</a:t>
            </a:r>
            <a:endParaRPr kumimoji="1" lang="en-US" altLang="zh-CN" sz="3200" i="1">
              <a:latin typeface="Times New Roman" pitchFamily="18" charset="0"/>
            </a:endParaRPr>
          </a:p>
        </p:txBody>
      </p:sp>
      <p:sp>
        <p:nvSpPr>
          <p:cNvPr id="101379" name="Text Box 3"/>
          <p:cNvSpPr txBox="1">
            <a:spLocks noChangeArrowheads="1"/>
          </p:cNvSpPr>
          <p:nvPr/>
        </p:nvSpPr>
        <p:spPr bwMode="auto">
          <a:xfrm>
            <a:off x="323850" y="1341438"/>
            <a:ext cx="8321675"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solidFill>
                  <a:srgbClr val="000000"/>
                </a:solidFill>
                <a:latin typeface="Times New Roman" pitchFamily="18" charset="0"/>
              </a:rPr>
              <a:t>The implicit method is significantly better in terms of stability than the Euler method for ordinary differential equations. For partial differential equations such as the diffusion equation we may analyze this in the same manner as the Euler method of section 9.3.3.</a:t>
            </a:r>
            <a:endParaRPr kumimoji="1" lang="en-US" altLang="zh-CN" sz="2800" b="1">
              <a:latin typeface="Times New Roman" pitchFamily="18" charset="0"/>
            </a:endParaRPr>
          </a:p>
        </p:txBody>
      </p:sp>
      <p:sp>
        <p:nvSpPr>
          <p:cNvPr id="101380" name="Rectangle 4"/>
          <p:cNvSpPr>
            <a:spLocks noChangeArrowheads="1"/>
          </p:cNvSpPr>
          <p:nvPr/>
        </p:nvSpPr>
        <p:spPr bwMode="auto">
          <a:xfrm>
            <a:off x="1295400" y="4651375"/>
            <a:ext cx="5791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50000"/>
              </a:spcBef>
            </a:pPr>
            <a:r>
              <a:rPr kumimoji="1" lang="en-US" altLang="zh-CN" sz="2800" b="1">
                <a:solidFill>
                  <a:srgbClr val="000000"/>
                </a:solidFill>
                <a:latin typeface="Times New Roman" pitchFamily="18" charset="0"/>
              </a:rPr>
              <a:t>9.3.5.1</a:t>
            </a:r>
            <a:r>
              <a:rPr kumimoji="1" lang="en-US" altLang="zh-CN" sz="3200" b="1" i="1">
                <a:latin typeface="Times New Roman" pitchFamily="18" charset="0"/>
              </a:rPr>
              <a:t> Backward Euler </a:t>
            </a:r>
          </a:p>
        </p:txBody>
      </p:sp>
      <p:sp>
        <p:nvSpPr>
          <p:cNvPr id="101381" name="Rectangle 5"/>
          <p:cNvSpPr>
            <a:spLocks noChangeArrowheads="1"/>
          </p:cNvSpPr>
          <p:nvPr/>
        </p:nvSpPr>
        <p:spPr bwMode="auto">
          <a:xfrm>
            <a:off x="1295400" y="5489575"/>
            <a:ext cx="5791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50000"/>
              </a:spcBef>
            </a:pPr>
            <a:r>
              <a:rPr kumimoji="1" lang="en-US" altLang="zh-CN" sz="2800" b="1">
                <a:solidFill>
                  <a:srgbClr val="000000"/>
                </a:solidFill>
                <a:latin typeface="Times New Roman" pitchFamily="18" charset="0"/>
              </a:rPr>
              <a:t>9.3.5.2</a:t>
            </a:r>
            <a:r>
              <a:rPr kumimoji="1" lang="en-US" altLang="zh-CN" sz="3200" b="1" i="1">
                <a:latin typeface="Times New Roman" pitchFamily="18" charset="0"/>
              </a:rPr>
              <a:t> Crank-Nicholson</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380"/>
                                        </p:tgtEl>
                                        <p:attrNameLst>
                                          <p:attrName>style.visibility</p:attrName>
                                        </p:attrNameLst>
                                      </p:cBhvr>
                                      <p:to>
                                        <p:strVal val="visible"/>
                                      </p:to>
                                    </p:set>
                                    <p:anim calcmode="lin" valueType="num">
                                      <p:cBhvr additive="base">
                                        <p:cTn id="7" dur="500" fill="hold"/>
                                        <p:tgtEl>
                                          <p:spTgt spid="101380"/>
                                        </p:tgtEl>
                                        <p:attrNameLst>
                                          <p:attrName>ppt_x</p:attrName>
                                        </p:attrNameLst>
                                      </p:cBhvr>
                                      <p:tavLst>
                                        <p:tav tm="0">
                                          <p:val>
                                            <p:strVal val="0-#ppt_w/2"/>
                                          </p:val>
                                        </p:tav>
                                        <p:tav tm="100000">
                                          <p:val>
                                            <p:strVal val="#ppt_x"/>
                                          </p:val>
                                        </p:tav>
                                      </p:tavLst>
                                    </p:anim>
                                    <p:anim calcmode="lin" valueType="num">
                                      <p:cBhvr additive="base">
                                        <p:cTn id="8" dur="500" fill="hold"/>
                                        <p:tgtEl>
                                          <p:spTgt spid="10138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381"/>
                                        </p:tgtEl>
                                        <p:attrNameLst>
                                          <p:attrName>style.visibility</p:attrName>
                                        </p:attrNameLst>
                                      </p:cBhvr>
                                      <p:to>
                                        <p:strVal val="visible"/>
                                      </p:to>
                                    </p:set>
                                    <p:anim calcmode="lin" valueType="num">
                                      <p:cBhvr additive="base">
                                        <p:cTn id="13" dur="500" fill="hold"/>
                                        <p:tgtEl>
                                          <p:spTgt spid="101381"/>
                                        </p:tgtEl>
                                        <p:attrNameLst>
                                          <p:attrName>ppt_x</p:attrName>
                                        </p:attrNameLst>
                                      </p:cBhvr>
                                      <p:tavLst>
                                        <p:tav tm="0">
                                          <p:val>
                                            <p:strVal val="0-#ppt_w/2"/>
                                          </p:val>
                                        </p:tav>
                                        <p:tav tm="100000">
                                          <p:val>
                                            <p:strVal val="#ppt_x"/>
                                          </p:val>
                                        </p:tav>
                                      </p:tavLst>
                                    </p:anim>
                                    <p:anim calcmode="lin" valueType="num">
                                      <p:cBhvr additive="base">
                                        <p:cTn id="14" dur="500" fill="hold"/>
                                        <p:tgtEl>
                                          <p:spTgt spid="1013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autoUpdateAnimBg="0"/>
      <p:bldP spid="101381"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ChangeArrowheads="1"/>
          </p:cNvSpPr>
          <p:nvPr/>
        </p:nvSpPr>
        <p:spPr bwMode="auto">
          <a:xfrm>
            <a:off x="539750" y="404813"/>
            <a:ext cx="5791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50000"/>
              </a:spcBef>
            </a:pPr>
            <a:r>
              <a:rPr kumimoji="1" lang="en-US" altLang="zh-CN" sz="3200" b="1" i="1">
                <a:latin typeface="Times New Roman" pitchFamily="18" charset="0"/>
              </a:rPr>
              <a:t>Backward Euler </a:t>
            </a:r>
          </a:p>
        </p:txBody>
      </p:sp>
      <p:pic>
        <p:nvPicPr>
          <p:cNvPr id="1024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39900"/>
            <a:ext cx="6400800"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05" name="Text Box 5"/>
          <p:cNvSpPr txBox="1">
            <a:spLocks noChangeArrowheads="1"/>
          </p:cNvSpPr>
          <p:nvPr/>
        </p:nvSpPr>
        <p:spPr bwMode="auto">
          <a:xfrm>
            <a:off x="1042988" y="3068638"/>
            <a:ext cx="43434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00"/>
                </a:solidFill>
                <a:latin typeface="Times New Roman" pitchFamily="18" charset="0"/>
              </a:rPr>
              <a:t> 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 = Y</a:t>
            </a:r>
            <a:r>
              <a:rPr kumimoji="1" lang="en-US" altLang="zh-CN" sz="3200" b="1" i="1" baseline="-30000">
                <a:solidFill>
                  <a:srgbClr val="000000"/>
                </a:solidFill>
                <a:latin typeface="Times New Roman" pitchFamily="18" charset="0"/>
              </a:rPr>
              <a:t>n-1</a:t>
            </a:r>
            <a:r>
              <a:rPr kumimoji="1" lang="en-US" altLang="zh-CN" sz="3200" b="1" i="1">
                <a:solidFill>
                  <a:srgbClr val="000000"/>
                </a:solidFill>
                <a:latin typeface="Times New Roman" pitchFamily="18" charset="0"/>
              </a:rPr>
              <a: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f(Y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,t</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endParaRPr kumimoji="1" lang="en-US" altLang="zh-CN" sz="3200" b="1" i="1">
              <a:latin typeface="Times New Roman" pitchFamily="18" charset="0"/>
            </a:endParaRPr>
          </a:p>
        </p:txBody>
      </p:sp>
      <p:sp>
        <p:nvSpPr>
          <p:cNvPr id="102406" name="Text Box 6"/>
          <p:cNvSpPr txBox="1">
            <a:spLocks noChangeArrowheads="1"/>
          </p:cNvSpPr>
          <p:nvPr/>
        </p:nvSpPr>
        <p:spPr bwMode="auto">
          <a:xfrm>
            <a:off x="1619250" y="5300663"/>
            <a:ext cx="44958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00"/>
                </a:solidFill>
                <a:latin typeface="Times New Roman" pitchFamily="18" charset="0"/>
              </a:rPr>
              <a:t> Y</a:t>
            </a:r>
            <a:r>
              <a:rPr kumimoji="1" lang="en-US" altLang="zh-CN" sz="3200" b="1" i="1" baseline="-30000">
                <a:solidFill>
                  <a:srgbClr val="000000"/>
                </a:solidFill>
                <a:latin typeface="Times New Roman" pitchFamily="18" charset="0"/>
              </a:rPr>
              <a:t>n+1</a:t>
            </a:r>
            <a:r>
              <a:rPr kumimoji="1" lang="en-US" altLang="zh-CN" sz="3200" b="1" i="1">
                <a:solidFill>
                  <a:srgbClr val="000000"/>
                </a:solidFill>
                <a:latin typeface="Times New Roman" pitchFamily="18" charset="0"/>
              </a:rPr>
              <a:t> = 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f(Y</a:t>
            </a:r>
            <a:r>
              <a:rPr kumimoji="1" lang="en-US" altLang="zh-CN" sz="3200" b="1" i="1" baseline="-30000">
                <a:solidFill>
                  <a:srgbClr val="000000"/>
                </a:solidFill>
                <a:latin typeface="Times New Roman" pitchFamily="18" charset="0"/>
              </a:rPr>
              <a:t>n +1</a:t>
            </a:r>
            <a:r>
              <a:rPr kumimoji="1" lang="en-US" altLang="zh-CN" sz="3200" b="1" i="1">
                <a:solidFill>
                  <a:srgbClr val="000000"/>
                </a:solidFill>
                <a:latin typeface="Times New Roman" pitchFamily="18" charset="0"/>
              </a:rPr>
              <a:t>,t</a:t>
            </a:r>
            <a:r>
              <a:rPr kumimoji="1" lang="en-US" altLang="zh-CN" sz="3200" b="1" i="1" baseline="-30000">
                <a:solidFill>
                  <a:srgbClr val="000000"/>
                </a:solidFill>
                <a:latin typeface="Times New Roman" pitchFamily="18" charset="0"/>
              </a:rPr>
              <a:t>n +1</a:t>
            </a:r>
            <a:r>
              <a:rPr kumimoji="1" lang="en-US" altLang="zh-CN" sz="3200" b="1" i="1">
                <a:solidFill>
                  <a:srgbClr val="000000"/>
                </a:solidFill>
                <a:latin typeface="Times New Roman" pitchFamily="18" charset="0"/>
              </a:rPr>
              <a:t>)</a:t>
            </a:r>
          </a:p>
        </p:txBody>
      </p:sp>
      <p:pic>
        <p:nvPicPr>
          <p:cNvPr id="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3124200"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0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4292600"/>
            <a:ext cx="34290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2403"/>
                                        </p:tgtEl>
                                        <p:attrNameLst>
                                          <p:attrName>style.visibility</p:attrName>
                                        </p:attrNameLst>
                                      </p:cBhvr>
                                      <p:to>
                                        <p:strVal val="visible"/>
                                      </p:to>
                                    </p:set>
                                    <p:anim calcmode="lin" valueType="num">
                                      <p:cBhvr additive="base">
                                        <p:cTn id="7" dur="500" fill="hold"/>
                                        <p:tgtEl>
                                          <p:spTgt spid="102403"/>
                                        </p:tgtEl>
                                        <p:attrNameLst>
                                          <p:attrName>ppt_x</p:attrName>
                                        </p:attrNameLst>
                                      </p:cBhvr>
                                      <p:tavLst>
                                        <p:tav tm="0">
                                          <p:val>
                                            <p:strVal val="0-#ppt_w/2"/>
                                          </p:val>
                                        </p:tav>
                                        <p:tav tm="100000">
                                          <p:val>
                                            <p:strVal val="#ppt_x"/>
                                          </p:val>
                                        </p:tav>
                                      </p:tavLst>
                                    </p:anim>
                                    <p:anim calcmode="lin" valueType="num">
                                      <p:cBhvr additive="base">
                                        <p:cTn id="8" dur="500" fill="hold"/>
                                        <p:tgtEl>
                                          <p:spTgt spid="1024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05"/>
                                        </p:tgtEl>
                                        <p:attrNameLst>
                                          <p:attrName>style.visibility</p:attrName>
                                        </p:attrNameLst>
                                      </p:cBhvr>
                                      <p:to>
                                        <p:strVal val="visible"/>
                                      </p:to>
                                    </p:set>
                                    <p:anim calcmode="lin" valueType="num">
                                      <p:cBhvr additive="base">
                                        <p:cTn id="13" dur="500" fill="hold"/>
                                        <p:tgtEl>
                                          <p:spTgt spid="102405"/>
                                        </p:tgtEl>
                                        <p:attrNameLst>
                                          <p:attrName>ppt_x</p:attrName>
                                        </p:attrNameLst>
                                      </p:cBhvr>
                                      <p:tavLst>
                                        <p:tav tm="0">
                                          <p:val>
                                            <p:strVal val="0-#ppt_w/2"/>
                                          </p:val>
                                        </p:tav>
                                        <p:tav tm="100000">
                                          <p:val>
                                            <p:strVal val="#ppt_x"/>
                                          </p:val>
                                        </p:tav>
                                      </p:tavLst>
                                    </p:anim>
                                    <p:anim calcmode="lin" valueType="num">
                                      <p:cBhvr additive="base">
                                        <p:cTn id="14" dur="500" fill="hold"/>
                                        <p:tgtEl>
                                          <p:spTgt spid="10240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02408"/>
                                        </p:tgtEl>
                                        <p:attrNameLst>
                                          <p:attrName>style.visibility</p:attrName>
                                        </p:attrNameLst>
                                      </p:cBhvr>
                                      <p:to>
                                        <p:strVal val="visible"/>
                                      </p:to>
                                    </p:set>
                                    <p:anim calcmode="lin" valueType="num">
                                      <p:cBhvr additive="base">
                                        <p:cTn id="19" dur="500" fill="hold"/>
                                        <p:tgtEl>
                                          <p:spTgt spid="102408"/>
                                        </p:tgtEl>
                                        <p:attrNameLst>
                                          <p:attrName>ppt_x</p:attrName>
                                        </p:attrNameLst>
                                      </p:cBhvr>
                                      <p:tavLst>
                                        <p:tav tm="0">
                                          <p:val>
                                            <p:strVal val="0-#ppt_w/2"/>
                                          </p:val>
                                        </p:tav>
                                        <p:tav tm="100000">
                                          <p:val>
                                            <p:strVal val="#ppt_x"/>
                                          </p:val>
                                        </p:tav>
                                      </p:tavLst>
                                    </p:anim>
                                    <p:anim calcmode="lin" valueType="num">
                                      <p:cBhvr additive="base">
                                        <p:cTn id="20" dur="500" fill="hold"/>
                                        <p:tgtEl>
                                          <p:spTgt spid="10240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06"/>
                                        </p:tgtEl>
                                        <p:attrNameLst>
                                          <p:attrName>style.visibility</p:attrName>
                                        </p:attrNameLst>
                                      </p:cBhvr>
                                      <p:to>
                                        <p:strVal val="visible"/>
                                      </p:to>
                                    </p:set>
                                    <p:anim calcmode="lin" valueType="num">
                                      <p:cBhvr additive="base">
                                        <p:cTn id="25" dur="500" fill="hold"/>
                                        <p:tgtEl>
                                          <p:spTgt spid="102406"/>
                                        </p:tgtEl>
                                        <p:attrNameLst>
                                          <p:attrName>ppt_x</p:attrName>
                                        </p:attrNameLst>
                                      </p:cBhvr>
                                      <p:tavLst>
                                        <p:tav tm="0">
                                          <p:val>
                                            <p:strVal val="0-#ppt_w/2"/>
                                          </p:val>
                                        </p:tav>
                                        <p:tav tm="100000">
                                          <p:val>
                                            <p:strVal val="#ppt_x"/>
                                          </p:val>
                                        </p:tav>
                                      </p:tavLst>
                                    </p:anim>
                                    <p:anim calcmode="lin" valueType="num">
                                      <p:cBhvr additive="base">
                                        <p:cTn id="26" dur="500" fill="hold"/>
                                        <p:tgtEl>
                                          <p:spTgt spid="1024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autoUpdateAnimBg="0"/>
      <p:bldP spid="102406" grpId="0"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611188" y="404813"/>
            <a:ext cx="5791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50000"/>
              </a:spcBef>
            </a:pPr>
            <a:r>
              <a:rPr kumimoji="1" lang="en-US" altLang="zh-CN" sz="3200" b="1" i="1">
                <a:latin typeface="Times New Roman" pitchFamily="18" charset="0"/>
              </a:rPr>
              <a:t>Crank-Nicholson</a:t>
            </a:r>
          </a:p>
        </p:txBody>
      </p:sp>
      <p:pic>
        <p:nvPicPr>
          <p:cNvPr id="1034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505200"/>
            <a:ext cx="5105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609600"/>
            <a:ext cx="3124200"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3429" name="Group 5"/>
          <p:cNvGrpSpPr>
            <a:grpSpLocks/>
          </p:cNvGrpSpPr>
          <p:nvPr/>
        </p:nvGrpSpPr>
        <p:grpSpPr bwMode="auto">
          <a:xfrm>
            <a:off x="1447800" y="4495800"/>
            <a:ext cx="5943600" cy="762000"/>
            <a:chOff x="2112" y="2160"/>
            <a:chExt cx="1896" cy="210"/>
          </a:xfrm>
        </p:grpSpPr>
        <p:pic>
          <p:nvPicPr>
            <p:cNvPr id="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2" y="2160"/>
              <a:ext cx="654"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4" y="2160"/>
              <a:ext cx="1224"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0343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438400"/>
            <a:ext cx="34290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3"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1676400"/>
            <a:ext cx="3124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5410200"/>
            <a:ext cx="6705600" cy="74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3433"/>
                                        </p:tgtEl>
                                        <p:attrNameLst>
                                          <p:attrName>style.visibility</p:attrName>
                                        </p:attrNameLst>
                                      </p:cBhvr>
                                      <p:to>
                                        <p:strVal val="visible"/>
                                      </p:to>
                                    </p:set>
                                    <p:anim calcmode="lin" valueType="num">
                                      <p:cBhvr additive="base">
                                        <p:cTn id="7" dur="500" fill="hold"/>
                                        <p:tgtEl>
                                          <p:spTgt spid="103433"/>
                                        </p:tgtEl>
                                        <p:attrNameLst>
                                          <p:attrName>ppt_x</p:attrName>
                                        </p:attrNameLst>
                                      </p:cBhvr>
                                      <p:tavLst>
                                        <p:tav tm="0">
                                          <p:val>
                                            <p:strVal val="0-#ppt_w/2"/>
                                          </p:val>
                                        </p:tav>
                                        <p:tav tm="100000">
                                          <p:val>
                                            <p:strVal val="#ppt_x"/>
                                          </p:val>
                                        </p:tav>
                                      </p:tavLst>
                                    </p:anim>
                                    <p:anim calcmode="lin" valueType="num">
                                      <p:cBhvr additive="base">
                                        <p:cTn id="8" dur="500" fill="hold"/>
                                        <p:tgtEl>
                                          <p:spTgt spid="10343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3432"/>
                                        </p:tgtEl>
                                        <p:attrNameLst>
                                          <p:attrName>style.visibility</p:attrName>
                                        </p:attrNameLst>
                                      </p:cBhvr>
                                      <p:to>
                                        <p:strVal val="visible"/>
                                      </p:to>
                                    </p:set>
                                    <p:anim calcmode="lin" valueType="num">
                                      <p:cBhvr additive="base">
                                        <p:cTn id="13" dur="500" fill="hold"/>
                                        <p:tgtEl>
                                          <p:spTgt spid="103432"/>
                                        </p:tgtEl>
                                        <p:attrNameLst>
                                          <p:attrName>ppt_x</p:attrName>
                                        </p:attrNameLst>
                                      </p:cBhvr>
                                      <p:tavLst>
                                        <p:tav tm="0">
                                          <p:val>
                                            <p:strVal val="0-#ppt_w/2"/>
                                          </p:val>
                                        </p:tav>
                                        <p:tav tm="100000">
                                          <p:val>
                                            <p:strVal val="#ppt_x"/>
                                          </p:val>
                                        </p:tav>
                                      </p:tavLst>
                                    </p:anim>
                                    <p:anim calcmode="lin" valueType="num">
                                      <p:cBhvr additive="base">
                                        <p:cTn id="14" dur="500" fill="hold"/>
                                        <p:tgtEl>
                                          <p:spTgt spid="10343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03427"/>
                                        </p:tgtEl>
                                        <p:attrNameLst>
                                          <p:attrName>style.visibility</p:attrName>
                                        </p:attrNameLst>
                                      </p:cBhvr>
                                      <p:to>
                                        <p:strVal val="visible"/>
                                      </p:to>
                                    </p:set>
                                    <p:anim calcmode="lin" valueType="num">
                                      <p:cBhvr additive="base">
                                        <p:cTn id="19" dur="500" fill="hold"/>
                                        <p:tgtEl>
                                          <p:spTgt spid="103427"/>
                                        </p:tgtEl>
                                        <p:attrNameLst>
                                          <p:attrName>ppt_x</p:attrName>
                                        </p:attrNameLst>
                                      </p:cBhvr>
                                      <p:tavLst>
                                        <p:tav tm="0">
                                          <p:val>
                                            <p:strVal val="0-#ppt_w/2"/>
                                          </p:val>
                                        </p:tav>
                                        <p:tav tm="100000">
                                          <p:val>
                                            <p:strVal val="#ppt_x"/>
                                          </p:val>
                                        </p:tav>
                                      </p:tavLst>
                                    </p:anim>
                                    <p:anim calcmode="lin" valueType="num">
                                      <p:cBhvr additive="base">
                                        <p:cTn id="20" dur="500" fill="hold"/>
                                        <p:tgtEl>
                                          <p:spTgt spid="10342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3429"/>
                                        </p:tgtEl>
                                        <p:attrNameLst>
                                          <p:attrName>style.visibility</p:attrName>
                                        </p:attrNameLst>
                                      </p:cBhvr>
                                      <p:to>
                                        <p:strVal val="visible"/>
                                      </p:to>
                                    </p:set>
                                    <p:anim calcmode="lin" valueType="num">
                                      <p:cBhvr additive="base">
                                        <p:cTn id="25" dur="500" fill="hold"/>
                                        <p:tgtEl>
                                          <p:spTgt spid="103429"/>
                                        </p:tgtEl>
                                        <p:attrNameLst>
                                          <p:attrName>ppt_x</p:attrName>
                                        </p:attrNameLst>
                                      </p:cBhvr>
                                      <p:tavLst>
                                        <p:tav tm="0">
                                          <p:val>
                                            <p:strVal val="0-#ppt_w/2"/>
                                          </p:val>
                                        </p:tav>
                                        <p:tav tm="100000">
                                          <p:val>
                                            <p:strVal val="#ppt_x"/>
                                          </p:val>
                                        </p:tav>
                                      </p:tavLst>
                                    </p:anim>
                                    <p:anim calcmode="lin" valueType="num">
                                      <p:cBhvr additive="base">
                                        <p:cTn id="26" dur="500" fill="hold"/>
                                        <p:tgtEl>
                                          <p:spTgt spid="103429"/>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03434"/>
                                        </p:tgtEl>
                                        <p:attrNameLst>
                                          <p:attrName>style.visibility</p:attrName>
                                        </p:attrNameLst>
                                      </p:cBhvr>
                                      <p:to>
                                        <p:strVal val="visible"/>
                                      </p:to>
                                    </p:set>
                                    <p:anim calcmode="lin" valueType="num">
                                      <p:cBhvr additive="base">
                                        <p:cTn id="31" dur="500" fill="hold"/>
                                        <p:tgtEl>
                                          <p:spTgt spid="103434"/>
                                        </p:tgtEl>
                                        <p:attrNameLst>
                                          <p:attrName>ppt_x</p:attrName>
                                        </p:attrNameLst>
                                      </p:cBhvr>
                                      <p:tavLst>
                                        <p:tav tm="0">
                                          <p:val>
                                            <p:strVal val="0-#ppt_w/2"/>
                                          </p:val>
                                        </p:tav>
                                        <p:tav tm="100000">
                                          <p:val>
                                            <p:strVal val="#ppt_x"/>
                                          </p:val>
                                        </p:tav>
                                      </p:tavLst>
                                    </p:anim>
                                    <p:anim calcmode="lin" valueType="num">
                                      <p:cBhvr additive="base">
                                        <p:cTn id="32" dur="500" fill="hold"/>
                                        <p:tgtEl>
                                          <p:spTgt spid="1034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539750" y="333375"/>
            <a:ext cx="5791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50000"/>
              </a:spcBef>
            </a:pPr>
            <a:r>
              <a:rPr kumimoji="1" lang="en-US" altLang="zh-CN" sz="2800" b="1">
                <a:solidFill>
                  <a:srgbClr val="000000"/>
                </a:solidFill>
                <a:latin typeface="Times New Roman" pitchFamily="18" charset="0"/>
              </a:rPr>
              <a:t>9.3.5.1</a:t>
            </a:r>
            <a:r>
              <a:rPr kumimoji="1" lang="en-US" altLang="zh-CN" sz="3200" b="1" i="1">
                <a:latin typeface="Times New Roman" pitchFamily="18" charset="0"/>
              </a:rPr>
              <a:t> Backward Euler </a:t>
            </a:r>
          </a:p>
        </p:txBody>
      </p:sp>
      <p:sp>
        <p:nvSpPr>
          <p:cNvPr id="104451" name="Text Box 3"/>
          <p:cNvSpPr txBox="1">
            <a:spLocks noChangeArrowheads="1"/>
          </p:cNvSpPr>
          <p:nvPr/>
        </p:nvSpPr>
        <p:spPr bwMode="auto">
          <a:xfrm>
            <a:off x="381000" y="2438400"/>
            <a:ext cx="43434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00"/>
                </a:solidFill>
                <a:latin typeface="Times New Roman" pitchFamily="18" charset="0"/>
              </a:rPr>
              <a:t> 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 = Y</a:t>
            </a:r>
            <a:r>
              <a:rPr kumimoji="1" lang="en-US" altLang="zh-CN" sz="3200" b="1" i="1" baseline="-30000">
                <a:solidFill>
                  <a:srgbClr val="000000"/>
                </a:solidFill>
                <a:latin typeface="Times New Roman" pitchFamily="18" charset="0"/>
              </a:rPr>
              <a:t>n-1</a:t>
            </a:r>
            <a:r>
              <a:rPr kumimoji="1" lang="en-US" altLang="zh-CN" sz="3200" b="1" i="1">
                <a:solidFill>
                  <a:srgbClr val="000000"/>
                </a:solidFill>
                <a:latin typeface="Times New Roman" pitchFamily="18" charset="0"/>
              </a:rPr>
              <a: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f(Y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,t</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endParaRPr kumimoji="1" lang="en-US" altLang="zh-CN" sz="3200" b="1" i="1">
              <a:latin typeface="Times New Roman" pitchFamily="18" charset="0"/>
            </a:endParaRPr>
          </a:p>
        </p:txBody>
      </p:sp>
      <p:graphicFrame>
        <p:nvGraphicFramePr>
          <p:cNvPr id="104452" name="Object 4"/>
          <p:cNvGraphicFramePr>
            <a:graphicFrameLocks noChangeAspect="1"/>
          </p:cNvGraphicFramePr>
          <p:nvPr/>
        </p:nvGraphicFramePr>
        <p:xfrm>
          <a:off x="5638800" y="533400"/>
          <a:ext cx="2257425" cy="1320800"/>
        </p:xfrm>
        <a:graphic>
          <a:graphicData uri="http://schemas.openxmlformats.org/presentationml/2006/ole">
            <mc:AlternateContent xmlns:mc="http://schemas.openxmlformats.org/markup-compatibility/2006">
              <mc:Choice xmlns:v="urn:schemas-microsoft-com:vml" Requires="v">
                <p:oleObj spid="_x0000_s104569" name="Equation" r:id="rId3" imgW="698197" imgH="431613" progId="Equation.3">
                  <p:embed/>
                </p:oleObj>
              </mc:Choice>
              <mc:Fallback>
                <p:oleObj name="Equation" r:id="rId3" imgW="698197"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533400"/>
                        <a:ext cx="2257425" cy="132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3" name="Object 5"/>
          <p:cNvGraphicFramePr>
            <a:graphicFrameLocks noChangeAspect="1"/>
          </p:cNvGraphicFramePr>
          <p:nvPr/>
        </p:nvGraphicFramePr>
        <p:xfrm>
          <a:off x="900113" y="3789363"/>
          <a:ext cx="7705725" cy="1068387"/>
        </p:xfrm>
        <a:graphic>
          <a:graphicData uri="http://schemas.openxmlformats.org/presentationml/2006/ole">
            <mc:AlternateContent xmlns:mc="http://schemas.openxmlformats.org/markup-compatibility/2006">
              <mc:Choice xmlns:v="urn:schemas-microsoft-com:vml" Requires="v">
                <p:oleObj spid="_x0000_s104570" name="Equation" r:id="rId5" imgW="2895600" imgH="393700" progId="Equation.3">
                  <p:embed/>
                </p:oleObj>
              </mc:Choice>
              <mc:Fallback>
                <p:oleObj name="Equation" r:id="rId5" imgW="28956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3789363"/>
                        <a:ext cx="7705725"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4" name="Object 6"/>
          <p:cNvGraphicFramePr>
            <a:graphicFrameLocks noChangeAspect="1"/>
          </p:cNvGraphicFramePr>
          <p:nvPr/>
        </p:nvGraphicFramePr>
        <p:xfrm>
          <a:off x="6084888" y="2060575"/>
          <a:ext cx="2266950" cy="1185863"/>
        </p:xfrm>
        <a:graphic>
          <a:graphicData uri="http://schemas.openxmlformats.org/presentationml/2006/ole">
            <mc:AlternateContent xmlns:mc="http://schemas.openxmlformats.org/markup-compatibility/2006">
              <mc:Choice xmlns:v="urn:schemas-microsoft-com:vml" Requires="v">
                <p:oleObj spid="_x0000_s104571" name="公式" r:id="rId7" imgW="622030" imgH="418918" progId="Equation.3">
                  <p:embed/>
                </p:oleObj>
              </mc:Choice>
              <mc:Fallback>
                <p:oleObj name="公式" r:id="rId7" imgW="622030" imgH="418918"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888" y="2060575"/>
                        <a:ext cx="2266950"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5" name="Object 7"/>
          <p:cNvGraphicFramePr>
            <a:graphicFrameLocks noChangeAspect="1"/>
          </p:cNvGraphicFramePr>
          <p:nvPr/>
        </p:nvGraphicFramePr>
        <p:xfrm>
          <a:off x="1143000" y="5181600"/>
          <a:ext cx="6667500" cy="1219200"/>
        </p:xfrm>
        <a:graphic>
          <a:graphicData uri="http://schemas.openxmlformats.org/presentationml/2006/ole">
            <mc:AlternateContent xmlns:mc="http://schemas.openxmlformats.org/markup-compatibility/2006">
              <mc:Choice xmlns:v="urn:schemas-microsoft-com:vml" Requires="v">
                <p:oleObj spid="_x0000_s104572" name="Equation" r:id="rId9" imgW="2235200" imgH="419100" progId="Equation.3">
                  <p:embed/>
                </p:oleObj>
              </mc:Choice>
              <mc:Fallback>
                <p:oleObj name="Equation" r:id="rId9" imgW="2235200" imgH="4191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5181600"/>
                        <a:ext cx="66675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56" name="Text Box 8"/>
          <p:cNvSpPr txBox="1">
            <a:spLocks noChangeArrowheads="1"/>
          </p:cNvSpPr>
          <p:nvPr/>
        </p:nvSpPr>
        <p:spPr bwMode="auto">
          <a:xfrm>
            <a:off x="381000" y="1295400"/>
            <a:ext cx="44958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40000"/>
              </a:lnSpc>
            </a:pPr>
            <a:r>
              <a:rPr kumimoji="1" lang="en-US" altLang="zh-CN" sz="3200" b="1" i="1">
                <a:solidFill>
                  <a:srgbClr val="000000"/>
                </a:solidFill>
                <a:latin typeface="Times New Roman" pitchFamily="18" charset="0"/>
              </a:rPr>
              <a:t> Y</a:t>
            </a:r>
            <a:r>
              <a:rPr kumimoji="1" lang="en-US" altLang="zh-CN" sz="3200" b="1" i="1" baseline="-30000">
                <a:solidFill>
                  <a:srgbClr val="000000"/>
                </a:solidFill>
                <a:latin typeface="Times New Roman" pitchFamily="18" charset="0"/>
              </a:rPr>
              <a:t>n+1</a:t>
            </a:r>
            <a:r>
              <a:rPr kumimoji="1" lang="en-US" altLang="zh-CN" sz="3200" b="1" i="1">
                <a:solidFill>
                  <a:srgbClr val="000000"/>
                </a:solidFill>
                <a:latin typeface="Times New Roman" pitchFamily="18" charset="0"/>
              </a:rPr>
              <a:t> = Y</a:t>
            </a:r>
            <a:r>
              <a:rPr kumimoji="1" lang="en-US" altLang="zh-CN" sz="3200" b="1" i="1" baseline="-30000">
                <a:solidFill>
                  <a:srgbClr val="000000"/>
                </a:solidFill>
                <a:latin typeface="Times New Roman" pitchFamily="18" charset="0"/>
              </a:rPr>
              <a:t>n</a:t>
            </a:r>
            <a:r>
              <a:rPr kumimoji="1" lang="en-US" altLang="zh-CN" sz="3200" b="1" i="1">
                <a:solidFill>
                  <a:srgbClr val="000000"/>
                </a:solidFill>
                <a:latin typeface="Times New Roman" pitchFamily="18" charset="0"/>
              </a:rPr>
              <a:t>+</a:t>
            </a:r>
            <a:r>
              <a:rPr kumimoji="1" lang="en-US" altLang="zh-CN" sz="3200" b="1" i="1">
                <a:solidFill>
                  <a:srgbClr val="000000"/>
                </a:solidFill>
                <a:latin typeface="宋体" charset="-122"/>
              </a:rPr>
              <a:t>Δ</a:t>
            </a:r>
            <a:r>
              <a:rPr kumimoji="1" lang="en-US" altLang="zh-CN" sz="3200" b="1" i="1">
                <a:solidFill>
                  <a:srgbClr val="000000"/>
                </a:solidFill>
                <a:latin typeface="Times New Roman" pitchFamily="18" charset="0"/>
              </a:rPr>
              <a:t>t f(Y</a:t>
            </a:r>
            <a:r>
              <a:rPr kumimoji="1" lang="en-US" altLang="zh-CN" sz="3200" b="1" i="1" baseline="-30000">
                <a:solidFill>
                  <a:srgbClr val="000000"/>
                </a:solidFill>
                <a:latin typeface="Times New Roman" pitchFamily="18" charset="0"/>
              </a:rPr>
              <a:t>n +1</a:t>
            </a:r>
            <a:r>
              <a:rPr kumimoji="1" lang="en-US" altLang="zh-CN" sz="3200" b="1" i="1">
                <a:solidFill>
                  <a:srgbClr val="000000"/>
                </a:solidFill>
                <a:latin typeface="Times New Roman" pitchFamily="18" charset="0"/>
              </a:rPr>
              <a:t>,t</a:t>
            </a:r>
            <a:r>
              <a:rPr kumimoji="1" lang="en-US" altLang="zh-CN" sz="3200" b="1" i="1" baseline="-30000">
                <a:solidFill>
                  <a:srgbClr val="000000"/>
                </a:solidFill>
                <a:latin typeface="Times New Roman" pitchFamily="18" charset="0"/>
              </a:rPr>
              <a:t>n +1</a:t>
            </a:r>
            <a:r>
              <a:rPr kumimoji="1" lang="en-US" altLang="zh-CN" sz="3200" b="1" i="1">
                <a:solidFill>
                  <a:srgbClr val="000000"/>
                </a:solidFill>
                <a:latin typeface="Times New Roman" pitchFamily="18" charset="0"/>
              </a:rPr>
              <a:t>)</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4452"/>
                                        </p:tgtEl>
                                        <p:attrNameLst>
                                          <p:attrName>style.visibility</p:attrName>
                                        </p:attrNameLst>
                                      </p:cBhvr>
                                      <p:to>
                                        <p:strVal val="visible"/>
                                      </p:to>
                                    </p:set>
                                    <p:anim calcmode="lin" valueType="num">
                                      <p:cBhvr additive="base">
                                        <p:cTn id="7" dur="500" fill="hold"/>
                                        <p:tgtEl>
                                          <p:spTgt spid="104452"/>
                                        </p:tgtEl>
                                        <p:attrNameLst>
                                          <p:attrName>ppt_x</p:attrName>
                                        </p:attrNameLst>
                                      </p:cBhvr>
                                      <p:tavLst>
                                        <p:tav tm="0">
                                          <p:val>
                                            <p:strVal val="0-#ppt_w/2"/>
                                          </p:val>
                                        </p:tav>
                                        <p:tav tm="100000">
                                          <p:val>
                                            <p:strVal val="#ppt_x"/>
                                          </p:val>
                                        </p:tav>
                                      </p:tavLst>
                                    </p:anim>
                                    <p:anim calcmode="lin" valueType="num">
                                      <p:cBhvr additive="base">
                                        <p:cTn id="8" dur="500" fill="hold"/>
                                        <p:tgtEl>
                                          <p:spTgt spid="1044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6"/>
                                        </p:tgtEl>
                                        <p:attrNameLst>
                                          <p:attrName>style.visibility</p:attrName>
                                        </p:attrNameLst>
                                      </p:cBhvr>
                                      <p:to>
                                        <p:strVal val="visible"/>
                                      </p:to>
                                    </p:set>
                                    <p:anim calcmode="lin" valueType="num">
                                      <p:cBhvr additive="base">
                                        <p:cTn id="13" dur="500" fill="hold"/>
                                        <p:tgtEl>
                                          <p:spTgt spid="104456"/>
                                        </p:tgtEl>
                                        <p:attrNameLst>
                                          <p:attrName>ppt_x</p:attrName>
                                        </p:attrNameLst>
                                      </p:cBhvr>
                                      <p:tavLst>
                                        <p:tav tm="0">
                                          <p:val>
                                            <p:strVal val="0-#ppt_w/2"/>
                                          </p:val>
                                        </p:tav>
                                        <p:tav tm="100000">
                                          <p:val>
                                            <p:strVal val="#ppt_x"/>
                                          </p:val>
                                        </p:tav>
                                      </p:tavLst>
                                    </p:anim>
                                    <p:anim calcmode="lin" valueType="num">
                                      <p:cBhvr additive="base">
                                        <p:cTn id="14" dur="500" fill="hold"/>
                                        <p:tgtEl>
                                          <p:spTgt spid="10445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1"/>
                                        </p:tgtEl>
                                        <p:attrNameLst>
                                          <p:attrName>style.visibility</p:attrName>
                                        </p:attrNameLst>
                                      </p:cBhvr>
                                      <p:to>
                                        <p:strVal val="visible"/>
                                      </p:to>
                                    </p:set>
                                    <p:anim calcmode="lin" valueType="num">
                                      <p:cBhvr additive="base">
                                        <p:cTn id="19" dur="500" fill="hold"/>
                                        <p:tgtEl>
                                          <p:spTgt spid="104451"/>
                                        </p:tgtEl>
                                        <p:attrNameLst>
                                          <p:attrName>ppt_x</p:attrName>
                                        </p:attrNameLst>
                                      </p:cBhvr>
                                      <p:tavLst>
                                        <p:tav tm="0">
                                          <p:val>
                                            <p:strVal val="0-#ppt_w/2"/>
                                          </p:val>
                                        </p:tav>
                                        <p:tav tm="100000">
                                          <p:val>
                                            <p:strVal val="#ppt_x"/>
                                          </p:val>
                                        </p:tav>
                                      </p:tavLst>
                                    </p:anim>
                                    <p:anim calcmode="lin" valueType="num">
                                      <p:cBhvr additive="base">
                                        <p:cTn id="20" dur="500" fill="hold"/>
                                        <p:tgtEl>
                                          <p:spTgt spid="10445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4454"/>
                                        </p:tgtEl>
                                        <p:attrNameLst>
                                          <p:attrName>style.visibility</p:attrName>
                                        </p:attrNameLst>
                                      </p:cBhvr>
                                      <p:to>
                                        <p:strVal val="visible"/>
                                      </p:to>
                                    </p:set>
                                    <p:anim calcmode="lin" valueType="num">
                                      <p:cBhvr additive="base">
                                        <p:cTn id="25" dur="500" fill="hold"/>
                                        <p:tgtEl>
                                          <p:spTgt spid="104454"/>
                                        </p:tgtEl>
                                        <p:attrNameLst>
                                          <p:attrName>ppt_x</p:attrName>
                                        </p:attrNameLst>
                                      </p:cBhvr>
                                      <p:tavLst>
                                        <p:tav tm="0">
                                          <p:val>
                                            <p:strVal val="0-#ppt_w/2"/>
                                          </p:val>
                                        </p:tav>
                                        <p:tav tm="100000">
                                          <p:val>
                                            <p:strVal val="#ppt_x"/>
                                          </p:val>
                                        </p:tav>
                                      </p:tavLst>
                                    </p:anim>
                                    <p:anim calcmode="lin" valueType="num">
                                      <p:cBhvr additive="base">
                                        <p:cTn id="26" dur="500" fill="hold"/>
                                        <p:tgtEl>
                                          <p:spTgt spid="10445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04453"/>
                                        </p:tgtEl>
                                        <p:attrNameLst>
                                          <p:attrName>style.visibility</p:attrName>
                                        </p:attrNameLst>
                                      </p:cBhvr>
                                      <p:to>
                                        <p:strVal val="visible"/>
                                      </p:to>
                                    </p:set>
                                    <p:anim calcmode="lin" valueType="num">
                                      <p:cBhvr additive="base">
                                        <p:cTn id="31" dur="500" fill="hold"/>
                                        <p:tgtEl>
                                          <p:spTgt spid="104453"/>
                                        </p:tgtEl>
                                        <p:attrNameLst>
                                          <p:attrName>ppt_x</p:attrName>
                                        </p:attrNameLst>
                                      </p:cBhvr>
                                      <p:tavLst>
                                        <p:tav tm="0">
                                          <p:val>
                                            <p:strVal val="0-#ppt_w/2"/>
                                          </p:val>
                                        </p:tav>
                                        <p:tav tm="100000">
                                          <p:val>
                                            <p:strVal val="#ppt_x"/>
                                          </p:val>
                                        </p:tav>
                                      </p:tavLst>
                                    </p:anim>
                                    <p:anim calcmode="lin" valueType="num">
                                      <p:cBhvr additive="base">
                                        <p:cTn id="32" dur="500" fill="hold"/>
                                        <p:tgtEl>
                                          <p:spTgt spid="10445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04455"/>
                                        </p:tgtEl>
                                        <p:attrNameLst>
                                          <p:attrName>style.visibility</p:attrName>
                                        </p:attrNameLst>
                                      </p:cBhvr>
                                      <p:to>
                                        <p:strVal val="visible"/>
                                      </p:to>
                                    </p:set>
                                    <p:anim calcmode="lin" valueType="num">
                                      <p:cBhvr additive="base">
                                        <p:cTn id="37" dur="500" fill="hold"/>
                                        <p:tgtEl>
                                          <p:spTgt spid="104455"/>
                                        </p:tgtEl>
                                        <p:attrNameLst>
                                          <p:attrName>ppt_x</p:attrName>
                                        </p:attrNameLst>
                                      </p:cBhvr>
                                      <p:tavLst>
                                        <p:tav tm="0">
                                          <p:val>
                                            <p:strVal val="0-#ppt_w/2"/>
                                          </p:val>
                                        </p:tav>
                                        <p:tav tm="100000">
                                          <p:val>
                                            <p:strVal val="#ppt_x"/>
                                          </p:val>
                                        </p:tav>
                                      </p:tavLst>
                                    </p:anim>
                                    <p:anim calcmode="lin" valueType="num">
                                      <p:cBhvr additive="base">
                                        <p:cTn id="38" dur="500" fill="hold"/>
                                        <p:tgtEl>
                                          <p:spTgt spid="1044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P spid="104456"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4" name="Object 2"/>
          <p:cNvGraphicFramePr>
            <a:graphicFrameLocks noChangeAspect="1"/>
          </p:cNvGraphicFramePr>
          <p:nvPr/>
        </p:nvGraphicFramePr>
        <p:xfrm>
          <a:off x="611188" y="1773238"/>
          <a:ext cx="1368425" cy="825500"/>
        </p:xfrm>
        <a:graphic>
          <a:graphicData uri="http://schemas.openxmlformats.org/presentationml/2006/ole">
            <mc:AlternateContent xmlns:mc="http://schemas.openxmlformats.org/markup-compatibility/2006">
              <mc:Choice xmlns:v="urn:schemas-microsoft-com:vml" Requires="v">
                <p:oleObj spid="_x0000_s105632" name="公式" r:id="rId3" imgW="533169" imgH="418918" progId="Equation.3">
                  <p:embed/>
                </p:oleObj>
              </mc:Choice>
              <mc:Fallback>
                <p:oleObj name="公式" r:id="rId3" imgW="533169" imgH="418918"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773238"/>
                        <a:ext cx="13684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475" name="Rectangle 3"/>
          <p:cNvSpPr>
            <a:spLocks noChangeArrowheads="1"/>
          </p:cNvSpPr>
          <p:nvPr/>
        </p:nvSpPr>
        <p:spPr bwMode="auto">
          <a:xfrm>
            <a:off x="381000" y="3094038"/>
            <a:ext cx="12922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r=2+s </a:t>
            </a:r>
          </a:p>
        </p:txBody>
      </p:sp>
      <p:sp>
        <p:nvSpPr>
          <p:cNvPr id="105476" name="Rectangle 4"/>
          <p:cNvSpPr>
            <a:spLocks noChangeArrowheads="1"/>
          </p:cNvSpPr>
          <p:nvPr/>
        </p:nvSpPr>
        <p:spPr bwMode="auto">
          <a:xfrm>
            <a:off x="0" y="32289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aphicFrame>
        <p:nvGraphicFramePr>
          <p:cNvPr id="105477" name="Object 5"/>
          <p:cNvGraphicFramePr>
            <a:graphicFrameLocks noChangeAspect="1"/>
          </p:cNvGraphicFramePr>
          <p:nvPr/>
        </p:nvGraphicFramePr>
        <p:xfrm>
          <a:off x="2843213" y="1916113"/>
          <a:ext cx="5772150" cy="609600"/>
        </p:xfrm>
        <a:graphic>
          <a:graphicData uri="http://schemas.openxmlformats.org/presentationml/2006/ole">
            <mc:AlternateContent xmlns:mc="http://schemas.openxmlformats.org/markup-compatibility/2006">
              <mc:Choice xmlns:v="urn:schemas-microsoft-com:vml" Requires="v">
                <p:oleObj spid="_x0000_s105633" name="Equation" r:id="rId5" imgW="2311400" imgH="241300" progId="Equation.3">
                  <p:embed/>
                </p:oleObj>
              </mc:Choice>
              <mc:Fallback>
                <p:oleObj name="Equation" r:id="rId5" imgW="23114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1916113"/>
                        <a:ext cx="5772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78" name="Object 6"/>
          <p:cNvGraphicFramePr>
            <a:graphicFrameLocks noChangeAspect="1"/>
          </p:cNvGraphicFramePr>
          <p:nvPr/>
        </p:nvGraphicFramePr>
        <p:xfrm>
          <a:off x="611188" y="4797425"/>
          <a:ext cx="2232025" cy="769938"/>
        </p:xfrm>
        <a:graphic>
          <a:graphicData uri="http://schemas.openxmlformats.org/presentationml/2006/ole">
            <mc:AlternateContent xmlns:mc="http://schemas.openxmlformats.org/markup-compatibility/2006">
              <mc:Choice xmlns:v="urn:schemas-microsoft-com:vml" Requires="v">
                <p:oleObj spid="_x0000_s105634" name="公式" r:id="rId7" imgW="710891" imgH="241195" progId="Equation.3">
                  <p:embed/>
                </p:oleObj>
              </mc:Choice>
              <mc:Fallback>
                <p:oleObj name="公式" r:id="rId7" imgW="710891" imgH="24119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4797425"/>
                        <a:ext cx="223202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5479" name="Group 7"/>
          <p:cNvGrpSpPr>
            <a:grpSpLocks/>
          </p:cNvGrpSpPr>
          <p:nvPr/>
        </p:nvGrpSpPr>
        <p:grpSpPr bwMode="auto">
          <a:xfrm>
            <a:off x="4643438" y="4227513"/>
            <a:ext cx="3889375" cy="2249487"/>
            <a:chOff x="2925" y="2437"/>
            <a:chExt cx="2450" cy="1417"/>
          </a:xfrm>
        </p:grpSpPr>
        <p:sp>
          <p:nvSpPr>
            <p:cNvPr id="105482" name="Line 8"/>
            <p:cNvSpPr>
              <a:spLocks noChangeShapeType="1"/>
            </p:cNvSpPr>
            <p:nvPr/>
          </p:nvSpPr>
          <p:spPr bwMode="auto">
            <a:xfrm>
              <a:off x="3335" y="2485"/>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3" name="Line 9"/>
            <p:cNvSpPr>
              <a:spLocks noChangeShapeType="1"/>
            </p:cNvSpPr>
            <p:nvPr/>
          </p:nvSpPr>
          <p:spPr bwMode="auto">
            <a:xfrm>
              <a:off x="4286" y="2523"/>
              <a:ext cx="0" cy="9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4" name="Oval 10"/>
            <p:cNvSpPr>
              <a:spLocks noChangeArrowheads="1"/>
            </p:cNvSpPr>
            <p:nvPr/>
          </p:nvSpPr>
          <p:spPr bwMode="auto">
            <a:xfrm>
              <a:off x="4241" y="2478"/>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5485" name="Oval 11"/>
            <p:cNvSpPr>
              <a:spLocks noChangeArrowheads="1"/>
            </p:cNvSpPr>
            <p:nvPr/>
          </p:nvSpPr>
          <p:spPr bwMode="auto">
            <a:xfrm>
              <a:off x="3287" y="2437"/>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5486" name="Oval 12"/>
            <p:cNvSpPr>
              <a:spLocks noChangeArrowheads="1"/>
            </p:cNvSpPr>
            <p:nvPr/>
          </p:nvSpPr>
          <p:spPr bwMode="auto">
            <a:xfrm>
              <a:off x="5255" y="2437"/>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5487" name="Oval 13"/>
            <p:cNvSpPr>
              <a:spLocks noChangeArrowheads="1"/>
            </p:cNvSpPr>
            <p:nvPr/>
          </p:nvSpPr>
          <p:spPr bwMode="auto">
            <a:xfrm>
              <a:off x="4241" y="3385"/>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5488" name="Text Box 14"/>
            <p:cNvSpPr txBox="1">
              <a:spLocks noChangeArrowheads="1"/>
            </p:cNvSpPr>
            <p:nvPr/>
          </p:nvSpPr>
          <p:spPr bwMode="auto">
            <a:xfrm>
              <a:off x="4014" y="3566"/>
              <a:ext cx="6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(x,t-k)</a:t>
              </a:r>
            </a:p>
          </p:txBody>
        </p:sp>
        <p:sp>
          <p:nvSpPr>
            <p:cNvPr id="105489" name="Text Box 15"/>
            <p:cNvSpPr txBox="1">
              <a:spLocks noChangeArrowheads="1"/>
            </p:cNvSpPr>
            <p:nvPr/>
          </p:nvSpPr>
          <p:spPr bwMode="auto">
            <a:xfrm>
              <a:off x="4707" y="2581"/>
              <a:ext cx="6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(x+h,t)</a:t>
              </a:r>
            </a:p>
          </p:txBody>
        </p:sp>
        <p:sp>
          <p:nvSpPr>
            <p:cNvPr id="105490" name="Text Box 16"/>
            <p:cNvSpPr txBox="1">
              <a:spLocks noChangeArrowheads="1"/>
            </p:cNvSpPr>
            <p:nvPr/>
          </p:nvSpPr>
          <p:spPr bwMode="auto">
            <a:xfrm>
              <a:off x="4059" y="2613"/>
              <a:ext cx="4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(x,t)</a:t>
              </a:r>
            </a:p>
          </p:txBody>
        </p:sp>
        <p:sp>
          <p:nvSpPr>
            <p:cNvPr id="2" name="Text Box 17"/>
            <p:cNvSpPr txBox="1">
              <a:spLocks noChangeArrowheads="1"/>
            </p:cNvSpPr>
            <p:nvPr/>
          </p:nvSpPr>
          <p:spPr bwMode="auto">
            <a:xfrm>
              <a:off x="2925" y="2613"/>
              <a:ext cx="6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(x-h,t)</a:t>
              </a:r>
            </a:p>
          </p:txBody>
        </p:sp>
      </p:grpSp>
      <p:graphicFrame>
        <p:nvGraphicFramePr>
          <p:cNvPr id="105480" name="Object 18"/>
          <p:cNvGraphicFramePr>
            <a:graphicFrameLocks noChangeAspect="1"/>
          </p:cNvGraphicFramePr>
          <p:nvPr/>
        </p:nvGraphicFramePr>
        <p:xfrm>
          <a:off x="900113" y="333375"/>
          <a:ext cx="6667500" cy="1219200"/>
        </p:xfrm>
        <a:graphic>
          <a:graphicData uri="http://schemas.openxmlformats.org/presentationml/2006/ole">
            <mc:AlternateContent xmlns:mc="http://schemas.openxmlformats.org/markup-compatibility/2006">
              <mc:Choice xmlns:v="urn:schemas-microsoft-com:vml" Requires="v">
                <p:oleObj spid="_x0000_s105635" name="Equation" r:id="rId9" imgW="2235200" imgH="419100" progId="Equation.3">
                  <p:embed/>
                </p:oleObj>
              </mc:Choice>
              <mc:Fallback>
                <p:oleObj name="Equation" r:id="rId9" imgW="2235200" imgH="4191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333375"/>
                        <a:ext cx="66675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91" name="Object 19"/>
          <p:cNvGraphicFramePr>
            <a:graphicFrameLocks noChangeAspect="1"/>
          </p:cNvGraphicFramePr>
          <p:nvPr/>
        </p:nvGraphicFramePr>
        <p:xfrm>
          <a:off x="2216150" y="3043238"/>
          <a:ext cx="5451475" cy="727075"/>
        </p:xfrm>
        <a:graphic>
          <a:graphicData uri="http://schemas.openxmlformats.org/presentationml/2006/ole">
            <mc:AlternateContent xmlns:mc="http://schemas.openxmlformats.org/markup-compatibility/2006">
              <mc:Choice xmlns:v="urn:schemas-microsoft-com:vml" Requires="v">
                <p:oleObj spid="_x0000_s105636" name="公式" r:id="rId11" imgW="1828800" imgH="241300" progId="Equation.3">
                  <p:embed/>
                </p:oleObj>
              </mc:Choice>
              <mc:Fallback>
                <p:oleObj name="公式" r:id="rId11" imgW="1828800" imgH="241300"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6150" y="3043238"/>
                        <a:ext cx="545147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additive="base">
                                        <p:cTn id="7" dur="500" fill="hold"/>
                                        <p:tgtEl>
                                          <p:spTgt spid="105474"/>
                                        </p:tgtEl>
                                        <p:attrNameLst>
                                          <p:attrName>ppt_x</p:attrName>
                                        </p:attrNameLst>
                                      </p:cBhvr>
                                      <p:tavLst>
                                        <p:tav tm="0">
                                          <p:val>
                                            <p:strVal val="0-#ppt_w/2"/>
                                          </p:val>
                                        </p:tav>
                                        <p:tav tm="100000">
                                          <p:val>
                                            <p:strVal val="#ppt_x"/>
                                          </p:val>
                                        </p:tav>
                                      </p:tavLst>
                                    </p:anim>
                                    <p:anim calcmode="lin" valueType="num">
                                      <p:cBhvr additive="base">
                                        <p:cTn id="8" dur="500" fill="hold"/>
                                        <p:tgtEl>
                                          <p:spTgt spid="1054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5477"/>
                                        </p:tgtEl>
                                        <p:attrNameLst>
                                          <p:attrName>style.visibility</p:attrName>
                                        </p:attrNameLst>
                                      </p:cBhvr>
                                      <p:to>
                                        <p:strVal val="visible"/>
                                      </p:to>
                                    </p:set>
                                    <p:anim calcmode="lin" valueType="num">
                                      <p:cBhvr additive="base">
                                        <p:cTn id="13" dur="500" fill="hold"/>
                                        <p:tgtEl>
                                          <p:spTgt spid="105477"/>
                                        </p:tgtEl>
                                        <p:attrNameLst>
                                          <p:attrName>ppt_x</p:attrName>
                                        </p:attrNameLst>
                                      </p:cBhvr>
                                      <p:tavLst>
                                        <p:tav tm="0">
                                          <p:val>
                                            <p:strVal val="0-#ppt_w/2"/>
                                          </p:val>
                                        </p:tav>
                                        <p:tav tm="100000">
                                          <p:val>
                                            <p:strVal val="#ppt_x"/>
                                          </p:val>
                                        </p:tav>
                                      </p:tavLst>
                                    </p:anim>
                                    <p:anim calcmode="lin" valueType="num">
                                      <p:cBhvr additive="base">
                                        <p:cTn id="14" dur="500" fill="hold"/>
                                        <p:tgtEl>
                                          <p:spTgt spid="10547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75"/>
                                        </p:tgtEl>
                                        <p:attrNameLst>
                                          <p:attrName>style.visibility</p:attrName>
                                        </p:attrNameLst>
                                      </p:cBhvr>
                                      <p:to>
                                        <p:strVal val="visible"/>
                                      </p:to>
                                    </p:set>
                                    <p:anim calcmode="lin" valueType="num">
                                      <p:cBhvr additive="base">
                                        <p:cTn id="19" dur="500" fill="hold"/>
                                        <p:tgtEl>
                                          <p:spTgt spid="105475"/>
                                        </p:tgtEl>
                                        <p:attrNameLst>
                                          <p:attrName>ppt_x</p:attrName>
                                        </p:attrNameLst>
                                      </p:cBhvr>
                                      <p:tavLst>
                                        <p:tav tm="0">
                                          <p:val>
                                            <p:strVal val="0-#ppt_w/2"/>
                                          </p:val>
                                        </p:tav>
                                        <p:tav tm="100000">
                                          <p:val>
                                            <p:strVal val="#ppt_x"/>
                                          </p:val>
                                        </p:tav>
                                      </p:tavLst>
                                    </p:anim>
                                    <p:anim calcmode="lin" valueType="num">
                                      <p:cBhvr additive="base">
                                        <p:cTn id="20" dur="500" fill="hold"/>
                                        <p:tgtEl>
                                          <p:spTgt spid="10547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5491"/>
                                        </p:tgtEl>
                                        <p:attrNameLst>
                                          <p:attrName>style.visibility</p:attrName>
                                        </p:attrNameLst>
                                      </p:cBhvr>
                                      <p:to>
                                        <p:strVal val="visible"/>
                                      </p:to>
                                    </p:set>
                                    <p:anim calcmode="lin" valueType="num">
                                      <p:cBhvr additive="base">
                                        <p:cTn id="25" dur="500" fill="hold"/>
                                        <p:tgtEl>
                                          <p:spTgt spid="105491"/>
                                        </p:tgtEl>
                                        <p:attrNameLst>
                                          <p:attrName>ppt_x</p:attrName>
                                        </p:attrNameLst>
                                      </p:cBhvr>
                                      <p:tavLst>
                                        <p:tav tm="0">
                                          <p:val>
                                            <p:strVal val="0-#ppt_w/2"/>
                                          </p:val>
                                        </p:tav>
                                        <p:tav tm="100000">
                                          <p:val>
                                            <p:strVal val="#ppt_x"/>
                                          </p:val>
                                        </p:tav>
                                      </p:tavLst>
                                    </p:anim>
                                    <p:anim calcmode="lin" valueType="num">
                                      <p:cBhvr additive="base">
                                        <p:cTn id="26" dur="500" fill="hold"/>
                                        <p:tgtEl>
                                          <p:spTgt spid="10549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05479"/>
                                        </p:tgtEl>
                                        <p:attrNameLst>
                                          <p:attrName>style.visibility</p:attrName>
                                        </p:attrNameLst>
                                      </p:cBhvr>
                                      <p:to>
                                        <p:strVal val="visible"/>
                                      </p:to>
                                    </p:set>
                                    <p:anim calcmode="lin" valueType="num">
                                      <p:cBhvr additive="base">
                                        <p:cTn id="31" dur="500" fill="hold"/>
                                        <p:tgtEl>
                                          <p:spTgt spid="105479"/>
                                        </p:tgtEl>
                                        <p:attrNameLst>
                                          <p:attrName>ppt_x</p:attrName>
                                        </p:attrNameLst>
                                      </p:cBhvr>
                                      <p:tavLst>
                                        <p:tav tm="0">
                                          <p:val>
                                            <p:strVal val="0-#ppt_w/2"/>
                                          </p:val>
                                        </p:tav>
                                        <p:tav tm="100000">
                                          <p:val>
                                            <p:strVal val="#ppt_x"/>
                                          </p:val>
                                        </p:tav>
                                      </p:tavLst>
                                    </p:anim>
                                    <p:anim calcmode="lin" valueType="num">
                                      <p:cBhvr additive="base">
                                        <p:cTn id="32" dur="500" fill="hold"/>
                                        <p:tgtEl>
                                          <p:spTgt spid="10547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05478"/>
                                        </p:tgtEl>
                                        <p:attrNameLst>
                                          <p:attrName>style.visibility</p:attrName>
                                        </p:attrNameLst>
                                      </p:cBhvr>
                                      <p:to>
                                        <p:strVal val="visible"/>
                                      </p:to>
                                    </p:set>
                                    <p:anim calcmode="lin" valueType="num">
                                      <p:cBhvr additive="base">
                                        <p:cTn id="37" dur="500" fill="hold"/>
                                        <p:tgtEl>
                                          <p:spTgt spid="105478"/>
                                        </p:tgtEl>
                                        <p:attrNameLst>
                                          <p:attrName>ppt_x</p:attrName>
                                        </p:attrNameLst>
                                      </p:cBhvr>
                                      <p:tavLst>
                                        <p:tav tm="0">
                                          <p:val>
                                            <p:strVal val="0-#ppt_w/2"/>
                                          </p:val>
                                        </p:tav>
                                        <p:tav tm="100000">
                                          <p:val>
                                            <p:strVal val="#ppt_x"/>
                                          </p:val>
                                        </p:tav>
                                      </p:tavLst>
                                    </p:anim>
                                    <p:anim calcmode="lin" valueType="num">
                                      <p:cBhvr additive="base">
                                        <p:cTn id="38" dur="500" fill="hold"/>
                                        <p:tgtEl>
                                          <p:spTgt spid="1054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0" y="21542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aphicFrame>
        <p:nvGraphicFramePr>
          <p:cNvPr id="106499" name="Object 3"/>
          <p:cNvGraphicFramePr>
            <a:graphicFrameLocks noChangeAspect="1"/>
          </p:cNvGraphicFramePr>
          <p:nvPr/>
        </p:nvGraphicFramePr>
        <p:xfrm>
          <a:off x="468313" y="908050"/>
          <a:ext cx="7777162" cy="4462463"/>
        </p:xfrm>
        <a:graphic>
          <a:graphicData uri="http://schemas.openxmlformats.org/presentationml/2006/ole">
            <mc:AlternateContent xmlns:mc="http://schemas.openxmlformats.org/markup-compatibility/2006">
              <mc:Choice xmlns:v="urn:schemas-microsoft-com:vml" Requires="v">
                <p:oleObj spid="_x0000_s106645" name="公式" r:id="rId3" imgW="3035300" imgH="1625600" progId="Equation.3">
                  <p:embed/>
                </p:oleObj>
              </mc:Choice>
              <mc:Fallback>
                <p:oleObj name="公式" r:id="rId3" imgW="3035300" imgH="1625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908050"/>
                        <a:ext cx="7777162" cy="446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0" name="Object 4"/>
          <p:cNvGraphicFramePr>
            <a:graphicFrameLocks noChangeAspect="1"/>
          </p:cNvGraphicFramePr>
          <p:nvPr/>
        </p:nvGraphicFramePr>
        <p:xfrm>
          <a:off x="1333500" y="5948363"/>
          <a:ext cx="1223963" cy="403225"/>
        </p:xfrm>
        <a:graphic>
          <a:graphicData uri="http://schemas.openxmlformats.org/presentationml/2006/ole">
            <mc:AlternateContent xmlns:mc="http://schemas.openxmlformats.org/markup-compatibility/2006">
              <mc:Choice xmlns:v="urn:schemas-microsoft-com:vml" Requires="v">
                <p:oleObj spid="_x0000_s106646" name="公式" r:id="rId5" imgW="545626" imgH="177646" progId="Equation.3">
                  <p:embed/>
                </p:oleObj>
              </mc:Choice>
              <mc:Fallback>
                <p:oleObj name="公式" r:id="rId5" imgW="545626" imgH="17764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500" y="5948363"/>
                        <a:ext cx="122396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1" name="Object 5"/>
          <p:cNvGraphicFramePr>
            <a:graphicFrameLocks noChangeAspect="1"/>
          </p:cNvGraphicFramePr>
          <p:nvPr/>
        </p:nvGraphicFramePr>
        <p:xfrm>
          <a:off x="3276600" y="6019800"/>
          <a:ext cx="1368425" cy="358775"/>
        </p:xfrm>
        <a:graphic>
          <a:graphicData uri="http://schemas.openxmlformats.org/presentationml/2006/ole">
            <mc:AlternateContent xmlns:mc="http://schemas.openxmlformats.org/markup-compatibility/2006">
              <mc:Choice xmlns:v="urn:schemas-microsoft-com:vml" Requires="v">
                <p:oleObj spid="_x0000_s106647" name="公式" r:id="rId7" imgW="685502" imgH="177723" progId="Equation.3">
                  <p:embed/>
                </p:oleObj>
              </mc:Choice>
              <mc:Fallback>
                <p:oleObj name="公式" r:id="rId7" imgW="685502" imgH="177723"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6019800"/>
                        <a:ext cx="13684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2" name="Object 6"/>
          <p:cNvGraphicFramePr>
            <a:graphicFrameLocks noChangeAspect="1"/>
          </p:cNvGraphicFramePr>
          <p:nvPr/>
        </p:nvGraphicFramePr>
        <p:xfrm>
          <a:off x="5148263" y="5732463"/>
          <a:ext cx="1584325" cy="882650"/>
        </p:xfrm>
        <a:graphic>
          <a:graphicData uri="http://schemas.openxmlformats.org/presentationml/2006/ole">
            <mc:AlternateContent xmlns:mc="http://schemas.openxmlformats.org/markup-compatibility/2006">
              <mc:Choice xmlns:v="urn:schemas-microsoft-com:vml" Requires="v">
                <p:oleObj spid="_x0000_s106648" name="公式" r:id="rId9" imgW="761669" imgH="418918" progId="Equation.3">
                  <p:embed/>
                </p:oleObj>
              </mc:Choice>
              <mc:Fallback>
                <p:oleObj name="公式" r:id="rId9" imgW="761669" imgH="418918"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8263" y="5732463"/>
                        <a:ext cx="158432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3" name="Text Box 7"/>
          <p:cNvSpPr txBox="1">
            <a:spLocks noChangeArrowheads="1"/>
          </p:cNvSpPr>
          <p:nvPr/>
        </p:nvSpPr>
        <p:spPr bwMode="auto">
          <a:xfrm>
            <a:off x="7504113" y="5969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a:latin typeface="Times New Roman" pitchFamily="18" charset="0"/>
              </a:rPr>
              <a:t>r=4</a:t>
            </a:r>
          </a:p>
        </p:txBody>
      </p:sp>
      <p:graphicFrame>
        <p:nvGraphicFramePr>
          <p:cNvPr id="106504" name="Object 8"/>
          <p:cNvGraphicFramePr>
            <a:graphicFrameLocks noChangeAspect="1"/>
          </p:cNvGraphicFramePr>
          <p:nvPr/>
        </p:nvGraphicFramePr>
        <p:xfrm>
          <a:off x="1331913" y="260350"/>
          <a:ext cx="4032250" cy="538163"/>
        </p:xfrm>
        <a:graphic>
          <a:graphicData uri="http://schemas.openxmlformats.org/presentationml/2006/ole">
            <mc:AlternateContent xmlns:mc="http://schemas.openxmlformats.org/markup-compatibility/2006">
              <mc:Choice xmlns:v="urn:schemas-microsoft-com:vml" Requires="v">
                <p:oleObj spid="_x0000_s106649" name="公式" r:id="rId11" imgW="1828800" imgH="241300" progId="Equation.3">
                  <p:embed/>
                </p:oleObj>
              </mc:Choice>
              <mc:Fallback>
                <p:oleObj name="公式" r:id="rId11" imgW="1828800" imgH="2413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1913" y="260350"/>
                        <a:ext cx="4032250"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438400"/>
            <a:ext cx="3124200" cy="101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505200"/>
            <a:ext cx="6705600" cy="74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24" name="Rectangle 4"/>
          <p:cNvSpPr>
            <a:spLocks noChangeArrowheads="1"/>
          </p:cNvSpPr>
          <p:nvPr/>
        </p:nvSpPr>
        <p:spPr bwMode="auto">
          <a:xfrm>
            <a:off x="304800" y="457200"/>
            <a:ext cx="5029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spcBef>
                <a:spcPct val="50000"/>
              </a:spcBef>
            </a:pPr>
            <a:r>
              <a:rPr kumimoji="1" lang="en-US" altLang="zh-CN" sz="2800" b="1">
                <a:solidFill>
                  <a:srgbClr val="000000"/>
                </a:solidFill>
                <a:latin typeface="Times New Roman" pitchFamily="18" charset="0"/>
              </a:rPr>
              <a:t>9.3.5.2</a:t>
            </a:r>
            <a:r>
              <a:rPr kumimoji="1" lang="en-US" altLang="zh-CN" sz="3200" b="1" i="1">
                <a:latin typeface="Times New Roman" pitchFamily="18" charset="0"/>
              </a:rPr>
              <a:t> Crank-Nicholson</a:t>
            </a:r>
          </a:p>
        </p:txBody>
      </p:sp>
      <p:graphicFrame>
        <p:nvGraphicFramePr>
          <p:cNvPr id="107525" name="Object 5"/>
          <p:cNvGraphicFramePr>
            <a:graphicFrameLocks noChangeAspect="1"/>
          </p:cNvGraphicFramePr>
          <p:nvPr/>
        </p:nvGraphicFramePr>
        <p:xfrm>
          <a:off x="381000" y="4876800"/>
          <a:ext cx="8526463" cy="1758950"/>
        </p:xfrm>
        <a:graphic>
          <a:graphicData uri="http://schemas.openxmlformats.org/presentationml/2006/ole">
            <mc:AlternateContent xmlns:mc="http://schemas.openxmlformats.org/markup-compatibility/2006">
              <mc:Choice xmlns:v="urn:schemas-microsoft-com:vml" Requires="v">
                <p:oleObj spid="_x0000_s107612" name="Equation" r:id="rId5" imgW="3124200" imgH="660400" progId="Equation.3">
                  <p:embed/>
                </p:oleObj>
              </mc:Choice>
              <mc:Fallback>
                <p:oleObj name="Equation" r:id="rId5" imgW="3124200" imgH="660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4876800"/>
                        <a:ext cx="8526463"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6" name="Object 6"/>
          <p:cNvGraphicFramePr>
            <a:graphicFrameLocks noChangeAspect="1"/>
          </p:cNvGraphicFramePr>
          <p:nvPr/>
        </p:nvGraphicFramePr>
        <p:xfrm>
          <a:off x="990600" y="1752600"/>
          <a:ext cx="5614988" cy="777875"/>
        </p:xfrm>
        <a:graphic>
          <a:graphicData uri="http://schemas.openxmlformats.org/presentationml/2006/ole">
            <mc:AlternateContent xmlns:mc="http://schemas.openxmlformats.org/markup-compatibility/2006">
              <mc:Choice xmlns:v="urn:schemas-microsoft-com:vml" Requires="v">
                <p:oleObj spid="_x0000_s107613" name="Equation" r:id="rId7" imgW="2895600" imgH="393700" progId="Equation.3">
                  <p:embed/>
                </p:oleObj>
              </mc:Choice>
              <mc:Fallback>
                <p:oleObj name="Equation" r:id="rId7" imgW="2895600" imgH="3937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1752600"/>
                        <a:ext cx="56149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7" name="Object 7"/>
          <p:cNvGraphicFramePr>
            <a:graphicFrameLocks noChangeAspect="1"/>
          </p:cNvGraphicFramePr>
          <p:nvPr/>
        </p:nvGraphicFramePr>
        <p:xfrm>
          <a:off x="5486400" y="457200"/>
          <a:ext cx="2122488" cy="1008063"/>
        </p:xfrm>
        <a:graphic>
          <a:graphicData uri="http://schemas.openxmlformats.org/presentationml/2006/ole">
            <mc:AlternateContent xmlns:mc="http://schemas.openxmlformats.org/markup-compatibility/2006">
              <mc:Choice xmlns:v="urn:schemas-microsoft-com:vml" Requires="v">
                <p:oleObj spid="_x0000_s107614" name="公式" r:id="rId9" imgW="685800" imgH="419100" progId="Equation.3">
                  <p:embed/>
                </p:oleObj>
              </mc:Choice>
              <mc:Fallback>
                <p:oleObj name="公式" r:id="rId9" imgW="685800" imgH="4191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6400" y="457200"/>
                        <a:ext cx="2122488"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7526"/>
                                        </p:tgtEl>
                                        <p:attrNameLst>
                                          <p:attrName>style.visibility</p:attrName>
                                        </p:attrNameLst>
                                      </p:cBhvr>
                                      <p:to>
                                        <p:strVal val="visible"/>
                                      </p:to>
                                    </p:set>
                                    <p:anim calcmode="lin" valueType="num">
                                      <p:cBhvr additive="base">
                                        <p:cTn id="7" dur="500" fill="hold"/>
                                        <p:tgtEl>
                                          <p:spTgt spid="107526"/>
                                        </p:tgtEl>
                                        <p:attrNameLst>
                                          <p:attrName>ppt_x</p:attrName>
                                        </p:attrNameLst>
                                      </p:cBhvr>
                                      <p:tavLst>
                                        <p:tav tm="0">
                                          <p:val>
                                            <p:strVal val="0-#ppt_w/2"/>
                                          </p:val>
                                        </p:tav>
                                        <p:tav tm="100000">
                                          <p:val>
                                            <p:strVal val="#ppt_x"/>
                                          </p:val>
                                        </p:tav>
                                      </p:tavLst>
                                    </p:anim>
                                    <p:anim calcmode="lin" valueType="num">
                                      <p:cBhvr additive="base">
                                        <p:cTn id="8" dur="500" fill="hold"/>
                                        <p:tgtEl>
                                          <p:spTgt spid="1075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7522"/>
                                        </p:tgtEl>
                                        <p:attrNameLst>
                                          <p:attrName>style.visibility</p:attrName>
                                        </p:attrNameLst>
                                      </p:cBhvr>
                                      <p:to>
                                        <p:strVal val="visible"/>
                                      </p:to>
                                    </p:set>
                                    <p:anim calcmode="lin" valueType="num">
                                      <p:cBhvr additive="base">
                                        <p:cTn id="13" dur="500" fill="hold"/>
                                        <p:tgtEl>
                                          <p:spTgt spid="107522"/>
                                        </p:tgtEl>
                                        <p:attrNameLst>
                                          <p:attrName>ppt_x</p:attrName>
                                        </p:attrNameLst>
                                      </p:cBhvr>
                                      <p:tavLst>
                                        <p:tav tm="0">
                                          <p:val>
                                            <p:strVal val="0-#ppt_w/2"/>
                                          </p:val>
                                        </p:tav>
                                        <p:tav tm="100000">
                                          <p:val>
                                            <p:strVal val="#ppt_x"/>
                                          </p:val>
                                        </p:tav>
                                      </p:tavLst>
                                    </p:anim>
                                    <p:anim calcmode="lin" valueType="num">
                                      <p:cBhvr additive="base">
                                        <p:cTn id="14" dur="500" fill="hold"/>
                                        <p:tgtEl>
                                          <p:spTgt spid="10752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07523"/>
                                        </p:tgtEl>
                                        <p:attrNameLst>
                                          <p:attrName>style.visibility</p:attrName>
                                        </p:attrNameLst>
                                      </p:cBhvr>
                                      <p:to>
                                        <p:strVal val="visible"/>
                                      </p:to>
                                    </p:set>
                                    <p:anim calcmode="lin" valueType="num">
                                      <p:cBhvr additive="base">
                                        <p:cTn id="19" dur="500" fill="hold"/>
                                        <p:tgtEl>
                                          <p:spTgt spid="107523"/>
                                        </p:tgtEl>
                                        <p:attrNameLst>
                                          <p:attrName>ppt_x</p:attrName>
                                        </p:attrNameLst>
                                      </p:cBhvr>
                                      <p:tavLst>
                                        <p:tav tm="0">
                                          <p:val>
                                            <p:strVal val="0-#ppt_w/2"/>
                                          </p:val>
                                        </p:tav>
                                        <p:tav tm="100000">
                                          <p:val>
                                            <p:strVal val="#ppt_x"/>
                                          </p:val>
                                        </p:tav>
                                      </p:tavLst>
                                    </p:anim>
                                    <p:anim calcmode="lin" valueType="num">
                                      <p:cBhvr additive="base">
                                        <p:cTn id="20" dur="500" fill="hold"/>
                                        <p:tgtEl>
                                          <p:spTgt spid="10752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7525"/>
                                        </p:tgtEl>
                                        <p:attrNameLst>
                                          <p:attrName>style.visibility</p:attrName>
                                        </p:attrNameLst>
                                      </p:cBhvr>
                                      <p:to>
                                        <p:strVal val="visible"/>
                                      </p:to>
                                    </p:set>
                                    <p:anim calcmode="lin" valueType="num">
                                      <p:cBhvr additive="base">
                                        <p:cTn id="25" dur="500" fill="hold"/>
                                        <p:tgtEl>
                                          <p:spTgt spid="107525"/>
                                        </p:tgtEl>
                                        <p:attrNameLst>
                                          <p:attrName>ppt_x</p:attrName>
                                        </p:attrNameLst>
                                      </p:cBhvr>
                                      <p:tavLst>
                                        <p:tav tm="0">
                                          <p:val>
                                            <p:strVal val="0-#ppt_w/2"/>
                                          </p:val>
                                        </p:tav>
                                        <p:tav tm="100000">
                                          <p:val>
                                            <p:strVal val="#ppt_x"/>
                                          </p:val>
                                        </p:tav>
                                      </p:tavLst>
                                    </p:anim>
                                    <p:anim calcmode="lin" valueType="num">
                                      <p:cBhvr additive="base">
                                        <p:cTn id="26" dur="500" fill="hold"/>
                                        <p:tgtEl>
                                          <p:spTgt spid="1075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257800"/>
            <a:ext cx="9074150"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Text Box 3"/>
          <p:cNvSpPr txBox="1">
            <a:spLocks noChangeArrowheads="1"/>
          </p:cNvSpPr>
          <p:nvPr/>
        </p:nvSpPr>
        <p:spPr bwMode="auto">
          <a:xfrm>
            <a:off x="3635375" y="333375"/>
            <a:ext cx="3600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solidFill>
                  <a:srgbClr val="000000"/>
                </a:solidFill>
                <a:latin typeface="宋体" charset="-122"/>
              </a:rPr>
              <a:t>μ</a:t>
            </a:r>
            <a:r>
              <a:rPr kumimoji="1" lang="en-US" altLang="zh-CN" sz="3200" b="1">
                <a:solidFill>
                  <a:srgbClr val="000000"/>
                </a:solidFill>
                <a:latin typeface="Times New Roman" pitchFamily="18" charset="0"/>
              </a:rPr>
              <a:t> = </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t/</a:t>
            </a:r>
            <a:r>
              <a:rPr kumimoji="1" lang="en-US" altLang="zh-CN" sz="3200" b="1">
                <a:solidFill>
                  <a:srgbClr val="000000"/>
                </a:solidFill>
                <a:latin typeface="宋体" charset="-122"/>
              </a:rPr>
              <a:t>Δ</a:t>
            </a:r>
            <a:r>
              <a:rPr kumimoji="1" lang="en-US" altLang="zh-CN" sz="3200" b="1">
                <a:solidFill>
                  <a:srgbClr val="000000"/>
                </a:solidFill>
                <a:latin typeface="Times New Roman" pitchFamily="18" charset="0"/>
              </a:rPr>
              <a:t>x</a:t>
            </a:r>
            <a:r>
              <a:rPr kumimoji="1" lang="en-US" altLang="zh-CN" sz="3200" b="1" baseline="30000">
                <a:solidFill>
                  <a:srgbClr val="000000"/>
                </a:solidFill>
                <a:latin typeface="Times New Roman" pitchFamily="18" charset="0"/>
              </a:rPr>
              <a:t>2</a:t>
            </a:r>
            <a:r>
              <a:rPr kumimoji="1" lang="en-US" altLang="zh-CN" sz="3200" b="1">
                <a:latin typeface="Times New Roman" pitchFamily="18" charset="0"/>
              </a:rPr>
              <a:t> </a:t>
            </a:r>
          </a:p>
        </p:txBody>
      </p:sp>
      <p:graphicFrame>
        <p:nvGraphicFramePr>
          <p:cNvPr id="108548" name="Object 4"/>
          <p:cNvGraphicFramePr>
            <a:graphicFrameLocks noChangeAspect="1"/>
          </p:cNvGraphicFramePr>
          <p:nvPr/>
        </p:nvGraphicFramePr>
        <p:xfrm>
          <a:off x="323850" y="836613"/>
          <a:ext cx="8526463" cy="1758950"/>
        </p:xfrm>
        <a:graphic>
          <a:graphicData uri="http://schemas.openxmlformats.org/presentationml/2006/ole">
            <mc:AlternateContent xmlns:mc="http://schemas.openxmlformats.org/markup-compatibility/2006">
              <mc:Choice xmlns:v="urn:schemas-microsoft-com:vml" Requires="v">
                <p:oleObj spid="_x0000_s108606" name="Equation" r:id="rId4" imgW="3124200" imgH="660400" progId="Equation.3">
                  <p:embed/>
                </p:oleObj>
              </mc:Choice>
              <mc:Fallback>
                <p:oleObj name="Equation" r:id="rId4" imgW="3124200" imgH="660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836613"/>
                        <a:ext cx="8526463"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8549" name="Object 5"/>
          <p:cNvGraphicFramePr>
            <a:graphicFrameLocks noChangeAspect="1"/>
          </p:cNvGraphicFramePr>
          <p:nvPr/>
        </p:nvGraphicFramePr>
        <p:xfrm>
          <a:off x="201613" y="3048000"/>
          <a:ext cx="8942387" cy="1692275"/>
        </p:xfrm>
        <a:graphic>
          <a:graphicData uri="http://schemas.openxmlformats.org/presentationml/2006/ole">
            <mc:AlternateContent xmlns:mc="http://schemas.openxmlformats.org/markup-compatibility/2006">
              <mc:Choice xmlns:v="urn:schemas-microsoft-com:vml" Requires="v">
                <p:oleObj spid="_x0000_s108607" name="Equation" r:id="rId6" imgW="3276600" imgH="635000" progId="Equation.3">
                  <p:embed/>
                </p:oleObj>
              </mc:Choice>
              <mc:Fallback>
                <p:oleObj name="Equation" r:id="rId6" imgW="3276600" imgH="635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613" y="3048000"/>
                        <a:ext cx="8942387"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547"/>
                                        </p:tgtEl>
                                        <p:attrNameLst>
                                          <p:attrName>style.visibility</p:attrName>
                                        </p:attrNameLst>
                                      </p:cBhvr>
                                      <p:to>
                                        <p:strVal val="visible"/>
                                      </p:to>
                                    </p:set>
                                    <p:anim calcmode="lin" valueType="num">
                                      <p:cBhvr additive="base">
                                        <p:cTn id="7" dur="500" fill="hold"/>
                                        <p:tgtEl>
                                          <p:spTgt spid="108547"/>
                                        </p:tgtEl>
                                        <p:attrNameLst>
                                          <p:attrName>ppt_x</p:attrName>
                                        </p:attrNameLst>
                                      </p:cBhvr>
                                      <p:tavLst>
                                        <p:tav tm="0">
                                          <p:val>
                                            <p:strVal val="0-#ppt_w/2"/>
                                          </p:val>
                                        </p:tav>
                                        <p:tav tm="100000">
                                          <p:val>
                                            <p:strVal val="#ppt_x"/>
                                          </p:val>
                                        </p:tav>
                                      </p:tavLst>
                                    </p:anim>
                                    <p:anim calcmode="lin" valueType="num">
                                      <p:cBhvr additive="base">
                                        <p:cTn id="8" dur="500" fill="hold"/>
                                        <p:tgtEl>
                                          <p:spTgt spid="1085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8549"/>
                                        </p:tgtEl>
                                        <p:attrNameLst>
                                          <p:attrName>style.visibility</p:attrName>
                                        </p:attrNameLst>
                                      </p:cBhvr>
                                      <p:to>
                                        <p:strVal val="visible"/>
                                      </p:to>
                                    </p:set>
                                    <p:anim calcmode="lin" valueType="num">
                                      <p:cBhvr additive="base">
                                        <p:cTn id="13" dur="500" fill="hold"/>
                                        <p:tgtEl>
                                          <p:spTgt spid="108549"/>
                                        </p:tgtEl>
                                        <p:attrNameLst>
                                          <p:attrName>ppt_x</p:attrName>
                                        </p:attrNameLst>
                                      </p:cBhvr>
                                      <p:tavLst>
                                        <p:tav tm="0">
                                          <p:val>
                                            <p:strVal val="0-#ppt_w/2"/>
                                          </p:val>
                                        </p:tav>
                                        <p:tav tm="100000">
                                          <p:val>
                                            <p:strVal val="#ppt_x"/>
                                          </p:val>
                                        </p:tav>
                                      </p:tavLst>
                                    </p:anim>
                                    <p:anim calcmode="lin" valueType="num">
                                      <p:cBhvr additive="base">
                                        <p:cTn id="14" dur="500" fill="hold"/>
                                        <p:tgtEl>
                                          <p:spTgt spid="10854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08546"/>
                                        </p:tgtEl>
                                        <p:attrNameLst>
                                          <p:attrName>style.visibility</p:attrName>
                                        </p:attrNameLst>
                                      </p:cBhvr>
                                      <p:to>
                                        <p:strVal val="visible"/>
                                      </p:to>
                                    </p:set>
                                    <p:anim calcmode="lin" valueType="num">
                                      <p:cBhvr additive="base">
                                        <p:cTn id="19" dur="500" fill="hold"/>
                                        <p:tgtEl>
                                          <p:spTgt spid="108546"/>
                                        </p:tgtEl>
                                        <p:attrNameLst>
                                          <p:attrName>ppt_x</p:attrName>
                                        </p:attrNameLst>
                                      </p:cBhvr>
                                      <p:tavLst>
                                        <p:tav tm="0">
                                          <p:val>
                                            <p:strVal val="0-#ppt_w/2"/>
                                          </p:val>
                                        </p:tav>
                                        <p:tav tm="100000">
                                          <p:val>
                                            <p:strVal val="#ppt_x"/>
                                          </p:val>
                                        </p:tav>
                                      </p:tavLst>
                                    </p:anim>
                                    <p:anim calcmode="lin" valueType="num">
                                      <p:cBhvr additive="base">
                                        <p:cTn id="20" dur="500" fill="hold"/>
                                        <p:tgtEl>
                                          <p:spTgt spid="1085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152400" y="4094163"/>
            <a:ext cx="8640763"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20000"/>
              </a:lnSpc>
            </a:pPr>
            <a:r>
              <a:rPr kumimoji="1" lang="en-US" altLang="zh-CN" sz="2800" b="1">
                <a:latin typeface="Times New Roman" pitchFamily="18" charset="0"/>
              </a:rPr>
              <a:t>for the i=1,m-1 internal points. Solution of this expression will involve the solution of a tridiagonal system for this one-dimensional problem at each time step:</a:t>
            </a:r>
          </a:p>
        </p:txBody>
      </p:sp>
      <p:grpSp>
        <p:nvGrpSpPr>
          <p:cNvPr id="109571" name="Group 3"/>
          <p:cNvGrpSpPr>
            <a:grpSpLocks/>
          </p:cNvGrpSpPr>
          <p:nvPr/>
        </p:nvGrpSpPr>
        <p:grpSpPr bwMode="auto">
          <a:xfrm>
            <a:off x="2362200" y="533400"/>
            <a:ext cx="4232275" cy="2905125"/>
            <a:chOff x="1338" y="1979"/>
            <a:chExt cx="2666" cy="1830"/>
          </a:xfrm>
        </p:grpSpPr>
        <p:sp>
          <p:nvSpPr>
            <p:cNvPr id="109572" name="Line 4"/>
            <p:cNvSpPr>
              <a:spLocks noChangeShapeType="1"/>
            </p:cNvSpPr>
            <p:nvPr/>
          </p:nvSpPr>
          <p:spPr bwMode="auto">
            <a:xfrm>
              <a:off x="1791" y="3393"/>
              <a:ext cx="192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3" name="Line 5"/>
            <p:cNvSpPr>
              <a:spLocks noChangeShapeType="1"/>
            </p:cNvSpPr>
            <p:nvPr/>
          </p:nvSpPr>
          <p:spPr bwMode="auto">
            <a:xfrm>
              <a:off x="2743" y="2432"/>
              <a:ext cx="0" cy="9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4" name="Oval 6"/>
            <p:cNvSpPr>
              <a:spLocks noChangeArrowheads="1"/>
            </p:cNvSpPr>
            <p:nvPr/>
          </p:nvSpPr>
          <p:spPr bwMode="auto">
            <a:xfrm>
              <a:off x="2705" y="2385"/>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9575" name="Oval 7"/>
            <p:cNvSpPr>
              <a:spLocks noChangeArrowheads="1"/>
            </p:cNvSpPr>
            <p:nvPr/>
          </p:nvSpPr>
          <p:spPr bwMode="auto">
            <a:xfrm>
              <a:off x="1745" y="3345"/>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9576" name="Oval 8"/>
            <p:cNvSpPr>
              <a:spLocks noChangeArrowheads="1"/>
            </p:cNvSpPr>
            <p:nvPr/>
          </p:nvSpPr>
          <p:spPr bwMode="auto">
            <a:xfrm>
              <a:off x="3713" y="3345"/>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9577" name="Oval 9"/>
            <p:cNvSpPr>
              <a:spLocks noChangeArrowheads="1"/>
            </p:cNvSpPr>
            <p:nvPr/>
          </p:nvSpPr>
          <p:spPr bwMode="auto">
            <a:xfrm>
              <a:off x="2698" y="3385"/>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9578" name="Text Box 10"/>
            <p:cNvSpPr txBox="1">
              <a:spLocks noChangeArrowheads="1"/>
            </p:cNvSpPr>
            <p:nvPr/>
          </p:nvSpPr>
          <p:spPr bwMode="auto">
            <a:xfrm>
              <a:off x="2407" y="1979"/>
              <a:ext cx="4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(x,t)</a:t>
              </a:r>
            </a:p>
          </p:txBody>
        </p:sp>
        <p:sp>
          <p:nvSpPr>
            <p:cNvPr id="109579" name="Text Box 11"/>
            <p:cNvSpPr txBox="1">
              <a:spLocks noChangeArrowheads="1"/>
            </p:cNvSpPr>
            <p:nvPr/>
          </p:nvSpPr>
          <p:spPr bwMode="auto">
            <a:xfrm>
              <a:off x="3165" y="3489"/>
              <a:ext cx="8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(x+h,t-k)</a:t>
              </a:r>
            </a:p>
          </p:txBody>
        </p:sp>
        <p:sp>
          <p:nvSpPr>
            <p:cNvPr id="109580" name="Text Box 12"/>
            <p:cNvSpPr txBox="1">
              <a:spLocks noChangeArrowheads="1"/>
            </p:cNvSpPr>
            <p:nvPr/>
          </p:nvSpPr>
          <p:spPr bwMode="auto">
            <a:xfrm>
              <a:off x="2517" y="3521"/>
              <a:ext cx="6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(x,t-k)</a:t>
              </a:r>
            </a:p>
          </p:txBody>
        </p:sp>
        <p:sp>
          <p:nvSpPr>
            <p:cNvPr id="109581" name="Text Box 13"/>
            <p:cNvSpPr txBox="1">
              <a:spLocks noChangeArrowheads="1"/>
            </p:cNvSpPr>
            <p:nvPr/>
          </p:nvSpPr>
          <p:spPr bwMode="auto">
            <a:xfrm>
              <a:off x="1383" y="3521"/>
              <a:ext cx="7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(x-h,t-k)</a:t>
              </a:r>
            </a:p>
          </p:txBody>
        </p:sp>
        <p:sp>
          <p:nvSpPr>
            <p:cNvPr id="109582" name="Line 14"/>
            <p:cNvSpPr>
              <a:spLocks noChangeShapeType="1"/>
            </p:cNvSpPr>
            <p:nvPr/>
          </p:nvSpPr>
          <p:spPr bwMode="auto">
            <a:xfrm>
              <a:off x="1684" y="2435"/>
              <a:ext cx="192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3" name="Oval 15"/>
            <p:cNvSpPr>
              <a:spLocks noChangeArrowheads="1"/>
            </p:cNvSpPr>
            <p:nvPr/>
          </p:nvSpPr>
          <p:spPr bwMode="auto">
            <a:xfrm>
              <a:off x="1638" y="2387"/>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9584" name="Oval 16"/>
            <p:cNvSpPr>
              <a:spLocks noChangeArrowheads="1"/>
            </p:cNvSpPr>
            <p:nvPr/>
          </p:nvSpPr>
          <p:spPr bwMode="auto">
            <a:xfrm>
              <a:off x="3606" y="2387"/>
              <a:ext cx="96"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09585" name="Text Box 17"/>
            <p:cNvSpPr txBox="1">
              <a:spLocks noChangeArrowheads="1"/>
            </p:cNvSpPr>
            <p:nvPr/>
          </p:nvSpPr>
          <p:spPr bwMode="auto">
            <a:xfrm>
              <a:off x="1338" y="1979"/>
              <a:ext cx="6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(x-h,t)</a:t>
              </a:r>
            </a:p>
          </p:txBody>
        </p:sp>
        <p:sp>
          <p:nvSpPr>
            <p:cNvPr id="109586" name="Text Box 18"/>
            <p:cNvSpPr txBox="1">
              <a:spLocks noChangeArrowheads="1"/>
            </p:cNvSpPr>
            <p:nvPr/>
          </p:nvSpPr>
          <p:spPr bwMode="auto">
            <a:xfrm>
              <a:off x="3288" y="1979"/>
              <a:ext cx="6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(x+h,t)</a:t>
              </a:r>
            </a:p>
          </p:txBody>
        </p:sp>
      </p:grpSp>
    </p:spTree>
  </p:cSld>
  <p:clrMapOvr>
    <a:masterClrMapping/>
  </p:clrMapOvr>
  <p:transition>
    <p:push dir="u"/>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205038"/>
            <a:ext cx="7704137"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96975"/>
            <a:ext cx="9074150"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0594"/>
                                        </p:tgtEl>
                                        <p:attrNameLst>
                                          <p:attrName>style.visibility</p:attrName>
                                        </p:attrNameLst>
                                      </p:cBhvr>
                                      <p:to>
                                        <p:strVal val="visible"/>
                                      </p:to>
                                    </p:set>
                                    <p:anim calcmode="lin" valueType="num">
                                      <p:cBhvr additive="base">
                                        <p:cTn id="7" dur="500" fill="hold"/>
                                        <p:tgtEl>
                                          <p:spTgt spid="110594"/>
                                        </p:tgtEl>
                                        <p:attrNameLst>
                                          <p:attrName>ppt_x</p:attrName>
                                        </p:attrNameLst>
                                      </p:cBhvr>
                                      <p:tavLst>
                                        <p:tav tm="0">
                                          <p:val>
                                            <p:strVal val="0-#ppt_w/2"/>
                                          </p:val>
                                        </p:tav>
                                        <p:tav tm="100000">
                                          <p:val>
                                            <p:strVal val="#ppt_x"/>
                                          </p:val>
                                        </p:tav>
                                      </p:tavLst>
                                    </p:anim>
                                    <p:anim calcmode="lin" valueType="num">
                                      <p:cBhvr additive="base">
                                        <p:cTn id="8" dur="500" fill="hold"/>
                                        <p:tgtEl>
                                          <p:spTgt spid="1105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p:cNvSpPr txBox="1">
            <a:spLocks noChangeArrowheads="1"/>
          </p:cNvSpPr>
          <p:nvPr/>
        </p:nvSpPr>
        <p:spPr bwMode="auto">
          <a:xfrm>
            <a:off x="250825" y="476250"/>
            <a:ext cx="864235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30000"/>
              </a:lnSpc>
            </a:pPr>
            <a:r>
              <a:rPr kumimoji="1" lang="en-US" altLang="zh-CN" sz="2800" b="1">
                <a:latin typeface="Times New Roman" pitchFamily="18" charset="0"/>
              </a:rPr>
              <a:t>To test the stability we again choose a Fourier mode. Here we have only one spatial dimension so we use U(0) i = sin(θi) which satisfies the boundary condition if θ is a multiple of π. Substituting this into (182) we find</a:t>
            </a:r>
          </a:p>
        </p:txBody>
      </p:sp>
      <p:pic>
        <p:nvPicPr>
          <p:cNvPr id="1116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284538"/>
            <a:ext cx="86042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Rectangle 4"/>
          <p:cNvSpPr>
            <a:spLocks noChangeArrowheads="1"/>
          </p:cNvSpPr>
          <p:nvPr/>
        </p:nvSpPr>
        <p:spPr bwMode="auto">
          <a:xfrm>
            <a:off x="611188" y="5013325"/>
            <a:ext cx="7200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[1–2μsin</a:t>
            </a:r>
            <a:r>
              <a:rPr kumimoji="1" lang="en-US" altLang="zh-CN" sz="3200" b="1" baseline="30000">
                <a:latin typeface="Times New Roman" pitchFamily="18" charset="0"/>
              </a:rPr>
              <a:t>2</a:t>
            </a:r>
            <a:r>
              <a:rPr kumimoji="1" lang="en-US" altLang="zh-CN" sz="3200" b="1">
                <a:latin typeface="Times New Roman" pitchFamily="18" charset="0"/>
              </a:rPr>
              <a:t>(θ/2)]/[1+2μsin</a:t>
            </a:r>
            <a:r>
              <a:rPr kumimoji="1" lang="en-US" altLang="zh-CN" sz="3200" b="1" baseline="30000">
                <a:latin typeface="Times New Roman" pitchFamily="18" charset="0"/>
              </a:rPr>
              <a:t>2</a:t>
            </a:r>
            <a:r>
              <a:rPr kumimoji="1" lang="en-US" altLang="zh-CN" sz="3200" b="1">
                <a:latin typeface="Times New Roman" pitchFamily="18" charset="0"/>
              </a:rPr>
              <a:t>(θ/2)] &lt; 1</a:t>
            </a:r>
          </a:p>
        </p:txBody>
      </p:sp>
      <p:sp>
        <p:nvSpPr>
          <p:cNvPr id="111621" name="Rectangle 5"/>
          <p:cNvSpPr>
            <a:spLocks noChangeArrowheads="1"/>
          </p:cNvSpPr>
          <p:nvPr/>
        </p:nvSpPr>
        <p:spPr bwMode="auto">
          <a:xfrm>
            <a:off x="3059113" y="6092825"/>
            <a:ext cx="24828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for all μ &gt; 0 </a:t>
            </a:r>
          </a:p>
        </p:txBody>
      </p:sp>
    </p:spTree>
  </p:cSld>
  <p:clrMapOvr>
    <a:masterClrMapping/>
  </p:clrMapOvr>
  <p:transition>
    <p:push dir="u"/>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ChangeArrowheads="1"/>
          </p:cNvSpPr>
          <p:nvPr/>
        </p:nvSpPr>
        <p:spPr bwMode="auto">
          <a:xfrm>
            <a:off x="0" y="2971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aphicFrame>
        <p:nvGraphicFramePr>
          <p:cNvPr id="112643" name="Object 3"/>
          <p:cNvGraphicFramePr>
            <a:graphicFrameLocks noChangeAspect="1"/>
          </p:cNvGraphicFramePr>
          <p:nvPr/>
        </p:nvGraphicFramePr>
        <p:xfrm>
          <a:off x="971550" y="4868863"/>
          <a:ext cx="7200900" cy="1379537"/>
        </p:xfrm>
        <a:graphic>
          <a:graphicData uri="http://schemas.openxmlformats.org/presentationml/2006/ole">
            <mc:AlternateContent xmlns:mc="http://schemas.openxmlformats.org/markup-compatibility/2006">
              <mc:Choice xmlns:v="urn:schemas-microsoft-com:vml" Requires="v">
                <p:oleObj spid="_x0000_s112731" name="公式" r:id="rId3" imgW="2222500" imgH="431800" progId="Equation.3">
                  <p:embed/>
                </p:oleObj>
              </mc:Choice>
              <mc:Fallback>
                <p:oleObj name="公式" r:id="rId3" imgW="22225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4868863"/>
                        <a:ext cx="7200900" cy="137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4" name="Text Box 4"/>
          <p:cNvSpPr txBox="1">
            <a:spLocks noChangeArrowheads="1"/>
          </p:cNvSpPr>
          <p:nvPr/>
        </p:nvSpPr>
        <p:spPr bwMode="auto">
          <a:xfrm>
            <a:off x="539750" y="2420938"/>
            <a:ext cx="6264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800" b="1">
                <a:latin typeface="Times New Roman" pitchFamily="18" charset="0"/>
              </a:rPr>
              <a:t>with u(x=0,t) = u(x=1,t) = 0 and</a:t>
            </a:r>
          </a:p>
        </p:txBody>
      </p:sp>
      <p:graphicFrame>
        <p:nvGraphicFramePr>
          <p:cNvPr id="112645" name="Object 5"/>
          <p:cNvGraphicFramePr>
            <a:graphicFrameLocks noChangeAspect="1"/>
          </p:cNvGraphicFramePr>
          <p:nvPr/>
        </p:nvGraphicFramePr>
        <p:xfrm>
          <a:off x="2051050" y="3284538"/>
          <a:ext cx="4968875" cy="1290637"/>
        </p:xfrm>
        <a:graphic>
          <a:graphicData uri="http://schemas.openxmlformats.org/presentationml/2006/ole">
            <mc:AlternateContent xmlns:mc="http://schemas.openxmlformats.org/markup-compatibility/2006">
              <mc:Choice xmlns:v="urn:schemas-microsoft-com:vml" Requires="v">
                <p:oleObj spid="_x0000_s112732" name="公式" r:id="rId5" imgW="1637589" imgH="431613" progId="Equation.3">
                  <p:embed/>
                </p:oleObj>
              </mc:Choice>
              <mc:Fallback>
                <p:oleObj name="公式" r:id="rId5" imgW="1637589" imgH="431613"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3284538"/>
                        <a:ext cx="4968875" cy="129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46" name="Object 6"/>
          <p:cNvGraphicFramePr>
            <a:graphicFrameLocks noChangeAspect="1"/>
          </p:cNvGraphicFramePr>
          <p:nvPr/>
        </p:nvGraphicFramePr>
        <p:xfrm>
          <a:off x="1739900" y="549275"/>
          <a:ext cx="2351088" cy="1231900"/>
        </p:xfrm>
        <a:graphic>
          <a:graphicData uri="http://schemas.openxmlformats.org/presentationml/2006/ole">
            <mc:AlternateContent xmlns:mc="http://schemas.openxmlformats.org/markup-compatibility/2006">
              <mc:Choice xmlns:v="urn:schemas-microsoft-com:vml" Requires="v">
                <p:oleObj spid="_x0000_s112733" name="公式" r:id="rId7" imgW="622030" imgH="418918" progId="Equation.3">
                  <p:embed/>
                </p:oleObj>
              </mc:Choice>
              <mc:Fallback>
                <p:oleObj name="公式" r:id="rId7" imgW="622030" imgH="418918"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9900" y="549275"/>
                        <a:ext cx="2351088"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ChangeArrowheads="1"/>
          </p:cNvSpPr>
          <p:nvPr/>
        </p:nvSpPr>
        <p:spPr bwMode="auto">
          <a:xfrm>
            <a:off x="468313" y="285750"/>
            <a:ext cx="7791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3200" b="1">
                <a:latin typeface="Times New Roman" pitchFamily="18" charset="0"/>
              </a:rPr>
              <a:t>9.4 Hyperbolic Equations - Wave Equations</a:t>
            </a:r>
          </a:p>
        </p:txBody>
      </p:sp>
      <p:graphicFrame>
        <p:nvGraphicFramePr>
          <p:cNvPr id="113667" name="Object 3"/>
          <p:cNvGraphicFramePr>
            <a:graphicFrameLocks noChangeAspect="1"/>
          </p:cNvGraphicFramePr>
          <p:nvPr/>
        </p:nvGraphicFramePr>
        <p:xfrm>
          <a:off x="1331913" y="1052513"/>
          <a:ext cx="3024187" cy="1217612"/>
        </p:xfrm>
        <a:graphic>
          <a:graphicData uri="http://schemas.openxmlformats.org/presentationml/2006/ole">
            <mc:AlternateContent xmlns:mc="http://schemas.openxmlformats.org/markup-compatibility/2006">
              <mc:Choice xmlns:v="urn:schemas-microsoft-com:vml" Requires="v">
                <p:oleObj spid="_x0000_s113789" name="公式" r:id="rId3" imgW="1040948" imgH="418918" progId="Equation.3">
                  <p:embed/>
                </p:oleObj>
              </mc:Choice>
              <mc:Fallback>
                <p:oleObj name="公式" r:id="rId3" imgW="1040948" imgH="418918"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052513"/>
                        <a:ext cx="3024187"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668" name="Object 8"/>
          <p:cNvGraphicFramePr>
            <a:graphicFrameLocks noChangeAspect="1"/>
          </p:cNvGraphicFramePr>
          <p:nvPr/>
        </p:nvGraphicFramePr>
        <p:xfrm>
          <a:off x="1054100" y="5516563"/>
          <a:ext cx="2138363" cy="1143000"/>
        </p:xfrm>
        <a:graphic>
          <a:graphicData uri="http://schemas.openxmlformats.org/presentationml/2006/ole">
            <mc:AlternateContent xmlns:mc="http://schemas.openxmlformats.org/markup-compatibility/2006">
              <mc:Choice xmlns:v="urn:schemas-microsoft-com:vml" Requires="v">
                <p:oleObj spid="_x0000_s113790" name="公式" r:id="rId5" imgW="736280" imgH="393529" progId="Equation.3">
                  <p:embed/>
                </p:oleObj>
              </mc:Choice>
              <mc:Fallback>
                <p:oleObj name="公式" r:id="rId5" imgW="736280" imgH="393529"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4100" y="5516563"/>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3669"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9575" y="1125538"/>
            <a:ext cx="2232025" cy="104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67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3438" y="2722563"/>
            <a:ext cx="2389187"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3671"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0" y="2682875"/>
            <a:ext cx="274796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2"/>
          <p:cNvGrpSpPr>
            <a:grpSpLocks/>
          </p:cNvGrpSpPr>
          <p:nvPr/>
        </p:nvGrpSpPr>
        <p:grpSpPr bwMode="auto">
          <a:xfrm>
            <a:off x="3960813" y="3549650"/>
            <a:ext cx="3116262" cy="2246313"/>
            <a:chOff x="3960242" y="3549242"/>
            <a:chExt cx="3116833" cy="2246721"/>
          </a:xfrm>
        </p:grpSpPr>
        <p:graphicFrame>
          <p:nvGraphicFramePr>
            <p:cNvPr id="113674" name="Object 8"/>
            <p:cNvGraphicFramePr>
              <a:graphicFrameLocks noChangeAspect="1"/>
            </p:cNvGraphicFramePr>
            <p:nvPr/>
          </p:nvGraphicFramePr>
          <p:xfrm>
            <a:off x="4644008" y="3549242"/>
            <a:ext cx="2433067" cy="1094196"/>
          </p:xfrm>
          <a:graphic>
            <a:graphicData uri="http://schemas.openxmlformats.org/presentationml/2006/ole">
              <mc:AlternateContent xmlns:mc="http://schemas.openxmlformats.org/markup-compatibility/2006">
                <mc:Choice xmlns:v="urn:schemas-microsoft-com:vml" Requires="v">
                  <p:oleObj spid="_x0000_s113791" name="公式" r:id="rId10" imgW="875920" imgH="393529" progId="Equation.3">
                    <p:embed/>
                  </p:oleObj>
                </mc:Choice>
                <mc:Fallback>
                  <p:oleObj name="公式" r:id="rId10" imgW="875920" imgH="393529"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4008" y="3549242"/>
                          <a:ext cx="2433067" cy="1094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8"/>
            <p:cNvGraphicFramePr>
              <a:graphicFrameLocks noChangeAspect="1"/>
            </p:cNvGraphicFramePr>
            <p:nvPr/>
          </p:nvGraphicFramePr>
          <p:xfrm>
            <a:off x="4609083" y="4701767"/>
            <a:ext cx="2433067" cy="1094196"/>
          </p:xfrm>
          <a:graphic>
            <a:graphicData uri="http://schemas.openxmlformats.org/presentationml/2006/ole">
              <mc:AlternateContent xmlns:mc="http://schemas.openxmlformats.org/markup-compatibility/2006">
                <mc:Choice xmlns:v="urn:schemas-microsoft-com:vml" Requires="v">
                  <p:oleObj spid="_x0000_s113792" name="公式" r:id="rId12" imgW="875920" imgH="393529" progId="Equation.3">
                    <p:embed/>
                  </p:oleObj>
                </mc:Choice>
                <mc:Fallback>
                  <p:oleObj name="公式" r:id="rId12" imgW="875920" imgH="393529"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09083" y="4701767"/>
                          <a:ext cx="2433067" cy="1094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左大括号 1"/>
            <p:cNvSpPr/>
            <p:nvPr/>
          </p:nvSpPr>
          <p:spPr>
            <a:xfrm>
              <a:off x="3960242" y="3933487"/>
              <a:ext cx="539849" cy="1583025"/>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zh-CN" altLang="en-US" sz="1000" dirty="0"/>
            </a:p>
          </p:txBody>
        </p:sp>
      </p:grpSp>
      <p:sp>
        <p:nvSpPr>
          <p:cNvPr id="113675" name="矩形 2"/>
          <p:cNvSpPr>
            <a:spLocks noChangeArrowheads="1"/>
          </p:cNvSpPr>
          <p:nvPr/>
        </p:nvSpPr>
        <p:spPr bwMode="auto">
          <a:xfrm>
            <a:off x="4319588" y="6135688"/>
            <a:ext cx="3711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i="1">
                <a:latin typeface="Times New Roman" pitchFamily="18" charset="0"/>
                <a:cs typeface="Times New Roman" pitchFamily="18" charset="0"/>
              </a:rPr>
              <a:t>advection equation</a:t>
            </a:r>
            <a:endParaRPr lang="zh-CN" altLang="en-US" sz="3600">
              <a:latin typeface="Times New Roman" pitchFamily="18" charset="0"/>
              <a:cs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3668"/>
                                        </p:tgtEl>
                                        <p:attrNameLst>
                                          <p:attrName>style.visibility</p:attrName>
                                        </p:attrNameLst>
                                      </p:cBhvr>
                                      <p:to>
                                        <p:strVal val="visible"/>
                                      </p:to>
                                    </p:set>
                                    <p:anim calcmode="lin" valueType="num">
                                      <p:cBhvr additive="base">
                                        <p:cTn id="13" dur="500" fill="hold"/>
                                        <p:tgtEl>
                                          <p:spTgt spid="113668"/>
                                        </p:tgtEl>
                                        <p:attrNameLst>
                                          <p:attrName>ppt_x</p:attrName>
                                        </p:attrNameLst>
                                      </p:cBhvr>
                                      <p:tavLst>
                                        <p:tav tm="0">
                                          <p:val>
                                            <p:strVal val="#ppt_x"/>
                                          </p:val>
                                        </p:tav>
                                        <p:tav tm="100000">
                                          <p:val>
                                            <p:strVal val="#ppt_x"/>
                                          </p:val>
                                        </p:tav>
                                      </p:tavLst>
                                    </p:anim>
                                    <p:anim calcmode="lin" valueType="num">
                                      <p:cBhvr additive="base">
                                        <p:cTn id="14" dur="500" fill="hold"/>
                                        <p:tgtEl>
                                          <p:spTgt spid="11366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3675"/>
                                        </p:tgtEl>
                                        <p:attrNameLst>
                                          <p:attrName>style.visibility</p:attrName>
                                        </p:attrNameLst>
                                      </p:cBhvr>
                                      <p:to>
                                        <p:strVal val="visible"/>
                                      </p:to>
                                    </p:set>
                                    <p:anim calcmode="lin" valueType="num">
                                      <p:cBhvr additive="base">
                                        <p:cTn id="17" dur="500" fill="hold"/>
                                        <p:tgtEl>
                                          <p:spTgt spid="113675"/>
                                        </p:tgtEl>
                                        <p:attrNameLst>
                                          <p:attrName>ppt_x</p:attrName>
                                        </p:attrNameLst>
                                      </p:cBhvr>
                                      <p:tavLst>
                                        <p:tav tm="0">
                                          <p:val>
                                            <p:strVal val="#ppt_x"/>
                                          </p:val>
                                        </p:tav>
                                        <p:tav tm="100000">
                                          <p:val>
                                            <p:strVal val="#ppt_x"/>
                                          </p:val>
                                        </p:tav>
                                      </p:tavLst>
                                    </p:anim>
                                    <p:anim calcmode="lin" valueType="num">
                                      <p:cBhvr additive="base">
                                        <p:cTn id="18" dur="500" fill="hold"/>
                                        <p:tgtEl>
                                          <p:spTgt spid="1136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452438" y="1339850"/>
            <a:ext cx="6711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3200" b="1">
                <a:latin typeface="Times New Roman" pitchFamily="18" charset="0"/>
                <a:ea typeface="楷体_GB2312" pitchFamily="49" charset="-122"/>
              </a:rPr>
              <a:t>一阶线性双曲型方程最简单的形式为</a:t>
            </a:r>
          </a:p>
        </p:txBody>
      </p:sp>
      <p:sp>
        <p:nvSpPr>
          <p:cNvPr id="114692" name="Text Box 4"/>
          <p:cNvSpPr txBox="1">
            <a:spLocks noChangeArrowheads="1"/>
          </p:cNvSpPr>
          <p:nvPr/>
        </p:nvSpPr>
        <p:spPr bwMode="auto">
          <a:xfrm>
            <a:off x="568325" y="3449638"/>
            <a:ext cx="26844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800" b="1">
                <a:latin typeface="Times New Roman" pitchFamily="18" charset="0"/>
                <a:ea typeface="楷体_GB2312" pitchFamily="49" charset="-122"/>
              </a:rPr>
              <a:t>当给定初始条件</a:t>
            </a:r>
          </a:p>
        </p:txBody>
      </p:sp>
      <p:graphicFrame>
        <p:nvGraphicFramePr>
          <p:cNvPr id="2" name="Object 5"/>
          <p:cNvGraphicFramePr>
            <a:graphicFrameLocks noChangeAspect="1"/>
          </p:cNvGraphicFramePr>
          <p:nvPr/>
        </p:nvGraphicFramePr>
        <p:xfrm>
          <a:off x="2098675" y="4119563"/>
          <a:ext cx="3201988" cy="677862"/>
        </p:xfrm>
        <a:graphic>
          <a:graphicData uri="http://schemas.openxmlformats.org/presentationml/2006/ole">
            <mc:AlternateContent xmlns:mc="http://schemas.openxmlformats.org/markup-compatibility/2006">
              <mc:Choice xmlns:v="urn:schemas-microsoft-com:vml" Requires="v">
                <p:oleObj spid="_x0000_s114785" name="公式" r:id="rId3" imgW="1066800" imgH="228600" progId="Equation.3">
                  <p:embed/>
                </p:oleObj>
              </mc:Choice>
              <mc:Fallback>
                <p:oleObj name="公式" r:id="rId3" imgW="10668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8675" y="4119563"/>
                        <a:ext cx="3201988"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693" name="TextBox 1"/>
          <p:cNvSpPr txBox="1">
            <a:spLocks noChangeArrowheads="1"/>
          </p:cNvSpPr>
          <p:nvPr/>
        </p:nvSpPr>
        <p:spPr bwMode="auto">
          <a:xfrm>
            <a:off x="250825" y="404813"/>
            <a:ext cx="7431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4000" b="1">
                <a:latin typeface="Times New Roman" pitchFamily="18" charset="0"/>
                <a:cs typeface="Times New Roman" pitchFamily="18" charset="0"/>
              </a:rPr>
              <a:t>9.4.1. The 1-d advection equation</a:t>
            </a:r>
            <a:endParaRPr lang="zh-CN" altLang="en-US" sz="4000">
              <a:latin typeface="Times New Roman" pitchFamily="18" charset="0"/>
              <a:cs typeface="Times New Roman" pitchFamily="18" charset="0"/>
            </a:endParaRPr>
          </a:p>
        </p:txBody>
      </p:sp>
      <p:graphicFrame>
        <p:nvGraphicFramePr>
          <p:cNvPr id="114694" name="对象 2"/>
          <p:cNvGraphicFramePr>
            <a:graphicFrameLocks noChangeAspect="1"/>
          </p:cNvGraphicFramePr>
          <p:nvPr/>
        </p:nvGraphicFramePr>
        <p:xfrm>
          <a:off x="841375" y="2044700"/>
          <a:ext cx="2138363" cy="1143000"/>
        </p:xfrm>
        <a:graphic>
          <a:graphicData uri="http://schemas.openxmlformats.org/presentationml/2006/ole">
            <mc:AlternateContent xmlns:mc="http://schemas.openxmlformats.org/markup-compatibility/2006">
              <mc:Choice xmlns:v="urn:schemas-microsoft-com:vml" Requires="v">
                <p:oleObj spid="_x0000_s114786" name="公式" r:id="rId5" imgW="736280" imgH="393529" progId="Equation.3">
                  <p:embed/>
                </p:oleObj>
              </mc:Choice>
              <mc:Fallback>
                <p:oleObj name="公式" r:id="rId5" imgW="736280" imgH="393529" progId="Equation.3">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375" y="2044700"/>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695" name="矩形 3"/>
          <p:cNvSpPr>
            <a:spLocks noChangeArrowheads="1"/>
          </p:cNvSpPr>
          <p:nvPr/>
        </p:nvSpPr>
        <p:spPr bwMode="auto">
          <a:xfrm>
            <a:off x="247650" y="5445125"/>
            <a:ext cx="83613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a:latin typeface="Times New Roman" pitchFamily="18" charset="0"/>
                <a:cs typeface="Times New Roman" pitchFamily="18" charset="0"/>
              </a:rPr>
              <a:t>we discretize in time on the uniform grid tn = t0 + n t, for n = 0; 1; 2;   . Furthermore, in the x-direction, we discretize on the uniform grid</a:t>
            </a:r>
            <a:endParaRPr lang="zh-CN" altLang="en-US" sz="2400">
              <a:latin typeface="Times New Roman" pitchFamily="18" charset="0"/>
              <a:cs typeface="Times New Roman" pitchFamily="18" charset="0"/>
            </a:endParaRPr>
          </a:p>
        </p:txBody>
      </p:sp>
      <p:pic>
        <p:nvPicPr>
          <p:cNvPr id="114696"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0175" y="2681288"/>
            <a:ext cx="2132013"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4697" name="Object 5"/>
          <p:cNvGraphicFramePr>
            <a:graphicFrameLocks noChangeAspect="1"/>
          </p:cNvGraphicFramePr>
          <p:nvPr/>
        </p:nvGraphicFramePr>
        <p:xfrm>
          <a:off x="3806825" y="2044700"/>
          <a:ext cx="2057400" cy="677863"/>
        </p:xfrm>
        <a:graphic>
          <a:graphicData uri="http://schemas.openxmlformats.org/presentationml/2006/ole">
            <mc:AlternateContent xmlns:mc="http://schemas.openxmlformats.org/markup-compatibility/2006">
              <mc:Choice xmlns:v="urn:schemas-microsoft-com:vml" Requires="v">
                <p:oleObj spid="_x0000_s114787" name="公式" r:id="rId8" imgW="685800" imgH="228600" progId="Equation.3">
                  <p:embed/>
                </p:oleObj>
              </mc:Choice>
              <mc:Fallback>
                <p:oleObj name="公式" r:id="rId8" imgW="685800" imgH="2286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06825" y="2044700"/>
                        <a:ext cx="20574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4698"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83288" y="1873250"/>
            <a:ext cx="2982912"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4699" name="Picture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16463" y="3444875"/>
            <a:ext cx="3108325"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4700"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3513" y="6283325"/>
            <a:ext cx="2132012"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wipe(left)">
                                      <p:cBhvr>
                                        <p:cTn id="7" dur="500"/>
                                        <p:tgtEl>
                                          <p:spTgt spid="1146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692"/>
                                        </p:tgtEl>
                                        <p:attrNameLst>
                                          <p:attrName>style.visibility</p:attrName>
                                        </p:attrNameLst>
                                      </p:cBhvr>
                                      <p:to>
                                        <p:strVal val="visible"/>
                                      </p:to>
                                    </p:set>
                                    <p:animEffect transition="in" filter="wipe(left)">
                                      <p:cBhvr>
                                        <p:cTn id="12" dur="500"/>
                                        <p:tgtEl>
                                          <p:spTgt spid="114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692"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Box 1"/>
          <p:cNvSpPr txBox="1">
            <a:spLocks noChangeArrowheads="1"/>
          </p:cNvSpPr>
          <p:nvPr/>
        </p:nvSpPr>
        <p:spPr bwMode="auto">
          <a:xfrm>
            <a:off x="250825" y="666750"/>
            <a:ext cx="43672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The 1-d advection equation</a:t>
            </a:r>
            <a:endParaRPr lang="zh-CN" altLang="en-US" sz="2800">
              <a:latin typeface="Times New Roman" pitchFamily="18" charset="0"/>
              <a:cs typeface="Times New Roman" pitchFamily="18" charset="0"/>
            </a:endParaRPr>
          </a:p>
        </p:txBody>
      </p:sp>
      <p:graphicFrame>
        <p:nvGraphicFramePr>
          <p:cNvPr id="115715" name="对象 2"/>
          <p:cNvGraphicFramePr>
            <a:graphicFrameLocks noChangeAspect="1"/>
          </p:cNvGraphicFramePr>
          <p:nvPr/>
        </p:nvGraphicFramePr>
        <p:xfrm>
          <a:off x="468313" y="1320800"/>
          <a:ext cx="2138362" cy="1143000"/>
        </p:xfrm>
        <a:graphic>
          <a:graphicData uri="http://schemas.openxmlformats.org/presentationml/2006/ole">
            <mc:AlternateContent xmlns:mc="http://schemas.openxmlformats.org/markup-compatibility/2006">
              <mc:Choice xmlns:v="urn:schemas-microsoft-com:vml" Requires="v">
                <p:oleObj spid="_x0000_s115800"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320800"/>
                        <a:ext cx="21383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571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0175" y="2681288"/>
            <a:ext cx="2132013"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5717" name="Object 5"/>
          <p:cNvGraphicFramePr>
            <a:graphicFrameLocks noChangeAspect="1"/>
          </p:cNvGraphicFramePr>
          <p:nvPr/>
        </p:nvGraphicFramePr>
        <p:xfrm>
          <a:off x="684213" y="3001963"/>
          <a:ext cx="2057400" cy="677862"/>
        </p:xfrm>
        <a:graphic>
          <a:graphicData uri="http://schemas.openxmlformats.org/presentationml/2006/ole">
            <mc:AlternateContent xmlns:mc="http://schemas.openxmlformats.org/markup-compatibility/2006">
              <mc:Choice xmlns:v="urn:schemas-microsoft-com:vml" Requires="v">
                <p:oleObj spid="_x0000_s115801" name="公式" r:id="rId6" imgW="685800" imgH="228600" progId="Equation.3">
                  <p:embed/>
                </p:oleObj>
              </mc:Choice>
              <mc:Fallback>
                <p:oleObj name="公式" r:id="rId6" imgW="685800" imgH="2286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3001963"/>
                        <a:ext cx="2057400"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5718"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3288" y="1873250"/>
            <a:ext cx="2982912"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5719"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2563" y="1104900"/>
            <a:ext cx="3108325"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572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3513" y="6283325"/>
            <a:ext cx="2132012"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5721" name="组合 13"/>
          <p:cNvGrpSpPr>
            <a:grpSpLocks/>
          </p:cNvGrpSpPr>
          <p:nvPr/>
        </p:nvGrpSpPr>
        <p:grpSpPr bwMode="auto">
          <a:xfrm>
            <a:off x="4402138" y="2827338"/>
            <a:ext cx="4054475" cy="3235325"/>
            <a:chOff x="4572000" y="498475"/>
            <a:chExt cx="4054475" cy="3235325"/>
          </a:xfrm>
        </p:grpSpPr>
        <p:sp>
          <p:nvSpPr>
            <p:cNvPr id="115722" name="Line 6"/>
            <p:cNvSpPr>
              <a:spLocks noChangeShapeType="1"/>
            </p:cNvSpPr>
            <p:nvPr/>
          </p:nvSpPr>
          <p:spPr bwMode="auto">
            <a:xfrm flipV="1">
              <a:off x="5029200" y="685800"/>
              <a:ext cx="0" cy="3048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15723" name="Group 7"/>
            <p:cNvGrpSpPr>
              <a:grpSpLocks/>
            </p:cNvGrpSpPr>
            <p:nvPr/>
          </p:nvGrpSpPr>
          <p:grpSpPr bwMode="auto">
            <a:xfrm>
              <a:off x="5410200" y="1143000"/>
              <a:ext cx="1905000" cy="2438400"/>
              <a:chOff x="3408" y="720"/>
              <a:chExt cx="1200" cy="1536"/>
            </a:xfrm>
          </p:grpSpPr>
          <p:sp>
            <p:nvSpPr>
              <p:cNvPr id="115738" name="Line 8"/>
              <p:cNvSpPr>
                <a:spLocks noChangeShapeType="1"/>
              </p:cNvSpPr>
              <p:nvPr/>
            </p:nvSpPr>
            <p:spPr bwMode="auto">
              <a:xfrm flipV="1">
                <a:off x="3408" y="720"/>
                <a:ext cx="0" cy="15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39" name="Line 9"/>
              <p:cNvSpPr>
                <a:spLocks noChangeShapeType="1"/>
              </p:cNvSpPr>
              <p:nvPr/>
            </p:nvSpPr>
            <p:spPr bwMode="auto">
              <a:xfrm flipV="1">
                <a:off x="3648" y="720"/>
                <a:ext cx="0" cy="15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40" name="Line 10"/>
              <p:cNvSpPr>
                <a:spLocks noChangeShapeType="1"/>
              </p:cNvSpPr>
              <p:nvPr/>
            </p:nvSpPr>
            <p:spPr bwMode="auto">
              <a:xfrm flipV="1">
                <a:off x="3888" y="720"/>
                <a:ext cx="0" cy="15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41" name="Line 11"/>
              <p:cNvSpPr>
                <a:spLocks noChangeShapeType="1"/>
              </p:cNvSpPr>
              <p:nvPr/>
            </p:nvSpPr>
            <p:spPr bwMode="auto">
              <a:xfrm flipV="1">
                <a:off x="4128" y="720"/>
                <a:ext cx="0" cy="15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42" name="Line 12"/>
              <p:cNvSpPr>
                <a:spLocks noChangeShapeType="1"/>
              </p:cNvSpPr>
              <p:nvPr/>
            </p:nvSpPr>
            <p:spPr bwMode="auto">
              <a:xfrm flipV="1">
                <a:off x="4368" y="720"/>
                <a:ext cx="0" cy="15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43" name="Line 13"/>
              <p:cNvSpPr>
                <a:spLocks noChangeShapeType="1"/>
              </p:cNvSpPr>
              <p:nvPr/>
            </p:nvSpPr>
            <p:spPr bwMode="auto">
              <a:xfrm flipV="1">
                <a:off x="4608" y="720"/>
                <a:ext cx="0" cy="15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15724" name="Group 14"/>
            <p:cNvGrpSpPr>
              <a:grpSpLocks/>
            </p:cNvGrpSpPr>
            <p:nvPr/>
          </p:nvGrpSpPr>
          <p:grpSpPr bwMode="auto">
            <a:xfrm>
              <a:off x="4648200" y="1295400"/>
              <a:ext cx="3810000" cy="1447800"/>
              <a:chOff x="2928" y="816"/>
              <a:chExt cx="2400" cy="912"/>
            </a:xfrm>
          </p:grpSpPr>
          <p:sp>
            <p:nvSpPr>
              <p:cNvPr id="115734" name="Line 15"/>
              <p:cNvSpPr>
                <a:spLocks noChangeShapeType="1"/>
              </p:cNvSpPr>
              <p:nvPr/>
            </p:nvSpPr>
            <p:spPr bwMode="auto">
              <a:xfrm>
                <a:off x="2976" y="1728"/>
                <a:ext cx="225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35" name="Line 16"/>
              <p:cNvSpPr>
                <a:spLocks noChangeShapeType="1"/>
              </p:cNvSpPr>
              <p:nvPr/>
            </p:nvSpPr>
            <p:spPr bwMode="auto">
              <a:xfrm>
                <a:off x="2976" y="1440"/>
                <a:ext cx="225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36" name="Line 17"/>
              <p:cNvSpPr>
                <a:spLocks noChangeShapeType="1"/>
              </p:cNvSpPr>
              <p:nvPr/>
            </p:nvSpPr>
            <p:spPr bwMode="auto">
              <a:xfrm>
                <a:off x="2976" y="1104"/>
                <a:ext cx="220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37" name="Line 18"/>
              <p:cNvSpPr>
                <a:spLocks noChangeShapeType="1"/>
              </p:cNvSpPr>
              <p:nvPr/>
            </p:nvSpPr>
            <p:spPr bwMode="auto">
              <a:xfrm>
                <a:off x="2928" y="816"/>
                <a:ext cx="2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5725" name="Text Box 19"/>
            <p:cNvSpPr txBox="1">
              <a:spLocks noChangeArrowheads="1"/>
            </p:cNvSpPr>
            <p:nvPr/>
          </p:nvSpPr>
          <p:spPr bwMode="auto">
            <a:xfrm>
              <a:off x="4708525" y="498475"/>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rPr>
                <a:t>t</a:t>
              </a:r>
            </a:p>
          </p:txBody>
        </p:sp>
        <p:grpSp>
          <p:nvGrpSpPr>
            <p:cNvPr id="115726" name="Group 20"/>
            <p:cNvGrpSpPr>
              <a:grpSpLocks/>
            </p:cNvGrpSpPr>
            <p:nvPr/>
          </p:nvGrpSpPr>
          <p:grpSpPr bwMode="auto">
            <a:xfrm>
              <a:off x="4648200" y="3089275"/>
              <a:ext cx="3978275" cy="492125"/>
              <a:chOff x="2928" y="1946"/>
              <a:chExt cx="2506" cy="310"/>
            </a:xfrm>
          </p:grpSpPr>
          <p:sp>
            <p:nvSpPr>
              <p:cNvPr id="115731" name="Line 21"/>
              <p:cNvSpPr>
                <a:spLocks noChangeShapeType="1"/>
              </p:cNvSpPr>
              <p:nvPr/>
            </p:nvSpPr>
            <p:spPr bwMode="auto">
              <a:xfrm>
                <a:off x="3024" y="2016"/>
                <a:ext cx="230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732" name="Text Box 22"/>
              <p:cNvSpPr txBox="1">
                <a:spLocks noChangeArrowheads="1"/>
              </p:cNvSpPr>
              <p:nvPr/>
            </p:nvSpPr>
            <p:spPr bwMode="auto">
              <a:xfrm>
                <a:off x="5222" y="1946"/>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rPr>
                  <a:t>x</a:t>
                </a:r>
              </a:p>
            </p:txBody>
          </p:sp>
          <p:sp>
            <p:nvSpPr>
              <p:cNvPr id="115733" name="Text Box 23"/>
              <p:cNvSpPr txBox="1">
                <a:spLocks noChangeArrowheads="1"/>
              </p:cNvSpPr>
              <p:nvPr/>
            </p:nvSpPr>
            <p:spPr bwMode="auto">
              <a:xfrm>
                <a:off x="2928" y="196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rPr>
                  <a:t>o</a:t>
                </a:r>
              </a:p>
            </p:txBody>
          </p:sp>
        </p:grpSp>
        <p:sp>
          <p:nvSpPr>
            <p:cNvPr id="115727" name="Text Box 24"/>
            <p:cNvSpPr txBox="1">
              <a:spLocks noChangeArrowheads="1"/>
            </p:cNvSpPr>
            <p:nvPr/>
          </p:nvSpPr>
          <p:spPr bwMode="auto">
            <a:xfrm>
              <a:off x="5410200" y="32004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rPr>
                <a:t>h</a:t>
              </a:r>
            </a:p>
          </p:txBody>
        </p:sp>
        <p:sp>
          <p:nvSpPr>
            <p:cNvPr id="115728" name="Rectangle 25"/>
            <p:cNvSpPr>
              <a:spLocks noChangeArrowheads="1"/>
            </p:cNvSpPr>
            <p:nvPr/>
          </p:nvSpPr>
          <p:spPr bwMode="auto">
            <a:xfrm>
              <a:off x="4572000" y="2286000"/>
              <a:ext cx="31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ea typeface="楷体_GB2312" pitchFamily="49" charset="-122"/>
                  <a:sym typeface="Symbol" pitchFamily="18" charset="2"/>
                </a:rPr>
                <a:t></a:t>
              </a:r>
            </a:p>
          </p:txBody>
        </p:sp>
        <p:sp>
          <p:nvSpPr>
            <p:cNvPr id="115729" name="Text Box 26"/>
            <p:cNvSpPr txBox="1">
              <a:spLocks noChangeArrowheads="1"/>
            </p:cNvSpPr>
            <p:nvPr/>
          </p:nvSpPr>
          <p:spPr bwMode="auto">
            <a:xfrm>
              <a:off x="5470525" y="1870075"/>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ea typeface="楷体_GB2312" pitchFamily="49" charset="-122"/>
                </a:rPr>
                <a:t>(x</a:t>
              </a:r>
              <a:r>
                <a:rPr kumimoji="1" lang="en-US" altLang="zh-CN" sz="2400" b="1" i="1" baseline="-30000">
                  <a:latin typeface="Times New Roman" pitchFamily="18" charset="0"/>
                  <a:ea typeface="楷体_GB2312" pitchFamily="49" charset="-122"/>
                </a:rPr>
                <a:t>j</a:t>
              </a:r>
              <a:r>
                <a:rPr kumimoji="1" lang="en-US" altLang="zh-CN" sz="2400" b="1">
                  <a:latin typeface="Times New Roman" pitchFamily="18" charset="0"/>
                  <a:ea typeface="楷体_GB2312" pitchFamily="49" charset="-122"/>
                </a:rPr>
                <a:t>, </a:t>
              </a:r>
              <a:r>
                <a:rPr kumimoji="1" lang="en-US" altLang="zh-CN" sz="2400" b="1" i="1">
                  <a:latin typeface="Times New Roman" pitchFamily="18" charset="0"/>
                  <a:ea typeface="楷体_GB2312" pitchFamily="49" charset="-122"/>
                </a:rPr>
                <a:t>t</a:t>
              </a:r>
              <a:r>
                <a:rPr kumimoji="1" lang="en-US" altLang="zh-CN" sz="2400" b="1" i="1" baseline="-30000">
                  <a:latin typeface="Times New Roman" pitchFamily="18" charset="0"/>
                  <a:ea typeface="楷体_GB2312" pitchFamily="49" charset="-122"/>
                </a:rPr>
                <a:t>n</a:t>
              </a:r>
              <a:r>
                <a:rPr kumimoji="1" lang="en-US" altLang="zh-CN" sz="2400" b="1" i="1">
                  <a:latin typeface="Times New Roman" pitchFamily="18" charset="0"/>
                  <a:ea typeface="楷体_GB2312" pitchFamily="49" charset="-122"/>
                </a:rPr>
                <a:t>)</a:t>
              </a:r>
            </a:p>
          </p:txBody>
        </p:sp>
        <p:sp>
          <p:nvSpPr>
            <p:cNvPr id="115730" name="Oval 27"/>
            <p:cNvSpPr>
              <a:spLocks noChangeArrowheads="1"/>
            </p:cNvSpPr>
            <p:nvPr/>
          </p:nvSpPr>
          <p:spPr bwMode="auto">
            <a:xfrm>
              <a:off x="5791200" y="2286000"/>
              <a:ext cx="76200" cy="76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p:push dir="u"/>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Box 1"/>
          <p:cNvSpPr txBox="1">
            <a:spLocks noChangeArrowheads="1"/>
          </p:cNvSpPr>
          <p:nvPr/>
        </p:nvSpPr>
        <p:spPr bwMode="auto">
          <a:xfrm>
            <a:off x="282575" y="333375"/>
            <a:ext cx="5265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b="1">
                <a:latin typeface="Times New Roman" pitchFamily="18" charset="0"/>
                <a:cs typeface="Times New Roman" pitchFamily="18" charset="0"/>
              </a:rPr>
              <a:t>1.The 1-d advection equation</a:t>
            </a:r>
            <a:endParaRPr lang="zh-CN" altLang="en-US" sz="3200">
              <a:latin typeface="Times New Roman" pitchFamily="18" charset="0"/>
              <a:cs typeface="Times New Roman" pitchFamily="18" charset="0"/>
            </a:endParaRPr>
          </a:p>
        </p:txBody>
      </p:sp>
      <p:graphicFrame>
        <p:nvGraphicFramePr>
          <p:cNvPr id="116739" name="对象 2"/>
          <p:cNvGraphicFramePr>
            <a:graphicFrameLocks noChangeAspect="1"/>
          </p:cNvGraphicFramePr>
          <p:nvPr/>
        </p:nvGraphicFramePr>
        <p:xfrm>
          <a:off x="755650" y="1085850"/>
          <a:ext cx="2138363" cy="1143000"/>
        </p:xfrm>
        <a:graphic>
          <a:graphicData uri="http://schemas.openxmlformats.org/presentationml/2006/ole">
            <mc:AlternateContent xmlns:mc="http://schemas.openxmlformats.org/markup-compatibility/2006">
              <mc:Choice xmlns:v="urn:schemas-microsoft-com:vml" Requires="v">
                <p:oleObj spid="_x0000_s116836"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085850"/>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674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0175" y="1933575"/>
            <a:ext cx="2132013"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6741" name="Object 5"/>
          <p:cNvGraphicFramePr>
            <a:graphicFrameLocks noChangeAspect="1"/>
          </p:cNvGraphicFramePr>
          <p:nvPr/>
        </p:nvGraphicFramePr>
        <p:xfrm>
          <a:off x="3806825" y="1296988"/>
          <a:ext cx="2057400" cy="677862"/>
        </p:xfrm>
        <a:graphic>
          <a:graphicData uri="http://schemas.openxmlformats.org/presentationml/2006/ole">
            <mc:AlternateContent xmlns:mc="http://schemas.openxmlformats.org/markup-compatibility/2006">
              <mc:Choice xmlns:v="urn:schemas-microsoft-com:vml" Requires="v">
                <p:oleObj spid="_x0000_s116837" name="公式" r:id="rId6" imgW="685800" imgH="228600" progId="Equation.3">
                  <p:embed/>
                </p:oleObj>
              </mc:Choice>
              <mc:Fallback>
                <p:oleObj name="公式" r:id="rId6" imgW="685800" imgH="2286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6825" y="1296988"/>
                        <a:ext cx="2057400"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6742"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3288" y="1125538"/>
            <a:ext cx="2982912" cy="57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nvGraphicFramePr>
        <p:xfrm>
          <a:off x="1839913" y="2266950"/>
          <a:ext cx="4105275" cy="1162050"/>
        </p:xfrm>
        <a:graphic>
          <a:graphicData uri="http://schemas.openxmlformats.org/presentationml/2006/ole">
            <mc:AlternateContent xmlns:mc="http://schemas.openxmlformats.org/markup-compatibility/2006">
              <mc:Choice xmlns:v="urn:schemas-microsoft-com:vml" Requires="v">
                <p:oleObj spid="_x0000_s116838" name="公式" r:id="rId9" imgW="1485900" imgH="419100" progId="Equation.3">
                  <p:embed/>
                </p:oleObj>
              </mc:Choice>
              <mc:Fallback>
                <p:oleObj name="公式" r:id="rId9" imgW="1485900" imgH="419100" progId="Equation.3">
                  <p:embed/>
                  <p:pic>
                    <p:nvPicPr>
                      <p:cNvPr id="0" name="对象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9913" y="2266950"/>
                        <a:ext cx="410527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6744"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1988" y="3429000"/>
            <a:ext cx="460851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5"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5225" y="3429000"/>
            <a:ext cx="2224088"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6"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59113" y="4846638"/>
            <a:ext cx="3502025"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7"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92950" y="4794250"/>
            <a:ext cx="175418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8"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1988" y="5516563"/>
            <a:ext cx="3570287"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6749"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10125" y="5618163"/>
            <a:ext cx="4240213"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50" name="矩形 5"/>
          <p:cNvSpPr>
            <a:spLocks noChangeArrowheads="1"/>
          </p:cNvSpPr>
          <p:nvPr/>
        </p:nvSpPr>
        <p:spPr bwMode="auto">
          <a:xfrm>
            <a:off x="233363" y="4383088"/>
            <a:ext cx="2728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stability analysis</a:t>
            </a:r>
            <a:endParaRPr lang="zh-CN" altLang="en-US" sz="2800" b="1">
              <a:latin typeface="Times New Roman" pitchFamily="18" charset="0"/>
              <a:cs typeface="Times New Roman" pitchFamily="18" charset="0"/>
            </a:endParaRPr>
          </a:p>
        </p:txBody>
      </p:sp>
      <p:sp>
        <p:nvSpPr>
          <p:cNvPr id="116751" name="矩形 6"/>
          <p:cNvSpPr>
            <a:spLocks noChangeArrowheads="1"/>
          </p:cNvSpPr>
          <p:nvPr/>
        </p:nvSpPr>
        <p:spPr bwMode="auto">
          <a:xfrm>
            <a:off x="1379538" y="6219825"/>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i="1">
                <a:latin typeface="Times New Roman" pitchFamily="18" charset="0"/>
                <a:cs typeface="Times New Roman" pitchFamily="18" charset="0"/>
              </a:rPr>
              <a:t>Unconditionally unstable</a:t>
            </a:r>
            <a:r>
              <a:rPr lang="en-US" altLang="zh-CN" sz="2800" b="1">
                <a:latin typeface="Times New Roman" pitchFamily="18" charset="0"/>
                <a:cs typeface="Times New Roman" pitchFamily="18" charset="0"/>
              </a:rPr>
              <a:t>.</a:t>
            </a:r>
            <a:endParaRPr lang="zh-CN" altLang="en-US" sz="2800" b="1">
              <a:latin typeface="Times New Roman" pitchFamily="18" charset="0"/>
              <a:cs typeface="Times New Roman" pitchFamily="18" charset="0"/>
            </a:endParaRP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Box 1"/>
          <p:cNvSpPr txBox="1">
            <a:spLocks noChangeArrowheads="1"/>
          </p:cNvSpPr>
          <p:nvPr/>
        </p:nvSpPr>
        <p:spPr bwMode="auto">
          <a:xfrm>
            <a:off x="233363" y="303213"/>
            <a:ext cx="4254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latin typeface="Times New Roman" pitchFamily="18" charset="0"/>
                <a:cs typeface="Times New Roman" pitchFamily="18" charset="0"/>
              </a:rPr>
              <a:t>2. T</a:t>
            </a:r>
            <a:r>
              <a:rPr lang="en-US" altLang="zh-CN" sz="3600" b="1"/>
              <a:t>he Lax scheme</a:t>
            </a:r>
            <a:endParaRPr lang="zh-CN" altLang="en-US" sz="3600">
              <a:latin typeface="Times New Roman" pitchFamily="18" charset="0"/>
              <a:cs typeface="Times New Roman" pitchFamily="18" charset="0"/>
            </a:endParaRPr>
          </a:p>
        </p:txBody>
      </p:sp>
      <p:graphicFrame>
        <p:nvGraphicFramePr>
          <p:cNvPr id="117763" name="对象 2"/>
          <p:cNvGraphicFramePr>
            <a:graphicFrameLocks noChangeAspect="1"/>
          </p:cNvGraphicFramePr>
          <p:nvPr/>
        </p:nvGraphicFramePr>
        <p:xfrm>
          <a:off x="755650" y="1085850"/>
          <a:ext cx="2138363" cy="1143000"/>
        </p:xfrm>
        <a:graphic>
          <a:graphicData uri="http://schemas.openxmlformats.org/presentationml/2006/ole">
            <mc:AlternateContent xmlns:mc="http://schemas.openxmlformats.org/markup-compatibility/2006">
              <mc:Choice xmlns:v="urn:schemas-microsoft-com:vml" Requires="v">
                <p:oleObj spid="_x0000_s117830"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085850"/>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843338" y="1125538"/>
          <a:ext cx="4105275" cy="1162050"/>
        </p:xfrm>
        <a:graphic>
          <a:graphicData uri="http://schemas.openxmlformats.org/presentationml/2006/ole">
            <mc:AlternateContent xmlns:mc="http://schemas.openxmlformats.org/markup-compatibility/2006">
              <mc:Choice xmlns:v="urn:schemas-microsoft-com:vml" Requires="v">
                <p:oleObj spid="_x0000_s117831" name="公式" r:id="rId5" imgW="1485900" imgH="419100" progId="Equation.3">
                  <p:embed/>
                </p:oleObj>
              </mc:Choice>
              <mc:Fallback>
                <p:oleObj name="公式" r:id="rId5" imgW="1485900" imgH="419100" progId="Equation.3">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3338" y="1125538"/>
                        <a:ext cx="410527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7765"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500" y="2443163"/>
            <a:ext cx="46085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66"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4525" y="2620963"/>
            <a:ext cx="2224088"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67"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575" y="4699000"/>
            <a:ext cx="3502025"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68"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8488" y="4652963"/>
            <a:ext cx="1754187"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69" name="矩形 5"/>
          <p:cNvSpPr>
            <a:spLocks noChangeArrowheads="1"/>
          </p:cNvSpPr>
          <p:nvPr/>
        </p:nvSpPr>
        <p:spPr bwMode="auto">
          <a:xfrm>
            <a:off x="233363" y="4383088"/>
            <a:ext cx="2728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stability analysis</a:t>
            </a:r>
            <a:endParaRPr lang="zh-CN" altLang="en-US" sz="2800" b="1">
              <a:latin typeface="Times New Roman" pitchFamily="18" charset="0"/>
              <a:cs typeface="Times New Roman" pitchFamily="18" charset="0"/>
            </a:endParaRPr>
          </a:p>
        </p:txBody>
      </p:sp>
      <p:pic>
        <p:nvPicPr>
          <p:cNvPr id="11777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3429000"/>
            <a:ext cx="5465763"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71"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5475" y="5365750"/>
            <a:ext cx="3389313"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72"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76825" y="5438775"/>
            <a:ext cx="3317875"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73"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8475" y="6084888"/>
            <a:ext cx="1800225"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Box 1"/>
          <p:cNvSpPr txBox="1">
            <a:spLocks noChangeArrowheads="1"/>
          </p:cNvSpPr>
          <p:nvPr/>
        </p:nvSpPr>
        <p:spPr bwMode="auto">
          <a:xfrm>
            <a:off x="322263" y="333375"/>
            <a:ext cx="3395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b="1">
                <a:latin typeface="Times New Roman" pitchFamily="18" charset="0"/>
                <a:cs typeface="Times New Roman" pitchFamily="18" charset="0"/>
              </a:rPr>
              <a:t>T</a:t>
            </a:r>
            <a:r>
              <a:rPr lang="en-US" altLang="zh-CN" sz="3200" b="1"/>
              <a:t>he Lax scheme</a:t>
            </a:r>
            <a:endParaRPr lang="zh-CN" altLang="en-US" sz="3200">
              <a:latin typeface="Times New Roman" pitchFamily="18" charset="0"/>
              <a:cs typeface="Times New Roman" pitchFamily="18" charset="0"/>
            </a:endParaRPr>
          </a:p>
        </p:txBody>
      </p:sp>
      <p:graphicFrame>
        <p:nvGraphicFramePr>
          <p:cNvPr id="118787" name="对象 2"/>
          <p:cNvGraphicFramePr>
            <a:graphicFrameLocks noChangeAspect="1"/>
          </p:cNvGraphicFramePr>
          <p:nvPr/>
        </p:nvGraphicFramePr>
        <p:xfrm>
          <a:off x="755650" y="1085850"/>
          <a:ext cx="2138363" cy="1143000"/>
        </p:xfrm>
        <a:graphic>
          <a:graphicData uri="http://schemas.openxmlformats.org/presentationml/2006/ole">
            <mc:AlternateContent xmlns:mc="http://schemas.openxmlformats.org/markup-compatibility/2006">
              <mc:Choice xmlns:v="urn:schemas-microsoft-com:vml" Requires="v">
                <p:oleObj spid="_x0000_s118824"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085850"/>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878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9163" y="347663"/>
            <a:ext cx="2224087"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8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2513" y="1196975"/>
            <a:ext cx="546576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4238" y="6084888"/>
            <a:ext cx="1800225"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1"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263" y="2636838"/>
            <a:ext cx="25209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2" name="Picture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4075" y="3055938"/>
            <a:ext cx="2916238"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3" name="Picture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9338" y="2686050"/>
            <a:ext cx="3627437"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4"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0025" y="5949950"/>
            <a:ext cx="1800225" cy="6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8795" name="TextBox 1"/>
          <p:cNvSpPr txBox="1">
            <a:spLocks noChangeArrowheads="1"/>
          </p:cNvSpPr>
          <p:nvPr/>
        </p:nvSpPr>
        <p:spPr bwMode="auto">
          <a:xfrm>
            <a:off x="7337425" y="5975350"/>
            <a:ext cx="16684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a:latin typeface="Times New Roman" pitchFamily="18" charset="0"/>
                <a:cs typeface="Times New Roman" pitchFamily="18" charset="0"/>
              </a:rPr>
              <a:t>is violated</a:t>
            </a:r>
            <a:endParaRPr lang="zh-CN" altLang="en-US" sz="2800">
              <a:latin typeface="Times New Roman" pitchFamily="18" charset="0"/>
              <a:cs typeface="Times New Roman" pitchFamily="18" charset="0"/>
            </a:endParaRPr>
          </a:p>
        </p:txBody>
      </p:sp>
    </p:spTree>
  </p:cSld>
  <p:clrMapOvr>
    <a:masterClrMapping/>
  </p:clrMapOvr>
  <p:transition>
    <p:push dir="u"/>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1"/>
          <p:cNvSpPr txBox="1">
            <a:spLocks noChangeArrowheads="1"/>
          </p:cNvSpPr>
          <p:nvPr/>
        </p:nvSpPr>
        <p:spPr bwMode="auto">
          <a:xfrm>
            <a:off x="322263" y="333375"/>
            <a:ext cx="64595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latin typeface="Times New Roman" pitchFamily="18" charset="0"/>
                <a:cs typeface="Times New Roman" pitchFamily="18" charset="0"/>
              </a:rPr>
              <a:t>3. The Crank-Nicholson scheme</a:t>
            </a:r>
            <a:endParaRPr lang="zh-CN" altLang="en-US" sz="3600">
              <a:latin typeface="Times New Roman" pitchFamily="18" charset="0"/>
              <a:cs typeface="Times New Roman" pitchFamily="18" charset="0"/>
            </a:endParaRPr>
          </a:p>
        </p:txBody>
      </p:sp>
      <p:graphicFrame>
        <p:nvGraphicFramePr>
          <p:cNvPr id="119811" name="对象 2"/>
          <p:cNvGraphicFramePr>
            <a:graphicFrameLocks noChangeAspect="1"/>
          </p:cNvGraphicFramePr>
          <p:nvPr/>
        </p:nvGraphicFramePr>
        <p:xfrm>
          <a:off x="755650" y="1085850"/>
          <a:ext cx="2138363" cy="1143000"/>
        </p:xfrm>
        <a:graphic>
          <a:graphicData uri="http://schemas.openxmlformats.org/presentationml/2006/ole">
            <mc:AlternateContent xmlns:mc="http://schemas.openxmlformats.org/markup-compatibility/2006">
              <mc:Choice xmlns:v="urn:schemas-microsoft-com:vml" Requires="v">
                <p:oleObj spid="_x0000_s119901"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085850"/>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981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1341438"/>
            <a:ext cx="52736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9813" name="对象 2"/>
          <p:cNvGraphicFramePr>
            <a:graphicFrameLocks noChangeAspect="1"/>
          </p:cNvGraphicFramePr>
          <p:nvPr/>
        </p:nvGraphicFramePr>
        <p:xfrm>
          <a:off x="1042988" y="2420938"/>
          <a:ext cx="3122612" cy="1162050"/>
        </p:xfrm>
        <a:graphic>
          <a:graphicData uri="http://schemas.openxmlformats.org/presentationml/2006/ole">
            <mc:AlternateContent xmlns:mc="http://schemas.openxmlformats.org/markup-compatibility/2006">
              <mc:Choice xmlns:v="urn:schemas-microsoft-com:vml" Requires="v">
                <p:oleObj spid="_x0000_s119902" name="公式" r:id="rId6" imgW="1130300" imgH="419100" progId="Equation.3">
                  <p:embed/>
                </p:oleObj>
              </mc:Choice>
              <mc:Fallback>
                <p:oleObj name="公式" r:id="rId6" imgW="1130300" imgH="419100" progId="Equation.3">
                  <p:embed/>
                  <p:pic>
                    <p:nvPicPr>
                      <p:cNvPr id="0"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2988" y="2420938"/>
                        <a:ext cx="3122612"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879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5445125"/>
            <a:ext cx="7170737"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nvGraphicFramePr>
        <p:xfrm>
          <a:off x="611188" y="3716338"/>
          <a:ext cx="7332662" cy="1162050"/>
        </p:xfrm>
        <a:graphic>
          <a:graphicData uri="http://schemas.openxmlformats.org/presentationml/2006/ole">
            <mc:AlternateContent xmlns:mc="http://schemas.openxmlformats.org/markup-compatibility/2006">
              <mc:Choice xmlns:v="urn:schemas-microsoft-com:vml" Requires="v">
                <p:oleObj spid="_x0000_s119903" name="公式" r:id="rId9" imgW="2654300" imgH="419100" progId="Equation.3">
                  <p:embed/>
                </p:oleObj>
              </mc:Choice>
              <mc:Fallback>
                <p:oleObj name="公式" r:id="rId9" imgW="2654300" imgH="419100" progId="Equation.3">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3716338"/>
                        <a:ext cx="7332662"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9816" name="Picture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32575" y="2852738"/>
            <a:ext cx="2224088"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18790"/>
                                        </p:tgtEl>
                                        <p:attrNameLst>
                                          <p:attrName>style.visibility</p:attrName>
                                        </p:attrNameLst>
                                      </p:cBhvr>
                                      <p:to>
                                        <p:strVal val="visible"/>
                                      </p:to>
                                    </p:set>
                                    <p:anim calcmode="lin" valueType="num">
                                      <p:cBhvr additive="base">
                                        <p:cTn id="12" dur="500" fill="hold"/>
                                        <p:tgtEl>
                                          <p:spTgt spid="118790"/>
                                        </p:tgtEl>
                                        <p:attrNameLst>
                                          <p:attrName>ppt_x</p:attrName>
                                        </p:attrNameLst>
                                      </p:cBhvr>
                                      <p:tavLst>
                                        <p:tav tm="0">
                                          <p:val>
                                            <p:strVal val="#ppt_x"/>
                                          </p:val>
                                        </p:tav>
                                        <p:tav tm="100000">
                                          <p:val>
                                            <p:strVal val="#ppt_x"/>
                                          </p:val>
                                        </p:tav>
                                      </p:tavLst>
                                    </p:anim>
                                    <p:anim calcmode="lin" valueType="num">
                                      <p:cBhvr additive="base">
                                        <p:cTn id="13" dur="500" fill="hold"/>
                                        <p:tgtEl>
                                          <p:spTgt spid="1187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Box 1"/>
          <p:cNvSpPr txBox="1">
            <a:spLocks noChangeArrowheads="1"/>
          </p:cNvSpPr>
          <p:nvPr/>
        </p:nvSpPr>
        <p:spPr bwMode="auto">
          <a:xfrm>
            <a:off x="322263" y="328613"/>
            <a:ext cx="53609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b="1">
                <a:latin typeface="Times New Roman" pitchFamily="18" charset="0"/>
                <a:cs typeface="Times New Roman" pitchFamily="18" charset="0"/>
              </a:rPr>
              <a:t>The Crank-Nicholson scheme</a:t>
            </a:r>
            <a:endParaRPr lang="zh-CN" altLang="en-US" sz="3200">
              <a:latin typeface="Times New Roman" pitchFamily="18" charset="0"/>
              <a:cs typeface="Times New Roman" pitchFamily="18" charset="0"/>
            </a:endParaRPr>
          </a:p>
        </p:txBody>
      </p:sp>
      <p:graphicFrame>
        <p:nvGraphicFramePr>
          <p:cNvPr id="120835" name="对象 2"/>
          <p:cNvGraphicFramePr>
            <a:graphicFrameLocks noChangeAspect="1"/>
          </p:cNvGraphicFramePr>
          <p:nvPr/>
        </p:nvGraphicFramePr>
        <p:xfrm>
          <a:off x="755650" y="908050"/>
          <a:ext cx="2138363" cy="1143000"/>
        </p:xfrm>
        <a:graphic>
          <a:graphicData uri="http://schemas.openxmlformats.org/presentationml/2006/ole">
            <mc:AlternateContent xmlns:mc="http://schemas.openxmlformats.org/markup-compatibility/2006">
              <mc:Choice xmlns:v="urn:schemas-microsoft-com:vml" Requires="v">
                <p:oleObj spid="_x0000_s120872"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908050"/>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083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363" y="2276475"/>
            <a:ext cx="7170737"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083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9250" y="1741488"/>
            <a:ext cx="1906588" cy="43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0838"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3324225"/>
            <a:ext cx="175418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39" name="矩形 5"/>
          <p:cNvSpPr>
            <a:spLocks noChangeArrowheads="1"/>
          </p:cNvSpPr>
          <p:nvPr/>
        </p:nvSpPr>
        <p:spPr bwMode="auto">
          <a:xfrm>
            <a:off x="233363" y="3324225"/>
            <a:ext cx="2728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stability analysis</a:t>
            </a:r>
            <a:endParaRPr lang="zh-CN" altLang="en-US" sz="2800" b="1">
              <a:latin typeface="Times New Roman" pitchFamily="18" charset="0"/>
              <a:cs typeface="Times New Roman" pitchFamily="18" charset="0"/>
            </a:endParaRPr>
          </a:p>
        </p:txBody>
      </p:sp>
      <p:pic>
        <p:nvPicPr>
          <p:cNvPr id="12084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625" y="4362450"/>
            <a:ext cx="2519363"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41" name="矩形 6"/>
          <p:cNvSpPr>
            <a:spLocks noChangeArrowheads="1"/>
          </p:cNvSpPr>
          <p:nvPr/>
        </p:nvSpPr>
        <p:spPr bwMode="auto">
          <a:xfrm>
            <a:off x="387350" y="5373688"/>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i="1">
                <a:latin typeface="Times New Roman" pitchFamily="18" charset="0"/>
                <a:cs typeface="Times New Roman" pitchFamily="18" charset="0"/>
              </a:rPr>
              <a:t>Unconditionally stable</a:t>
            </a:r>
            <a:r>
              <a:rPr lang="en-US" altLang="zh-CN" sz="2800" b="1">
                <a:latin typeface="Times New Roman" pitchFamily="18" charset="0"/>
                <a:cs typeface="Times New Roman" pitchFamily="18" charset="0"/>
              </a:rPr>
              <a:t>.</a:t>
            </a:r>
            <a:endParaRPr lang="zh-CN" altLang="en-US" sz="2800" b="1">
              <a:latin typeface="Times New Roman" pitchFamily="18" charset="0"/>
              <a:cs typeface="Times New Roman" pitchFamily="18" charset="0"/>
            </a:endParaRPr>
          </a:p>
        </p:txBody>
      </p:sp>
      <p:pic>
        <p:nvPicPr>
          <p:cNvPr id="120842"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1863" y="3357563"/>
            <a:ext cx="3055937"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0843"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363" y="6126163"/>
            <a:ext cx="8569325"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Box 1"/>
          <p:cNvSpPr txBox="1">
            <a:spLocks noChangeArrowheads="1"/>
          </p:cNvSpPr>
          <p:nvPr/>
        </p:nvSpPr>
        <p:spPr bwMode="auto">
          <a:xfrm>
            <a:off x="271463" y="1700213"/>
            <a:ext cx="8802687"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just">
              <a:lnSpc>
                <a:spcPct val="120000"/>
              </a:lnSpc>
            </a:pPr>
            <a:r>
              <a:rPr lang="en-US" altLang="zh-CN" sz="2800"/>
              <a:t>We might be forgiven for concluding that the Crank-Nicholson scheme represents an efcient and accurate general purpose numerical method for solving the advection equation. This is indeed the case, provided we restrict ourselves to fairly </a:t>
            </a:r>
            <a:r>
              <a:rPr lang="en-US" altLang="zh-CN" sz="2800" i="1"/>
              <a:t>smooth </a:t>
            </a:r>
            <a:r>
              <a:rPr lang="en-US" altLang="zh-CN" sz="2800"/>
              <a:t>wave-forms. Unfortunately, the Crank-Nicholson scheme does a very poor job at advecting wave-forms with sharp leading or trailing edges.</a:t>
            </a:r>
            <a:endParaRPr lang="zh-CN" altLang="en-US" sz="2800">
              <a:latin typeface="Times New Roman" pitchFamily="18" charset="0"/>
              <a:cs typeface="Times New Roman" pitchFamily="18" charset="0"/>
            </a:endParaRPr>
          </a:p>
        </p:txBody>
      </p:sp>
      <p:graphicFrame>
        <p:nvGraphicFramePr>
          <p:cNvPr id="121859" name="对象 2"/>
          <p:cNvGraphicFramePr>
            <a:graphicFrameLocks noChangeAspect="1"/>
          </p:cNvGraphicFramePr>
          <p:nvPr/>
        </p:nvGraphicFramePr>
        <p:xfrm>
          <a:off x="6732588" y="180975"/>
          <a:ext cx="2138362" cy="1143000"/>
        </p:xfrm>
        <a:graphic>
          <a:graphicData uri="http://schemas.openxmlformats.org/presentationml/2006/ole">
            <mc:AlternateContent xmlns:mc="http://schemas.openxmlformats.org/markup-compatibility/2006">
              <mc:Choice xmlns:v="urn:schemas-microsoft-com:vml" Requires="v">
                <p:oleObj spid="_x0000_s121890"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588" y="180975"/>
                        <a:ext cx="21383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860" name="矩形 16"/>
          <p:cNvSpPr>
            <a:spLocks noChangeArrowheads="1"/>
          </p:cNvSpPr>
          <p:nvPr/>
        </p:nvSpPr>
        <p:spPr bwMode="auto">
          <a:xfrm>
            <a:off x="271463" y="384175"/>
            <a:ext cx="5668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4. The upwind differencing scheme </a:t>
            </a:r>
            <a:endParaRPr lang="zh-CN" altLang="en-US" sz="2800" b="1">
              <a:latin typeface="Times New Roman" pitchFamily="18" charset="0"/>
              <a:cs typeface="Times New Roman" pitchFamily="18" charset="0"/>
            </a:endParaRPr>
          </a:p>
        </p:txBody>
      </p:sp>
      <p:sp>
        <p:nvSpPr>
          <p:cNvPr id="121861" name="Text Box 2"/>
          <p:cNvSpPr txBox="1">
            <a:spLocks noChangeArrowheads="1"/>
          </p:cNvSpPr>
          <p:nvPr/>
        </p:nvSpPr>
        <p:spPr bwMode="auto">
          <a:xfrm>
            <a:off x="971550" y="927100"/>
            <a:ext cx="1498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楷体_GB2312" pitchFamily="49" charset="-122"/>
                <a:ea typeface="楷体_GB2312" pitchFamily="49" charset="-122"/>
              </a:rPr>
              <a:t>迎风格式</a:t>
            </a:r>
            <a:r>
              <a:rPr kumimoji="1" lang="zh-CN" altLang="en-US" sz="2400" b="1">
                <a:latin typeface="Times New Roman" pitchFamily="18" charset="0"/>
              </a:rPr>
              <a:t> </a:t>
            </a:r>
          </a:p>
        </p:txBody>
      </p:sp>
    </p:spTree>
  </p:cSld>
  <p:clrMapOvr>
    <a:masterClrMapping/>
  </p:clrMapOvr>
  <p:transition>
    <p:push dir="u"/>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2133600"/>
            <a:ext cx="4319587" cy="38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83" name="TextBox 1"/>
          <p:cNvSpPr txBox="1">
            <a:spLocks noChangeArrowheads="1"/>
          </p:cNvSpPr>
          <p:nvPr/>
        </p:nvSpPr>
        <p:spPr bwMode="auto">
          <a:xfrm>
            <a:off x="322263" y="328613"/>
            <a:ext cx="8713787"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b="1">
                <a:latin typeface="Times New Roman" pitchFamily="18" charset="0"/>
                <a:cs typeface="Times New Roman" pitchFamily="18" charset="0"/>
              </a:rPr>
              <a:t>The Crank-Nicholson scheme </a:t>
            </a:r>
            <a:r>
              <a:rPr lang="en-US" altLang="zh-CN" sz="3200"/>
              <a:t>does a very poor job at advecting wave-forms with sharp leading or trailing edges.</a:t>
            </a:r>
            <a:endParaRPr lang="zh-CN" altLang="en-US" sz="3200">
              <a:latin typeface="Times New Roman" pitchFamily="18" charset="0"/>
              <a:cs typeface="Times New Roman" pitchFamily="18" charset="0"/>
            </a:endParaRPr>
          </a:p>
        </p:txBody>
      </p:sp>
    </p:spTree>
  </p:cSld>
  <p:clrMapOvr>
    <a:masterClrMapping/>
  </p:clrMapOvr>
  <p:transition>
    <p:push dir="u"/>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906" name="对象 2"/>
          <p:cNvGraphicFramePr>
            <a:graphicFrameLocks noChangeAspect="1"/>
          </p:cNvGraphicFramePr>
          <p:nvPr/>
        </p:nvGraphicFramePr>
        <p:xfrm>
          <a:off x="5724525" y="119063"/>
          <a:ext cx="2138363" cy="1143000"/>
        </p:xfrm>
        <a:graphic>
          <a:graphicData uri="http://schemas.openxmlformats.org/presentationml/2006/ole">
            <mc:AlternateContent xmlns:mc="http://schemas.openxmlformats.org/markup-compatibility/2006">
              <mc:Choice xmlns:v="urn:schemas-microsoft-com:vml" Requires="v">
                <p:oleObj spid="_x0000_s123943"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119063"/>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390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775" y="1125538"/>
            <a:ext cx="4602163"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0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2466975"/>
            <a:ext cx="489585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0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5100" y="3860800"/>
            <a:ext cx="6043613"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1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6075" y="4446588"/>
            <a:ext cx="541813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1" name="矩形 5"/>
          <p:cNvSpPr>
            <a:spLocks noChangeArrowheads="1"/>
          </p:cNvSpPr>
          <p:nvPr/>
        </p:nvSpPr>
        <p:spPr bwMode="auto">
          <a:xfrm>
            <a:off x="233363" y="3324225"/>
            <a:ext cx="2728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stability analysis</a:t>
            </a:r>
            <a:endParaRPr lang="zh-CN" altLang="en-US" sz="2800" b="1">
              <a:latin typeface="Times New Roman" pitchFamily="18" charset="0"/>
              <a:cs typeface="Times New Roman" pitchFamily="18" charset="0"/>
            </a:endParaRPr>
          </a:p>
        </p:txBody>
      </p:sp>
      <p:sp>
        <p:nvSpPr>
          <p:cNvPr id="123912" name="矩形 1"/>
          <p:cNvSpPr>
            <a:spLocks noChangeArrowheads="1"/>
          </p:cNvSpPr>
          <p:nvPr/>
        </p:nvSpPr>
        <p:spPr bwMode="auto">
          <a:xfrm>
            <a:off x="420688" y="5229225"/>
            <a:ext cx="8328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It follows that |A| &lt; 1 for all k provided that C &lt; 1.</a:t>
            </a:r>
            <a:endParaRPr lang="zh-CN" altLang="en-US" sz="2800" b="1">
              <a:latin typeface="Times New Roman" pitchFamily="18" charset="0"/>
              <a:cs typeface="Times New Roman" pitchFamily="18" charset="0"/>
            </a:endParaRPr>
          </a:p>
        </p:txBody>
      </p:sp>
      <p:pic>
        <p:nvPicPr>
          <p:cNvPr id="123913"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1100" y="5876925"/>
            <a:ext cx="1906588" cy="43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4" name="矩形 2"/>
          <p:cNvSpPr>
            <a:spLocks noChangeArrowheads="1"/>
          </p:cNvSpPr>
          <p:nvPr/>
        </p:nvSpPr>
        <p:spPr bwMode="auto">
          <a:xfrm>
            <a:off x="163513" y="390525"/>
            <a:ext cx="559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The upwind differencing scheme </a:t>
            </a:r>
            <a:endParaRPr lang="zh-CN" altLang="en-US" sz="2800" b="1">
              <a:latin typeface="Times New Roman" pitchFamily="18" charset="0"/>
              <a:cs typeface="Times New Roman" pitchFamily="18" charset="0"/>
            </a:endParaRPr>
          </a:p>
        </p:txBody>
      </p:sp>
    </p:spTree>
  </p:cSld>
  <p:clrMapOvr>
    <a:masterClrMapping/>
  </p:clrMapOvr>
  <p:transition>
    <p:push dir="u"/>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Box 1"/>
          <p:cNvSpPr txBox="1">
            <a:spLocks noChangeArrowheads="1"/>
          </p:cNvSpPr>
          <p:nvPr/>
        </p:nvSpPr>
        <p:spPr bwMode="auto">
          <a:xfrm>
            <a:off x="322263" y="328613"/>
            <a:ext cx="8713787"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b="1">
                <a:latin typeface="Times New Roman" pitchFamily="18" charset="0"/>
                <a:cs typeface="Times New Roman" pitchFamily="18" charset="0"/>
              </a:rPr>
              <a:t>The The upwind differencing scheme </a:t>
            </a:r>
            <a:r>
              <a:rPr lang="en-US" altLang="zh-CN" sz="3200"/>
              <a:t> at advecting wave-forms with sharp leading or trailing edges.</a:t>
            </a:r>
            <a:endParaRPr lang="zh-CN" altLang="en-US" sz="3200">
              <a:latin typeface="Times New Roman" pitchFamily="18" charset="0"/>
              <a:cs typeface="Times New Roman" pitchFamily="18" charset="0"/>
            </a:endParaRPr>
          </a:p>
        </p:txBody>
      </p:sp>
      <p:pic>
        <p:nvPicPr>
          <p:cNvPr id="1249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2813050"/>
            <a:ext cx="3343275"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5954" name="对象 2"/>
          <p:cNvGraphicFramePr>
            <a:graphicFrameLocks noChangeAspect="1"/>
          </p:cNvGraphicFramePr>
          <p:nvPr/>
        </p:nvGraphicFramePr>
        <p:xfrm>
          <a:off x="5724525" y="119063"/>
          <a:ext cx="2138363" cy="1143000"/>
        </p:xfrm>
        <a:graphic>
          <a:graphicData uri="http://schemas.openxmlformats.org/presentationml/2006/ole">
            <mc:AlternateContent xmlns:mc="http://schemas.openxmlformats.org/markup-compatibility/2006">
              <mc:Choice xmlns:v="urn:schemas-microsoft-com:vml" Requires="v">
                <p:oleObj spid="_x0000_s125989" name="公式" r:id="rId3" imgW="736280" imgH="393529" progId="Equation.3">
                  <p:embed/>
                </p:oleObj>
              </mc:Choice>
              <mc:Fallback>
                <p:oleObj name="公式" r:id="rId3" imgW="736280" imgH="393529"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119063"/>
                        <a:ext cx="21383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595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50" y="1093788"/>
            <a:ext cx="4600575"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595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9163" y="1773238"/>
            <a:ext cx="4379912"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5957" name="矩形 1"/>
          <p:cNvSpPr>
            <a:spLocks noChangeArrowheads="1"/>
          </p:cNvSpPr>
          <p:nvPr/>
        </p:nvSpPr>
        <p:spPr bwMode="auto">
          <a:xfrm>
            <a:off x="463550" y="5480050"/>
            <a:ext cx="5297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a:t>is unconditionally unstable</a:t>
            </a:r>
            <a:endParaRPr lang="zh-CN" altLang="en-US" sz="2800" b="1">
              <a:latin typeface="Times New Roman" pitchFamily="18" charset="0"/>
              <a:cs typeface="Times New Roman" pitchFamily="18" charset="0"/>
            </a:endParaRPr>
          </a:p>
        </p:txBody>
      </p:sp>
      <p:sp>
        <p:nvSpPr>
          <p:cNvPr id="125958" name="矩形 2"/>
          <p:cNvSpPr>
            <a:spLocks noChangeArrowheads="1"/>
          </p:cNvSpPr>
          <p:nvPr/>
        </p:nvSpPr>
        <p:spPr bwMode="auto">
          <a:xfrm>
            <a:off x="163513" y="390525"/>
            <a:ext cx="559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The upwind differencing scheme </a:t>
            </a:r>
            <a:endParaRPr lang="zh-CN" altLang="en-US" sz="2800" b="1">
              <a:latin typeface="Times New Roman" pitchFamily="18" charset="0"/>
              <a:cs typeface="Times New Roman" pitchFamily="18" charset="0"/>
            </a:endParaRPr>
          </a:p>
        </p:txBody>
      </p:sp>
      <p:sp>
        <p:nvSpPr>
          <p:cNvPr id="125959" name="矩形 3"/>
          <p:cNvSpPr>
            <a:spLocks noChangeArrowheads="1"/>
          </p:cNvSpPr>
          <p:nvPr/>
        </p:nvSpPr>
        <p:spPr bwMode="auto">
          <a:xfrm>
            <a:off x="136525" y="2995613"/>
            <a:ext cx="5229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a:latin typeface="Times New Roman" pitchFamily="18" charset="0"/>
                <a:cs typeface="Times New Roman" pitchFamily="18" charset="0"/>
              </a:rPr>
              <a:t>the downwind differencing scheme</a:t>
            </a:r>
            <a:endParaRPr lang="zh-CN" altLang="en-US" sz="2800">
              <a:latin typeface="Times New Roman" pitchFamily="18" charset="0"/>
              <a:cs typeface="Times New Roman" pitchFamily="18" charset="0"/>
            </a:endParaRPr>
          </a:p>
        </p:txBody>
      </p:sp>
      <p:pic>
        <p:nvPicPr>
          <p:cNvPr id="12596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3860800"/>
            <a:ext cx="5100638"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2"/>
          <p:cNvSpPr>
            <a:spLocks noChangeArrowheads="1"/>
          </p:cNvSpPr>
          <p:nvPr/>
        </p:nvSpPr>
        <p:spPr bwMode="auto">
          <a:xfrm>
            <a:off x="163513" y="390525"/>
            <a:ext cx="559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9.4.2 The 1-d wave equation</a:t>
            </a:r>
            <a:endParaRPr lang="zh-CN" altLang="en-US" sz="2800" b="1">
              <a:latin typeface="Times New Roman" pitchFamily="18" charset="0"/>
              <a:cs typeface="Times New Roman" pitchFamily="18" charset="0"/>
            </a:endParaRPr>
          </a:p>
        </p:txBody>
      </p:sp>
      <p:pic>
        <p:nvPicPr>
          <p:cNvPr id="12697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971925"/>
            <a:ext cx="31210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980" name="矩形 2"/>
          <p:cNvSpPr>
            <a:spLocks noChangeArrowheads="1"/>
          </p:cNvSpPr>
          <p:nvPr/>
        </p:nvSpPr>
        <p:spPr bwMode="auto">
          <a:xfrm>
            <a:off x="125413" y="1182688"/>
            <a:ext cx="88011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Consider a plane polarized electromagnetic wave propagating in vacuo along the z-axis. Suppose that the electric and magnetic fields take the form E =</a:t>
            </a:r>
          </a:p>
          <a:p>
            <a:pPr eaLnBrk="1" hangingPunct="1"/>
            <a:r>
              <a:rPr lang="en-US" altLang="zh-CN" sz="2800" b="1">
                <a:latin typeface="Times New Roman" pitchFamily="18" charset="0"/>
                <a:cs typeface="Times New Roman" pitchFamily="18" charset="0"/>
              </a:rPr>
              <a:t>[Ex(z; t); 0; 0], and B = [0; By(z; t); 0]. Now, according to Maxwell's equations</a:t>
            </a:r>
            <a:endParaRPr lang="zh-CN" altLang="en-US" sz="2800" b="1">
              <a:latin typeface="Times New Roman" pitchFamily="18" charset="0"/>
              <a:cs typeface="Times New Roman" pitchFamily="18" charset="0"/>
            </a:endParaRPr>
          </a:p>
        </p:txBody>
      </p:sp>
      <p:grpSp>
        <p:nvGrpSpPr>
          <p:cNvPr id="2" name="组合 1"/>
          <p:cNvGrpSpPr>
            <a:grpSpLocks/>
          </p:cNvGrpSpPr>
          <p:nvPr/>
        </p:nvGrpSpPr>
        <p:grpSpPr bwMode="auto">
          <a:xfrm>
            <a:off x="5502275" y="4530725"/>
            <a:ext cx="2555875" cy="2025650"/>
            <a:chOff x="5148064" y="4239485"/>
            <a:chExt cx="2555205" cy="2025983"/>
          </a:xfrm>
        </p:grpSpPr>
        <p:graphicFrame>
          <p:nvGraphicFramePr>
            <p:cNvPr id="126984" name="Object 8"/>
            <p:cNvGraphicFramePr>
              <a:graphicFrameLocks noChangeAspect="1"/>
            </p:cNvGraphicFramePr>
            <p:nvPr/>
          </p:nvGraphicFramePr>
          <p:xfrm>
            <a:off x="5761038" y="4239485"/>
            <a:ext cx="1942231" cy="873458"/>
          </p:xfrm>
          <a:graphic>
            <a:graphicData uri="http://schemas.openxmlformats.org/presentationml/2006/ole">
              <mc:AlternateContent xmlns:mc="http://schemas.openxmlformats.org/markup-compatibility/2006">
                <mc:Choice xmlns:v="urn:schemas-microsoft-com:vml" Requires="v">
                  <p:oleObj spid="_x0000_s127043" name="公式" r:id="rId4" imgW="875920" imgH="393529" progId="Equation.3">
                    <p:embed/>
                  </p:oleObj>
                </mc:Choice>
                <mc:Fallback>
                  <p:oleObj name="公式" r:id="rId4" imgW="875920" imgH="393529"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1038" y="4239485"/>
                          <a:ext cx="1942231" cy="873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6985" name="Object 8"/>
            <p:cNvGraphicFramePr>
              <a:graphicFrameLocks noChangeAspect="1"/>
            </p:cNvGraphicFramePr>
            <p:nvPr/>
          </p:nvGraphicFramePr>
          <p:xfrm>
            <a:off x="5726113" y="5392010"/>
            <a:ext cx="1942231" cy="873458"/>
          </p:xfrm>
          <a:graphic>
            <a:graphicData uri="http://schemas.openxmlformats.org/presentationml/2006/ole">
              <mc:AlternateContent xmlns:mc="http://schemas.openxmlformats.org/markup-compatibility/2006">
                <mc:Choice xmlns:v="urn:schemas-microsoft-com:vml" Requires="v">
                  <p:oleObj spid="_x0000_s127044" name="公式" r:id="rId6" imgW="875920" imgH="393529" progId="Equation.3">
                    <p:embed/>
                  </p:oleObj>
                </mc:Choice>
                <mc:Fallback>
                  <p:oleObj name="公式" r:id="rId6" imgW="875920" imgH="393529"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6113" y="5392010"/>
                          <a:ext cx="1942231" cy="873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左大括号 12"/>
            <p:cNvSpPr/>
            <p:nvPr/>
          </p:nvSpPr>
          <p:spPr>
            <a:xfrm>
              <a:off x="5148064" y="4436367"/>
              <a:ext cx="360269" cy="1656035"/>
            </a:xfrm>
            <a:prstGeom prst="leftBrace">
              <a:avLst/>
            </a:prstGeom>
          </p:spPr>
          <p:style>
            <a:lnRef idx="2">
              <a:schemeClr val="dk1"/>
            </a:lnRef>
            <a:fillRef idx="0">
              <a:schemeClr val="dk1"/>
            </a:fillRef>
            <a:effectRef idx="1">
              <a:schemeClr val="dk1"/>
            </a:effectRef>
            <a:fontRef idx="minor">
              <a:schemeClr val="tx1"/>
            </a:fontRef>
          </p:style>
          <p:txBody>
            <a:bodyPr anchor="ctr"/>
            <a:lstStyle/>
            <a:p>
              <a:pPr algn="ctr">
                <a:defRPr/>
              </a:pPr>
              <a:endParaRPr lang="zh-CN" altLang="en-US" sz="1000" dirty="0"/>
            </a:p>
          </p:txBody>
        </p:sp>
      </p:grpSp>
      <p:pic>
        <p:nvPicPr>
          <p:cNvPr id="15"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3825" y="3357563"/>
            <a:ext cx="2232025" cy="104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983" name="TextBox 2"/>
          <p:cNvSpPr txBox="1">
            <a:spLocks noChangeArrowheads="1"/>
          </p:cNvSpPr>
          <p:nvPr/>
        </p:nvSpPr>
        <p:spPr bwMode="auto">
          <a:xfrm>
            <a:off x="298450" y="6170613"/>
            <a:ext cx="4868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where Hy = c By, and c is the velocity of light. </a:t>
            </a:r>
            <a:endParaRPr lang="zh-CN" altLang="en-US"/>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矩形 2"/>
          <p:cNvSpPr>
            <a:spLocks noChangeArrowheads="1"/>
          </p:cNvSpPr>
          <p:nvPr/>
        </p:nvSpPr>
        <p:spPr bwMode="auto">
          <a:xfrm>
            <a:off x="163513" y="390525"/>
            <a:ext cx="559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The 1-d wave equation</a:t>
            </a:r>
            <a:endParaRPr lang="zh-CN" altLang="en-US" sz="2800" b="1">
              <a:latin typeface="Times New Roman" pitchFamily="18" charset="0"/>
              <a:cs typeface="Times New Roman" pitchFamily="18" charset="0"/>
            </a:endParaRPr>
          </a:p>
        </p:txBody>
      </p:sp>
      <p:pic>
        <p:nvPicPr>
          <p:cNvPr id="128003"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4437063"/>
            <a:ext cx="31210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8004" name="矩形 2"/>
          <p:cNvSpPr>
            <a:spLocks noChangeArrowheads="1"/>
          </p:cNvSpPr>
          <p:nvPr/>
        </p:nvSpPr>
        <p:spPr bwMode="auto">
          <a:xfrm>
            <a:off x="125413" y="1182688"/>
            <a:ext cx="88011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Let us find the numerical solution of these equations in some region 0 </a:t>
            </a:r>
            <a:r>
              <a:rPr lang="en-US" altLang="zh-CN" sz="2800" b="1">
                <a:latin typeface="Times New Roman" pitchFamily="18" charset="0"/>
                <a:cs typeface="Times New Roman" pitchFamily="18" charset="0"/>
                <a:sym typeface="Symbol" pitchFamily="18" charset="2"/>
              </a:rPr>
              <a:t></a:t>
            </a:r>
            <a:r>
              <a:rPr lang="en-US" altLang="zh-CN" sz="2800" b="1">
                <a:latin typeface="Times New Roman" pitchFamily="18" charset="0"/>
                <a:cs typeface="Times New Roman" pitchFamily="18" charset="0"/>
              </a:rPr>
              <a:t> z</a:t>
            </a:r>
            <a:r>
              <a:rPr lang="en-US" altLang="zh-CN" sz="2800" b="1">
                <a:latin typeface="Times New Roman" pitchFamily="18" charset="0"/>
                <a:cs typeface="Times New Roman" pitchFamily="18" charset="0"/>
                <a:sym typeface="Symbol" pitchFamily="18" charset="2"/>
              </a:rPr>
              <a:t> </a:t>
            </a:r>
            <a:r>
              <a:rPr lang="en-US" altLang="zh-CN" sz="2800" b="1">
                <a:latin typeface="Times New Roman" pitchFamily="18" charset="0"/>
                <a:cs typeface="Times New Roman" pitchFamily="18" charset="0"/>
              </a:rPr>
              <a:t>  L which is bounded by perfectly</a:t>
            </a:r>
          </a:p>
          <a:p>
            <a:pPr eaLnBrk="1" hangingPunct="1"/>
            <a:r>
              <a:rPr lang="en-US" altLang="zh-CN" sz="2800" b="1">
                <a:latin typeface="Times New Roman" pitchFamily="18" charset="0"/>
                <a:cs typeface="Times New Roman" pitchFamily="18" charset="0"/>
              </a:rPr>
              <a:t>conducting walls at z = 0 and z = L. Now, both the tangential electric field and  the normal magnetic field must be zero at a perfect conductor. It follows that</a:t>
            </a:r>
            <a:endParaRPr lang="zh-CN" altLang="en-US" sz="2800" b="1">
              <a:latin typeface="Times New Roman" pitchFamily="18" charset="0"/>
              <a:cs typeface="Times New Roman" pitchFamily="18" charset="0"/>
            </a:endParaRPr>
          </a:p>
        </p:txBody>
      </p:sp>
      <p:pic>
        <p:nvPicPr>
          <p:cNvPr id="12800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775" y="3579813"/>
            <a:ext cx="3421063"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0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5094288"/>
            <a:ext cx="253523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矩形 2"/>
          <p:cNvSpPr>
            <a:spLocks noChangeArrowheads="1"/>
          </p:cNvSpPr>
          <p:nvPr/>
        </p:nvSpPr>
        <p:spPr bwMode="auto">
          <a:xfrm>
            <a:off x="163513" y="390525"/>
            <a:ext cx="559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The 1-d wave equation</a:t>
            </a:r>
            <a:endParaRPr lang="zh-CN" altLang="en-US" sz="2800" b="1">
              <a:latin typeface="Times New Roman" pitchFamily="18" charset="0"/>
              <a:cs typeface="Times New Roman" pitchFamily="18" charset="0"/>
            </a:endParaRPr>
          </a:p>
        </p:txBody>
      </p:sp>
      <p:pic>
        <p:nvPicPr>
          <p:cNvPr id="129027"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13" y="3933825"/>
            <a:ext cx="3121025"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0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00" y="5661025"/>
            <a:ext cx="341947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02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6159500"/>
            <a:ext cx="253523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9030" name="矩形 3"/>
          <p:cNvSpPr>
            <a:spLocks noChangeArrowheads="1"/>
          </p:cNvSpPr>
          <p:nvPr/>
        </p:nvSpPr>
        <p:spPr bwMode="auto">
          <a:xfrm>
            <a:off x="26988" y="1268413"/>
            <a:ext cx="8866187"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a:latin typeface="Times New Roman" pitchFamily="18" charset="0"/>
                <a:cs typeface="Times New Roman" pitchFamily="18" charset="0"/>
              </a:rPr>
              <a:t>As before, we discretize in time on the uniform grid tn = t0 + n </a:t>
            </a:r>
            <a:r>
              <a:rPr lang="en-US" altLang="zh-CN" sz="2800">
                <a:latin typeface="Times New Roman" pitchFamily="18" charset="0"/>
                <a:cs typeface="Times New Roman" pitchFamily="18" charset="0"/>
                <a:sym typeface="Symbol" pitchFamily="18" charset="2"/>
              </a:rPr>
              <a:t></a:t>
            </a:r>
            <a:r>
              <a:rPr lang="en-US" altLang="zh-CN" sz="2800">
                <a:latin typeface="Times New Roman" pitchFamily="18" charset="0"/>
                <a:cs typeface="Times New Roman" pitchFamily="18" charset="0"/>
              </a:rPr>
              <a:t>t, for n = 0; 1; 2; </a:t>
            </a:r>
            <a:r>
              <a:rPr lang="en-US" altLang="zh-CN" sz="2800">
                <a:latin typeface="Times New Roman" pitchFamily="18" charset="0"/>
                <a:cs typeface="Times New Roman" pitchFamily="18" charset="0"/>
                <a:sym typeface="Symbol" pitchFamily="18" charset="2"/>
              </a:rPr>
              <a:t></a:t>
            </a:r>
            <a:r>
              <a:rPr lang="en-US" altLang="zh-CN" sz="2800">
                <a:latin typeface="Times New Roman" pitchFamily="18" charset="0"/>
                <a:cs typeface="Times New Roman" pitchFamily="18" charset="0"/>
              </a:rPr>
              <a:t>. Furthermore, in the z-direction, we discretize on the uniform grid zi = i </a:t>
            </a:r>
            <a:r>
              <a:rPr lang="en-US" altLang="zh-CN" sz="2800">
                <a:latin typeface="Times New Roman" pitchFamily="18" charset="0"/>
                <a:cs typeface="Times New Roman" pitchFamily="18" charset="0"/>
                <a:sym typeface="Symbol" pitchFamily="18" charset="2"/>
              </a:rPr>
              <a:t></a:t>
            </a:r>
            <a:r>
              <a:rPr lang="en-US" altLang="zh-CN" sz="2800">
                <a:latin typeface="Times New Roman" pitchFamily="18" charset="0"/>
                <a:cs typeface="Times New Roman" pitchFamily="18" charset="0"/>
              </a:rPr>
              <a:t>z, for i = 0; I, where </a:t>
            </a:r>
            <a:r>
              <a:rPr lang="en-US" altLang="zh-CN" sz="2800">
                <a:latin typeface="Times New Roman" pitchFamily="18" charset="0"/>
                <a:cs typeface="Times New Roman" pitchFamily="18" charset="0"/>
                <a:sym typeface="Symbol" pitchFamily="18" charset="2"/>
              </a:rPr>
              <a:t></a:t>
            </a:r>
            <a:r>
              <a:rPr lang="en-US" altLang="zh-CN" sz="2800">
                <a:latin typeface="Times New Roman" pitchFamily="18" charset="0"/>
                <a:cs typeface="Times New Roman" pitchFamily="18" charset="0"/>
              </a:rPr>
              <a:t>z = L/I. Adopting a Crank-Nicholson temporal</a:t>
            </a:r>
          </a:p>
          <a:p>
            <a:pPr eaLnBrk="1" hangingPunct="1"/>
            <a:r>
              <a:rPr lang="en-US" altLang="zh-CN" sz="2800">
                <a:latin typeface="Times New Roman" pitchFamily="18" charset="0"/>
                <a:cs typeface="Times New Roman" pitchFamily="18" charset="0"/>
              </a:rPr>
              <a:t>differencing scheme similar to that discussed in before,</a:t>
            </a:r>
            <a:endParaRPr lang="zh-CN" altLang="en-US" sz="2800">
              <a:latin typeface="Times New Roman" pitchFamily="18" charset="0"/>
              <a:cs typeface="Times New Roman" pitchFamily="18" charset="0"/>
            </a:endParaRPr>
          </a:p>
        </p:txBody>
      </p:sp>
      <p:pic>
        <p:nvPicPr>
          <p:cNvPr id="12903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4706938"/>
            <a:ext cx="4791075"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矩形 2"/>
          <p:cNvSpPr>
            <a:spLocks noChangeArrowheads="1"/>
          </p:cNvSpPr>
          <p:nvPr/>
        </p:nvSpPr>
        <p:spPr bwMode="auto">
          <a:xfrm>
            <a:off x="163513" y="390525"/>
            <a:ext cx="5597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Times New Roman" pitchFamily="18" charset="0"/>
                <a:cs typeface="Times New Roman" pitchFamily="18" charset="0"/>
              </a:rPr>
              <a:t>The 1-d wave equation</a:t>
            </a:r>
            <a:endParaRPr lang="zh-CN" altLang="en-US" sz="2800" b="1">
              <a:latin typeface="Times New Roman" pitchFamily="18" charset="0"/>
              <a:cs typeface="Times New Roman" pitchFamily="18" charset="0"/>
            </a:endParaRPr>
          </a:p>
        </p:txBody>
      </p:sp>
      <p:pic>
        <p:nvPicPr>
          <p:cNvPr id="130051"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513" y="981075"/>
            <a:ext cx="31210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00" y="2708275"/>
            <a:ext cx="341947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038" y="3206750"/>
            <a:ext cx="253523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1754188"/>
            <a:ext cx="4791075"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325" y="4292600"/>
            <a:ext cx="28130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4663" y="4137025"/>
            <a:ext cx="35528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7"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5300663"/>
            <a:ext cx="334327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58"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6625" y="5013325"/>
            <a:ext cx="13335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dir="u"/>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2"/>
          <p:cNvSpPr txBox="1">
            <a:spLocks noChangeArrowheads="1"/>
          </p:cNvSpPr>
          <p:nvPr/>
        </p:nvSpPr>
        <p:spPr bwMode="auto">
          <a:xfrm>
            <a:off x="517525" y="422275"/>
            <a:ext cx="462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rPr>
              <a:t>9.4.3  </a:t>
            </a:r>
            <a:r>
              <a:rPr kumimoji="1" lang="zh-CN" altLang="en-US" sz="2400" b="1">
                <a:latin typeface="Times New Roman" pitchFamily="18" charset="0"/>
                <a:ea typeface="楷体_GB2312" pitchFamily="49" charset="-122"/>
              </a:rPr>
              <a:t>二阶双曲型方程的差分格式</a:t>
            </a:r>
          </a:p>
        </p:txBody>
      </p:sp>
      <p:grpSp>
        <p:nvGrpSpPr>
          <p:cNvPr id="131075" name="Group 3"/>
          <p:cNvGrpSpPr>
            <a:grpSpLocks/>
          </p:cNvGrpSpPr>
          <p:nvPr/>
        </p:nvGrpSpPr>
        <p:grpSpPr bwMode="auto">
          <a:xfrm>
            <a:off x="1219200" y="914400"/>
            <a:ext cx="5710238" cy="985838"/>
            <a:chOff x="912" y="1008"/>
            <a:chExt cx="3597" cy="621"/>
          </a:xfrm>
        </p:grpSpPr>
        <p:sp>
          <p:nvSpPr>
            <p:cNvPr id="131085" name="Text Box 4"/>
            <p:cNvSpPr txBox="1">
              <a:spLocks noChangeArrowheads="1"/>
            </p:cNvSpPr>
            <p:nvPr/>
          </p:nvSpPr>
          <p:spPr bwMode="auto">
            <a:xfrm>
              <a:off x="912" y="1200"/>
              <a:ext cx="35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楷体_GB2312" pitchFamily="49" charset="-122"/>
                  <a:ea typeface="楷体_GB2312" pitchFamily="49" charset="-122"/>
                </a:rPr>
                <a:t>直接构造方程             的差分格式 </a:t>
              </a:r>
            </a:p>
          </p:txBody>
        </p:sp>
        <p:graphicFrame>
          <p:nvGraphicFramePr>
            <p:cNvPr id="131086" name="Object 5"/>
            <p:cNvGraphicFramePr>
              <a:graphicFrameLocks noChangeAspect="1"/>
            </p:cNvGraphicFramePr>
            <p:nvPr/>
          </p:nvGraphicFramePr>
          <p:xfrm>
            <a:off x="2112" y="1008"/>
            <a:ext cx="1316" cy="621"/>
          </p:xfrm>
          <a:graphic>
            <a:graphicData uri="http://schemas.openxmlformats.org/presentationml/2006/ole">
              <mc:AlternateContent xmlns:mc="http://schemas.openxmlformats.org/markup-compatibility/2006">
                <mc:Choice xmlns:v="urn:schemas-microsoft-com:vml" Requires="v">
                  <p:oleObj spid="_x0000_s131227" name="Equation" r:id="rId3" imgW="889000" imgH="419100" progId="Equation.3">
                    <p:embed/>
                  </p:oleObj>
                </mc:Choice>
                <mc:Fallback>
                  <p:oleObj name="Equation" r:id="rId3" imgW="889000" imgH="419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2" y="1008"/>
                          <a:ext cx="1316" cy="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1076" name="Text Box 6"/>
          <p:cNvSpPr txBox="1">
            <a:spLocks noChangeArrowheads="1"/>
          </p:cNvSpPr>
          <p:nvPr/>
        </p:nvSpPr>
        <p:spPr bwMode="auto">
          <a:xfrm>
            <a:off x="1219200" y="2057400"/>
            <a:ext cx="4364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i="1">
                <a:latin typeface="Times New Roman" pitchFamily="18" charset="0"/>
              </a:rPr>
              <a:t>u</a:t>
            </a:r>
            <a:r>
              <a:rPr kumimoji="1" lang="en-US" altLang="zh-CN" sz="2400" b="1" i="1" baseline="-30000">
                <a:latin typeface="Times New Roman" pitchFamily="18" charset="0"/>
              </a:rPr>
              <a:t>tt</a:t>
            </a:r>
            <a:r>
              <a:rPr kumimoji="1" lang="en-US" altLang="zh-CN" sz="2400" b="1">
                <a:latin typeface="Times New Roman" pitchFamily="18" charset="0"/>
              </a:rPr>
              <a:t>, </a:t>
            </a:r>
            <a:r>
              <a:rPr kumimoji="1" lang="en-US" altLang="zh-CN" sz="2400" b="1" i="1">
                <a:latin typeface="Times New Roman" pitchFamily="18" charset="0"/>
              </a:rPr>
              <a:t>u</a:t>
            </a:r>
            <a:r>
              <a:rPr kumimoji="1" lang="en-US" altLang="zh-CN" sz="2400" b="1" i="1" baseline="-30000">
                <a:latin typeface="Times New Roman" pitchFamily="18" charset="0"/>
              </a:rPr>
              <a:t>xx</a:t>
            </a:r>
            <a:r>
              <a:rPr kumimoji="1" lang="zh-CN" altLang="en-US" sz="2400" b="1">
                <a:latin typeface="Times New Roman" pitchFamily="18" charset="0"/>
                <a:ea typeface="楷体_GB2312" pitchFamily="49" charset="-122"/>
              </a:rPr>
              <a:t>均用中心差商代替之，得</a:t>
            </a:r>
          </a:p>
        </p:txBody>
      </p:sp>
      <p:graphicFrame>
        <p:nvGraphicFramePr>
          <p:cNvPr id="124935" name="Object 7"/>
          <p:cNvGraphicFramePr>
            <a:graphicFrameLocks noChangeAspect="1"/>
          </p:cNvGraphicFramePr>
          <p:nvPr/>
        </p:nvGraphicFramePr>
        <p:xfrm>
          <a:off x="1362075" y="2759075"/>
          <a:ext cx="6018213" cy="1123950"/>
        </p:xfrm>
        <a:graphic>
          <a:graphicData uri="http://schemas.openxmlformats.org/presentationml/2006/ole">
            <mc:AlternateContent xmlns:mc="http://schemas.openxmlformats.org/markup-compatibility/2006">
              <mc:Choice xmlns:v="urn:schemas-microsoft-com:vml" Requires="v">
                <p:oleObj spid="_x0000_s131228" name="公式" r:id="rId5" imgW="2324100" imgH="431800" progId="Equation.3">
                  <p:embed/>
                </p:oleObj>
              </mc:Choice>
              <mc:Fallback>
                <p:oleObj name="公式" r:id="rId5" imgW="2324100" imgH="431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2075" y="2759075"/>
                        <a:ext cx="601821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4936" name="Object 8"/>
          <p:cNvGraphicFramePr>
            <a:graphicFrameLocks noChangeAspect="1"/>
          </p:cNvGraphicFramePr>
          <p:nvPr/>
        </p:nvGraphicFramePr>
        <p:xfrm>
          <a:off x="684213" y="4076700"/>
          <a:ext cx="7735887" cy="708025"/>
        </p:xfrm>
        <a:graphic>
          <a:graphicData uri="http://schemas.openxmlformats.org/presentationml/2006/ole">
            <mc:AlternateContent xmlns:mc="http://schemas.openxmlformats.org/markup-compatibility/2006">
              <mc:Choice xmlns:v="urn:schemas-microsoft-com:vml" Requires="v">
                <p:oleObj spid="_x0000_s131229" name="Equation" r:id="rId7" imgW="2806700" imgH="254000" progId="Equation.3">
                  <p:embed/>
                </p:oleObj>
              </mc:Choice>
              <mc:Fallback>
                <p:oleObj name="Equation" r:id="rId7" imgW="2806700" imgH="2540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4076700"/>
                        <a:ext cx="77358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4937" name="Group 9"/>
          <p:cNvGrpSpPr>
            <a:grpSpLocks/>
          </p:cNvGrpSpPr>
          <p:nvPr/>
        </p:nvGrpSpPr>
        <p:grpSpPr bwMode="auto">
          <a:xfrm>
            <a:off x="900113" y="4908550"/>
            <a:ext cx="7329487" cy="1090613"/>
            <a:chOff x="567" y="3092"/>
            <a:chExt cx="4617" cy="687"/>
          </a:xfrm>
        </p:grpSpPr>
        <p:sp>
          <p:nvSpPr>
            <p:cNvPr id="131080" name="Text Box 10"/>
            <p:cNvSpPr txBox="1">
              <a:spLocks noChangeArrowheads="1"/>
            </p:cNvSpPr>
            <p:nvPr/>
          </p:nvSpPr>
          <p:spPr bwMode="auto">
            <a:xfrm>
              <a:off x="567" y="3249"/>
              <a:ext cx="12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楷体_GB2312" pitchFamily="49" charset="-122"/>
                  <a:ea typeface="楷体_GB2312" pitchFamily="49" charset="-122"/>
                </a:rPr>
                <a:t>其中网格比 </a:t>
              </a:r>
              <a:r>
                <a:rPr kumimoji="1" lang="en-US" altLang="zh-CN" sz="2400" b="1">
                  <a:latin typeface="楷体_GB2312" pitchFamily="49" charset="-122"/>
                  <a:ea typeface="楷体_GB2312" pitchFamily="49" charset="-122"/>
                </a:rPr>
                <a:t>:</a:t>
              </a:r>
            </a:p>
          </p:txBody>
        </p:sp>
        <p:graphicFrame>
          <p:nvGraphicFramePr>
            <p:cNvPr id="131081" name="Object 11"/>
            <p:cNvGraphicFramePr>
              <a:graphicFrameLocks noChangeAspect="1"/>
            </p:cNvGraphicFramePr>
            <p:nvPr/>
          </p:nvGraphicFramePr>
          <p:xfrm>
            <a:off x="1918" y="3092"/>
            <a:ext cx="630" cy="687"/>
          </p:xfrm>
          <a:graphic>
            <a:graphicData uri="http://schemas.openxmlformats.org/presentationml/2006/ole">
              <mc:AlternateContent xmlns:mc="http://schemas.openxmlformats.org/markup-compatibility/2006">
                <mc:Choice xmlns:v="urn:schemas-microsoft-com:vml" Requires="v">
                  <p:oleObj spid="_x0000_s131230" name="公式" r:id="rId9" imgW="355292" imgH="393359" progId="Equation.3">
                    <p:embed/>
                  </p:oleObj>
                </mc:Choice>
                <mc:Fallback>
                  <p:oleObj name="公式" r:id="rId9" imgW="355292" imgH="393359"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8" y="3092"/>
                          <a:ext cx="630" cy="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1082" name="Group 12"/>
            <p:cNvGrpSpPr>
              <a:grpSpLocks/>
            </p:cNvGrpSpPr>
            <p:nvPr/>
          </p:nvGrpSpPr>
          <p:grpSpPr bwMode="auto">
            <a:xfrm>
              <a:off x="3062" y="3198"/>
              <a:ext cx="2122" cy="368"/>
              <a:chOff x="3062" y="3024"/>
              <a:chExt cx="2122" cy="368"/>
            </a:xfrm>
          </p:grpSpPr>
          <p:sp>
            <p:nvSpPr>
              <p:cNvPr id="131083" name="Text Box 13"/>
              <p:cNvSpPr txBox="1">
                <a:spLocks noChangeArrowheads="1"/>
              </p:cNvSpPr>
              <p:nvPr/>
            </p:nvSpPr>
            <p:spPr bwMode="auto">
              <a:xfrm>
                <a:off x="3062" y="3085"/>
                <a:ext cx="9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楷体_GB2312" pitchFamily="49" charset="-122"/>
                    <a:ea typeface="楷体_GB2312" pitchFamily="49" charset="-122"/>
                  </a:rPr>
                  <a:t>截断误差 </a:t>
                </a:r>
              </a:p>
            </p:txBody>
          </p:sp>
          <p:graphicFrame>
            <p:nvGraphicFramePr>
              <p:cNvPr id="131084" name="Object 14"/>
              <p:cNvGraphicFramePr>
                <a:graphicFrameLocks noChangeAspect="1"/>
              </p:cNvGraphicFramePr>
              <p:nvPr/>
            </p:nvGraphicFramePr>
            <p:xfrm>
              <a:off x="4080" y="3024"/>
              <a:ext cx="1104" cy="368"/>
            </p:xfrm>
            <a:graphic>
              <a:graphicData uri="http://schemas.openxmlformats.org/presentationml/2006/ole">
                <mc:AlternateContent xmlns:mc="http://schemas.openxmlformats.org/markup-compatibility/2006">
                  <mc:Choice xmlns:v="urn:schemas-microsoft-com:vml" Requires="v">
                    <p:oleObj spid="_x0000_s131231" r:id="rId11" imgW="685800" imgH="228600" progId="Equation.3">
                      <p:embed/>
                    </p:oleObj>
                  </mc:Choice>
                  <mc:Fallback>
                    <p:oleObj r:id="rId11" imgW="685800" imgH="2286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0" y="3024"/>
                            <a:ext cx="110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4935"/>
                                        </p:tgtEl>
                                        <p:attrNameLst>
                                          <p:attrName>style.visibility</p:attrName>
                                        </p:attrNameLst>
                                      </p:cBhvr>
                                      <p:to>
                                        <p:strVal val="visible"/>
                                      </p:to>
                                    </p:set>
                                    <p:animEffect transition="in" filter="dissolve">
                                      <p:cBhvr>
                                        <p:cTn id="7" dur="500"/>
                                        <p:tgtEl>
                                          <p:spTgt spid="1249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4936"/>
                                        </p:tgtEl>
                                        <p:attrNameLst>
                                          <p:attrName>style.visibility</p:attrName>
                                        </p:attrNameLst>
                                      </p:cBhvr>
                                      <p:to>
                                        <p:strVal val="visible"/>
                                      </p:to>
                                    </p:set>
                                    <p:animEffect transition="in" filter="wipe(left)">
                                      <p:cBhvr>
                                        <p:cTn id="12" dur="500"/>
                                        <p:tgtEl>
                                          <p:spTgt spid="1249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24937"/>
                                        </p:tgtEl>
                                        <p:attrNameLst>
                                          <p:attrName>style.visibility</p:attrName>
                                        </p:attrNameLst>
                                      </p:cBhvr>
                                      <p:to>
                                        <p:strVal val="visible"/>
                                      </p:to>
                                    </p:set>
                                    <p:anim calcmode="lin" valueType="num">
                                      <p:cBhvr additive="base">
                                        <p:cTn id="17" dur="500" fill="hold"/>
                                        <p:tgtEl>
                                          <p:spTgt spid="124937"/>
                                        </p:tgtEl>
                                        <p:attrNameLst>
                                          <p:attrName>ppt_x</p:attrName>
                                        </p:attrNameLst>
                                      </p:cBhvr>
                                      <p:tavLst>
                                        <p:tav tm="0">
                                          <p:val>
                                            <p:strVal val="#ppt_x"/>
                                          </p:val>
                                        </p:tav>
                                        <p:tav tm="100000">
                                          <p:val>
                                            <p:strVal val="#ppt_x"/>
                                          </p:val>
                                        </p:tav>
                                      </p:tavLst>
                                    </p:anim>
                                    <p:anim calcmode="lin" valueType="num">
                                      <p:cBhvr additive="base">
                                        <p:cTn id="18" dur="500" fill="hold"/>
                                        <p:tgtEl>
                                          <p:spTgt spid="1249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441325" y="346075"/>
            <a:ext cx="184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ea typeface="楷体_GB2312" pitchFamily="49" charset="-122"/>
              </a:rPr>
              <a:t>b</a:t>
            </a:r>
            <a:r>
              <a:rPr kumimoji="1" lang="zh-CN" altLang="en-US" sz="2400" b="1">
                <a:latin typeface="Times New Roman" pitchFamily="18" charset="0"/>
                <a:ea typeface="楷体_GB2312" pitchFamily="49" charset="-122"/>
              </a:rPr>
              <a:t>）</a:t>
            </a:r>
            <a:r>
              <a:rPr kumimoji="1" lang="zh-CN" altLang="en-US" sz="2400" b="1">
                <a:latin typeface="楷体_GB2312" pitchFamily="49" charset="-122"/>
                <a:ea typeface="楷体_GB2312" pitchFamily="49" charset="-122"/>
              </a:rPr>
              <a:t>隐格式</a:t>
            </a:r>
          </a:p>
        </p:txBody>
      </p:sp>
      <p:sp>
        <p:nvSpPr>
          <p:cNvPr id="125955" name="Text Box 3"/>
          <p:cNvSpPr txBox="1">
            <a:spLocks noChangeArrowheads="1"/>
          </p:cNvSpPr>
          <p:nvPr/>
        </p:nvSpPr>
        <p:spPr bwMode="auto">
          <a:xfrm>
            <a:off x="125413" y="1793875"/>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ea typeface="楷体_GB2312" pitchFamily="49" charset="-122"/>
              </a:rPr>
              <a:t>利用关系</a:t>
            </a:r>
          </a:p>
        </p:txBody>
      </p:sp>
      <p:graphicFrame>
        <p:nvGraphicFramePr>
          <p:cNvPr id="125956" name="Object 4"/>
          <p:cNvGraphicFramePr>
            <a:graphicFrameLocks noChangeAspect="1"/>
          </p:cNvGraphicFramePr>
          <p:nvPr/>
        </p:nvGraphicFramePr>
        <p:xfrm>
          <a:off x="1908175" y="1416050"/>
          <a:ext cx="6838950" cy="1143000"/>
        </p:xfrm>
        <a:graphic>
          <a:graphicData uri="http://schemas.openxmlformats.org/presentationml/2006/ole">
            <mc:AlternateContent xmlns:mc="http://schemas.openxmlformats.org/markup-compatibility/2006">
              <mc:Choice xmlns:v="urn:schemas-microsoft-com:vml" Requires="v">
                <p:oleObj spid="_x0000_s132278" name="公式" r:id="rId3" imgW="3035160" imgH="507960" progId="Equation.3">
                  <p:embed/>
                </p:oleObj>
              </mc:Choice>
              <mc:Fallback>
                <p:oleObj name="公式" r:id="rId3" imgW="3035160" imgH="50796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416050"/>
                        <a:ext cx="68389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57" name="Text Box 5"/>
          <p:cNvSpPr txBox="1">
            <a:spLocks noChangeArrowheads="1"/>
          </p:cNvSpPr>
          <p:nvPr/>
        </p:nvSpPr>
        <p:spPr bwMode="auto">
          <a:xfrm>
            <a:off x="506413" y="2555875"/>
            <a:ext cx="309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楷体_GB2312" pitchFamily="49" charset="-122"/>
                <a:ea typeface="楷体_GB2312" pitchFamily="49" charset="-122"/>
              </a:rPr>
              <a:t>可得三层隐式格式： </a:t>
            </a:r>
          </a:p>
        </p:txBody>
      </p:sp>
      <p:graphicFrame>
        <p:nvGraphicFramePr>
          <p:cNvPr id="125958" name="Object 6"/>
          <p:cNvGraphicFramePr>
            <a:graphicFrameLocks noChangeAspect="1"/>
          </p:cNvGraphicFramePr>
          <p:nvPr/>
        </p:nvGraphicFramePr>
        <p:xfrm>
          <a:off x="354013" y="3089275"/>
          <a:ext cx="8610600" cy="1157288"/>
        </p:xfrm>
        <a:graphic>
          <a:graphicData uri="http://schemas.openxmlformats.org/presentationml/2006/ole">
            <mc:AlternateContent xmlns:mc="http://schemas.openxmlformats.org/markup-compatibility/2006">
              <mc:Choice xmlns:v="urn:schemas-microsoft-com:vml" Requires="v">
                <p:oleObj spid="_x0000_s132279" r:id="rId5" imgW="3975100" imgH="533400" progId="Equation.3">
                  <p:embed/>
                </p:oleObj>
              </mc:Choice>
              <mc:Fallback>
                <p:oleObj r:id="rId5" imgW="3975100" imgH="5334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013" y="3089275"/>
                        <a:ext cx="86106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5959" name="Object 7"/>
          <p:cNvGraphicFramePr>
            <a:graphicFrameLocks noChangeAspect="1"/>
          </p:cNvGraphicFramePr>
          <p:nvPr/>
        </p:nvGraphicFramePr>
        <p:xfrm>
          <a:off x="506413" y="4308475"/>
          <a:ext cx="7924800" cy="1497013"/>
        </p:xfrm>
        <a:graphic>
          <a:graphicData uri="http://schemas.openxmlformats.org/presentationml/2006/ole">
            <mc:AlternateContent xmlns:mc="http://schemas.openxmlformats.org/markup-compatibility/2006">
              <mc:Choice xmlns:v="urn:schemas-microsoft-com:vml" Requires="v">
                <p:oleObj spid="_x0000_s132280" name="Equation" r:id="rId7" imgW="3048000" imgH="533400" progId="Equation.3">
                  <p:embed/>
                </p:oleObj>
              </mc:Choice>
              <mc:Fallback>
                <p:oleObj name="Equation" r:id="rId7" imgW="3048000" imgH="5334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413" y="4308475"/>
                        <a:ext cx="792480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5960" name="Group 8"/>
          <p:cNvGrpSpPr>
            <a:grpSpLocks/>
          </p:cNvGrpSpPr>
          <p:nvPr/>
        </p:nvGrpSpPr>
        <p:grpSpPr bwMode="auto">
          <a:xfrm>
            <a:off x="2627313" y="6040438"/>
            <a:ext cx="3368675" cy="557212"/>
            <a:chOff x="278" y="3072"/>
            <a:chExt cx="2122" cy="351"/>
          </a:xfrm>
        </p:grpSpPr>
        <p:sp>
          <p:nvSpPr>
            <p:cNvPr id="132108" name="Text Box 9"/>
            <p:cNvSpPr txBox="1">
              <a:spLocks noChangeArrowheads="1"/>
            </p:cNvSpPr>
            <p:nvPr/>
          </p:nvSpPr>
          <p:spPr bwMode="auto">
            <a:xfrm>
              <a:off x="278" y="3085"/>
              <a:ext cx="10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楷体_GB2312" pitchFamily="49" charset="-122"/>
                  <a:ea typeface="楷体_GB2312" pitchFamily="49" charset="-122"/>
                </a:rPr>
                <a:t>截断误差 </a:t>
              </a:r>
              <a:r>
                <a:rPr kumimoji="1" lang="en-US" altLang="zh-CN" sz="2400" b="1">
                  <a:latin typeface="楷体_GB2312" pitchFamily="49" charset="-122"/>
                  <a:ea typeface="楷体_GB2312" pitchFamily="49" charset="-122"/>
                </a:rPr>
                <a:t>:</a:t>
              </a:r>
            </a:p>
          </p:txBody>
        </p:sp>
        <p:graphicFrame>
          <p:nvGraphicFramePr>
            <p:cNvPr id="132109" name="Object 10"/>
            <p:cNvGraphicFramePr>
              <a:graphicFrameLocks noChangeAspect="1"/>
            </p:cNvGraphicFramePr>
            <p:nvPr/>
          </p:nvGraphicFramePr>
          <p:xfrm>
            <a:off x="1392" y="3072"/>
            <a:ext cx="1008" cy="351"/>
          </p:xfrm>
          <a:graphic>
            <a:graphicData uri="http://schemas.openxmlformats.org/presentationml/2006/ole">
              <mc:AlternateContent xmlns:mc="http://schemas.openxmlformats.org/markup-compatibility/2006">
                <mc:Choice xmlns:v="urn:schemas-microsoft-com:vml" Requires="v">
                  <p:oleObj spid="_x0000_s132281" r:id="rId9" imgW="660400" imgH="228600" progId="Equation.3">
                    <p:embed/>
                  </p:oleObj>
                </mc:Choice>
                <mc:Fallback>
                  <p:oleObj r:id="rId9" imgW="66040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2" y="3072"/>
                          <a:ext cx="1008"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5963" name="Text Box 11"/>
          <p:cNvSpPr txBox="1">
            <a:spLocks noChangeArrowheads="1"/>
          </p:cNvSpPr>
          <p:nvPr/>
        </p:nvSpPr>
        <p:spPr bwMode="auto">
          <a:xfrm>
            <a:off x="7123113" y="6061075"/>
            <a:ext cx="1409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宋体" charset="-122"/>
                <a:ea typeface="楷体_GB2312" pitchFamily="49" charset="-122"/>
              </a:rPr>
              <a:t>绝对稳</a:t>
            </a:r>
            <a:r>
              <a:rPr kumimoji="1" lang="zh-CN" altLang="en-US" sz="2400" b="1">
                <a:latin typeface="Times New Roman" pitchFamily="18" charset="0"/>
                <a:ea typeface="楷体_GB2312" pitchFamily="49" charset="-122"/>
              </a:rPr>
              <a:t>定</a:t>
            </a:r>
          </a:p>
        </p:txBody>
      </p:sp>
      <p:graphicFrame>
        <p:nvGraphicFramePr>
          <p:cNvPr id="132106" name="Object 12"/>
          <p:cNvGraphicFramePr>
            <a:graphicFrameLocks noChangeAspect="1"/>
          </p:cNvGraphicFramePr>
          <p:nvPr/>
        </p:nvGraphicFramePr>
        <p:xfrm>
          <a:off x="3635375" y="260350"/>
          <a:ext cx="2089150" cy="985838"/>
        </p:xfrm>
        <a:graphic>
          <a:graphicData uri="http://schemas.openxmlformats.org/presentationml/2006/ole">
            <mc:AlternateContent xmlns:mc="http://schemas.openxmlformats.org/markup-compatibility/2006">
              <mc:Choice xmlns:v="urn:schemas-microsoft-com:vml" Requires="v">
                <p:oleObj spid="_x0000_s132282" name="Equation" r:id="rId11" imgW="889000" imgH="419100" progId="Equation.3">
                  <p:embed/>
                </p:oleObj>
              </mc:Choice>
              <mc:Fallback>
                <p:oleObj name="Equation" r:id="rId11" imgW="889000" imgH="4191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5375" y="260350"/>
                        <a:ext cx="208915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07" name="Object 13"/>
          <p:cNvGraphicFramePr>
            <a:graphicFrameLocks noChangeAspect="1"/>
          </p:cNvGraphicFramePr>
          <p:nvPr/>
        </p:nvGraphicFramePr>
        <p:xfrm>
          <a:off x="485775" y="5661025"/>
          <a:ext cx="1108075" cy="1090613"/>
        </p:xfrm>
        <a:graphic>
          <a:graphicData uri="http://schemas.openxmlformats.org/presentationml/2006/ole">
            <mc:AlternateContent xmlns:mc="http://schemas.openxmlformats.org/markup-compatibility/2006">
              <mc:Choice xmlns:v="urn:schemas-microsoft-com:vml" Requires="v">
                <p:oleObj spid="_x0000_s132283" name="公式" r:id="rId13" imgW="393529" imgH="393529" progId="Equation.3">
                  <p:embed/>
                </p:oleObj>
              </mc:Choice>
              <mc:Fallback>
                <p:oleObj name="公式" r:id="rId13" imgW="393529" imgH="393529"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5775" y="5661025"/>
                        <a:ext cx="1108075"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ntr" presetSubtype="10" fill="hold" nodeType="clickEffect">
                                  <p:stCondLst>
                                    <p:cond delay="0"/>
                                  </p:stCondLst>
                                  <p:childTnLst>
                                    <p:set>
                                      <p:cBhvr>
                                        <p:cTn id="10" dur="1" fill="hold">
                                          <p:stCondLst>
                                            <p:cond delay="0"/>
                                          </p:stCondLst>
                                        </p:cTn>
                                        <p:tgtEl>
                                          <p:spTgt spid="125956"/>
                                        </p:tgtEl>
                                        <p:attrNameLst>
                                          <p:attrName>style.visibility</p:attrName>
                                        </p:attrNameLst>
                                      </p:cBhvr>
                                      <p:to>
                                        <p:strVal val="visible"/>
                                      </p:to>
                                    </p:set>
                                    <p:animEffect transition="in" filter="checkerboard(across)">
                                      <p:cBhvr>
                                        <p:cTn id="11" dur="500"/>
                                        <p:tgtEl>
                                          <p:spTgt spid="1259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5957"/>
                                        </p:tgtEl>
                                        <p:attrNameLst>
                                          <p:attrName>style.visibility</p:attrName>
                                        </p:attrNameLst>
                                      </p:cBhvr>
                                      <p:to>
                                        <p:strVal val="visible"/>
                                      </p:to>
                                    </p:set>
                                    <p:animEffect transition="in" filter="wipe(left)">
                                      <p:cBhvr>
                                        <p:cTn id="16" dur="500"/>
                                        <p:tgtEl>
                                          <p:spTgt spid="1259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125958"/>
                                        </p:tgtEl>
                                        <p:attrNameLst>
                                          <p:attrName>style.visibility</p:attrName>
                                        </p:attrNameLst>
                                      </p:cBhvr>
                                      <p:to>
                                        <p:strVal val="visible"/>
                                      </p:to>
                                    </p:set>
                                    <p:animEffect transition="in" filter="strips(downRight)">
                                      <p:cBhvr>
                                        <p:cTn id="21" dur="500"/>
                                        <p:tgtEl>
                                          <p:spTgt spid="12595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nodeType="clickEffect">
                                  <p:stCondLst>
                                    <p:cond delay="0"/>
                                  </p:stCondLst>
                                  <p:childTnLst>
                                    <p:set>
                                      <p:cBhvr>
                                        <p:cTn id="25" dur="1" fill="hold">
                                          <p:stCondLst>
                                            <p:cond delay="0"/>
                                          </p:stCondLst>
                                        </p:cTn>
                                        <p:tgtEl>
                                          <p:spTgt spid="125959"/>
                                        </p:tgtEl>
                                        <p:attrNameLst>
                                          <p:attrName>style.visibility</p:attrName>
                                        </p:attrNameLst>
                                      </p:cBhvr>
                                      <p:to>
                                        <p:strVal val="visible"/>
                                      </p:to>
                                    </p:set>
                                    <p:animEffect transition="in" filter="strips(downRight)">
                                      <p:cBhvr>
                                        <p:cTn id="26" dur="500"/>
                                        <p:tgtEl>
                                          <p:spTgt spid="12595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25960"/>
                                        </p:tgtEl>
                                        <p:attrNameLst>
                                          <p:attrName>style.visibility</p:attrName>
                                        </p:attrNameLst>
                                      </p:cBhvr>
                                      <p:to>
                                        <p:strVal val="visible"/>
                                      </p:to>
                                    </p:set>
                                    <p:animEffect transition="in" filter="wipe(left)">
                                      <p:cBhvr>
                                        <p:cTn id="31" dur="500"/>
                                        <p:tgtEl>
                                          <p:spTgt spid="12596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25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utoUpdateAnimBg="0"/>
      <p:bldP spid="125957" grpId="0" autoUpdateAnimBg="0"/>
      <p:bldP spid="125963" grpId="0" autoUpdateAnimBg="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3027</TotalTime>
  <Words>6810</Words>
  <Application>Microsoft Office PowerPoint</Application>
  <PresentationFormat>全屏显示(4:3)</PresentationFormat>
  <Paragraphs>1092</Paragraphs>
  <Slides>135</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4</vt:i4>
      </vt:variant>
      <vt:variant>
        <vt:lpstr>幻灯片标题</vt:lpstr>
      </vt:variant>
      <vt:variant>
        <vt:i4>135</vt:i4>
      </vt:variant>
    </vt:vector>
  </HeadingPairs>
  <TitlesOfParts>
    <vt:vector size="146" baseType="lpstr">
      <vt:lpstr>仿宋_GB2312</vt:lpstr>
      <vt:lpstr>楷体_GB2312</vt:lpstr>
      <vt:lpstr>宋体</vt:lpstr>
      <vt:lpstr>Arial</vt:lpstr>
      <vt:lpstr>Symbol</vt:lpstr>
      <vt:lpstr>Times New Roman</vt:lpstr>
      <vt:lpstr>默认设计模板</vt:lpstr>
      <vt:lpstr>Equation.3</vt:lpstr>
      <vt:lpstr>公式</vt:lpstr>
      <vt:lpstr>Equation</vt:lpstr>
      <vt:lpstr>图像.文件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LiBH</dc:creator>
  <cp:lastModifiedBy>apple</cp:lastModifiedBy>
  <cp:revision>86</cp:revision>
  <dcterms:created xsi:type="dcterms:W3CDTF">2007-11-05T01:57:54Z</dcterms:created>
  <dcterms:modified xsi:type="dcterms:W3CDTF">2023-05-09T03:53:42Z</dcterms:modified>
</cp:coreProperties>
</file>