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80" r:id="rId2"/>
    <p:sldId id="471" r:id="rId3"/>
    <p:sldId id="472" r:id="rId4"/>
    <p:sldId id="473" r:id="rId5"/>
    <p:sldId id="474" r:id="rId6"/>
    <p:sldId id="475" r:id="rId7"/>
    <p:sldId id="476" r:id="rId8"/>
    <p:sldId id="477" r:id="rId9"/>
    <p:sldId id="463" r:id="rId10"/>
    <p:sldId id="283" r:id="rId11"/>
    <p:sldId id="285" r:id="rId12"/>
    <p:sldId id="464" r:id="rId13"/>
    <p:sldId id="359" r:id="rId14"/>
    <p:sldId id="284" r:id="rId15"/>
    <p:sldId id="287" r:id="rId16"/>
    <p:sldId id="394" r:id="rId17"/>
    <p:sldId id="428" r:id="rId18"/>
    <p:sldId id="436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65" r:id="rId27"/>
    <p:sldId id="395" r:id="rId28"/>
    <p:sldId id="396" r:id="rId29"/>
    <p:sldId id="405" r:id="rId30"/>
    <p:sldId id="406" r:id="rId31"/>
    <p:sldId id="448" r:id="rId32"/>
    <p:sldId id="447" r:id="rId33"/>
    <p:sldId id="466" r:id="rId34"/>
    <p:sldId id="469" r:id="rId35"/>
    <p:sldId id="427" r:id="rId36"/>
    <p:sldId id="408" r:id="rId37"/>
    <p:sldId id="409" r:id="rId38"/>
    <p:sldId id="437" r:id="rId39"/>
    <p:sldId id="439" r:id="rId40"/>
    <p:sldId id="440" r:id="rId41"/>
    <p:sldId id="441" r:id="rId42"/>
    <p:sldId id="478" r:id="rId43"/>
    <p:sldId id="481" r:id="rId44"/>
    <p:sldId id="442" r:id="rId45"/>
    <p:sldId id="443" r:id="rId46"/>
    <p:sldId id="444" r:id="rId47"/>
    <p:sldId id="445" r:id="rId48"/>
    <p:sldId id="479" r:id="rId49"/>
    <p:sldId id="480" r:id="rId50"/>
    <p:sldId id="446" r:id="rId51"/>
    <p:sldId id="449" r:id="rId52"/>
    <p:sldId id="483" r:id="rId53"/>
    <p:sldId id="494" r:id="rId54"/>
    <p:sldId id="487" r:id="rId55"/>
    <p:sldId id="491" r:id="rId56"/>
    <p:sldId id="484" r:id="rId57"/>
    <p:sldId id="486" r:id="rId58"/>
    <p:sldId id="485" r:id="rId59"/>
    <p:sldId id="488" r:id="rId60"/>
    <p:sldId id="489" r:id="rId61"/>
    <p:sldId id="490" r:id="rId62"/>
    <p:sldId id="492" r:id="rId63"/>
    <p:sldId id="493" r:id="rId64"/>
    <p:sldId id="482" r:id="rId65"/>
    <p:sldId id="470" r:id="rId6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0BAE"/>
    <a:srgbClr val="008000"/>
    <a:srgbClr val="DF09CB"/>
    <a:srgbClr val="000000"/>
    <a:srgbClr val="072481"/>
    <a:srgbClr val="54220C"/>
    <a:srgbClr val="642204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784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9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5.emf"/><Relationship Id="rId2" Type="http://schemas.openxmlformats.org/officeDocument/2006/relationships/image" Target="../media/image15.wmf"/><Relationship Id="rId1" Type="http://schemas.openxmlformats.org/officeDocument/2006/relationships/image" Target="../media/image21.emf"/><Relationship Id="rId6" Type="http://schemas.openxmlformats.org/officeDocument/2006/relationships/image" Target="../media/image24.e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4" Type="http://schemas.openxmlformats.org/officeDocument/2006/relationships/image" Target="../media/image46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image" Target="../media/image62.emf"/><Relationship Id="rId7" Type="http://schemas.openxmlformats.org/officeDocument/2006/relationships/image" Target="../media/image66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10" Type="http://schemas.openxmlformats.org/officeDocument/2006/relationships/image" Target="../media/image69.emf"/><Relationship Id="rId4" Type="http://schemas.openxmlformats.org/officeDocument/2006/relationships/image" Target="../media/image63.emf"/><Relationship Id="rId9" Type="http://schemas.openxmlformats.org/officeDocument/2006/relationships/image" Target="../media/image68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image" Target="../media/image73.emf"/><Relationship Id="rId7" Type="http://schemas.openxmlformats.org/officeDocument/2006/relationships/image" Target="../media/image77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Relationship Id="rId6" Type="http://schemas.openxmlformats.org/officeDocument/2006/relationships/image" Target="../media/image76.emf"/><Relationship Id="rId11" Type="http://schemas.openxmlformats.org/officeDocument/2006/relationships/image" Target="../media/image81.wmf"/><Relationship Id="rId5" Type="http://schemas.openxmlformats.org/officeDocument/2006/relationships/image" Target="../media/image75.emf"/><Relationship Id="rId10" Type="http://schemas.openxmlformats.org/officeDocument/2006/relationships/image" Target="../media/image80.emf"/><Relationship Id="rId4" Type="http://schemas.openxmlformats.org/officeDocument/2006/relationships/image" Target="../media/image74.emf"/><Relationship Id="rId9" Type="http://schemas.openxmlformats.org/officeDocument/2006/relationships/image" Target="../media/image7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4" Type="http://schemas.openxmlformats.org/officeDocument/2006/relationships/image" Target="../media/image9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3" Type="http://schemas.openxmlformats.org/officeDocument/2006/relationships/image" Target="../media/image97.emf"/><Relationship Id="rId7" Type="http://schemas.openxmlformats.org/officeDocument/2006/relationships/image" Target="../media/image101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7" Type="http://schemas.openxmlformats.org/officeDocument/2006/relationships/image" Target="../media/image109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2" Type="http://schemas.openxmlformats.org/officeDocument/2006/relationships/image" Target="../media/image114.emf"/><Relationship Id="rId1" Type="http://schemas.openxmlformats.org/officeDocument/2006/relationships/image" Target="../media/image113.emf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7" Type="http://schemas.openxmlformats.org/officeDocument/2006/relationships/image" Target="../media/image126.wmf"/><Relationship Id="rId2" Type="http://schemas.openxmlformats.org/officeDocument/2006/relationships/image" Target="../media/image121.emf"/><Relationship Id="rId1" Type="http://schemas.openxmlformats.org/officeDocument/2006/relationships/image" Target="../media/image120.emf"/><Relationship Id="rId6" Type="http://schemas.openxmlformats.org/officeDocument/2006/relationships/image" Target="../media/image125.emf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5" Type="http://schemas.openxmlformats.org/officeDocument/2006/relationships/image" Target="../media/image131.emf"/><Relationship Id="rId4" Type="http://schemas.openxmlformats.org/officeDocument/2006/relationships/image" Target="../media/image13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Relationship Id="rId5" Type="http://schemas.openxmlformats.org/officeDocument/2006/relationships/image" Target="../media/image137.emf"/><Relationship Id="rId4" Type="http://schemas.openxmlformats.org/officeDocument/2006/relationships/image" Target="../media/image136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7" Type="http://schemas.openxmlformats.org/officeDocument/2006/relationships/image" Target="../media/image144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6" Type="http://schemas.openxmlformats.org/officeDocument/2006/relationships/image" Target="../media/image143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" Type="http://schemas.openxmlformats.org/officeDocument/2006/relationships/image" Target="../media/image145.emf"/><Relationship Id="rId6" Type="http://schemas.openxmlformats.org/officeDocument/2006/relationships/image" Target="../media/image150.emf"/><Relationship Id="rId5" Type="http://schemas.openxmlformats.org/officeDocument/2006/relationships/image" Target="../media/image149.emf"/><Relationship Id="rId4" Type="http://schemas.openxmlformats.org/officeDocument/2006/relationships/image" Target="../media/image148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3" Type="http://schemas.openxmlformats.org/officeDocument/2006/relationships/image" Target="../media/image156.emf"/><Relationship Id="rId7" Type="http://schemas.openxmlformats.org/officeDocument/2006/relationships/image" Target="../media/image160.emf"/><Relationship Id="rId2" Type="http://schemas.openxmlformats.org/officeDocument/2006/relationships/image" Target="../media/image155.emf"/><Relationship Id="rId1" Type="http://schemas.openxmlformats.org/officeDocument/2006/relationships/image" Target="../media/image154.emf"/><Relationship Id="rId6" Type="http://schemas.openxmlformats.org/officeDocument/2006/relationships/image" Target="../media/image159.emf"/><Relationship Id="rId11" Type="http://schemas.openxmlformats.org/officeDocument/2006/relationships/image" Target="../media/image164.emf"/><Relationship Id="rId5" Type="http://schemas.openxmlformats.org/officeDocument/2006/relationships/image" Target="../media/image158.emf"/><Relationship Id="rId10" Type="http://schemas.openxmlformats.org/officeDocument/2006/relationships/image" Target="../media/image163.emf"/><Relationship Id="rId4" Type="http://schemas.openxmlformats.org/officeDocument/2006/relationships/image" Target="../media/image157.emf"/><Relationship Id="rId9" Type="http://schemas.openxmlformats.org/officeDocument/2006/relationships/image" Target="../media/image162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3" Type="http://schemas.openxmlformats.org/officeDocument/2006/relationships/image" Target="../media/image167.emf"/><Relationship Id="rId7" Type="http://schemas.openxmlformats.org/officeDocument/2006/relationships/image" Target="../media/image171.emf"/><Relationship Id="rId2" Type="http://schemas.openxmlformats.org/officeDocument/2006/relationships/image" Target="../media/image166.emf"/><Relationship Id="rId1" Type="http://schemas.openxmlformats.org/officeDocument/2006/relationships/image" Target="../media/image165.emf"/><Relationship Id="rId6" Type="http://schemas.openxmlformats.org/officeDocument/2006/relationships/image" Target="../media/image170.emf"/><Relationship Id="rId5" Type="http://schemas.openxmlformats.org/officeDocument/2006/relationships/image" Target="../media/image169.emf"/><Relationship Id="rId10" Type="http://schemas.openxmlformats.org/officeDocument/2006/relationships/image" Target="../media/image174.emf"/><Relationship Id="rId4" Type="http://schemas.openxmlformats.org/officeDocument/2006/relationships/image" Target="../media/image168.emf"/><Relationship Id="rId9" Type="http://schemas.openxmlformats.org/officeDocument/2006/relationships/image" Target="../media/image173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3" Type="http://schemas.openxmlformats.org/officeDocument/2006/relationships/image" Target="../media/image177.emf"/><Relationship Id="rId7" Type="http://schemas.openxmlformats.org/officeDocument/2006/relationships/image" Target="../media/image181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Relationship Id="rId6" Type="http://schemas.openxmlformats.org/officeDocument/2006/relationships/image" Target="../media/image180.emf"/><Relationship Id="rId5" Type="http://schemas.openxmlformats.org/officeDocument/2006/relationships/image" Target="../media/image179.emf"/><Relationship Id="rId4" Type="http://schemas.openxmlformats.org/officeDocument/2006/relationships/image" Target="../media/image178.emf"/><Relationship Id="rId9" Type="http://schemas.openxmlformats.org/officeDocument/2006/relationships/image" Target="../media/image183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3" Type="http://schemas.openxmlformats.org/officeDocument/2006/relationships/image" Target="../media/image186.emf"/><Relationship Id="rId7" Type="http://schemas.openxmlformats.org/officeDocument/2006/relationships/image" Target="../media/image190.emf"/><Relationship Id="rId2" Type="http://schemas.openxmlformats.org/officeDocument/2006/relationships/image" Target="../media/image185.emf"/><Relationship Id="rId1" Type="http://schemas.openxmlformats.org/officeDocument/2006/relationships/image" Target="../media/image184.emf"/><Relationship Id="rId6" Type="http://schemas.openxmlformats.org/officeDocument/2006/relationships/image" Target="../media/image189.emf"/><Relationship Id="rId5" Type="http://schemas.openxmlformats.org/officeDocument/2006/relationships/image" Target="../media/image188.emf"/><Relationship Id="rId4" Type="http://schemas.openxmlformats.org/officeDocument/2006/relationships/image" Target="../media/image187.emf"/><Relationship Id="rId9" Type="http://schemas.openxmlformats.org/officeDocument/2006/relationships/image" Target="../media/image192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3" Type="http://schemas.openxmlformats.org/officeDocument/2006/relationships/image" Target="../media/image195.emf"/><Relationship Id="rId7" Type="http://schemas.openxmlformats.org/officeDocument/2006/relationships/image" Target="../media/image199.emf"/><Relationship Id="rId2" Type="http://schemas.openxmlformats.org/officeDocument/2006/relationships/image" Target="../media/image194.emf"/><Relationship Id="rId1" Type="http://schemas.openxmlformats.org/officeDocument/2006/relationships/image" Target="../media/image193.emf"/><Relationship Id="rId6" Type="http://schemas.openxmlformats.org/officeDocument/2006/relationships/image" Target="../media/image198.emf"/><Relationship Id="rId5" Type="http://schemas.openxmlformats.org/officeDocument/2006/relationships/image" Target="../media/image197.emf"/><Relationship Id="rId10" Type="http://schemas.openxmlformats.org/officeDocument/2006/relationships/image" Target="../media/image202.emf"/><Relationship Id="rId4" Type="http://schemas.openxmlformats.org/officeDocument/2006/relationships/image" Target="../media/image196.emf"/><Relationship Id="rId9" Type="http://schemas.openxmlformats.org/officeDocument/2006/relationships/image" Target="../media/image201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emf"/><Relationship Id="rId3" Type="http://schemas.openxmlformats.org/officeDocument/2006/relationships/image" Target="../media/image205.emf"/><Relationship Id="rId7" Type="http://schemas.openxmlformats.org/officeDocument/2006/relationships/image" Target="../media/image209.emf"/><Relationship Id="rId2" Type="http://schemas.openxmlformats.org/officeDocument/2006/relationships/image" Target="../media/image204.emf"/><Relationship Id="rId1" Type="http://schemas.openxmlformats.org/officeDocument/2006/relationships/image" Target="../media/image203.emf"/><Relationship Id="rId6" Type="http://schemas.openxmlformats.org/officeDocument/2006/relationships/image" Target="../media/image208.emf"/><Relationship Id="rId11" Type="http://schemas.openxmlformats.org/officeDocument/2006/relationships/image" Target="../media/image213.wmf"/><Relationship Id="rId5" Type="http://schemas.openxmlformats.org/officeDocument/2006/relationships/image" Target="../media/image207.emf"/><Relationship Id="rId10" Type="http://schemas.openxmlformats.org/officeDocument/2006/relationships/image" Target="../media/image212.emf"/><Relationship Id="rId4" Type="http://schemas.openxmlformats.org/officeDocument/2006/relationships/image" Target="../media/image206.emf"/><Relationship Id="rId9" Type="http://schemas.openxmlformats.org/officeDocument/2006/relationships/image" Target="../media/image211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5" Type="http://schemas.openxmlformats.org/officeDocument/2006/relationships/image" Target="../media/image217.wmf"/><Relationship Id="rId4" Type="http://schemas.openxmlformats.org/officeDocument/2006/relationships/image" Target="../media/image133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emf"/><Relationship Id="rId3" Type="http://schemas.openxmlformats.org/officeDocument/2006/relationships/image" Target="../media/image220.emf"/><Relationship Id="rId7" Type="http://schemas.openxmlformats.org/officeDocument/2006/relationships/image" Target="../media/image224.emf"/><Relationship Id="rId2" Type="http://schemas.openxmlformats.org/officeDocument/2006/relationships/image" Target="../media/image219.emf"/><Relationship Id="rId1" Type="http://schemas.openxmlformats.org/officeDocument/2006/relationships/image" Target="../media/image218.emf"/><Relationship Id="rId6" Type="http://schemas.openxmlformats.org/officeDocument/2006/relationships/image" Target="../media/image223.emf"/><Relationship Id="rId5" Type="http://schemas.openxmlformats.org/officeDocument/2006/relationships/image" Target="../media/image222.emf"/><Relationship Id="rId4" Type="http://schemas.openxmlformats.org/officeDocument/2006/relationships/image" Target="../media/image221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emf"/><Relationship Id="rId2" Type="http://schemas.openxmlformats.org/officeDocument/2006/relationships/image" Target="../media/image227.emf"/><Relationship Id="rId1" Type="http://schemas.openxmlformats.org/officeDocument/2006/relationships/image" Target="../media/image226.emf"/><Relationship Id="rId6" Type="http://schemas.openxmlformats.org/officeDocument/2006/relationships/image" Target="../media/image231.emf"/><Relationship Id="rId5" Type="http://schemas.openxmlformats.org/officeDocument/2006/relationships/image" Target="../media/image230.emf"/><Relationship Id="rId4" Type="http://schemas.openxmlformats.org/officeDocument/2006/relationships/image" Target="../media/image229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emf"/><Relationship Id="rId2" Type="http://schemas.openxmlformats.org/officeDocument/2006/relationships/image" Target="../media/image233.emf"/><Relationship Id="rId1" Type="http://schemas.openxmlformats.org/officeDocument/2006/relationships/image" Target="../media/image232.emf"/><Relationship Id="rId5" Type="http://schemas.openxmlformats.org/officeDocument/2006/relationships/image" Target="../media/image236.wmf"/><Relationship Id="rId4" Type="http://schemas.openxmlformats.org/officeDocument/2006/relationships/image" Target="../media/image235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emf"/><Relationship Id="rId2" Type="http://schemas.openxmlformats.org/officeDocument/2006/relationships/image" Target="../media/image238.emf"/><Relationship Id="rId1" Type="http://schemas.openxmlformats.org/officeDocument/2006/relationships/image" Target="../media/image237.emf"/><Relationship Id="rId5" Type="http://schemas.openxmlformats.org/officeDocument/2006/relationships/image" Target="../media/image241.emf"/><Relationship Id="rId4" Type="http://schemas.openxmlformats.org/officeDocument/2006/relationships/image" Target="../media/image240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3" Type="http://schemas.openxmlformats.org/officeDocument/2006/relationships/image" Target="../media/image244.emf"/><Relationship Id="rId7" Type="http://schemas.openxmlformats.org/officeDocument/2006/relationships/image" Target="../media/image248.emf"/><Relationship Id="rId2" Type="http://schemas.openxmlformats.org/officeDocument/2006/relationships/image" Target="../media/image243.emf"/><Relationship Id="rId1" Type="http://schemas.openxmlformats.org/officeDocument/2006/relationships/image" Target="../media/image242.emf"/><Relationship Id="rId6" Type="http://schemas.openxmlformats.org/officeDocument/2006/relationships/image" Target="../media/image247.emf"/><Relationship Id="rId11" Type="http://schemas.openxmlformats.org/officeDocument/2006/relationships/image" Target="../media/image252.emf"/><Relationship Id="rId5" Type="http://schemas.openxmlformats.org/officeDocument/2006/relationships/image" Target="../media/image246.emf"/><Relationship Id="rId10" Type="http://schemas.openxmlformats.org/officeDocument/2006/relationships/image" Target="../media/image251.emf"/><Relationship Id="rId4" Type="http://schemas.openxmlformats.org/officeDocument/2006/relationships/image" Target="../media/image245.emf"/><Relationship Id="rId9" Type="http://schemas.openxmlformats.org/officeDocument/2006/relationships/image" Target="../media/image250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emf"/><Relationship Id="rId7" Type="http://schemas.openxmlformats.org/officeDocument/2006/relationships/image" Target="../media/image259.emf"/><Relationship Id="rId2" Type="http://schemas.openxmlformats.org/officeDocument/2006/relationships/image" Target="../media/image254.emf"/><Relationship Id="rId1" Type="http://schemas.openxmlformats.org/officeDocument/2006/relationships/image" Target="../media/image253.emf"/><Relationship Id="rId6" Type="http://schemas.openxmlformats.org/officeDocument/2006/relationships/image" Target="../media/image258.emf"/><Relationship Id="rId5" Type="http://schemas.openxmlformats.org/officeDocument/2006/relationships/image" Target="../media/image257.emf"/><Relationship Id="rId4" Type="http://schemas.openxmlformats.org/officeDocument/2006/relationships/image" Target="../media/image256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emf"/><Relationship Id="rId2" Type="http://schemas.openxmlformats.org/officeDocument/2006/relationships/image" Target="../media/image261.emf"/><Relationship Id="rId1" Type="http://schemas.openxmlformats.org/officeDocument/2006/relationships/image" Target="../media/image260.emf"/><Relationship Id="rId5" Type="http://schemas.openxmlformats.org/officeDocument/2006/relationships/image" Target="../media/image264.emf"/><Relationship Id="rId4" Type="http://schemas.openxmlformats.org/officeDocument/2006/relationships/image" Target="../media/image263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wmf"/><Relationship Id="rId2" Type="http://schemas.openxmlformats.org/officeDocument/2006/relationships/image" Target="../media/image266.emf"/><Relationship Id="rId1" Type="http://schemas.openxmlformats.org/officeDocument/2006/relationships/image" Target="../media/image265.e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emf"/><Relationship Id="rId2" Type="http://schemas.openxmlformats.org/officeDocument/2006/relationships/image" Target="../media/image261.emf"/><Relationship Id="rId1" Type="http://schemas.openxmlformats.org/officeDocument/2006/relationships/image" Target="../media/image270.wmf"/><Relationship Id="rId4" Type="http://schemas.openxmlformats.org/officeDocument/2006/relationships/image" Target="../media/image271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emf"/><Relationship Id="rId2" Type="http://schemas.openxmlformats.org/officeDocument/2006/relationships/image" Target="../media/image274.wmf"/><Relationship Id="rId1" Type="http://schemas.openxmlformats.org/officeDocument/2006/relationships/image" Target="../media/image273.emf"/><Relationship Id="rId5" Type="http://schemas.openxmlformats.org/officeDocument/2006/relationships/image" Target="../media/image277.emf"/><Relationship Id="rId4" Type="http://schemas.openxmlformats.org/officeDocument/2006/relationships/image" Target="../media/image276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emf"/><Relationship Id="rId2" Type="http://schemas.openxmlformats.org/officeDocument/2006/relationships/image" Target="../media/image279.emf"/><Relationship Id="rId1" Type="http://schemas.openxmlformats.org/officeDocument/2006/relationships/image" Target="../media/image278.emf"/><Relationship Id="rId4" Type="http://schemas.openxmlformats.org/officeDocument/2006/relationships/image" Target="../media/image281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emf"/><Relationship Id="rId2" Type="http://schemas.openxmlformats.org/officeDocument/2006/relationships/image" Target="../media/image283.emf"/><Relationship Id="rId1" Type="http://schemas.openxmlformats.org/officeDocument/2006/relationships/image" Target="../media/image282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emf"/><Relationship Id="rId2" Type="http://schemas.openxmlformats.org/officeDocument/2006/relationships/image" Target="../media/image286.emf"/><Relationship Id="rId1" Type="http://schemas.openxmlformats.org/officeDocument/2006/relationships/image" Target="../media/image285.emf"/><Relationship Id="rId4" Type="http://schemas.openxmlformats.org/officeDocument/2006/relationships/image" Target="../media/image288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emf"/><Relationship Id="rId2" Type="http://schemas.openxmlformats.org/officeDocument/2006/relationships/image" Target="../media/image279.emf"/><Relationship Id="rId1" Type="http://schemas.openxmlformats.org/officeDocument/2006/relationships/image" Target="../media/image287.emf"/><Relationship Id="rId6" Type="http://schemas.openxmlformats.org/officeDocument/2006/relationships/image" Target="../media/image285.emf"/><Relationship Id="rId5" Type="http://schemas.openxmlformats.org/officeDocument/2006/relationships/image" Target="../media/image284.emf"/><Relationship Id="rId4" Type="http://schemas.openxmlformats.org/officeDocument/2006/relationships/image" Target="../media/image282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emf"/><Relationship Id="rId2" Type="http://schemas.openxmlformats.org/officeDocument/2006/relationships/image" Target="../media/image296.emf"/><Relationship Id="rId1" Type="http://schemas.openxmlformats.org/officeDocument/2006/relationships/image" Target="../media/image295.emf"/><Relationship Id="rId6" Type="http://schemas.openxmlformats.org/officeDocument/2006/relationships/image" Target="../media/image300.wmf"/><Relationship Id="rId5" Type="http://schemas.openxmlformats.org/officeDocument/2006/relationships/image" Target="../media/image299.emf"/><Relationship Id="rId4" Type="http://schemas.openxmlformats.org/officeDocument/2006/relationships/image" Target="../media/image298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wmf"/><Relationship Id="rId2" Type="http://schemas.openxmlformats.org/officeDocument/2006/relationships/image" Target="../media/image302.emf"/><Relationship Id="rId1" Type="http://schemas.openxmlformats.org/officeDocument/2006/relationships/image" Target="../media/image301.emf"/><Relationship Id="rId6" Type="http://schemas.openxmlformats.org/officeDocument/2006/relationships/image" Target="../media/image306.wmf"/><Relationship Id="rId5" Type="http://schemas.openxmlformats.org/officeDocument/2006/relationships/image" Target="../media/image305.emf"/><Relationship Id="rId4" Type="http://schemas.openxmlformats.org/officeDocument/2006/relationships/image" Target="../media/image304.e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wmf"/><Relationship Id="rId1" Type="http://schemas.openxmlformats.org/officeDocument/2006/relationships/image" Target="../media/image308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8.wmf"/><Relationship Id="rId1" Type="http://schemas.openxmlformats.org/officeDocument/2006/relationships/image" Target="../media/image315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6" Type="http://schemas.openxmlformats.org/officeDocument/2006/relationships/image" Target="../media/image330.wmf"/><Relationship Id="rId5" Type="http://schemas.openxmlformats.org/officeDocument/2006/relationships/image" Target="../media/image329.wmf"/><Relationship Id="rId4" Type="http://schemas.openxmlformats.org/officeDocument/2006/relationships/image" Target="../media/image32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5" Type="http://schemas.openxmlformats.org/officeDocument/2006/relationships/image" Target="../media/image337.wmf"/><Relationship Id="rId4" Type="http://schemas.openxmlformats.org/officeDocument/2006/relationships/image" Target="../media/image336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6" Type="http://schemas.openxmlformats.org/officeDocument/2006/relationships/image" Target="../media/image329.wmf"/><Relationship Id="rId5" Type="http://schemas.openxmlformats.org/officeDocument/2006/relationships/image" Target="../media/image342.wmf"/><Relationship Id="rId4" Type="http://schemas.openxmlformats.org/officeDocument/2006/relationships/image" Target="../media/image341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wmf"/><Relationship Id="rId7" Type="http://schemas.openxmlformats.org/officeDocument/2006/relationships/image" Target="../media/image349.wmf"/><Relationship Id="rId2" Type="http://schemas.openxmlformats.org/officeDocument/2006/relationships/image" Target="../media/image344.wmf"/><Relationship Id="rId1" Type="http://schemas.openxmlformats.org/officeDocument/2006/relationships/image" Target="../media/image343.wmf"/><Relationship Id="rId6" Type="http://schemas.openxmlformats.org/officeDocument/2006/relationships/image" Target="../media/image348.wmf"/><Relationship Id="rId5" Type="http://schemas.openxmlformats.org/officeDocument/2006/relationships/image" Target="../media/image347.wmf"/><Relationship Id="rId4" Type="http://schemas.openxmlformats.org/officeDocument/2006/relationships/image" Target="../media/image346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3" Type="http://schemas.openxmlformats.org/officeDocument/2006/relationships/image" Target="../media/image344.wmf"/><Relationship Id="rId7" Type="http://schemas.openxmlformats.org/officeDocument/2006/relationships/image" Target="../media/image355.wmf"/><Relationship Id="rId2" Type="http://schemas.openxmlformats.org/officeDocument/2006/relationships/image" Target="../media/image346.wmf"/><Relationship Id="rId1" Type="http://schemas.openxmlformats.org/officeDocument/2006/relationships/image" Target="../media/image351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wmf"/><Relationship Id="rId2" Type="http://schemas.openxmlformats.org/officeDocument/2006/relationships/image" Target="../media/image358.wmf"/><Relationship Id="rId1" Type="http://schemas.openxmlformats.org/officeDocument/2006/relationships/image" Target="../media/image357.wmf"/><Relationship Id="rId6" Type="http://schemas.openxmlformats.org/officeDocument/2006/relationships/image" Target="../media/image361.wmf"/><Relationship Id="rId5" Type="http://schemas.openxmlformats.org/officeDocument/2006/relationships/image" Target="../media/image49.emf"/><Relationship Id="rId4" Type="http://schemas.openxmlformats.org/officeDocument/2006/relationships/image" Target="../media/image360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wmf"/><Relationship Id="rId2" Type="http://schemas.openxmlformats.org/officeDocument/2006/relationships/image" Target="../media/image363.wmf"/><Relationship Id="rId1" Type="http://schemas.openxmlformats.org/officeDocument/2006/relationships/image" Target="../media/image362.w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5.w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48C6C98-EA83-4BA9-B99D-EAC1EF5B10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E4DB5ED-F5D5-4455-9643-268B9D91C2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EA454C-4D12-43C6-A347-4F7C1833FE03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31448-A27F-459B-B78D-847A2DBAA5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015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B81C3-C482-4FF7-8724-F1A27223AC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606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C9F13-A273-45F5-9743-60DDAD97E2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833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AFB3D-4489-49F9-BF57-7613F04E92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866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B4D69-A628-4A07-A33C-CA6F41EAB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78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4115B-FA90-43C8-8E82-D88B627CC3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100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B8F39-04AC-42D8-955E-A83B2E7E36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52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852BC-06FD-4B9A-A297-5C8724D49C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826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9FAD6-3FC4-47EA-ADEA-830856E6EF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102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AEE34-CBB9-4AE4-8657-E3006CBF43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877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23D44-05EB-4E35-B4E3-705B08EC5D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75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1754"/>
            </a:gs>
            <a:gs pos="100000">
              <a:srgbClr val="54220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smtClean="0"/>
            </a:lvl1pPr>
          </a:lstStyle>
          <a:p>
            <a:pPr>
              <a:defRPr/>
            </a:pPr>
            <a:fld id="{B474E437-9482-42B8-A8DC-4AC5060F1B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#257,3,&#24187;&#28783;&#29255; 3"/><Relationship Id="rId5" Type="http://schemas.openxmlformats.org/officeDocument/2006/relationships/hyperlink" Target="#435,18,&#24187;&#28783;&#29255; 18"/><Relationship Id="rId4" Type="http://schemas.openxmlformats.org/officeDocument/2006/relationships/hyperlink" Target="#463,2,&#24187;&#28783;&#29255; 2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#259,6,&#24187;&#28783;&#29255; 6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hyperlink" Target="#259,6,&#24187;&#28783;&#29255; 6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5.wmf"/><Relationship Id="rId3" Type="http://schemas.openxmlformats.org/officeDocument/2006/relationships/image" Target="../media/image17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8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slide" Target="slide12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5.w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6.png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wmf"/><Relationship Id="rId17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4.emf"/><Relationship Id="rId10" Type="http://schemas.openxmlformats.org/officeDocument/2006/relationships/image" Target="../media/image22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5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image" Target="../media/image34.wmf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31.wmf"/><Relationship Id="rId9" Type="http://schemas.openxmlformats.org/officeDocument/2006/relationships/image" Target="../media/image37.png"/><Relationship Id="rId14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28.bin"/><Relationship Id="rId4" Type="http://schemas.openxmlformats.org/officeDocument/2006/relationships/hyperlink" Target="#259,6,&#24187;&#28783;&#29255; 6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hyperlink" Target="#259,6,&#24187;&#28783;&#29255; 6"/><Relationship Id="rId7" Type="http://schemas.openxmlformats.org/officeDocument/2006/relationships/image" Target="../media/image4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6.emf"/><Relationship Id="rId5" Type="http://schemas.openxmlformats.org/officeDocument/2006/relationships/image" Target="../media/image43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51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3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50.e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5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oleObject" Target="../embeddings/oleObject40.bin"/><Relationship Id="rId7" Type="http://schemas.openxmlformats.org/officeDocument/2006/relationships/image" Target="../media/image5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55.w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4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67.emf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68.emf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64.e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emf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image" Target="../media/image69.emf"/><Relationship Id="rId10" Type="http://schemas.openxmlformats.org/officeDocument/2006/relationships/image" Target="../media/image63.emf"/><Relationship Id="rId19" Type="http://schemas.openxmlformats.org/officeDocument/2006/relationships/image" Target="../media/image70.png"/><Relationship Id="rId4" Type="http://schemas.openxmlformats.org/officeDocument/2006/relationships/image" Target="../media/image60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65.emf"/><Relationship Id="rId22" Type="http://schemas.openxmlformats.org/officeDocument/2006/relationships/oleObject" Target="../embeddings/oleObject5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78.e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75.e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7.emf"/><Relationship Id="rId20" Type="http://schemas.openxmlformats.org/officeDocument/2006/relationships/image" Target="../media/image79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56.bin"/><Relationship Id="rId24" Type="http://schemas.openxmlformats.org/officeDocument/2006/relationships/image" Target="../media/image81.wmf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23" Type="http://schemas.openxmlformats.org/officeDocument/2006/relationships/oleObject" Target="../embeddings/oleObject62.bin"/><Relationship Id="rId10" Type="http://schemas.openxmlformats.org/officeDocument/2006/relationships/image" Target="../media/image74.e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71.e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76.emf"/><Relationship Id="rId22" Type="http://schemas.openxmlformats.org/officeDocument/2006/relationships/image" Target="../media/image8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89.e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8.emf"/><Relationship Id="rId20" Type="http://schemas.openxmlformats.org/officeDocument/2006/relationships/image" Target="../media/image90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85.emf"/><Relationship Id="rId19" Type="http://schemas.openxmlformats.org/officeDocument/2006/relationships/oleObject" Target="../embeddings/oleObject71.bin"/><Relationship Id="rId4" Type="http://schemas.openxmlformats.org/officeDocument/2006/relationships/image" Target="../media/image82.e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8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2.e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94.e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7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102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99.emf"/><Relationship Id="rId1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6.e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100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10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4.e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106.emf"/><Relationship Id="rId4" Type="http://schemas.openxmlformats.org/officeDocument/2006/relationships/image" Target="../media/image103.e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10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1.e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1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13" Type="http://schemas.openxmlformats.org/officeDocument/2006/relationships/oleObject" Target="../embeddings/oleObject99.bin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1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e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10" Type="http://schemas.openxmlformats.org/officeDocument/2006/relationships/image" Target="../media/image116.emf"/><Relationship Id="rId4" Type="http://schemas.openxmlformats.org/officeDocument/2006/relationships/image" Target="../media/image113.e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1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13" Type="http://schemas.openxmlformats.org/officeDocument/2006/relationships/oleObject" Target="../embeddings/oleObject106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2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1.e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23.emf"/><Relationship Id="rId4" Type="http://schemas.openxmlformats.org/officeDocument/2006/relationships/image" Target="../media/image120.e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2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30.emf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3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3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4.e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36.emf"/><Relationship Id="rId4" Type="http://schemas.openxmlformats.org/officeDocument/2006/relationships/image" Target="../media/image133.emf"/><Relationship Id="rId9" Type="http://schemas.openxmlformats.org/officeDocument/2006/relationships/oleObject" Target="../embeddings/oleObject11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4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9.e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41.emf"/><Relationship Id="rId4" Type="http://schemas.openxmlformats.org/officeDocument/2006/relationships/image" Target="../media/image138.e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4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oleObject" Target="../embeddings/oleObject131.bin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4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6.e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48.e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5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61.emf"/><Relationship Id="rId3" Type="http://schemas.openxmlformats.org/officeDocument/2006/relationships/oleObject" Target="../embeddings/oleObject132.bin"/><Relationship Id="rId21" Type="http://schemas.openxmlformats.org/officeDocument/2006/relationships/oleObject" Target="../embeddings/oleObject141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58.emf"/><Relationship Id="rId17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emf"/><Relationship Id="rId20" Type="http://schemas.openxmlformats.org/officeDocument/2006/relationships/image" Target="../media/image162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5.emf"/><Relationship Id="rId11" Type="http://schemas.openxmlformats.org/officeDocument/2006/relationships/oleObject" Target="../embeddings/oleObject136.bin"/><Relationship Id="rId24" Type="http://schemas.openxmlformats.org/officeDocument/2006/relationships/image" Target="../media/image164.emf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2.bin"/><Relationship Id="rId10" Type="http://schemas.openxmlformats.org/officeDocument/2006/relationships/image" Target="../media/image157.e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59.emf"/><Relationship Id="rId22" Type="http://schemas.openxmlformats.org/officeDocument/2006/relationships/image" Target="../media/image163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69.emf"/><Relationship Id="rId18" Type="http://schemas.openxmlformats.org/officeDocument/2006/relationships/oleObject" Target="../embeddings/oleObject150.bin"/><Relationship Id="rId3" Type="http://schemas.openxmlformats.org/officeDocument/2006/relationships/hyperlink" Target="#262,12,&#24187;&#28783;&#29255; 12"/><Relationship Id="rId21" Type="http://schemas.openxmlformats.org/officeDocument/2006/relationships/image" Target="../media/image173.emf"/><Relationship Id="rId7" Type="http://schemas.openxmlformats.org/officeDocument/2006/relationships/image" Target="../media/image166.e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7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68.emf"/><Relationship Id="rId5" Type="http://schemas.openxmlformats.org/officeDocument/2006/relationships/image" Target="../media/image165.emf"/><Relationship Id="rId15" Type="http://schemas.openxmlformats.org/officeDocument/2006/relationships/image" Target="../media/image170.emf"/><Relationship Id="rId23" Type="http://schemas.openxmlformats.org/officeDocument/2006/relationships/image" Target="../media/image174.e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72.e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67.e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82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79.emf"/><Relationship Id="rId1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emf"/><Relationship Id="rId20" Type="http://schemas.openxmlformats.org/officeDocument/2006/relationships/image" Target="../media/image183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6.e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78.emf"/><Relationship Id="rId19" Type="http://schemas.openxmlformats.org/officeDocument/2006/relationships/oleObject" Target="../embeddings/oleObject161.bin"/><Relationship Id="rId4" Type="http://schemas.openxmlformats.org/officeDocument/2006/relationships/image" Target="../media/image175.e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80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91.e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88.emf"/><Relationship Id="rId17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emf"/><Relationship Id="rId20" Type="http://schemas.openxmlformats.org/officeDocument/2006/relationships/image" Target="../media/image192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5.e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10" Type="http://schemas.openxmlformats.org/officeDocument/2006/relationships/image" Target="../media/image187.emf"/><Relationship Id="rId19" Type="http://schemas.openxmlformats.org/officeDocument/2006/relationships/oleObject" Target="../embeddings/oleObject170.bin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89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e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200.e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97.e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emf"/><Relationship Id="rId20" Type="http://schemas.openxmlformats.org/officeDocument/2006/relationships/image" Target="../media/image201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4.e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96.e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93.e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98.emf"/><Relationship Id="rId22" Type="http://schemas.openxmlformats.org/officeDocument/2006/relationships/image" Target="../media/image202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210.e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207.e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9.emf"/><Relationship Id="rId20" Type="http://schemas.openxmlformats.org/officeDocument/2006/relationships/image" Target="../media/image211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4.e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213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10" Type="http://schemas.openxmlformats.org/officeDocument/2006/relationships/image" Target="../media/image206.e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203.e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208.emf"/><Relationship Id="rId22" Type="http://schemas.openxmlformats.org/officeDocument/2006/relationships/image" Target="../media/image212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2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3.bin"/><Relationship Id="rId10" Type="http://schemas.openxmlformats.org/officeDocument/2006/relationships/image" Target="../media/image133.e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11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222.emf"/><Relationship Id="rId18" Type="http://schemas.openxmlformats.org/officeDocument/2006/relationships/oleObject" Target="../embeddings/oleObject203.bin"/><Relationship Id="rId3" Type="http://schemas.openxmlformats.org/officeDocument/2006/relationships/hyperlink" Target="#262,12,&#24187;&#28783;&#29255; 12"/><Relationship Id="rId7" Type="http://schemas.openxmlformats.org/officeDocument/2006/relationships/image" Target="../media/image219.e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22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2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221.emf"/><Relationship Id="rId5" Type="http://schemas.openxmlformats.org/officeDocument/2006/relationships/image" Target="../media/image218.emf"/><Relationship Id="rId15" Type="http://schemas.openxmlformats.org/officeDocument/2006/relationships/image" Target="../media/image223.emf"/><Relationship Id="rId10" Type="http://schemas.openxmlformats.org/officeDocument/2006/relationships/oleObject" Target="../embeddings/oleObject199.bin"/><Relationship Id="rId19" Type="http://schemas.openxmlformats.org/officeDocument/2006/relationships/image" Target="../media/image225.e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220.emf"/><Relationship Id="rId14" Type="http://schemas.openxmlformats.org/officeDocument/2006/relationships/oleObject" Target="../embeddings/oleObject20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230.emf"/><Relationship Id="rId3" Type="http://schemas.openxmlformats.org/officeDocument/2006/relationships/hyperlink" Target="#262,12,&#24187;&#28783;&#29255; 12"/><Relationship Id="rId7" Type="http://schemas.openxmlformats.org/officeDocument/2006/relationships/image" Target="../media/image227.emf"/><Relationship Id="rId12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229.emf"/><Relationship Id="rId5" Type="http://schemas.openxmlformats.org/officeDocument/2006/relationships/image" Target="../media/image226.emf"/><Relationship Id="rId15" Type="http://schemas.openxmlformats.org/officeDocument/2006/relationships/image" Target="../media/image231.emf"/><Relationship Id="rId10" Type="http://schemas.openxmlformats.org/officeDocument/2006/relationships/oleObject" Target="../embeddings/oleObject207.bin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28.emf"/><Relationship Id="rId14" Type="http://schemas.openxmlformats.org/officeDocument/2006/relationships/oleObject" Target="../embeddings/oleObject20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e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33.e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35.emf"/><Relationship Id="rId4" Type="http://schemas.openxmlformats.org/officeDocument/2006/relationships/image" Target="../media/image232.emf"/><Relationship Id="rId9" Type="http://schemas.openxmlformats.org/officeDocument/2006/relationships/oleObject" Target="../embeddings/oleObject21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emf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38.e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0" Type="http://schemas.openxmlformats.org/officeDocument/2006/relationships/image" Target="../media/image240.emf"/><Relationship Id="rId4" Type="http://schemas.openxmlformats.org/officeDocument/2006/relationships/image" Target="../media/image237.emf"/><Relationship Id="rId9" Type="http://schemas.openxmlformats.org/officeDocument/2006/relationships/oleObject" Target="../embeddings/oleObject21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49.e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8.emf"/><Relationship Id="rId20" Type="http://schemas.openxmlformats.org/officeDocument/2006/relationships/image" Target="../media/image250.e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224.bin"/><Relationship Id="rId24" Type="http://schemas.openxmlformats.org/officeDocument/2006/relationships/image" Target="../media/image252.emf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23" Type="http://schemas.openxmlformats.org/officeDocument/2006/relationships/oleObject" Target="../embeddings/oleObject230.bin"/><Relationship Id="rId10" Type="http://schemas.openxmlformats.org/officeDocument/2006/relationships/image" Target="../media/image245.e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47.emf"/><Relationship Id="rId22" Type="http://schemas.openxmlformats.org/officeDocument/2006/relationships/image" Target="../media/image251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emf"/><Relationship Id="rId13" Type="http://schemas.openxmlformats.org/officeDocument/2006/relationships/oleObject" Target="../embeddings/oleObject236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5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9.e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54.e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256.emf"/><Relationship Id="rId4" Type="http://schemas.openxmlformats.org/officeDocument/2006/relationships/image" Target="../media/image253.e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58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6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61.e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0" Type="http://schemas.openxmlformats.org/officeDocument/2006/relationships/image" Target="../media/image263.emf"/><Relationship Id="rId4" Type="http://schemas.openxmlformats.org/officeDocument/2006/relationships/image" Target="../media/image260.emf"/><Relationship Id="rId9" Type="http://schemas.openxmlformats.org/officeDocument/2006/relationships/oleObject" Target="../embeddings/oleObject24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3" Type="http://schemas.openxmlformats.org/officeDocument/2006/relationships/oleObject" Target="../embeddings/oleObject243.bin"/><Relationship Id="rId7" Type="http://schemas.openxmlformats.org/officeDocument/2006/relationships/oleObject" Target="../embeddings/oleObject245.bin"/><Relationship Id="rId12" Type="http://schemas.openxmlformats.org/officeDocument/2006/relationships/image" Target="../media/image2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66.emf"/><Relationship Id="rId11" Type="http://schemas.openxmlformats.org/officeDocument/2006/relationships/oleObject" Target="../embeddings/oleObject247.bin"/><Relationship Id="rId5" Type="http://schemas.openxmlformats.org/officeDocument/2006/relationships/oleObject" Target="../embeddings/oleObject244.bin"/><Relationship Id="rId10" Type="http://schemas.openxmlformats.org/officeDocument/2006/relationships/image" Target="../media/image268.wmf"/><Relationship Id="rId4" Type="http://schemas.openxmlformats.org/officeDocument/2006/relationships/image" Target="../media/image265.emf"/><Relationship Id="rId9" Type="http://schemas.openxmlformats.org/officeDocument/2006/relationships/oleObject" Target="../embeddings/oleObject24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61.emf"/><Relationship Id="rId11" Type="http://schemas.openxmlformats.org/officeDocument/2006/relationships/image" Target="../media/image272.png"/><Relationship Id="rId5" Type="http://schemas.openxmlformats.org/officeDocument/2006/relationships/oleObject" Target="../embeddings/oleObject239.bin"/><Relationship Id="rId10" Type="http://schemas.openxmlformats.org/officeDocument/2006/relationships/image" Target="../media/image271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249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emf"/><Relationship Id="rId3" Type="http://schemas.openxmlformats.org/officeDocument/2006/relationships/oleObject" Target="../embeddings/oleObject250.bin"/><Relationship Id="rId7" Type="http://schemas.openxmlformats.org/officeDocument/2006/relationships/oleObject" Target="../embeddings/oleObject252.bin"/><Relationship Id="rId12" Type="http://schemas.openxmlformats.org/officeDocument/2006/relationships/image" Target="../media/image27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74.wmf"/><Relationship Id="rId11" Type="http://schemas.openxmlformats.org/officeDocument/2006/relationships/oleObject" Target="../embeddings/oleObject254.bin"/><Relationship Id="rId5" Type="http://schemas.openxmlformats.org/officeDocument/2006/relationships/oleObject" Target="../embeddings/oleObject251.bin"/><Relationship Id="rId10" Type="http://schemas.openxmlformats.org/officeDocument/2006/relationships/image" Target="../media/image276.emf"/><Relationship Id="rId4" Type="http://schemas.openxmlformats.org/officeDocument/2006/relationships/image" Target="../media/image273.emf"/><Relationship Id="rId9" Type="http://schemas.openxmlformats.org/officeDocument/2006/relationships/oleObject" Target="../embeddings/oleObject25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emf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79.emf"/><Relationship Id="rId5" Type="http://schemas.openxmlformats.org/officeDocument/2006/relationships/oleObject" Target="../embeddings/oleObject256.bin"/><Relationship Id="rId10" Type="http://schemas.openxmlformats.org/officeDocument/2006/relationships/image" Target="../media/image281.emf"/><Relationship Id="rId4" Type="http://schemas.openxmlformats.org/officeDocument/2006/relationships/image" Target="../media/image278.emf"/><Relationship Id="rId9" Type="http://schemas.openxmlformats.org/officeDocument/2006/relationships/oleObject" Target="../embeddings/oleObject25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e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83.e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82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emf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86.emf"/><Relationship Id="rId5" Type="http://schemas.openxmlformats.org/officeDocument/2006/relationships/oleObject" Target="../embeddings/oleObject263.bin"/><Relationship Id="rId10" Type="http://schemas.openxmlformats.org/officeDocument/2006/relationships/image" Target="../media/image288.emf"/><Relationship Id="rId4" Type="http://schemas.openxmlformats.org/officeDocument/2006/relationships/image" Target="../media/image285.emf"/><Relationship Id="rId9" Type="http://schemas.openxmlformats.org/officeDocument/2006/relationships/oleObject" Target="../embeddings/oleObject26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emf"/><Relationship Id="rId13" Type="http://schemas.openxmlformats.org/officeDocument/2006/relationships/oleObject" Target="../embeddings/oleObject262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8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79.e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6.bin"/><Relationship Id="rId10" Type="http://schemas.openxmlformats.org/officeDocument/2006/relationships/image" Target="../media/image282.emf"/><Relationship Id="rId4" Type="http://schemas.openxmlformats.org/officeDocument/2006/relationships/image" Target="../media/image287.e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85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oleObject" Target="../embeddings/oleObject272.bin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271.bin"/><Relationship Id="rId5" Type="http://schemas.openxmlformats.org/officeDocument/2006/relationships/oleObject" Target="../embeddings/oleObject268.bin"/><Relationship Id="rId10" Type="http://schemas.openxmlformats.org/officeDocument/2006/relationships/image" Target="../media/image292.w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29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emf"/><Relationship Id="rId13" Type="http://schemas.openxmlformats.org/officeDocument/2006/relationships/oleObject" Target="../embeddings/oleObject278.bin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9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96.e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0" Type="http://schemas.openxmlformats.org/officeDocument/2006/relationships/image" Target="../media/image298.emf"/><Relationship Id="rId4" Type="http://schemas.openxmlformats.org/officeDocument/2006/relationships/image" Target="../media/image295.e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30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13" Type="http://schemas.openxmlformats.org/officeDocument/2006/relationships/image" Target="../media/image307.png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30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02.e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5" Type="http://schemas.openxmlformats.org/officeDocument/2006/relationships/image" Target="../media/image306.wmf"/><Relationship Id="rId10" Type="http://schemas.openxmlformats.org/officeDocument/2006/relationships/image" Target="../media/image304.emf"/><Relationship Id="rId4" Type="http://schemas.openxmlformats.org/officeDocument/2006/relationships/image" Target="../media/image301.emf"/><Relationship Id="rId9" Type="http://schemas.openxmlformats.org/officeDocument/2006/relationships/oleObject" Target="../embeddings/oleObject282.bin"/><Relationship Id="rId14" Type="http://schemas.openxmlformats.org/officeDocument/2006/relationships/oleObject" Target="../embeddings/oleObject284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png"/><Relationship Id="rId3" Type="http://schemas.openxmlformats.org/officeDocument/2006/relationships/image" Target="../media/image310.png"/><Relationship Id="rId7" Type="http://schemas.openxmlformats.org/officeDocument/2006/relationships/image" Target="../media/image3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08.wmf"/><Relationship Id="rId11" Type="http://schemas.openxmlformats.org/officeDocument/2006/relationships/image" Target="../media/image314.png"/><Relationship Id="rId5" Type="http://schemas.openxmlformats.org/officeDocument/2006/relationships/oleObject" Target="../embeddings/oleObject285.bin"/><Relationship Id="rId10" Type="http://schemas.openxmlformats.org/officeDocument/2006/relationships/image" Target="../media/image309.wmf"/><Relationship Id="rId4" Type="http://schemas.openxmlformats.org/officeDocument/2006/relationships/image" Target="../media/image311.png"/><Relationship Id="rId9" Type="http://schemas.openxmlformats.org/officeDocument/2006/relationships/oleObject" Target="../embeddings/oleObject286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13" Type="http://schemas.openxmlformats.org/officeDocument/2006/relationships/image" Target="../media/image324.png"/><Relationship Id="rId3" Type="http://schemas.openxmlformats.org/officeDocument/2006/relationships/image" Target="../media/image316.png"/><Relationship Id="rId7" Type="http://schemas.openxmlformats.org/officeDocument/2006/relationships/image" Target="../media/image320.png"/><Relationship Id="rId12" Type="http://schemas.openxmlformats.org/officeDocument/2006/relationships/image" Target="../media/image3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19.png"/><Relationship Id="rId11" Type="http://schemas.openxmlformats.org/officeDocument/2006/relationships/oleObject" Target="../embeddings/oleObject287.bin"/><Relationship Id="rId5" Type="http://schemas.openxmlformats.org/officeDocument/2006/relationships/image" Target="../media/image318.png"/><Relationship Id="rId15" Type="http://schemas.openxmlformats.org/officeDocument/2006/relationships/image" Target="../media/image308.wmf"/><Relationship Id="rId10" Type="http://schemas.openxmlformats.org/officeDocument/2006/relationships/image" Target="../media/image323.png"/><Relationship Id="rId4" Type="http://schemas.openxmlformats.org/officeDocument/2006/relationships/image" Target="../media/image317.png"/><Relationship Id="rId9" Type="http://schemas.openxmlformats.org/officeDocument/2006/relationships/image" Target="../media/image322.png"/><Relationship Id="rId14" Type="http://schemas.openxmlformats.org/officeDocument/2006/relationships/oleObject" Target="../embeddings/oleObject285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293.bin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3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292.bin"/><Relationship Id="rId5" Type="http://schemas.openxmlformats.org/officeDocument/2006/relationships/oleObject" Target="../embeddings/oleObject289.bin"/><Relationship Id="rId10" Type="http://schemas.openxmlformats.org/officeDocument/2006/relationships/image" Target="../media/image328.wmf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330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30.wmf"/><Relationship Id="rId5" Type="http://schemas.openxmlformats.org/officeDocument/2006/relationships/oleObject" Target="../embeddings/oleObject295.bin"/><Relationship Id="rId10" Type="http://schemas.openxmlformats.org/officeDocument/2006/relationships/image" Target="../media/image333.png"/><Relationship Id="rId4" Type="http://schemas.openxmlformats.org/officeDocument/2006/relationships/image" Target="../media/image329.wmf"/><Relationship Id="rId9" Type="http://schemas.openxmlformats.org/officeDocument/2006/relationships/image" Target="../media/image33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image" Target="../media/image337.wmf"/><Relationship Id="rId3" Type="http://schemas.openxmlformats.org/officeDocument/2006/relationships/oleObject" Target="../embeddings/oleObject297.bin"/><Relationship Id="rId7" Type="http://schemas.openxmlformats.org/officeDocument/2006/relationships/oleObject" Target="../embeddings/oleObject72.bin"/><Relationship Id="rId12" Type="http://schemas.openxmlformats.org/officeDocument/2006/relationships/oleObject" Target="../embeddings/oleObject3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00.bin"/><Relationship Id="rId5" Type="http://schemas.openxmlformats.org/officeDocument/2006/relationships/oleObject" Target="../embeddings/oleObject298.bin"/><Relationship Id="rId10" Type="http://schemas.openxmlformats.org/officeDocument/2006/relationships/image" Target="../media/image336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299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oleObject" Target="../embeddings/oleObject307.bin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3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39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0" Type="http://schemas.openxmlformats.org/officeDocument/2006/relationships/image" Target="../media/image341.wmf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329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13" Type="http://schemas.openxmlformats.org/officeDocument/2006/relationships/oleObject" Target="../embeddings/oleObject313.bin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347.wmf"/><Relationship Id="rId17" Type="http://schemas.openxmlformats.org/officeDocument/2006/relationships/image" Target="../media/image350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9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44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10" Type="http://schemas.openxmlformats.org/officeDocument/2006/relationships/image" Target="../media/image346.wmf"/><Relationship Id="rId4" Type="http://schemas.openxmlformats.org/officeDocument/2006/relationships/image" Target="../media/image343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348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356.wmf"/><Relationship Id="rId3" Type="http://schemas.openxmlformats.org/officeDocument/2006/relationships/oleObject" Target="../embeddings/oleObject315.bin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353.wmf"/><Relationship Id="rId17" Type="http://schemas.openxmlformats.org/officeDocument/2006/relationships/oleObject" Target="../embeddings/oleObject3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5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46.wmf"/><Relationship Id="rId11" Type="http://schemas.openxmlformats.org/officeDocument/2006/relationships/oleObject" Target="../embeddings/oleObject319.bin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21.bin"/><Relationship Id="rId10" Type="http://schemas.openxmlformats.org/officeDocument/2006/relationships/image" Target="../media/image352.wmf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18.bin"/><Relationship Id="rId14" Type="http://schemas.openxmlformats.org/officeDocument/2006/relationships/image" Target="../media/image354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13" Type="http://schemas.openxmlformats.org/officeDocument/2006/relationships/oleObject" Target="../embeddings/oleObject327.bin"/><Relationship Id="rId3" Type="http://schemas.openxmlformats.org/officeDocument/2006/relationships/oleObject" Target="../embeddings/oleObject323.bin"/><Relationship Id="rId7" Type="http://schemas.openxmlformats.org/officeDocument/2006/relationships/oleObject" Target="../embeddings/oleObject325.bin"/><Relationship Id="rId12" Type="http://schemas.openxmlformats.org/officeDocument/2006/relationships/image" Target="../media/image4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4.bin"/><Relationship Id="rId10" Type="http://schemas.openxmlformats.org/officeDocument/2006/relationships/image" Target="../media/image360.wmf"/><Relationship Id="rId4" Type="http://schemas.openxmlformats.org/officeDocument/2006/relationships/image" Target="../media/image357.wmf"/><Relationship Id="rId9" Type="http://schemas.openxmlformats.org/officeDocument/2006/relationships/oleObject" Target="../embeddings/oleObject326.bin"/><Relationship Id="rId14" Type="http://schemas.openxmlformats.org/officeDocument/2006/relationships/image" Target="../media/image361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wmf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63.wmf"/><Relationship Id="rId5" Type="http://schemas.openxmlformats.org/officeDocument/2006/relationships/oleObject" Target="../embeddings/oleObject329.bin"/><Relationship Id="rId4" Type="http://schemas.openxmlformats.org/officeDocument/2006/relationships/image" Target="../media/image362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4" Type="http://schemas.openxmlformats.org/officeDocument/2006/relationships/image" Target="../media/image365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4" Type="http://schemas.openxmlformats.org/officeDocument/2006/relationships/image" Target="../media/image366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1" descr="C:\My Documents\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838200" y="457200"/>
            <a:ext cx="455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第六章 拉普拉氏变换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1808163" y="25812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1" name="Text Box 5">
            <a:hlinkClick r:id="rId4"/>
          </p:cNvPr>
          <p:cNvSpPr txBox="1">
            <a:spLocks noChangeArrowheads="1"/>
          </p:cNvSpPr>
          <p:nvPr/>
        </p:nvSpPr>
        <p:spPr bwMode="auto">
          <a:xfrm>
            <a:off x="609600" y="2514600"/>
            <a:ext cx="55465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6.2  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拉普拉氏变换的反演</a:t>
            </a:r>
            <a:endParaRPr lang="zh-CN" altLang="en-US" sz="36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2" name="Text Box 6">
            <a:hlinkClick r:id="rId5"/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4695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6.3  </a:t>
            </a:r>
            <a:r>
              <a:rPr lang="zh-CN" altLang="en-US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拉普拉氏变换的应用</a:t>
            </a:r>
          </a:p>
        </p:txBody>
      </p:sp>
      <p:sp>
        <p:nvSpPr>
          <p:cNvPr id="4103" name="Text Box 14">
            <a:hlinkClick r:id="rId6"/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§6.1  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拉普拉斯变换</a:t>
            </a:r>
            <a:endParaRPr lang="zh-CN" altLang="en-US" sz="36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10">
            <a:hlinkClick r:id="rId2"/>
          </p:cNvPr>
          <p:cNvSpPr txBox="1">
            <a:spLocks noChangeArrowheads="1"/>
          </p:cNvSpPr>
          <p:nvPr/>
        </p:nvSpPr>
        <p:spPr bwMode="auto">
          <a:xfrm>
            <a:off x="0" y="1298874"/>
            <a:ext cx="388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傅里叶级数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994463"/>
            <a:ext cx="5040560" cy="3056044"/>
          </a:xfrm>
          <a:prstGeom prst="rect">
            <a:avLst/>
          </a:prstGeom>
        </p:spPr>
      </p:pic>
      <p:sp>
        <p:nvSpPr>
          <p:cNvPr id="4" name="Text Box 210">
            <a:hlinkClick r:id="rId2"/>
          </p:cNvPr>
          <p:cNvSpPr txBox="1">
            <a:spLocks noChangeArrowheads="1"/>
          </p:cNvSpPr>
          <p:nvPr/>
        </p:nvSpPr>
        <p:spPr bwMode="auto">
          <a:xfrm>
            <a:off x="2543156" y="266202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5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傅里叶变换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Text Box 210">
            <a:hlinkClick r:id="rId2"/>
          </p:cNvPr>
          <p:cNvSpPr txBox="1">
            <a:spLocks noChangeArrowheads="1"/>
          </p:cNvSpPr>
          <p:nvPr/>
        </p:nvSpPr>
        <p:spPr bwMode="auto">
          <a:xfrm>
            <a:off x="107504" y="4855127"/>
            <a:ext cx="388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傅里叶变换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156" y="4354918"/>
            <a:ext cx="3684596" cy="2161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6" y="5085184"/>
            <a:ext cx="3182014" cy="115133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auto">
          <a:xfrm>
            <a:off x="107504" y="4775429"/>
            <a:ext cx="2435652" cy="80572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896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0">
            <a:hlinkClick r:id="rId3"/>
          </p:cNvPr>
          <p:cNvSpPr txBox="1">
            <a:spLocks noChangeArrowheads="1"/>
          </p:cNvSpPr>
          <p:nvPr/>
        </p:nvSpPr>
        <p:spPr bwMode="auto">
          <a:xfrm>
            <a:off x="2771800" y="24786"/>
            <a:ext cx="388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傅里叶积分定理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836712"/>
            <a:ext cx="8562299" cy="13383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1988840"/>
            <a:ext cx="5837426" cy="10745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0" y="3481392"/>
            <a:ext cx="4916531" cy="268315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395536" y="1556792"/>
            <a:ext cx="2016224" cy="61830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150145"/>
              </p:ext>
            </p:extLst>
          </p:nvPr>
        </p:nvGraphicFramePr>
        <p:xfrm>
          <a:off x="4966219" y="3315114"/>
          <a:ext cx="4188325" cy="2933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4" name="Equation" r:id="rId7" imgW="1739880" imgH="1218960" progId="Equation.DSMT4">
                  <p:embed/>
                </p:oleObj>
              </mc:Choice>
              <mc:Fallback>
                <p:oleObj name="Equation" r:id="rId7" imgW="173988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6219" y="3315114"/>
                        <a:ext cx="4188325" cy="2933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10">
            <a:hlinkClick r:id="rId3"/>
          </p:cNvPr>
          <p:cNvSpPr txBox="1">
            <a:spLocks noChangeArrowheads="1"/>
          </p:cNvSpPr>
          <p:nvPr/>
        </p:nvSpPr>
        <p:spPr bwMode="auto">
          <a:xfrm>
            <a:off x="3149495" y="6164546"/>
            <a:ext cx="388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充分不必要</a:t>
            </a:r>
          </a:p>
        </p:txBody>
      </p:sp>
    </p:spTree>
    <p:extLst>
      <p:ext uri="{BB962C8B-B14F-4D97-AF65-F5344CB8AC3E}">
        <p14:creationId xmlns:p14="http://schemas.microsoft.com/office/powerpoint/2010/main" val="336913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60648"/>
            <a:ext cx="3901778" cy="83827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0190"/>
            <a:ext cx="4212817" cy="1059188"/>
          </a:xfrm>
          <a:prstGeom prst="rect">
            <a:avLst/>
          </a:prstGeom>
        </p:spPr>
      </p:pic>
      <p:graphicFrame>
        <p:nvGraphicFramePr>
          <p:cNvPr id="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739699"/>
              </p:ext>
            </p:extLst>
          </p:nvPr>
        </p:nvGraphicFramePr>
        <p:xfrm>
          <a:off x="4644008" y="1340768"/>
          <a:ext cx="4140809" cy="1137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3" name="Equation" r:id="rId5" imgW="1638000" imgH="431640" progId="Equation.DSMT4">
                  <p:embed/>
                </p:oleObj>
              </mc:Choice>
              <mc:Fallback>
                <p:oleObj name="Equation" r:id="rId5" imgW="1638000" imgH="431640" progId="Equation.DSMT4">
                  <p:embed/>
                  <p:pic>
                    <p:nvPicPr>
                      <p:cNvPr id="29286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1340768"/>
                        <a:ext cx="4140809" cy="1137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下箭头 4"/>
          <p:cNvSpPr/>
          <p:nvPr/>
        </p:nvSpPr>
        <p:spPr bwMode="auto">
          <a:xfrm rot="3945511">
            <a:off x="3931470" y="909459"/>
            <a:ext cx="299640" cy="122413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0261" y="1553092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怎么取？</a:t>
            </a:r>
          </a:p>
        </p:txBody>
      </p:sp>
      <p:graphicFrame>
        <p:nvGraphicFramePr>
          <p:cNvPr id="7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605629"/>
              </p:ext>
            </p:extLst>
          </p:nvPr>
        </p:nvGraphicFramePr>
        <p:xfrm>
          <a:off x="323528" y="2478114"/>
          <a:ext cx="27924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4" name="Equation" r:id="rId7" imgW="1104840" imgH="355320" progId="Equation.DSMT4">
                  <p:embed/>
                </p:oleObj>
              </mc:Choice>
              <mc:Fallback>
                <p:oleObj name="Equation" r:id="rId7" imgW="1104840" imgH="355320" progId="Equation.DSMT4">
                  <p:embed/>
                  <p:pic>
                    <p:nvPicPr>
                      <p:cNvPr id="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478114"/>
                        <a:ext cx="27924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530499"/>
              </p:ext>
            </p:extLst>
          </p:nvPr>
        </p:nvGraphicFramePr>
        <p:xfrm>
          <a:off x="3421955" y="2593798"/>
          <a:ext cx="1610810" cy="628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5" name="Equation" r:id="rId9" imgW="520560" imgH="203040" progId="Equation.DSMT4">
                  <p:embed/>
                </p:oleObj>
              </mc:Choice>
              <mc:Fallback>
                <p:oleObj name="Equation" r:id="rId9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1955" y="2593798"/>
                        <a:ext cx="1610810" cy="628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箭头 8"/>
          <p:cNvSpPr/>
          <p:nvPr/>
        </p:nvSpPr>
        <p:spPr bwMode="auto">
          <a:xfrm>
            <a:off x="5025169" y="2817011"/>
            <a:ext cx="338957" cy="23054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803401"/>
              </p:ext>
            </p:extLst>
          </p:nvPr>
        </p:nvGraphicFramePr>
        <p:xfrm>
          <a:off x="5535841" y="2392389"/>
          <a:ext cx="22002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6" name="Equation" r:id="rId11" imgW="711000" imgH="330120" progId="Equation.DSMT4">
                  <p:embed/>
                </p:oleObj>
              </mc:Choice>
              <mc:Fallback>
                <p:oleObj name="Equation" r:id="rId11" imgW="711000" imgH="33012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35841" y="2392389"/>
                        <a:ext cx="2200275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787009" y="2681690"/>
            <a:ext cx="1029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收敛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4003" y="5645263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要满足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828683"/>
              </p:ext>
            </p:extLst>
          </p:nvPr>
        </p:nvGraphicFramePr>
        <p:xfrm>
          <a:off x="2547262" y="5347896"/>
          <a:ext cx="326072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7" name="Equation" r:id="rId13" imgW="1054080" imgH="380880" progId="Equation.DSMT4">
                  <p:embed/>
                </p:oleObj>
              </mc:Choice>
              <mc:Fallback>
                <p:oleObj name="Equation" r:id="rId13" imgW="1054080" imgH="38088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47262" y="5347896"/>
                        <a:ext cx="3260725" cy="1179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820042" y="5645264"/>
            <a:ext cx="1029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收敛</a:t>
            </a:r>
          </a:p>
        </p:txBody>
      </p:sp>
      <p:graphicFrame>
        <p:nvGraphicFramePr>
          <p:cNvPr id="15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038677"/>
              </p:ext>
            </p:extLst>
          </p:nvPr>
        </p:nvGraphicFramePr>
        <p:xfrm>
          <a:off x="550551" y="3733268"/>
          <a:ext cx="20542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8" name="Equation" r:id="rId15" imgW="812520" imgH="203040" progId="Equation.DSMT4">
                  <p:embed/>
                </p:oleObj>
              </mc:Choice>
              <mc:Fallback>
                <p:oleObj name="Equation" r:id="rId15" imgW="812520" imgH="203040" progId="Equation.DSMT4">
                  <p:embed/>
                  <p:pic>
                    <p:nvPicPr>
                      <p:cNvPr id="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51" y="3733268"/>
                        <a:ext cx="20542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868325"/>
              </p:ext>
            </p:extLst>
          </p:nvPr>
        </p:nvGraphicFramePr>
        <p:xfrm>
          <a:off x="3390541" y="3542105"/>
          <a:ext cx="356393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9" name="Equation" r:id="rId17" imgW="1409400" imgH="330120" progId="Equation.DSMT4">
                  <p:embed/>
                </p:oleObj>
              </mc:Choice>
              <mc:Fallback>
                <p:oleObj name="Equation" r:id="rId17" imgW="1409400" imgH="330120" progId="Equation.DSMT4">
                  <p:embed/>
                  <p:pic>
                    <p:nvPicPr>
                      <p:cNvPr id="15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541" y="3542105"/>
                        <a:ext cx="3563937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/>
          <p:cNvSpPr/>
          <p:nvPr/>
        </p:nvSpPr>
        <p:spPr bwMode="auto">
          <a:xfrm>
            <a:off x="2754846" y="3915694"/>
            <a:ext cx="338957" cy="23054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43221" y="3684692"/>
            <a:ext cx="1980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解不唯一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337720"/>
              </p:ext>
            </p:extLst>
          </p:nvPr>
        </p:nvGraphicFramePr>
        <p:xfrm>
          <a:off x="788772" y="4155310"/>
          <a:ext cx="22002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0" name="Equation" r:id="rId19" imgW="711000" imgH="330120" progId="Equation.DSMT4">
                  <p:embed/>
                </p:oleObj>
              </mc:Choice>
              <mc:Fallback>
                <p:oleObj name="Equation" r:id="rId19" imgW="711000" imgH="33012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8772" y="4155310"/>
                        <a:ext cx="2200275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039940" y="4444611"/>
            <a:ext cx="1029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收敛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184719" y="4444610"/>
            <a:ext cx="1980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解唯一</a:t>
            </a:r>
          </a:p>
        </p:txBody>
      </p:sp>
      <p:sp>
        <p:nvSpPr>
          <p:cNvPr id="22" name="右箭头 21"/>
          <p:cNvSpPr/>
          <p:nvPr/>
        </p:nvSpPr>
        <p:spPr bwMode="auto">
          <a:xfrm>
            <a:off x="4287901" y="4600684"/>
            <a:ext cx="338957" cy="23054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466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491880" y="44624"/>
            <a:ext cx="2322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5.3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函数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566650"/>
              </p:ext>
            </p:extLst>
          </p:nvPr>
        </p:nvGraphicFramePr>
        <p:xfrm>
          <a:off x="640729" y="1405458"/>
          <a:ext cx="356393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7" name="Equation" r:id="rId4" imgW="1409400" imgH="330120" progId="Equation.DSMT4">
                  <p:embed/>
                </p:oleObj>
              </mc:Choice>
              <mc:Fallback>
                <p:oleObj name="Equation" r:id="rId4" imgW="1409400" imgH="330120" progId="Equation.DSMT4">
                  <p:embed/>
                  <p:pic>
                    <p:nvPicPr>
                      <p:cNvPr id="1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29" y="1405458"/>
                        <a:ext cx="3563937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927843"/>
              </p:ext>
            </p:extLst>
          </p:nvPr>
        </p:nvGraphicFramePr>
        <p:xfrm>
          <a:off x="192261" y="2275408"/>
          <a:ext cx="44608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8" name="Equation" r:id="rId6" imgW="1765080" imgH="431640" progId="Equation.DSMT4">
                  <p:embed/>
                </p:oleObj>
              </mc:Choice>
              <mc:Fallback>
                <p:oleObj name="Equation" r:id="rId6" imgW="1765080" imgH="431640" progId="Equation.DSMT4">
                  <p:embed/>
                  <p:pic>
                    <p:nvPicPr>
                      <p:cNvPr id="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61" y="2275408"/>
                        <a:ext cx="446087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14485" y="3825706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如何确定</a:t>
            </a:r>
            <a:r>
              <a:rPr lang="en-US" altLang="zh-CN" dirty="0"/>
              <a:t>C</a:t>
            </a:r>
            <a:r>
              <a:rPr lang="zh-CN" altLang="en-US" dirty="0"/>
              <a:t>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5576" y="692210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广义傅里叶变换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517508"/>
              </p:ext>
            </p:extLst>
          </p:nvPr>
        </p:nvGraphicFramePr>
        <p:xfrm>
          <a:off x="4860032" y="469962"/>
          <a:ext cx="22002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9" name="Equation" r:id="rId8" imgW="711000" imgH="330120" progId="Equation.DSMT4">
                  <p:embed/>
                </p:oleObj>
              </mc:Choice>
              <mc:Fallback>
                <p:oleObj name="Equation" r:id="rId8" imgW="711000" imgH="33012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60032" y="469962"/>
                        <a:ext cx="2200275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111200" y="759263"/>
            <a:ext cx="1565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不收敛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56448" y="2573288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多了一个未知数！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994" y="4524953"/>
            <a:ext cx="5277133" cy="193251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47664" y="5445224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P88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83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9240"/>
              </p:ext>
            </p:extLst>
          </p:nvPr>
        </p:nvGraphicFramePr>
        <p:xfrm>
          <a:off x="237299" y="4440634"/>
          <a:ext cx="2798763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2" name="公式" r:id="rId3" imgW="1051773" imgH="358030" progId="Equation.3">
                  <p:embed/>
                </p:oleObj>
              </mc:Choice>
              <mc:Fallback>
                <p:oleObj name="公式" r:id="rId3" imgW="1051773" imgH="358030" progId="Equation.3">
                  <p:embed/>
                  <p:pic>
                    <p:nvPicPr>
                      <p:cNvPr id="23861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99" y="4440634"/>
                        <a:ext cx="2798763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51520" y="404664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另一个思路：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87824" y="404664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广义傅里叶变换也满足线性定理</a:t>
            </a:r>
          </a:p>
        </p:txBody>
      </p:sp>
      <p:graphicFrame>
        <p:nvGraphicFramePr>
          <p:cNvPr id="6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631658"/>
              </p:ext>
            </p:extLst>
          </p:nvPr>
        </p:nvGraphicFramePr>
        <p:xfrm>
          <a:off x="205018" y="1279429"/>
          <a:ext cx="356393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3" name="Equation" r:id="rId5" imgW="1409400" imgH="330120" progId="Equation.DSMT4">
                  <p:embed/>
                </p:oleObj>
              </mc:Choice>
              <mc:Fallback>
                <p:oleObj name="Equation" r:id="rId5" imgW="1409400" imgH="330120" progId="Equation.DSMT4">
                  <p:embed/>
                  <p:pic>
                    <p:nvPicPr>
                      <p:cNvPr id="3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18" y="1279429"/>
                        <a:ext cx="3563937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865070"/>
              </p:ext>
            </p:extLst>
          </p:nvPr>
        </p:nvGraphicFramePr>
        <p:xfrm>
          <a:off x="-37478" y="2035757"/>
          <a:ext cx="44608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4" name="Equation" r:id="rId7" imgW="1765080" imgH="431640" progId="Equation.DSMT4">
                  <p:embed/>
                </p:oleObj>
              </mc:Choice>
              <mc:Fallback>
                <p:oleObj name="Equation" r:id="rId7" imgW="1765080" imgH="431640" progId="Equation.DSMT4">
                  <p:embed/>
                  <p:pic>
                    <p:nvPicPr>
                      <p:cNvPr id="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7478" y="2035757"/>
                        <a:ext cx="446087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27576" y="1097826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只要确定</a:t>
            </a:r>
          </a:p>
        </p:txBody>
      </p:sp>
      <p:graphicFrame>
        <p:nvGraphicFramePr>
          <p:cNvPr id="9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883463"/>
              </p:ext>
            </p:extLst>
          </p:nvPr>
        </p:nvGraphicFramePr>
        <p:xfrm>
          <a:off x="5148064" y="1473761"/>
          <a:ext cx="32416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5" name="Equation" r:id="rId9" imgW="1282680" imgH="431640" progId="Equation.DSMT4">
                  <p:embed/>
                </p:oleObj>
              </mc:Choice>
              <mc:Fallback>
                <p:oleObj name="Equation" r:id="rId9" imgW="1282680" imgH="431640" progId="Equation.DSMT4">
                  <p:embed/>
                  <p:pic>
                    <p:nvPicPr>
                      <p:cNvPr id="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1473761"/>
                        <a:ext cx="324167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100605"/>
              </p:ext>
            </p:extLst>
          </p:nvPr>
        </p:nvGraphicFramePr>
        <p:xfrm>
          <a:off x="4067944" y="2943949"/>
          <a:ext cx="5167313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6" name="Equation" r:id="rId11" imgW="2044440" imgH="431640" progId="Equation.DSMT4">
                  <p:embed/>
                </p:oleObj>
              </mc:Choice>
              <mc:Fallback>
                <p:oleObj name="Equation" r:id="rId11" imgW="2044440" imgH="431640" progId="Equation.DSMT4">
                  <p:embed/>
                  <p:pic>
                    <p:nvPicPr>
                      <p:cNvPr id="9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943949"/>
                        <a:ext cx="5167313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下箭头 10"/>
          <p:cNvSpPr/>
          <p:nvPr/>
        </p:nvSpPr>
        <p:spPr bwMode="auto">
          <a:xfrm>
            <a:off x="6651600" y="2610411"/>
            <a:ext cx="368672" cy="33353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5536" y="3855859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已知</a:t>
            </a:r>
          </a:p>
        </p:txBody>
      </p:sp>
      <p:sp>
        <p:nvSpPr>
          <p:cNvPr id="13" name="右箭头 12"/>
          <p:cNvSpPr/>
          <p:nvPr/>
        </p:nvSpPr>
        <p:spPr bwMode="auto">
          <a:xfrm>
            <a:off x="3678705" y="4868892"/>
            <a:ext cx="926891" cy="23979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823" y="5708861"/>
            <a:ext cx="3232325" cy="878621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794169" y="5609562"/>
            <a:ext cx="15452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不严格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但有效</a:t>
            </a:r>
          </a:p>
        </p:txBody>
      </p:sp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907306"/>
              </p:ext>
            </p:extLst>
          </p:nvPr>
        </p:nvGraphicFramePr>
        <p:xfrm>
          <a:off x="4941934" y="4363722"/>
          <a:ext cx="3788003" cy="7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7" name="公式" r:id="rId14" imgW="1737360" imgH="358030" progId="Equation.3">
                  <p:embed/>
                </p:oleObj>
              </mc:Choice>
              <mc:Fallback>
                <p:oleObj name="公式" r:id="rId14" imgW="1737360" imgH="358030" progId="Equation.3">
                  <p:embed/>
                  <p:pic>
                    <p:nvPicPr>
                      <p:cNvPr id="3072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934" y="4363722"/>
                        <a:ext cx="3788003" cy="7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991754"/>
              </p:ext>
            </p:extLst>
          </p:nvPr>
        </p:nvGraphicFramePr>
        <p:xfrm>
          <a:off x="6156176" y="5133349"/>
          <a:ext cx="2335511" cy="744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8" name="公式" r:id="rId16" imgW="1104935" imgH="358030" progId="Equation.3">
                  <p:embed/>
                </p:oleObj>
              </mc:Choice>
              <mc:Fallback>
                <p:oleObj name="公式" r:id="rId16" imgW="1104935" imgH="358030" progId="Equation.3">
                  <p:embed/>
                  <p:pic>
                    <p:nvPicPr>
                      <p:cNvPr id="3072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5133349"/>
                        <a:ext cx="2335511" cy="744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879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7584" y="188640"/>
            <a:ext cx="6912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阶跃函数的广义函数表示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597594"/>
              </p:ext>
            </p:extLst>
          </p:nvPr>
        </p:nvGraphicFramePr>
        <p:xfrm>
          <a:off x="395536" y="1052736"/>
          <a:ext cx="3050865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4" name="Equation" r:id="rId3" imgW="1460160" imgH="482400" progId="Equation.DSMT4">
                  <p:embed/>
                </p:oleObj>
              </mc:Choice>
              <mc:Fallback>
                <p:oleObj name="Equation" r:id="rId3" imgW="1460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1052736"/>
                        <a:ext cx="3050865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536" y="744449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P88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15350"/>
              </p:ext>
            </p:extLst>
          </p:nvPr>
        </p:nvGraphicFramePr>
        <p:xfrm>
          <a:off x="467544" y="2346814"/>
          <a:ext cx="4014006" cy="69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5" name="Equation" r:id="rId5" imgW="1828800" imgH="317160" progId="Equation.DSMT4">
                  <p:embed/>
                </p:oleObj>
              </mc:Choice>
              <mc:Fallback>
                <p:oleObj name="Equation" r:id="rId5" imgW="182880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44" y="2346814"/>
                        <a:ext cx="4014006" cy="696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80808" y="3362887"/>
            <a:ext cx="200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其他表述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07509" y="4324701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r>
              <a:rPr lang="zh-CN" altLang="en-US" dirty="0"/>
              <a:t>型曲线：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7"/>
          <a:srcRect l="8970"/>
          <a:stretch/>
        </p:blipFill>
        <p:spPr>
          <a:xfrm>
            <a:off x="4781523" y="3255245"/>
            <a:ext cx="3654071" cy="3308461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965099" y="4909476"/>
            <a:ext cx="2598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Logistic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方程</a:t>
            </a:r>
            <a:endParaRPr lang="en-US" altLang="zh-CN" b="1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70" y="5675131"/>
            <a:ext cx="2377646" cy="80779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5220072" y="1319746"/>
            <a:ext cx="2966011" cy="1084706"/>
            <a:chOff x="6284993" y="1262108"/>
            <a:chExt cx="2966011" cy="1084706"/>
          </a:xfrm>
        </p:grpSpPr>
        <p:cxnSp>
          <p:nvCxnSpPr>
            <p:cNvPr id="22" name="直接连接符 21"/>
            <p:cNvCxnSpPr/>
            <p:nvPr/>
          </p:nvCxnSpPr>
          <p:spPr bwMode="auto">
            <a:xfrm>
              <a:off x="6284993" y="2346814"/>
              <a:ext cx="1023311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/>
            <p:cNvCxnSpPr/>
            <p:nvPr/>
          </p:nvCxnSpPr>
          <p:spPr bwMode="auto">
            <a:xfrm flipV="1">
              <a:off x="7296259" y="1262108"/>
              <a:ext cx="6815" cy="1084706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6" name="任意多边形 25"/>
            <p:cNvSpPr/>
            <p:nvPr/>
          </p:nvSpPr>
          <p:spPr bwMode="auto">
            <a:xfrm>
              <a:off x="7295745" y="1274323"/>
              <a:ext cx="1955259" cy="857479"/>
            </a:xfrm>
            <a:custGeom>
              <a:avLst/>
              <a:gdLst>
                <a:gd name="connsiteX0" fmla="*/ 0 w 1955259"/>
                <a:gd name="connsiteY0" fmla="*/ 0 h 857479"/>
                <a:gd name="connsiteX1" fmla="*/ 1128408 w 1955259"/>
                <a:gd name="connsiteY1" fmla="*/ 739303 h 857479"/>
                <a:gd name="connsiteX2" fmla="*/ 1955259 w 1955259"/>
                <a:gd name="connsiteY2" fmla="*/ 846307 h 85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55259" h="857479">
                  <a:moveTo>
                    <a:pt x="0" y="0"/>
                  </a:moveTo>
                  <a:cubicBezTo>
                    <a:pt x="401266" y="299126"/>
                    <a:pt x="802532" y="598252"/>
                    <a:pt x="1128408" y="739303"/>
                  </a:cubicBezTo>
                  <a:cubicBezTo>
                    <a:pt x="1454285" y="880354"/>
                    <a:pt x="1704772" y="863330"/>
                    <a:pt x="1955259" y="846307"/>
                  </a:cubicBezTo>
                </a:path>
              </a:pathLst>
            </a:cu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864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806973"/>
              </p:ext>
            </p:extLst>
          </p:nvPr>
        </p:nvGraphicFramePr>
        <p:xfrm>
          <a:off x="180975" y="2974019"/>
          <a:ext cx="31305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5" name="Equation" r:id="rId3" imgW="1498320" imgH="393480" progId="Equation.DSMT4">
                  <p:embed/>
                </p:oleObj>
              </mc:Choice>
              <mc:Fallback>
                <p:oleObj name="Equation" r:id="rId3" imgW="1498320" imgH="3934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975" y="2974019"/>
                        <a:ext cx="3130550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719710"/>
              </p:ext>
            </p:extLst>
          </p:nvPr>
        </p:nvGraphicFramePr>
        <p:xfrm>
          <a:off x="174462" y="3796344"/>
          <a:ext cx="39306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6" name="Equation" r:id="rId5" imgW="1790640" imgH="279360" progId="Equation.DSMT4">
                  <p:embed/>
                </p:oleObj>
              </mc:Choice>
              <mc:Fallback>
                <p:oleObj name="Equation" r:id="rId5" imgW="1790640" imgH="2793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462" y="3796344"/>
                        <a:ext cx="3930650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04248" y="881162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玻尔兹曼分布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7584" y="188640"/>
            <a:ext cx="6912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阶跃函数的广义函数表示和统计力学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897707"/>
              </p:ext>
            </p:extLst>
          </p:nvPr>
        </p:nvGraphicFramePr>
        <p:xfrm>
          <a:off x="198438" y="954088"/>
          <a:ext cx="323691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7" name="Equation" r:id="rId7" imgW="1549080" imgH="482400" progId="Equation.DSMT4">
                  <p:embed/>
                </p:oleObj>
              </mc:Choice>
              <mc:Fallback>
                <p:oleObj name="Equation" r:id="rId7" imgW="1549080" imgH="4824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8438" y="954088"/>
                        <a:ext cx="3236912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7243" y="2943289"/>
            <a:ext cx="2575850" cy="1745719"/>
          </a:xfrm>
          <a:prstGeom prst="rect">
            <a:avLst/>
          </a:prstGeom>
        </p:spPr>
      </p:pic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109248"/>
              </p:ext>
            </p:extLst>
          </p:nvPr>
        </p:nvGraphicFramePr>
        <p:xfrm>
          <a:off x="328613" y="2143125"/>
          <a:ext cx="29829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8" name="Equation" r:id="rId10" imgW="1358640" imgH="279360" progId="Equation.DSMT4">
                  <p:embed/>
                </p:oleObj>
              </mc:Choice>
              <mc:Fallback>
                <p:oleObj name="Equation" r:id="rId10" imgW="1358640" imgH="2793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8613" y="2143125"/>
                        <a:ext cx="2982912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736204" y="3455730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费米</a:t>
            </a:r>
            <a:r>
              <a:rPr lang="en-US" altLang="zh-CN" dirty="0"/>
              <a:t>-</a:t>
            </a:r>
            <a:r>
              <a:rPr lang="zh-CN" altLang="en-US" dirty="0"/>
              <a:t>狄拉克分布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515416"/>
              </p:ext>
            </p:extLst>
          </p:nvPr>
        </p:nvGraphicFramePr>
        <p:xfrm>
          <a:off x="428625" y="4919663"/>
          <a:ext cx="2625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9" name="Equation" r:id="rId12" imgW="1257120" imgH="393480" progId="Equation.DSMT4">
                  <p:embed/>
                </p:oleObj>
              </mc:Choice>
              <mc:Fallback>
                <p:oleObj name="Equation" r:id="rId12" imgW="1257120" imgH="39348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8625" y="4919663"/>
                        <a:ext cx="2625725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063563"/>
              </p:ext>
            </p:extLst>
          </p:nvPr>
        </p:nvGraphicFramePr>
        <p:xfrm>
          <a:off x="454025" y="5859463"/>
          <a:ext cx="29273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0" name="Equation" r:id="rId14" imgW="1333440" imgH="279360" progId="Equation.DSMT4">
                  <p:embed/>
                </p:oleObj>
              </mc:Choice>
              <mc:Fallback>
                <p:oleObj name="Equation" r:id="rId14" imgW="1333440" imgH="2793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4025" y="5859463"/>
                        <a:ext cx="2927350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51128" y="5110417"/>
            <a:ext cx="2452237" cy="14201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48563" y="5321523"/>
            <a:ext cx="23481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波色</a:t>
            </a:r>
            <a:r>
              <a:rPr lang="en-US" altLang="zh-CN" dirty="0"/>
              <a:t>-</a:t>
            </a:r>
            <a:r>
              <a:rPr lang="zh-CN" altLang="en-US" dirty="0"/>
              <a:t>爱因斯坦分布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27470" y="881163"/>
            <a:ext cx="2597554" cy="153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39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484313"/>
            <a:ext cx="86296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210">
            <a:hlinkClick r:id="rId4"/>
          </p:cNvPr>
          <p:cNvSpPr txBox="1">
            <a:spLocks noChangeArrowheads="1"/>
          </p:cNvSpPr>
          <p:nvPr/>
        </p:nvSpPr>
        <p:spPr bwMode="auto">
          <a:xfrm>
            <a:off x="2411413" y="333375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5.2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傅里叶变换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7298" y="4437112"/>
            <a:ext cx="45354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/>
              <a:t>如果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l-GR" altLang="zh-CN" i="1" dirty="0">
                <a:latin typeface="+mn-lt"/>
                <a:cs typeface="Calibri" panose="020F0502020204030204" pitchFamily="34" charset="0"/>
              </a:rPr>
              <a:t>ω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是虚数呢？</a:t>
            </a:r>
            <a:endParaRPr lang="zh-CN" altLang="en-US" dirty="0"/>
          </a:p>
        </p:txBody>
      </p:sp>
      <p:graphicFrame>
        <p:nvGraphicFramePr>
          <p:cNvPr id="5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216894"/>
              </p:ext>
            </p:extLst>
          </p:nvPr>
        </p:nvGraphicFramePr>
        <p:xfrm>
          <a:off x="727377" y="5134492"/>
          <a:ext cx="38131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7" name="公式" r:id="rId5" imgW="1204031" imgH="167561" progId="Equation.3">
                  <p:embed/>
                </p:oleObj>
              </mc:Choice>
              <mc:Fallback>
                <p:oleObj name="公式" r:id="rId5" imgW="1204031" imgH="167561" progId="Equation.3">
                  <p:embed/>
                  <p:pic>
                    <p:nvPicPr>
                      <p:cNvPr id="29081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377" y="5134492"/>
                        <a:ext cx="38131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箭头 1"/>
          <p:cNvSpPr/>
          <p:nvPr/>
        </p:nvSpPr>
        <p:spPr bwMode="auto">
          <a:xfrm>
            <a:off x="4565650" y="5257684"/>
            <a:ext cx="1008112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73762" y="4953550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199" y="5812431"/>
            <a:ext cx="3550451" cy="8935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16016" y="5888914"/>
            <a:ext cx="45354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/>
              <a:t>要求过强，能否简化？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27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8042" name="Rectangle 154"/>
          <p:cNvSpPr>
            <a:spLocks noChangeArrowheads="1"/>
          </p:cNvSpPr>
          <p:nvPr/>
        </p:nvSpPr>
        <p:spPr bwMode="auto">
          <a:xfrm>
            <a:off x="0" y="914400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（一）、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拉普拉氏变换的定义</a:t>
            </a:r>
          </a:p>
        </p:txBody>
      </p:sp>
      <p:sp>
        <p:nvSpPr>
          <p:cNvPr id="7172" name="Text Box 210">
            <a:hlinkClick r:id="rId3"/>
          </p:cNvPr>
          <p:cNvSpPr txBox="1">
            <a:spLocks noChangeArrowheads="1"/>
          </p:cNvSpPr>
          <p:nvPr/>
        </p:nvSpPr>
        <p:spPr bwMode="auto">
          <a:xfrm>
            <a:off x="2438400" y="15240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6.1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拉普拉斯变换</a:t>
            </a:r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101" name="Line 213"/>
          <p:cNvSpPr>
            <a:spLocks noChangeShapeType="1"/>
          </p:cNvSpPr>
          <p:nvPr/>
        </p:nvSpPr>
        <p:spPr bwMode="auto">
          <a:xfrm flipH="1">
            <a:off x="0" y="2590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103" name="Object 215"/>
          <p:cNvGraphicFramePr>
            <a:graphicFrameLocks noChangeAspect="1"/>
          </p:cNvGraphicFramePr>
          <p:nvPr/>
        </p:nvGraphicFramePr>
        <p:xfrm>
          <a:off x="0" y="2590800"/>
          <a:ext cx="8326438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1" name="公式" r:id="rId4" imgW="2712578" imgH="388573" progId="Equation.3">
                  <p:embed/>
                </p:oleObj>
              </mc:Choice>
              <mc:Fallback>
                <p:oleObj name="公式" r:id="rId4" imgW="2712578" imgH="388573" progId="Equation.3">
                  <p:embed/>
                  <p:pic>
                    <p:nvPicPr>
                      <p:cNvPr id="0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90800"/>
                        <a:ext cx="8326438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04" name="Object 216"/>
          <p:cNvGraphicFramePr>
            <a:graphicFrameLocks noChangeAspect="1"/>
          </p:cNvGraphicFramePr>
          <p:nvPr/>
        </p:nvGraphicFramePr>
        <p:xfrm>
          <a:off x="1905000" y="5562600"/>
          <a:ext cx="21399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2" name="公式" r:id="rId6" imgW="693243" imgH="182833" progId="Equation.3">
                  <p:embed/>
                </p:oleObj>
              </mc:Choice>
              <mc:Fallback>
                <p:oleObj name="公式" r:id="rId6" imgW="693243" imgH="182833" progId="Equation.3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562600"/>
                        <a:ext cx="21399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09" name="Rectangle 221"/>
          <p:cNvSpPr>
            <a:spLocks noChangeArrowheads="1"/>
          </p:cNvSpPr>
          <p:nvPr/>
        </p:nvSpPr>
        <p:spPr bwMode="auto">
          <a:xfrm>
            <a:off x="0" y="1524000"/>
            <a:ext cx="8966200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</a:rPr>
              <a:t>对于任意函数 </a:t>
            </a:r>
            <a:r>
              <a:rPr lang="en-US" altLang="zh-CN" sz="2800" b="1" i="1">
                <a:latin typeface="Book Antiqua" panose="02040602050305030304" pitchFamily="18" charset="0"/>
              </a:rPr>
              <a:t>f(t)</a:t>
            </a:r>
            <a:r>
              <a:rPr lang="zh-CN" altLang="en-US" sz="2800" b="1" i="1">
                <a:latin typeface="Book Antiqua" panose="02040602050305030304" pitchFamily="18" charset="0"/>
              </a:rPr>
              <a:t>，设 </a:t>
            </a:r>
            <a:r>
              <a:rPr lang="en-US" altLang="zh-CN" sz="2800" b="1" i="1">
                <a:latin typeface="Book Antiqua" panose="02040602050305030304" pitchFamily="18" charset="0"/>
              </a:rPr>
              <a:t>t&lt;0, f(t)</a:t>
            </a:r>
            <a:r>
              <a:rPr lang="en-US" altLang="zh-CN" sz="2800" b="1" i="1">
                <a:latin typeface="Book Antiqua" panose="02040602050305030304" pitchFamily="18" charset="0"/>
                <a:sym typeface="Symbol" panose="05050102010706020507" pitchFamily="18" charset="2"/>
              </a:rPr>
              <a:t>0,</a:t>
            </a:r>
            <a:r>
              <a:rPr lang="zh-CN" altLang="en-US" sz="2800" b="1">
                <a:latin typeface="Book Antiqua" panose="02040602050305030304" pitchFamily="18" charset="0"/>
                <a:sym typeface="Symbol" panose="05050102010706020507" pitchFamily="18" charset="2"/>
              </a:rPr>
              <a:t>（初始条件补齐）</a:t>
            </a:r>
            <a:r>
              <a:rPr lang="en-US" altLang="zh-CN" sz="2800" b="1">
                <a:latin typeface="Book Antiqua" panose="0204060205030503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i="1">
                <a:latin typeface="Book Antiqua" panose="02040602050305030304" pitchFamily="18" charset="0"/>
                <a:sym typeface="Symbol" panose="05050102010706020507" pitchFamily="18" charset="2"/>
              </a:rPr>
              <a:t>只要  足够大，</a:t>
            </a:r>
            <a:r>
              <a:rPr lang="en-US" altLang="zh-CN" sz="2800" b="1" i="1">
                <a:latin typeface="Book Antiqua" panose="02040602050305030304" pitchFamily="18" charset="0"/>
                <a:sym typeface="Symbol" panose="05050102010706020507" pitchFamily="18" charset="2"/>
              </a:rPr>
              <a:t>g(t)=</a:t>
            </a:r>
            <a:r>
              <a:rPr lang="en-US" altLang="zh-CN" sz="3600" b="1" i="1">
                <a:latin typeface="Book Antiqua" panose="02040602050305030304" pitchFamily="18" charset="0"/>
                <a:sym typeface="Symbol" panose="05050102010706020507" pitchFamily="18" charset="2"/>
              </a:rPr>
              <a:t>f(t)e </a:t>
            </a:r>
            <a:r>
              <a:rPr lang="en-US" altLang="zh-CN" sz="3600" b="1" i="1" baseline="30000">
                <a:latin typeface="Book Antiqua" panose="02040602050305030304" pitchFamily="18" charset="0"/>
                <a:sym typeface="Symbol" panose="05050102010706020507" pitchFamily="18" charset="2"/>
              </a:rPr>
              <a:t>-  t</a:t>
            </a:r>
            <a:r>
              <a:rPr lang="en-US" altLang="zh-CN" sz="2800" b="1" i="1" baseline="30000">
                <a:latin typeface="Book Antiqua" panose="0204060205030503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</a:rPr>
              <a:t>的傅里叶变换为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8110" name="Object 222"/>
          <p:cNvGraphicFramePr>
            <a:graphicFrameLocks noChangeAspect="1"/>
          </p:cNvGraphicFramePr>
          <p:nvPr/>
        </p:nvGraphicFramePr>
        <p:xfrm>
          <a:off x="2286000" y="3733800"/>
          <a:ext cx="4359275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" name="公式" r:id="rId8" imgW="1417533" imgH="388573" progId="Equation.3">
                  <p:embed/>
                </p:oleObj>
              </mc:Choice>
              <mc:Fallback>
                <p:oleObj name="公式" r:id="rId8" imgW="1417533" imgH="388573" progId="Equation.3">
                  <p:embed/>
                  <p:pic>
                    <p:nvPicPr>
                      <p:cNvPr id="0" name="Object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733800"/>
                        <a:ext cx="4359275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11" name="Rectangle 223"/>
          <p:cNvSpPr>
            <a:spLocks noChangeArrowheads="1"/>
          </p:cNvSpPr>
          <p:nvPr/>
        </p:nvSpPr>
        <p:spPr bwMode="auto">
          <a:xfrm>
            <a:off x="0" y="5638800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</a:rPr>
              <a:t>令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8112" name="Rectangle 224"/>
          <p:cNvSpPr>
            <a:spLocks noChangeArrowheads="1"/>
          </p:cNvSpPr>
          <p:nvPr/>
        </p:nvSpPr>
        <p:spPr bwMode="auto">
          <a:xfrm>
            <a:off x="5334000" y="5562600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</a:rPr>
              <a:t>记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8113" name="Object 225"/>
          <p:cNvGraphicFramePr>
            <a:graphicFrameLocks noChangeAspect="1"/>
          </p:cNvGraphicFramePr>
          <p:nvPr/>
        </p:nvGraphicFramePr>
        <p:xfrm>
          <a:off x="6324600" y="5181600"/>
          <a:ext cx="2641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4" name="公式" r:id="rId10" imgW="853582" imgH="411480" progId="Equation.3">
                  <p:embed/>
                </p:oleObj>
              </mc:Choice>
              <mc:Fallback>
                <p:oleObj name="公式" r:id="rId10" imgW="853582" imgH="411480" progId="Equation.3">
                  <p:embed/>
                  <p:pic>
                    <p:nvPicPr>
                      <p:cNvPr id="0" name="Object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181600"/>
                        <a:ext cx="2641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1" name="Line 245"/>
          <p:cNvSpPr>
            <a:spLocks noChangeShapeType="1"/>
          </p:cNvSpPr>
          <p:nvPr/>
        </p:nvSpPr>
        <p:spPr bwMode="auto">
          <a:xfrm flipH="1">
            <a:off x="0" y="2667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182" name="Object 246"/>
          <p:cNvGraphicFramePr>
            <a:graphicFrameLocks noChangeAspect="1"/>
          </p:cNvGraphicFramePr>
          <p:nvPr/>
        </p:nvGraphicFramePr>
        <p:xfrm>
          <a:off x="801688" y="0"/>
          <a:ext cx="69659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7" name="公式" r:id="rId3" imgW="2263034" imgH="411480" progId="Equation.3">
                  <p:embed/>
                </p:oleObj>
              </mc:Choice>
              <mc:Fallback>
                <p:oleObj name="公式" r:id="rId3" imgW="2263034" imgH="411480" progId="Equation.3">
                  <p:embed/>
                  <p:pic>
                    <p:nvPicPr>
                      <p:cNvPr id="0" name="Object 2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0"/>
                        <a:ext cx="69659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88" name="Object 252"/>
          <p:cNvGraphicFramePr>
            <a:graphicFrameLocks noChangeAspect="1"/>
          </p:cNvGraphicFramePr>
          <p:nvPr/>
        </p:nvGraphicFramePr>
        <p:xfrm>
          <a:off x="838200" y="4724400"/>
          <a:ext cx="17526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8" name="公式" r:id="rId5" imgW="693243" imgH="182833" progId="Equation.3">
                  <p:embed/>
                </p:oleObj>
              </mc:Choice>
              <mc:Fallback>
                <p:oleObj name="公式" r:id="rId5" imgW="693243" imgH="182833" progId="Equation.3">
                  <p:embed/>
                  <p:pic>
                    <p:nvPicPr>
                      <p:cNvPr id="0" name="Object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724400"/>
                        <a:ext cx="17526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89" name="Object 253"/>
          <p:cNvGraphicFramePr>
            <a:graphicFrameLocks noChangeAspect="1"/>
          </p:cNvGraphicFramePr>
          <p:nvPr/>
        </p:nvGraphicFramePr>
        <p:xfrm>
          <a:off x="1263650" y="1504950"/>
          <a:ext cx="40465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9" name="公式" r:id="rId7" imgW="1310782" imgH="350394" progId="Equation.3">
                  <p:embed/>
                </p:oleObj>
              </mc:Choice>
              <mc:Fallback>
                <p:oleObj name="公式" r:id="rId7" imgW="1310782" imgH="350394" progId="Equation.3">
                  <p:embed/>
                  <p:pic>
                    <p:nvPicPr>
                      <p:cNvPr id="0" name="Object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1504950"/>
                        <a:ext cx="4046538" cy="10652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90" name="Rectangle 254"/>
          <p:cNvSpPr>
            <a:spLocks noChangeArrowheads="1"/>
          </p:cNvSpPr>
          <p:nvPr/>
        </p:nvSpPr>
        <p:spPr bwMode="auto">
          <a:xfrm>
            <a:off x="6172200" y="1295400"/>
            <a:ext cx="2667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</a:rPr>
              <a:t>称为 </a:t>
            </a:r>
            <a:r>
              <a:rPr lang="en-US" altLang="zh-CN" sz="2800" b="1" i="1">
                <a:latin typeface="Book Antiqua" panose="02040602050305030304" pitchFamily="18" charset="0"/>
              </a:rPr>
              <a:t>f(t) </a:t>
            </a:r>
            <a:r>
              <a:rPr lang="zh-CN" altLang="en-US" sz="2800" b="1">
                <a:latin typeface="Book Antiqua" panose="02040602050305030304" pitchFamily="18" charset="0"/>
              </a:rPr>
              <a:t>的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拉普拉斯变换函数（像函数）</a:t>
            </a:r>
          </a:p>
        </p:txBody>
      </p:sp>
      <p:sp>
        <p:nvSpPr>
          <p:cNvPr id="40191" name="Rectangle 255"/>
          <p:cNvSpPr>
            <a:spLocks noChangeArrowheads="1"/>
          </p:cNvSpPr>
          <p:nvPr/>
        </p:nvSpPr>
        <p:spPr bwMode="auto">
          <a:xfrm>
            <a:off x="381000" y="28956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>
                <a:latin typeface="Book Antiqua" panose="02040602050305030304" pitchFamily="18" charset="0"/>
              </a:rPr>
              <a:t>G(</a:t>
            </a:r>
            <a:r>
              <a:rPr lang="en-US" altLang="zh-CN" sz="2800" b="1" i="1">
                <a:latin typeface="Book Antiqua" panose="0204060205030503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latin typeface="Book Antiqua" panose="02040602050305030304" pitchFamily="18" charset="0"/>
              </a:rPr>
              <a:t>) </a:t>
            </a:r>
            <a:r>
              <a:rPr lang="zh-CN" altLang="en-US" sz="2800" b="1">
                <a:latin typeface="Book Antiqua" panose="02040602050305030304" pitchFamily="18" charset="0"/>
              </a:rPr>
              <a:t>的逆变换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40192" name="Object 256"/>
          <p:cNvGraphicFramePr>
            <a:graphicFrameLocks noChangeAspect="1"/>
          </p:cNvGraphicFramePr>
          <p:nvPr/>
        </p:nvGraphicFramePr>
        <p:xfrm>
          <a:off x="0" y="3429000"/>
          <a:ext cx="50958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0" name="公式" r:id="rId9" imgW="1653575" imgH="319851" progId="Equation.3">
                  <p:embed/>
                </p:oleObj>
              </mc:Choice>
              <mc:Fallback>
                <p:oleObj name="公式" r:id="rId9" imgW="1653575" imgH="319851" progId="Equation.3">
                  <p:embed/>
                  <p:pic>
                    <p:nvPicPr>
                      <p:cNvPr id="0" name="Object 2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29000"/>
                        <a:ext cx="50958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93" name="Object 257"/>
          <p:cNvGraphicFramePr>
            <a:graphicFrameLocks noChangeAspect="1"/>
          </p:cNvGraphicFramePr>
          <p:nvPr/>
        </p:nvGraphicFramePr>
        <p:xfrm>
          <a:off x="5029200" y="3276600"/>
          <a:ext cx="35401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1" name="公式" r:id="rId11" imgW="1150443" imgH="411480" progId="Equation.3">
                  <p:embed/>
                </p:oleObj>
              </mc:Choice>
              <mc:Fallback>
                <p:oleObj name="公式" r:id="rId11" imgW="1150443" imgH="411480" progId="Equation.3">
                  <p:embed/>
                  <p:pic>
                    <p:nvPicPr>
                      <p:cNvPr id="0" name="Object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276600"/>
                        <a:ext cx="354012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94" name="Object 258"/>
          <p:cNvGraphicFramePr>
            <a:graphicFrameLocks noChangeAspect="1"/>
          </p:cNvGraphicFramePr>
          <p:nvPr/>
        </p:nvGraphicFramePr>
        <p:xfrm>
          <a:off x="3124200" y="4724400"/>
          <a:ext cx="17208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2" name="公式" r:id="rId13" imgW="678357" imgH="198104" progId="Equation.3">
                  <p:embed/>
                </p:oleObj>
              </mc:Choice>
              <mc:Fallback>
                <p:oleObj name="公式" r:id="rId13" imgW="678357" imgH="198104" progId="Equation.3">
                  <p:embed/>
                  <p:pic>
                    <p:nvPicPr>
                      <p:cNvPr id="0" name="Object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24400"/>
                        <a:ext cx="17208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95" name="Object 259"/>
          <p:cNvGraphicFramePr>
            <a:graphicFrameLocks noChangeAspect="1"/>
          </p:cNvGraphicFramePr>
          <p:nvPr/>
        </p:nvGraphicFramePr>
        <p:xfrm>
          <a:off x="381000" y="5562600"/>
          <a:ext cx="53292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3" name="公式" r:id="rId15" imgW="1729705" imgH="426751" progId="Equation.3">
                  <p:embed/>
                </p:oleObj>
              </mc:Choice>
              <mc:Fallback>
                <p:oleObj name="公式" r:id="rId15" imgW="1729705" imgH="426751" progId="Equation.3">
                  <p:embed/>
                  <p:pic>
                    <p:nvPicPr>
                      <p:cNvPr id="0" name="Object 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562600"/>
                        <a:ext cx="5329238" cy="1295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96" name="Rectangle 260"/>
          <p:cNvSpPr>
            <a:spLocks noChangeArrowheads="1"/>
          </p:cNvSpPr>
          <p:nvPr/>
        </p:nvSpPr>
        <p:spPr bwMode="auto">
          <a:xfrm>
            <a:off x="6477000" y="57912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</a:rPr>
              <a:t>称 </a:t>
            </a:r>
            <a:r>
              <a:rPr lang="en-US" altLang="zh-CN" sz="2800" b="1" i="1">
                <a:latin typeface="Book Antiqua" panose="02040602050305030304" pitchFamily="18" charset="0"/>
              </a:rPr>
              <a:t>f(t) </a:t>
            </a:r>
            <a:r>
              <a:rPr lang="zh-CN" altLang="en-US" sz="2800" b="1" i="1">
                <a:latin typeface="Book Antiqua" panose="02040602050305030304" pitchFamily="18" charset="0"/>
              </a:rPr>
              <a:t>为原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函数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拉普拉斯变换存在的条件</a:t>
            </a:r>
          </a:p>
        </p:txBody>
      </p:sp>
      <p:graphicFrame>
        <p:nvGraphicFramePr>
          <p:cNvPr id="3" name="Object 253"/>
          <p:cNvGraphicFramePr>
            <a:graphicFrameLocks noChangeAspect="1"/>
          </p:cNvGraphicFramePr>
          <p:nvPr/>
        </p:nvGraphicFramePr>
        <p:xfrm>
          <a:off x="973138" y="1263650"/>
          <a:ext cx="404653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" name="公式" r:id="rId3" imgW="1310782" imgH="350394" progId="Equation.3">
                  <p:embed/>
                </p:oleObj>
              </mc:Choice>
              <mc:Fallback>
                <p:oleObj name="公式" r:id="rId3" imgW="1310782" imgH="350394" progId="Equation.3">
                  <p:embed/>
                  <p:pic>
                    <p:nvPicPr>
                      <p:cNvPr id="0" name="Object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1263650"/>
                        <a:ext cx="4046537" cy="10652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文本框 3"/>
          <p:cNvSpPr txBox="1">
            <a:spLocks noChangeArrowheads="1"/>
          </p:cNvSpPr>
          <p:nvPr/>
        </p:nvSpPr>
        <p:spPr bwMode="auto">
          <a:xfrm>
            <a:off x="5580063" y="1435100"/>
            <a:ext cx="1512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收敛！</a:t>
            </a:r>
          </a:p>
        </p:txBody>
      </p:sp>
      <p:sp>
        <p:nvSpPr>
          <p:cNvPr id="9221" name="文本框 4"/>
          <p:cNvSpPr txBox="1">
            <a:spLocks noChangeArrowheads="1"/>
          </p:cNvSpPr>
          <p:nvPr/>
        </p:nvSpPr>
        <p:spPr bwMode="auto">
          <a:xfrm>
            <a:off x="572919" y="2408817"/>
            <a:ext cx="7993062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1. </a:t>
            </a:r>
            <a:r>
              <a:rPr lang="zh-CN" altLang="en-US" dirty="0"/>
              <a:t>连续：在</a:t>
            </a:r>
            <a:r>
              <a:rPr lang="en-US" altLang="zh-CN" dirty="0"/>
              <a:t>[0,</a:t>
            </a:r>
            <a:r>
              <a:rPr lang="zh-CN" altLang="en-US" dirty="0"/>
              <a:t>∞</a:t>
            </a:r>
            <a:r>
              <a:rPr lang="en-US" altLang="zh-CN" dirty="0"/>
              <a:t>)</a:t>
            </a:r>
            <a:r>
              <a:rPr lang="zh-CN" altLang="en-US" dirty="0"/>
              <a:t>区间除了有限个第一类间断点外，函数</a:t>
            </a:r>
            <a:r>
              <a:rPr lang="en-US" altLang="zh-CN" i="1" dirty="0"/>
              <a:t>f 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zh-CN" altLang="en-US" dirty="0"/>
              <a:t>及其导数处处连续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收敛：存在常数 </a:t>
            </a:r>
            <a:r>
              <a:rPr lang="en-US" altLang="zh-CN" i="1" dirty="0"/>
              <a:t>M</a:t>
            </a:r>
            <a:r>
              <a:rPr lang="en-US" altLang="zh-CN" dirty="0"/>
              <a:t> &gt; 0</a:t>
            </a:r>
            <a:r>
              <a:rPr lang="zh-CN" altLang="en-US" dirty="0"/>
              <a:t>和              ，使对任何</a:t>
            </a:r>
            <a:r>
              <a:rPr lang="en-US" altLang="zh-CN" dirty="0"/>
              <a:t>t</a:t>
            </a:r>
            <a:r>
              <a:rPr lang="zh-CN" altLang="en-US" dirty="0"/>
              <a:t>值（</a:t>
            </a:r>
            <a:r>
              <a:rPr lang="en-US" altLang="zh-CN" dirty="0"/>
              <a:t>0</a:t>
            </a:r>
            <a:r>
              <a:rPr lang="zh-CN" altLang="en-US" dirty="0"/>
              <a:t>≤</a:t>
            </a:r>
            <a:r>
              <a:rPr lang="en-US" altLang="zh-CN" dirty="0"/>
              <a:t>t&lt;</a:t>
            </a:r>
            <a:r>
              <a:rPr lang="zh-CN" altLang="en-US" dirty="0"/>
              <a:t>∞），有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85632" y="3845812"/>
            <a:ext cx="1301125" cy="5847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40693" y="4895693"/>
            <a:ext cx="2770117" cy="58477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9224" name="文本框 10"/>
          <p:cNvSpPr txBox="1">
            <a:spLocks noChangeArrowheads="1"/>
          </p:cNvSpPr>
          <p:nvPr/>
        </p:nvSpPr>
        <p:spPr bwMode="auto">
          <a:xfrm>
            <a:off x="865669" y="5349214"/>
            <a:ext cx="5470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2"/>
                </a:solidFill>
              </a:rPr>
              <a:t>大多数函数满足</a:t>
            </a:r>
          </a:p>
        </p:txBody>
      </p:sp>
      <p:sp>
        <p:nvSpPr>
          <p:cNvPr id="2" name="矩形 1"/>
          <p:cNvSpPr/>
          <p:nvPr/>
        </p:nvSpPr>
        <p:spPr>
          <a:xfrm>
            <a:off x="1763688" y="3430588"/>
            <a:ext cx="5589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第一类间断点：可去间断点</a:t>
            </a:r>
            <a:r>
              <a:rPr lang="en-US" altLang="zh-CN" sz="2400" dirty="0"/>
              <a:t>+</a:t>
            </a:r>
            <a:r>
              <a:rPr lang="zh-CN" altLang="en-US" sz="2400" dirty="0"/>
              <a:t>跳跃间断点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871" y="5300022"/>
            <a:ext cx="1743607" cy="5852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810" y="5335068"/>
            <a:ext cx="2078916" cy="585267"/>
          </a:xfrm>
          <a:prstGeom prst="rect">
            <a:avLst/>
          </a:prstGeom>
        </p:spPr>
      </p:pic>
      <p:graphicFrame>
        <p:nvGraphicFramePr>
          <p:cNvPr id="16" name="Object 2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059585"/>
              </p:ext>
            </p:extLst>
          </p:nvPr>
        </p:nvGraphicFramePr>
        <p:xfrm>
          <a:off x="355600" y="6010991"/>
          <a:ext cx="795655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" name="Equation" r:id="rId9" imgW="4991040" imgH="419040" progId="Equation.DSMT4">
                  <p:embed/>
                </p:oleObj>
              </mc:Choice>
              <mc:Fallback>
                <p:oleObj name="Equation" r:id="rId9" imgW="4991040" imgH="419040" progId="Equation.DSMT4">
                  <p:embed/>
                  <p:pic>
                    <p:nvPicPr>
                      <p:cNvPr id="3" name="Object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6010991"/>
                        <a:ext cx="7956550" cy="655637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81" name="Line 145"/>
          <p:cNvSpPr>
            <a:spLocks noChangeShapeType="1"/>
          </p:cNvSpPr>
          <p:nvPr/>
        </p:nvSpPr>
        <p:spPr bwMode="auto">
          <a:xfrm flipH="1">
            <a:off x="0" y="2667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6882" name="Object 146"/>
          <p:cNvGraphicFramePr>
            <a:graphicFrameLocks noChangeAspect="1"/>
          </p:cNvGraphicFramePr>
          <p:nvPr/>
        </p:nvGraphicFramePr>
        <p:xfrm>
          <a:off x="1447800" y="228600"/>
          <a:ext cx="260667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9" name="公式" r:id="rId3" imgW="845926" imgH="221011" progId="Equation.3">
                  <p:embed/>
                </p:oleObj>
              </mc:Choice>
              <mc:Fallback>
                <p:oleObj name="公式" r:id="rId3" imgW="845926" imgH="221011" progId="Equation.3">
                  <p:embed/>
                  <p:pic>
                    <p:nvPicPr>
                      <p:cNvPr id="0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"/>
                        <a:ext cx="2606675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84" name="Object 148"/>
          <p:cNvGraphicFramePr>
            <a:graphicFrameLocks noChangeAspect="1"/>
          </p:cNvGraphicFramePr>
          <p:nvPr/>
        </p:nvGraphicFramePr>
        <p:xfrm>
          <a:off x="1524000" y="1066800"/>
          <a:ext cx="29178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0" name="公式" r:id="rId5" imgW="945022" imgH="221011" progId="Equation.3">
                  <p:embed/>
                </p:oleObj>
              </mc:Choice>
              <mc:Fallback>
                <p:oleObj name="公式" r:id="rId5" imgW="945022" imgH="221011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066800"/>
                        <a:ext cx="291782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85" name="Rectangle 149"/>
          <p:cNvSpPr>
            <a:spLocks noChangeArrowheads="1"/>
          </p:cNvSpPr>
          <p:nvPr/>
        </p:nvSpPr>
        <p:spPr bwMode="auto">
          <a:xfrm>
            <a:off x="6172200" y="1295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像函数</a:t>
            </a:r>
          </a:p>
        </p:txBody>
      </p:sp>
      <p:sp>
        <p:nvSpPr>
          <p:cNvPr id="116886" name="Rectangle 150"/>
          <p:cNvSpPr>
            <a:spLocks noChangeArrowheads="1"/>
          </p:cNvSpPr>
          <p:nvPr/>
        </p:nvSpPr>
        <p:spPr bwMode="auto">
          <a:xfrm>
            <a:off x="381000" y="28956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  </a:t>
            </a:r>
            <a:r>
              <a:rPr lang="en-US" altLang="zh-CN" sz="2800" b="1" i="1">
                <a:latin typeface="Book Antiqua" panose="02040602050305030304" pitchFamily="18" charset="0"/>
              </a:rPr>
              <a:t>L[1]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16891" name="Rectangle 155"/>
          <p:cNvSpPr>
            <a:spLocks noChangeArrowheads="1"/>
          </p:cNvSpPr>
          <p:nvPr/>
        </p:nvSpPr>
        <p:spPr bwMode="auto">
          <a:xfrm>
            <a:off x="4800600" y="3810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i="1">
                <a:latin typeface="Book Antiqua" panose="02040602050305030304" pitchFamily="18" charset="0"/>
              </a:rPr>
              <a:t>原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函数</a:t>
            </a:r>
            <a:r>
              <a:rPr lang="en-US" altLang="zh-CN" sz="2800" b="1" i="1">
                <a:latin typeface="Book Antiqua" panose="02040602050305030304" pitchFamily="18" charset="0"/>
              </a:rPr>
              <a:t>f(t) </a:t>
            </a:r>
          </a:p>
        </p:txBody>
      </p:sp>
      <p:graphicFrame>
        <p:nvGraphicFramePr>
          <p:cNvPr id="116892" name="Object 156"/>
          <p:cNvGraphicFramePr>
            <a:graphicFrameLocks noChangeAspect="1"/>
          </p:cNvGraphicFramePr>
          <p:nvPr/>
        </p:nvGraphicFramePr>
        <p:xfrm>
          <a:off x="1600200" y="1752600"/>
          <a:ext cx="31892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1" name="公式" r:id="rId7" imgW="1036462" imgH="221011" progId="Equation.3">
                  <p:embed/>
                </p:oleObj>
              </mc:Choice>
              <mc:Fallback>
                <p:oleObj name="公式" r:id="rId7" imgW="1036462" imgH="221011" progId="Equation.3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752600"/>
                        <a:ext cx="318928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93" name="Object 157"/>
          <p:cNvGraphicFramePr>
            <a:graphicFrameLocks noChangeAspect="1"/>
          </p:cNvGraphicFramePr>
          <p:nvPr/>
        </p:nvGraphicFramePr>
        <p:xfrm>
          <a:off x="7391400" y="1219200"/>
          <a:ext cx="1084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2" name="公式" r:id="rId9" imgW="350449" imgH="221011" progId="Equation.3">
                  <p:embed/>
                </p:oleObj>
              </mc:Choice>
              <mc:Fallback>
                <p:oleObj name="公式" r:id="rId9" imgW="350449" imgH="221011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219200"/>
                        <a:ext cx="1084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94" name="Object 158"/>
          <p:cNvGraphicFramePr>
            <a:graphicFrameLocks noChangeAspect="1"/>
          </p:cNvGraphicFramePr>
          <p:nvPr/>
        </p:nvGraphicFramePr>
        <p:xfrm>
          <a:off x="1778000" y="3562350"/>
          <a:ext cx="338455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" name="公式" r:id="rId11" imgW="1097280" imgH="350394" progId="Equation.3">
                  <p:embed/>
                </p:oleObj>
              </mc:Choice>
              <mc:Fallback>
                <p:oleObj name="公式" r:id="rId11" imgW="1097280" imgH="350394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3562350"/>
                        <a:ext cx="338455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95" name="Object 159"/>
          <p:cNvGraphicFramePr>
            <a:graphicFrameLocks noChangeAspect="1"/>
          </p:cNvGraphicFramePr>
          <p:nvPr/>
        </p:nvGraphicFramePr>
        <p:xfrm>
          <a:off x="5181600" y="3429000"/>
          <a:ext cx="89058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4" name="公式" r:id="rId13" imgW="281975" imgH="411480" progId="Equation.3">
                  <p:embed/>
                </p:oleObj>
              </mc:Choice>
              <mc:Fallback>
                <p:oleObj name="公式" r:id="rId13" imgW="281975" imgH="411480" progId="Equation.3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429000"/>
                        <a:ext cx="89058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96" name="Object 160"/>
          <p:cNvGraphicFramePr>
            <a:graphicFrameLocks noChangeAspect="1"/>
          </p:cNvGraphicFramePr>
          <p:nvPr/>
        </p:nvGraphicFramePr>
        <p:xfrm>
          <a:off x="666750" y="4987925"/>
          <a:ext cx="17145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5" name="Equation" r:id="rId15" imgW="548640" imgH="411480" progId="Equation.DSMT4">
                  <p:embed/>
                </p:oleObj>
              </mc:Choice>
              <mc:Fallback>
                <p:oleObj name="Equation" r:id="rId15" imgW="548640" imgH="411480" progId="Equation.DSMT4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987925"/>
                        <a:ext cx="1714500" cy="126047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97" name="Object 161"/>
          <p:cNvGraphicFramePr>
            <a:graphicFrameLocks noChangeAspect="1"/>
          </p:cNvGraphicFramePr>
          <p:nvPr/>
        </p:nvGraphicFramePr>
        <p:xfrm>
          <a:off x="2706688" y="5446713"/>
          <a:ext cx="18923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6" name="Equation" r:id="rId17" imgW="655391" imgH="198104" progId="Equation.DSMT4">
                  <p:embed/>
                </p:oleObj>
              </mc:Choice>
              <mc:Fallback>
                <p:oleObj name="Equation" r:id="rId17" imgW="655391" imgH="198104" progId="Equation.DSMT4">
                  <p:embed/>
                  <p:pic>
                    <p:nvPicPr>
                      <p:cNvPr id="0" name="Object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8" y="5446713"/>
                        <a:ext cx="18923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98" name="Rectangle 162"/>
          <p:cNvSpPr>
            <a:spLocks noChangeArrowheads="1"/>
          </p:cNvSpPr>
          <p:nvPr/>
        </p:nvSpPr>
        <p:spPr bwMode="auto">
          <a:xfrm>
            <a:off x="0" y="37338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pic>
        <p:nvPicPr>
          <p:cNvPr id="10255" name="图片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2587625"/>
            <a:ext cx="44005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6" name="下箭头 3"/>
          <p:cNvSpPr>
            <a:spLocks noChangeArrowheads="1"/>
          </p:cNvSpPr>
          <p:nvPr/>
        </p:nvSpPr>
        <p:spPr bwMode="auto">
          <a:xfrm>
            <a:off x="6948488" y="3733800"/>
            <a:ext cx="287337" cy="1254125"/>
          </a:xfrm>
          <a:prstGeom prst="downArrow">
            <a:avLst>
              <a:gd name="adj1" fmla="val 50000"/>
              <a:gd name="adj2" fmla="val 5011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0" name="Object 44"/>
          <p:cNvGraphicFramePr>
            <a:graphicFrameLocks noChangeAspect="1"/>
          </p:cNvGraphicFramePr>
          <p:nvPr/>
        </p:nvGraphicFramePr>
        <p:xfrm>
          <a:off x="5549900" y="4960938"/>
          <a:ext cx="30845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7" name="Equation" r:id="rId20" imgW="939600" imgH="203040" progId="Equation.DSMT4">
                  <p:embed/>
                </p:oleObj>
              </mc:Choice>
              <mc:Fallback>
                <p:oleObj name="Equation" r:id="rId20" imgW="939600" imgH="20304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00" y="4960938"/>
                        <a:ext cx="30845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4"/>
          <p:cNvGraphicFramePr>
            <a:graphicFrameLocks noChangeAspect="1"/>
          </p:cNvGraphicFramePr>
          <p:nvPr/>
        </p:nvGraphicFramePr>
        <p:xfrm>
          <a:off x="6072188" y="5507038"/>
          <a:ext cx="214471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8" name="公式" r:id="rId22" imgW="807649" imgH="411480" progId="Equation.3">
                  <p:embed/>
                </p:oleObj>
              </mc:Choice>
              <mc:Fallback>
                <p:oleObj name="公式" r:id="rId22" imgW="807649" imgH="411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5507038"/>
                        <a:ext cx="2144712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25" name="Line 213"/>
          <p:cNvSpPr>
            <a:spLocks noChangeShapeType="1"/>
          </p:cNvSpPr>
          <p:nvPr/>
        </p:nvSpPr>
        <p:spPr bwMode="auto">
          <a:xfrm flipH="1">
            <a:off x="0" y="449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129" name="Rectangle 217"/>
          <p:cNvSpPr>
            <a:spLocks noChangeArrowheads="1"/>
          </p:cNvSpPr>
          <p:nvPr/>
        </p:nvSpPr>
        <p:spPr bwMode="auto">
          <a:xfrm>
            <a:off x="0" y="0"/>
            <a:ext cx="4038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  </a:t>
            </a:r>
            <a:r>
              <a:rPr lang="en-US" altLang="zh-CN" sz="4000" b="1" i="1">
                <a:latin typeface="Book Antiqua" panose="02040602050305030304" pitchFamily="18" charset="0"/>
              </a:rPr>
              <a:t>L[t],   L[t</a:t>
            </a:r>
            <a:r>
              <a:rPr lang="en-US" altLang="zh-CN" sz="4000" b="1" i="1" baseline="30000">
                <a:latin typeface="Book Antiqua" panose="02040602050305030304" pitchFamily="18" charset="0"/>
              </a:rPr>
              <a:t>n</a:t>
            </a:r>
            <a:r>
              <a:rPr lang="en-US" altLang="zh-CN" sz="4000" b="1" i="1">
                <a:latin typeface="Book Antiqua" panose="02040602050305030304" pitchFamily="18" charset="0"/>
              </a:rPr>
              <a:t>]</a:t>
            </a:r>
            <a:r>
              <a:rPr lang="en-US" altLang="zh-CN" sz="2800" b="1" i="1">
                <a:latin typeface="Book Antiqua" panose="02040602050305030304" pitchFamily="18" charset="0"/>
              </a:rPr>
              <a:t> </a:t>
            </a:r>
          </a:p>
        </p:txBody>
      </p:sp>
      <p:graphicFrame>
        <p:nvGraphicFramePr>
          <p:cNvPr id="39133" name="Object 221"/>
          <p:cNvGraphicFramePr>
            <a:graphicFrameLocks noChangeAspect="1"/>
          </p:cNvGraphicFramePr>
          <p:nvPr/>
        </p:nvGraphicFramePr>
        <p:xfrm>
          <a:off x="349250" y="4781550"/>
          <a:ext cx="377507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0" name="公式" r:id="rId3" imgW="1226997" imgH="350394" progId="Equation.3">
                  <p:embed/>
                </p:oleObj>
              </mc:Choice>
              <mc:Fallback>
                <p:oleObj name="公式" r:id="rId3" imgW="1226997" imgH="350394" progId="Equation.3">
                  <p:embed/>
                  <p:pic>
                    <p:nvPicPr>
                      <p:cNvPr id="0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4781550"/>
                        <a:ext cx="3775075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37" name="Object 225"/>
          <p:cNvGraphicFramePr>
            <a:graphicFrameLocks noChangeAspect="1"/>
          </p:cNvGraphicFramePr>
          <p:nvPr/>
        </p:nvGraphicFramePr>
        <p:xfrm>
          <a:off x="4114800" y="4572000"/>
          <a:ext cx="1512888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" name="公式" r:id="rId5" imgW="487822" imgH="426751" progId="Equation.3">
                  <p:embed/>
                </p:oleObj>
              </mc:Choice>
              <mc:Fallback>
                <p:oleObj name="公式" r:id="rId5" imgW="487822" imgH="426751" progId="Equation.3">
                  <p:embed/>
                  <p:pic>
                    <p:nvPicPr>
                      <p:cNvPr id="0" name="Object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572000"/>
                        <a:ext cx="1512888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38" name="Object 226"/>
          <p:cNvGraphicFramePr>
            <a:graphicFrameLocks noChangeAspect="1"/>
          </p:cNvGraphicFramePr>
          <p:nvPr/>
        </p:nvGraphicFramePr>
        <p:xfrm>
          <a:off x="1371600" y="685800"/>
          <a:ext cx="33861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2" name="公式" r:id="rId7" imgW="1097280" imgH="350394" progId="Equation.3">
                  <p:embed/>
                </p:oleObj>
              </mc:Choice>
              <mc:Fallback>
                <p:oleObj name="公式" r:id="rId7" imgW="1097280" imgH="350394" progId="Equation.3">
                  <p:embed/>
                  <p:pic>
                    <p:nvPicPr>
                      <p:cNvPr id="0" name="Object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85800"/>
                        <a:ext cx="338613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39" name="Object 227"/>
          <p:cNvGraphicFramePr>
            <a:graphicFrameLocks noChangeAspect="1"/>
          </p:cNvGraphicFramePr>
          <p:nvPr/>
        </p:nvGraphicFramePr>
        <p:xfrm>
          <a:off x="4800600" y="609600"/>
          <a:ext cx="369570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3" name="公式" r:id="rId9" imgW="1196375" imgH="426751" progId="Equation.3">
                  <p:embed/>
                </p:oleObj>
              </mc:Choice>
              <mc:Fallback>
                <p:oleObj name="公式" r:id="rId9" imgW="1196375" imgH="426751" progId="Equation.3">
                  <p:embed/>
                  <p:pic>
                    <p:nvPicPr>
                      <p:cNvPr id="0" name="Object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609600"/>
                        <a:ext cx="3695700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40" name="Object 228"/>
          <p:cNvGraphicFramePr>
            <a:graphicFrameLocks noChangeAspect="1"/>
          </p:cNvGraphicFramePr>
          <p:nvPr/>
        </p:nvGraphicFramePr>
        <p:xfrm>
          <a:off x="2209800" y="1828800"/>
          <a:ext cx="48768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4" name="公式" r:id="rId11" imgW="1691853" imgH="411480" progId="Equation.3">
                  <p:embed/>
                </p:oleObj>
              </mc:Choice>
              <mc:Fallback>
                <p:oleObj name="公式" r:id="rId11" imgW="1691853" imgH="411480" progId="Equation.3">
                  <p:embed/>
                  <p:pic>
                    <p:nvPicPr>
                      <p:cNvPr id="0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28800"/>
                        <a:ext cx="48768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41" name="Object 229"/>
          <p:cNvGraphicFramePr>
            <a:graphicFrameLocks noChangeAspect="1"/>
          </p:cNvGraphicFramePr>
          <p:nvPr/>
        </p:nvGraphicFramePr>
        <p:xfrm>
          <a:off x="1524000" y="3124200"/>
          <a:ext cx="17780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5" name="公式" r:id="rId13" imgW="617114" imgH="411480" progId="Equation.3">
                  <p:embed/>
                </p:oleObj>
              </mc:Choice>
              <mc:Fallback>
                <p:oleObj name="公式" r:id="rId13" imgW="617114" imgH="411480" progId="Equation.3">
                  <p:embed/>
                  <p:pic>
                    <p:nvPicPr>
                      <p:cNvPr id="0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24200"/>
                        <a:ext cx="1778000" cy="126047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42" name="Object 230"/>
          <p:cNvGraphicFramePr>
            <a:graphicFrameLocks noChangeAspect="1"/>
          </p:cNvGraphicFramePr>
          <p:nvPr/>
        </p:nvGraphicFramePr>
        <p:xfrm>
          <a:off x="4343400" y="3505200"/>
          <a:ext cx="18923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6" name="公式" r:id="rId15" imgW="655391" imgH="198104" progId="Equation.3">
                  <p:embed/>
                </p:oleObj>
              </mc:Choice>
              <mc:Fallback>
                <p:oleObj name="公式" r:id="rId15" imgW="655391" imgH="198104" progId="Equation.3">
                  <p:embed/>
                  <p:pic>
                    <p:nvPicPr>
                      <p:cNvPr id="0" name="Object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05200"/>
                        <a:ext cx="18923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43" name="Object 231"/>
          <p:cNvGraphicFramePr>
            <a:graphicFrameLocks noChangeAspect="1"/>
          </p:cNvGraphicFramePr>
          <p:nvPr/>
        </p:nvGraphicFramePr>
        <p:xfrm>
          <a:off x="6477000" y="5029200"/>
          <a:ext cx="18923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7" name="公式" r:id="rId17" imgW="655391" imgH="198104" progId="Equation.3">
                  <p:embed/>
                </p:oleObj>
              </mc:Choice>
              <mc:Fallback>
                <p:oleObj name="公式" r:id="rId17" imgW="655391" imgH="198104" progId="Equation.3">
                  <p:embed/>
                  <p:pic>
                    <p:nvPicPr>
                      <p:cNvPr id="0" name="Object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029200"/>
                        <a:ext cx="18923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44" name="Rectangle 232"/>
          <p:cNvSpPr>
            <a:spLocks noChangeArrowheads="1"/>
          </p:cNvSpPr>
          <p:nvPr/>
        </p:nvSpPr>
        <p:spPr bwMode="auto">
          <a:xfrm>
            <a:off x="0" y="9144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39145" name="Object 233"/>
          <p:cNvGraphicFramePr>
            <a:graphicFrameLocks noChangeAspect="1"/>
          </p:cNvGraphicFramePr>
          <p:nvPr/>
        </p:nvGraphicFramePr>
        <p:xfrm>
          <a:off x="7086600" y="1828800"/>
          <a:ext cx="101441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8" name="公式" r:id="rId19" imgW="350449" imgH="411480" progId="Equation.3">
                  <p:embed/>
                </p:oleObj>
              </mc:Choice>
              <mc:Fallback>
                <p:oleObj name="公式" r:id="rId19" imgW="350449" imgH="411480" progId="Equation.3">
                  <p:embed/>
                  <p:pic>
                    <p:nvPicPr>
                      <p:cNvPr id="0" name="Object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828800"/>
                        <a:ext cx="101441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46" name="Object 234"/>
          <p:cNvGraphicFramePr>
            <a:graphicFrameLocks noChangeAspect="1"/>
          </p:cNvGraphicFramePr>
          <p:nvPr/>
        </p:nvGraphicFramePr>
        <p:xfrm>
          <a:off x="533400" y="5791200"/>
          <a:ext cx="25288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9" name="公式" r:id="rId21" imgW="815305" imgH="426751" progId="Equation.3">
                  <p:embed/>
                </p:oleObj>
              </mc:Choice>
              <mc:Fallback>
                <p:oleObj name="公式" r:id="rId21" imgW="815305" imgH="426751" progId="Equation.3">
                  <p:embed/>
                  <p:pic>
                    <p:nvPicPr>
                      <p:cNvPr id="0" name="Object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91200"/>
                        <a:ext cx="2528888" cy="106680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056803"/>
              </p:ext>
            </p:extLst>
          </p:nvPr>
        </p:nvGraphicFramePr>
        <p:xfrm>
          <a:off x="4080737" y="5791200"/>
          <a:ext cx="4142763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0" name="Equation" r:id="rId23" imgW="1498320" imgH="330120" progId="Equation.DSMT4">
                  <p:embed/>
                </p:oleObj>
              </mc:Choice>
              <mc:Fallback>
                <p:oleObj name="Equation" r:id="rId23" imgW="14983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80737" y="5791200"/>
                        <a:ext cx="4142763" cy="91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03" name="Line 319"/>
          <p:cNvSpPr>
            <a:spLocks noChangeShapeType="1"/>
          </p:cNvSpPr>
          <p:nvPr/>
        </p:nvSpPr>
        <p:spPr bwMode="auto">
          <a:xfrm flipH="1">
            <a:off x="0" y="4572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04" name="Rectangle 320"/>
          <p:cNvSpPr>
            <a:spLocks noChangeArrowheads="1"/>
          </p:cNvSpPr>
          <p:nvPr/>
        </p:nvSpPr>
        <p:spPr bwMode="auto">
          <a:xfrm>
            <a:off x="0" y="0"/>
            <a:ext cx="4876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  </a:t>
            </a:r>
            <a:r>
              <a:rPr lang="zh-CN" altLang="zh-CN" sz="4000" b="1" i="1">
                <a:latin typeface="Book Antiqua" panose="02040602050305030304" pitchFamily="18" charset="0"/>
              </a:rPr>
              <a:t>  </a:t>
            </a:r>
            <a:r>
              <a:rPr lang="en-US" altLang="zh-CN" sz="4000" b="1" i="1">
                <a:latin typeface="Book Antiqua" panose="02040602050305030304" pitchFamily="18" charset="0"/>
              </a:rPr>
              <a:t>L[e</a:t>
            </a:r>
            <a:r>
              <a:rPr lang="en-US" altLang="zh-CN" sz="4000" b="1" i="1" baseline="30000">
                <a:latin typeface="Book Antiqua" panose="02040602050305030304" pitchFamily="18" charset="0"/>
              </a:rPr>
              <a:t>st</a:t>
            </a:r>
            <a:r>
              <a:rPr lang="en-US" altLang="zh-CN" sz="4000" b="1" i="1">
                <a:latin typeface="Book Antiqua" panose="02040602050305030304" pitchFamily="18" charset="0"/>
              </a:rPr>
              <a:t>]</a:t>
            </a:r>
            <a:r>
              <a:rPr lang="en-US" altLang="zh-CN" sz="2800" b="1" i="1">
                <a:latin typeface="Book Antiqua" panose="02040602050305030304" pitchFamily="18" charset="0"/>
              </a:rPr>
              <a:t> , s</a:t>
            </a:r>
            <a:r>
              <a:rPr lang="zh-CN" altLang="zh-CN" sz="2800" b="1" i="1">
                <a:latin typeface="Book Antiqua" panose="02040602050305030304" pitchFamily="18" charset="0"/>
              </a:rPr>
              <a:t>为常数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graphicFrame>
        <p:nvGraphicFramePr>
          <p:cNvPr id="42305" name="Object 321"/>
          <p:cNvGraphicFramePr>
            <a:graphicFrameLocks noChangeAspect="1"/>
          </p:cNvGraphicFramePr>
          <p:nvPr/>
        </p:nvGraphicFramePr>
        <p:xfrm>
          <a:off x="609600" y="4648200"/>
          <a:ext cx="471011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7" name="公式" r:id="rId3" imgW="1531514" imgH="350394" progId="Equation.3">
                  <p:embed/>
                </p:oleObj>
              </mc:Choice>
              <mc:Fallback>
                <p:oleObj name="公式" r:id="rId3" imgW="1531514" imgH="350394" progId="Equation.3">
                  <p:embed/>
                  <p:pic>
                    <p:nvPicPr>
                      <p:cNvPr id="0" name="Object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48200"/>
                        <a:ext cx="471011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06" name="Object 322"/>
          <p:cNvGraphicFramePr>
            <a:graphicFrameLocks noChangeAspect="1"/>
          </p:cNvGraphicFramePr>
          <p:nvPr/>
        </p:nvGraphicFramePr>
        <p:xfrm>
          <a:off x="685800" y="5638800"/>
          <a:ext cx="38925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8" name="公式" r:id="rId5" imgW="1264849" imgH="426751" progId="Equation.3">
                  <p:embed/>
                </p:oleObj>
              </mc:Choice>
              <mc:Fallback>
                <p:oleObj name="公式" r:id="rId5" imgW="1264849" imgH="426751" progId="Equation.3">
                  <p:embed/>
                  <p:pic>
                    <p:nvPicPr>
                      <p:cNvPr id="0" name="Object 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638800"/>
                        <a:ext cx="3892550" cy="121920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07" name="Object 323"/>
          <p:cNvGraphicFramePr>
            <a:graphicFrameLocks noChangeAspect="1"/>
          </p:cNvGraphicFramePr>
          <p:nvPr/>
        </p:nvGraphicFramePr>
        <p:xfrm>
          <a:off x="1041400" y="838200"/>
          <a:ext cx="404812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9" name="公式" r:id="rId7" imgW="1310782" imgH="350394" progId="Equation.3">
                  <p:embed/>
                </p:oleObj>
              </mc:Choice>
              <mc:Fallback>
                <p:oleObj name="公式" r:id="rId7" imgW="1310782" imgH="350394" progId="Equation.3">
                  <p:embed/>
                  <p:pic>
                    <p:nvPicPr>
                      <p:cNvPr id="0" name="Object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838200"/>
                        <a:ext cx="4048125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09" name="Object 325"/>
          <p:cNvGraphicFramePr>
            <a:graphicFrameLocks noChangeAspect="1"/>
          </p:cNvGraphicFramePr>
          <p:nvPr/>
        </p:nvGraphicFramePr>
        <p:xfrm>
          <a:off x="2133600" y="1828800"/>
          <a:ext cx="331311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0" name="公式" r:id="rId9" imgW="1150443" imgH="411480" progId="Equation.3">
                  <p:embed/>
                </p:oleObj>
              </mc:Choice>
              <mc:Fallback>
                <p:oleObj name="公式" r:id="rId9" imgW="1150443" imgH="411480" progId="Equation.3">
                  <p:embed/>
                  <p:pic>
                    <p:nvPicPr>
                      <p:cNvPr id="0" name="Object 3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828800"/>
                        <a:ext cx="331311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10" name="Object 326"/>
          <p:cNvGraphicFramePr>
            <a:graphicFrameLocks noChangeAspect="1"/>
          </p:cNvGraphicFramePr>
          <p:nvPr/>
        </p:nvGraphicFramePr>
        <p:xfrm>
          <a:off x="1828800" y="3200400"/>
          <a:ext cx="24701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1" name="公式" r:id="rId11" imgW="853582" imgH="411480" progId="Equation.3">
                  <p:embed/>
                </p:oleObj>
              </mc:Choice>
              <mc:Fallback>
                <p:oleObj name="公式" r:id="rId11" imgW="853582" imgH="411480" progId="Equation.3">
                  <p:embed/>
                  <p:pic>
                    <p:nvPicPr>
                      <p:cNvPr id="0" name="Object 3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00400"/>
                        <a:ext cx="2470150" cy="126047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11" name="Object 327"/>
          <p:cNvGraphicFramePr>
            <a:graphicFrameLocks noChangeAspect="1"/>
          </p:cNvGraphicFramePr>
          <p:nvPr/>
        </p:nvGraphicFramePr>
        <p:xfrm>
          <a:off x="6324600" y="3505200"/>
          <a:ext cx="24384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2" name="公式" r:id="rId13" imgW="845926" imgH="198104" progId="Equation.3">
                  <p:embed/>
                </p:oleObj>
              </mc:Choice>
              <mc:Fallback>
                <p:oleObj name="公式" r:id="rId13" imgW="845926" imgH="198104" progId="Equation.3">
                  <p:embed/>
                  <p:pic>
                    <p:nvPicPr>
                      <p:cNvPr id="0" name="Object 3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05200"/>
                        <a:ext cx="24384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12" name="Object 328"/>
          <p:cNvGraphicFramePr>
            <a:graphicFrameLocks noChangeAspect="1"/>
          </p:cNvGraphicFramePr>
          <p:nvPr/>
        </p:nvGraphicFramePr>
        <p:xfrm>
          <a:off x="6705600" y="6251575"/>
          <a:ext cx="24384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3" name="公式" r:id="rId15" imgW="845926" imgH="198104" progId="Equation.3">
                  <p:embed/>
                </p:oleObj>
              </mc:Choice>
              <mc:Fallback>
                <p:oleObj name="公式" r:id="rId15" imgW="845926" imgH="198104" progId="Equation.3">
                  <p:embed/>
                  <p:pic>
                    <p:nvPicPr>
                      <p:cNvPr id="0" name="Object 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6251575"/>
                        <a:ext cx="24384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13" name="Rectangle 329"/>
          <p:cNvSpPr>
            <a:spLocks noChangeArrowheads="1"/>
          </p:cNvSpPr>
          <p:nvPr/>
        </p:nvSpPr>
        <p:spPr bwMode="auto">
          <a:xfrm>
            <a:off x="0" y="10668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42314" name="Object 330"/>
          <p:cNvGraphicFramePr>
            <a:graphicFrameLocks noChangeAspect="1"/>
          </p:cNvGraphicFramePr>
          <p:nvPr/>
        </p:nvGraphicFramePr>
        <p:xfrm>
          <a:off x="5486400" y="1752600"/>
          <a:ext cx="141446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4" name="公式" r:id="rId17" imgW="487822" imgH="411480" progId="Equation.3">
                  <p:embed/>
                </p:oleObj>
              </mc:Choice>
              <mc:Fallback>
                <p:oleObj name="公式" r:id="rId17" imgW="487822" imgH="411480" progId="Equation.3">
                  <p:embed/>
                  <p:pic>
                    <p:nvPicPr>
                      <p:cNvPr id="0" name="Object 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752600"/>
                        <a:ext cx="141446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15" name="Object 331"/>
          <p:cNvGraphicFramePr>
            <a:graphicFrameLocks noChangeAspect="1"/>
          </p:cNvGraphicFramePr>
          <p:nvPr/>
        </p:nvGraphicFramePr>
        <p:xfrm>
          <a:off x="5257800" y="4572000"/>
          <a:ext cx="2452688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5" name="公式" r:id="rId19" imgW="792338" imgH="426751" progId="Equation.3">
                  <p:embed/>
                </p:oleObj>
              </mc:Choice>
              <mc:Fallback>
                <p:oleObj name="公式" r:id="rId19" imgW="792338" imgH="426751" progId="Equation.3">
                  <p:embed/>
                  <p:pic>
                    <p:nvPicPr>
                      <p:cNvPr id="0" name="Object 3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572000"/>
                        <a:ext cx="2452688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09" name="Line 49"/>
          <p:cNvSpPr>
            <a:spLocks noChangeShapeType="1"/>
          </p:cNvSpPr>
          <p:nvPr/>
        </p:nvSpPr>
        <p:spPr bwMode="auto">
          <a:xfrm flipH="1">
            <a:off x="0" y="914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10" name="Rectangle 50"/>
          <p:cNvSpPr>
            <a:spLocks noChangeArrowheads="1"/>
          </p:cNvSpPr>
          <p:nvPr/>
        </p:nvSpPr>
        <p:spPr bwMode="auto">
          <a:xfrm>
            <a:off x="0" y="0"/>
            <a:ext cx="6172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  </a:t>
            </a:r>
            <a:r>
              <a:rPr lang="zh-CN" altLang="zh-CN" sz="4000" b="1" i="1">
                <a:latin typeface="Book Antiqua" panose="02040602050305030304" pitchFamily="18" charset="0"/>
              </a:rPr>
              <a:t>  </a:t>
            </a:r>
            <a:r>
              <a:rPr lang="en-US" altLang="zh-CN" sz="4000" b="1" i="1">
                <a:latin typeface="Book Antiqua" panose="02040602050305030304" pitchFamily="18" charset="0"/>
              </a:rPr>
              <a:t>L[tf(t)]</a:t>
            </a:r>
            <a:r>
              <a:rPr lang="en-US" altLang="zh-CN" sz="2800" b="1" i="1">
                <a:latin typeface="Book Antiqua" panose="02040602050305030304" pitchFamily="18" charset="0"/>
              </a:rPr>
              <a:t> , f(t)</a:t>
            </a:r>
            <a:r>
              <a:rPr lang="zh-CN" altLang="zh-CN" sz="2800" b="1" i="1">
                <a:latin typeface="Book Antiqua" panose="02040602050305030304" pitchFamily="18" charset="0"/>
              </a:rPr>
              <a:t>为任意函数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graphicFrame>
        <p:nvGraphicFramePr>
          <p:cNvPr id="169013" name="Object 53"/>
          <p:cNvGraphicFramePr>
            <a:graphicFrameLocks noChangeAspect="1"/>
          </p:cNvGraphicFramePr>
          <p:nvPr/>
        </p:nvGraphicFramePr>
        <p:xfrm>
          <a:off x="1676400" y="3581400"/>
          <a:ext cx="3502025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6" name="公式" r:id="rId3" imgW="1135557" imgH="434387" progId="Equation.3">
                  <p:embed/>
                </p:oleObj>
              </mc:Choice>
              <mc:Fallback>
                <p:oleObj name="公式" r:id="rId3" imgW="1135557" imgH="434387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81400"/>
                        <a:ext cx="3502025" cy="13319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018" name="Object 58"/>
          <p:cNvGraphicFramePr>
            <a:graphicFrameLocks noChangeAspect="1"/>
          </p:cNvGraphicFramePr>
          <p:nvPr/>
        </p:nvGraphicFramePr>
        <p:xfrm>
          <a:off x="1676400" y="990600"/>
          <a:ext cx="40465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7" name="公式" r:id="rId5" imgW="1310782" imgH="350394" progId="Equation.3">
                  <p:embed/>
                </p:oleObj>
              </mc:Choice>
              <mc:Fallback>
                <p:oleObj name="公式" r:id="rId5" imgW="1310782" imgH="350394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990600"/>
                        <a:ext cx="404653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019" name="Rectangle 59"/>
          <p:cNvSpPr>
            <a:spLocks noChangeArrowheads="1"/>
          </p:cNvSpPr>
          <p:nvPr/>
        </p:nvSpPr>
        <p:spPr bwMode="auto">
          <a:xfrm>
            <a:off x="0" y="10668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69020" name="Object 60"/>
          <p:cNvGraphicFramePr>
            <a:graphicFrameLocks noChangeAspect="1"/>
          </p:cNvGraphicFramePr>
          <p:nvPr/>
        </p:nvGraphicFramePr>
        <p:xfrm>
          <a:off x="1677988" y="2133600"/>
          <a:ext cx="4940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8" name="公式" r:id="rId7" imgW="1607643" imgH="434387" progId="Equation.3">
                  <p:embed/>
                </p:oleObj>
              </mc:Choice>
              <mc:Fallback>
                <p:oleObj name="公式" r:id="rId7" imgW="1607643" imgH="434387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2133600"/>
                        <a:ext cx="49403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021" name="Line 61"/>
          <p:cNvSpPr>
            <a:spLocks noChangeShapeType="1"/>
          </p:cNvSpPr>
          <p:nvPr/>
        </p:nvSpPr>
        <p:spPr bwMode="auto">
          <a:xfrm flipH="1">
            <a:off x="0" y="5029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9022" name="Object 62"/>
          <p:cNvGraphicFramePr>
            <a:graphicFrameLocks noChangeAspect="1"/>
          </p:cNvGraphicFramePr>
          <p:nvPr/>
        </p:nvGraphicFramePr>
        <p:xfrm>
          <a:off x="1382713" y="5257800"/>
          <a:ext cx="4864100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9" name="公式" r:id="rId9" imgW="1577446" imgH="434387" progId="Equation.3">
                  <p:embed/>
                </p:oleObj>
              </mc:Choice>
              <mc:Fallback>
                <p:oleObj name="公式" r:id="rId9" imgW="1577446" imgH="434387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5257800"/>
                        <a:ext cx="4864100" cy="13319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Line 2"/>
          <p:cNvSpPr>
            <a:spLocks noChangeShapeType="1"/>
          </p:cNvSpPr>
          <p:nvPr/>
        </p:nvSpPr>
        <p:spPr bwMode="auto">
          <a:xfrm flipV="1">
            <a:off x="0" y="762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691" name="Rectangle 3"/>
          <p:cNvSpPr>
            <a:spLocks noChangeArrowheads="1"/>
          </p:cNvSpPr>
          <p:nvPr/>
        </p:nvSpPr>
        <p:spPr bwMode="auto">
          <a:xfrm>
            <a:off x="0" y="0"/>
            <a:ext cx="482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（二）、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拉普拉斯变换的性质</a:t>
            </a:r>
          </a:p>
        </p:txBody>
      </p:sp>
      <p:sp>
        <p:nvSpPr>
          <p:cNvPr id="242692" name="Line 4"/>
          <p:cNvSpPr>
            <a:spLocks noChangeShapeType="1"/>
          </p:cNvSpPr>
          <p:nvPr/>
        </p:nvSpPr>
        <p:spPr bwMode="auto">
          <a:xfrm flipV="1">
            <a:off x="0" y="3124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693" name="Rectangle 5"/>
          <p:cNvSpPr>
            <a:spLocks noChangeArrowheads="1"/>
          </p:cNvSpPr>
          <p:nvPr/>
        </p:nvSpPr>
        <p:spPr bwMode="auto">
          <a:xfrm>
            <a:off x="0" y="838200"/>
            <a:ext cx="290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1</a:t>
            </a:r>
            <a:r>
              <a:rPr lang="zh-CN" altLang="en-US" sz="2800" b="1">
                <a:latin typeface="Bookman Old Style" panose="02050604050505020204" pitchFamily="18" charset="0"/>
              </a:rPr>
              <a:t>）、线性定理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2695" name="Rectangle 7"/>
          <p:cNvSpPr>
            <a:spLocks noChangeArrowheads="1"/>
          </p:cNvSpPr>
          <p:nvPr/>
        </p:nvSpPr>
        <p:spPr bwMode="auto">
          <a:xfrm>
            <a:off x="0" y="33528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2704" name="Object 16"/>
          <p:cNvGraphicFramePr>
            <a:graphicFrameLocks noChangeAspect="1"/>
          </p:cNvGraphicFramePr>
          <p:nvPr/>
        </p:nvGraphicFramePr>
        <p:xfrm>
          <a:off x="5105400" y="0"/>
          <a:ext cx="29178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3" name="公式" r:id="rId3" imgW="945022" imgH="221011" progId="Equation.3">
                  <p:embed/>
                </p:oleObj>
              </mc:Choice>
              <mc:Fallback>
                <p:oleObj name="公式" r:id="rId3" imgW="945022" imgH="22101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0"/>
                        <a:ext cx="291782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5" name="Object 17"/>
          <p:cNvGraphicFramePr>
            <a:graphicFrameLocks noChangeAspect="1"/>
          </p:cNvGraphicFramePr>
          <p:nvPr/>
        </p:nvGraphicFramePr>
        <p:xfrm>
          <a:off x="1009650" y="1295400"/>
          <a:ext cx="3033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4" name="公式" r:id="rId5" imgW="982874" imgH="221011" progId="Equation.3">
                  <p:embed/>
                </p:oleObj>
              </mc:Choice>
              <mc:Fallback>
                <p:oleObj name="公式" r:id="rId5" imgW="982874" imgH="22101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1295400"/>
                        <a:ext cx="3033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6" name="Rectangle 18"/>
          <p:cNvSpPr>
            <a:spLocks noChangeArrowheads="1"/>
          </p:cNvSpPr>
          <p:nvPr/>
        </p:nvSpPr>
        <p:spPr bwMode="auto">
          <a:xfrm>
            <a:off x="0" y="1447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如：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2707" name="Object 19"/>
          <p:cNvGraphicFramePr>
            <a:graphicFrameLocks noChangeAspect="1"/>
          </p:cNvGraphicFramePr>
          <p:nvPr/>
        </p:nvGraphicFramePr>
        <p:xfrm>
          <a:off x="5410200" y="1143000"/>
          <a:ext cx="31511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5" name="公式" r:id="rId7" imgW="1021151" imgH="221011" progId="Equation.3">
                  <p:embed/>
                </p:oleObj>
              </mc:Choice>
              <mc:Fallback>
                <p:oleObj name="公式" r:id="rId7" imgW="1021151" imgH="22101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143000"/>
                        <a:ext cx="315118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8" name="Rectangle 20"/>
          <p:cNvSpPr>
            <a:spLocks noChangeArrowheads="1"/>
          </p:cNvSpPr>
          <p:nvPr/>
        </p:nvSpPr>
        <p:spPr bwMode="auto">
          <a:xfrm>
            <a:off x="228600" y="2209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则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2709" name="Object 21"/>
          <p:cNvGraphicFramePr>
            <a:graphicFrameLocks noChangeAspect="1"/>
          </p:cNvGraphicFramePr>
          <p:nvPr/>
        </p:nvGraphicFramePr>
        <p:xfrm>
          <a:off x="1295400" y="2057400"/>
          <a:ext cx="71945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6" name="公式" r:id="rId9" imgW="2339163" imgH="221011" progId="Equation.3">
                  <p:embed/>
                </p:oleObj>
              </mc:Choice>
              <mc:Fallback>
                <p:oleObj name="公式" r:id="rId9" imgW="2339163" imgH="22101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057400"/>
                        <a:ext cx="719455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0" name="Object 22"/>
          <p:cNvGraphicFramePr>
            <a:graphicFrameLocks noChangeAspect="1"/>
          </p:cNvGraphicFramePr>
          <p:nvPr/>
        </p:nvGraphicFramePr>
        <p:xfrm>
          <a:off x="228600" y="3886200"/>
          <a:ext cx="35401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7" name="公式" r:id="rId11" imgW="1150443" imgH="205740" progId="Equation.3">
                  <p:embed/>
                </p:oleObj>
              </mc:Choice>
              <mc:Fallback>
                <p:oleObj name="公式" r:id="rId11" imgW="1150443" imgH="2057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86200"/>
                        <a:ext cx="35401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1" name="Object 23"/>
          <p:cNvGraphicFramePr>
            <a:graphicFrameLocks noChangeAspect="1"/>
          </p:cNvGraphicFramePr>
          <p:nvPr/>
        </p:nvGraphicFramePr>
        <p:xfrm>
          <a:off x="3814763" y="3657600"/>
          <a:ext cx="532923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8" name="公式" r:id="rId13" imgW="1729705" imgH="350394" progId="Equation.3">
                  <p:embed/>
                </p:oleObj>
              </mc:Choice>
              <mc:Fallback>
                <p:oleObj name="公式" r:id="rId13" imgW="1729705" imgH="35039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3657600"/>
                        <a:ext cx="5329237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3" name="Object 25"/>
          <p:cNvGraphicFramePr>
            <a:graphicFrameLocks noChangeAspect="1"/>
          </p:cNvGraphicFramePr>
          <p:nvPr/>
        </p:nvGraphicFramePr>
        <p:xfrm>
          <a:off x="1676400" y="4648200"/>
          <a:ext cx="680878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9" name="公式" r:id="rId15" imgW="2217526" imgH="350394" progId="Equation.3">
                  <p:embed/>
                </p:oleObj>
              </mc:Choice>
              <mc:Fallback>
                <p:oleObj name="公式" r:id="rId15" imgW="2217526" imgH="350394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48200"/>
                        <a:ext cx="680878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4" name="Object 26"/>
          <p:cNvGraphicFramePr>
            <a:graphicFrameLocks noChangeAspect="1"/>
          </p:cNvGraphicFramePr>
          <p:nvPr/>
        </p:nvGraphicFramePr>
        <p:xfrm>
          <a:off x="1752600" y="5715000"/>
          <a:ext cx="36941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0" name="公式" r:id="rId17" imgW="1196375" imgH="221011" progId="Equation.3">
                  <p:embed/>
                </p:oleObj>
              </mc:Choice>
              <mc:Fallback>
                <p:oleObj name="公式" r:id="rId17" imgW="1196375" imgH="22101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715000"/>
                        <a:ext cx="36941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4" name="Line 4"/>
          <p:cNvSpPr>
            <a:spLocks noChangeShapeType="1"/>
          </p:cNvSpPr>
          <p:nvPr/>
        </p:nvSpPr>
        <p:spPr bwMode="auto">
          <a:xfrm>
            <a:off x="0" y="1676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0" y="0"/>
            <a:ext cx="2930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2</a:t>
            </a:r>
            <a:r>
              <a:rPr lang="zh-CN" altLang="en-US" sz="2800" b="1">
                <a:latin typeface="Bookman Old Style" panose="02050604050505020204" pitchFamily="18" charset="0"/>
              </a:rPr>
              <a:t>）、导数定理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1676400" y="609600"/>
          <a:ext cx="474503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7" name="公式" r:id="rId3" imgW="1539169" imgH="221011" progId="Equation.3">
                  <p:embed/>
                </p:oleObj>
              </mc:Choice>
              <mc:Fallback>
                <p:oleObj name="公式" r:id="rId3" imgW="1539169" imgH="22101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609600"/>
                        <a:ext cx="474503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7" name="Rectangle 7"/>
          <p:cNvSpPr>
            <a:spLocks noChangeArrowheads="1"/>
          </p:cNvSpPr>
          <p:nvPr/>
        </p:nvSpPr>
        <p:spPr bwMode="auto">
          <a:xfrm>
            <a:off x="0" y="20574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50896" name="Object 16"/>
          <p:cNvGraphicFramePr>
            <a:graphicFrameLocks noChangeAspect="1"/>
          </p:cNvGraphicFramePr>
          <p:nvPr/>
        </p:nvGraphicFramePr>
        <p:xfrm>
          <a:off x="2133600" y="2438400"/>
          <a:ext cx="31115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8" name="公式" r:id="rId5" imgW="1005840" imgH="350394" progId="Equation.3">
                  <p:embed/>
                </p:oleObj>
              </mc:Choice>
              <mc:Fallback>
                <p:oleObj name="公式" r:id="rId5" imgW="1005840" imgH="35039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438400"/>
                        <a:ext cx="31115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7" name="Object 17"/>
          <p:cNvGraphicFramePr>
            <a:graphicFrameLocks noChangeAspect="1"/>
          </p:cNvGraphicFramePr>
          <p:nvPr/>
        </p:nvGraphicFramePr>
        <p:xfrm>
          <a:off x="533400" y="2667000"/>
          <a:ext cx="16287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9" name="公式" r:id="rId7" imgW="525674" imgH="198104" progId="Equation.3">
                  <p:embed/>
                </p:oleObj>
              </mc:Choice>
              <mc:Fallback>
                <p:oleObj name="公式" r:id="rId7" imgW="525674" imgH="19810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16287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8" name="Object 18"/>
          <p:cNvGraphicFramePr>
            <a:graphicFrameLocks noChangeAspect="1"/>
          </p:cNvGraphicFramePr>
          <p:nvPr/>
        </p:nvGraphicFramePr>
        <p:xfrm>
          <a:off x="5334000" y="2438400"/>
          <a:ext cx="272256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0" name="公式" r:id="rId9" imgW="883778" imgH="350394" progId="Equation.3">
                  <p:embed/>
                </p:oleObj>
              </mc:Choice>
              <mc:Fallback>
                <p:oleObj name="公式" r:id="rId9" imgW="883778" imgH="35039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438400"/>
                        <a:ext cx="272256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9" name="Object 19"/>
          <p:cNvGraphicFramePr>
            <a:graphicFrameLocks noChangeAspect="1"/>
          </p:cNvGraphicFramePr>
          <p:nvPr/>
        </p:nvGraphicFramePr>
        <p:xfrm>
          <a:off x="2057400" y="3505200"/>
          <a:ext cx="552291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1" name="公式" r:id="rId11" imgW="1798178" imgH="350394" progId="Equation.3">
                  <p:embed/>
                </p:oleObj>
              </mc:Choice>
              <mc:Fallback>
                <p:oleObj name="公式" r:id="rId11" imgW="1798178" imgH="35039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505200"/>
                        <a:ext cx="552291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00" name="Object 20"/>
          <p:cNvGraphicFramePr>
            <a:graphicFrameLocks noChangeAspect="1"/>
          </p:cNvGraphicFramePr>
          <p:nvPr/>
        </p:nvGraphicFramePr>
        <p:xfrm>
          <a:off x="2133600" y="4648200"/>
          <a:ext cx="482282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2" name="公式" r:id="rId13" imgW="1569791" imgH="350394" progId="Equation.3">
                  <p:embed/>
                </p:oleObj>
              </mc:Choice>
              <mc:Fallback>
                <p:oleObj name="公式" r:id="rId13" imgW="1569791" imgH="35039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648200"/>
                        <a:ext cx="4822825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02" name="Object 22"/>
          <p:cNvGraphicFramePr>
            <a:graphicFrameLocks noChangeAspect="1"/>
          </p:cNvGraphicFramePr>
          <p:nvPr/>
        </p:nvGraphicFramePr>
        <p:xfrm>
          <a:off x="2057400" y="5791200"/>
          <a:ext cx="31892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3" name="公式" r:id="rId15" imgW="1036462" imgH="221011" progId="Equation.3">
                  <p:embed/>
                </p:oleObj>
              </mc:Choice>
              <mc:Fallback>
                <p:oleObj name="公式" r:id="rId15" imgW="1036462" imgH="22101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791200"/>
                        <a:ext cx="318928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715" name="Object 1027"/>
          <p:cNvGraphicFramePr>
            <a:graphicFrameLocks noChangeAspect="1"/>
          </p:cNvGraphicFramePr>
          <p:nvPr/>
        </p:nvGraphicFramePr>
        <p:xfrm>
          <a:off x="2209800" y="1676400"/>
          <a:ext cx="53975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7" name="公式" r:id="rId3" imgW="167569" imgH="68721" progId="Equation.3">
                  <p:embed/>
                </p:oleObj>
              </mc:Choice>
              <mc:Fallback>
                <p:oleObj name="公式" r:id="rId3" imgW="167569" imgH="68721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76400"/>
                        <a:ext cx="539750" cy="22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7" name="Object 1029"/>
          <p:cNvGraphicFramePr>
            <a:graphicFrameLocks noChangeAspect="1"/>
          </p:cNvGraphicFramePr>
          <p:nvPr/>
        </p:nvGraphicFramePr>
        <p:xfrm>
          <a:off x="234950" y="2133600"/>
          <a:ext cx="890905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8" name="公式" r:id="rId5" imgW="2903114" imgH="472566" progId="Equation.3">
                  <p:embed/>
                </p:oleObj>
              </mc:Choice>
              <mc:Fallback>
                <p:oleObj name="公式" r:id="rId5" imgW="2903114" imgH="472566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2133600"/>
                        <a:ext cx="8909050" cy="144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8" name="Object 1030"/>
          <p:cNvGraphicFramePr>
            <a:graphicFrameLocks noChangeAspect="1"/>
          </p:cNvGraphicFramePr>
          <p:nvPr/>
        </p:nvGraphicFramePr>
        <p:xfrm>
          <a:off x="762000" y="457200"/>
          <a:ext cx="474503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" name="公式" r:id="rId7" imgW="1539169" imgH="221011" progId="Equation.3">
                  <p:embed/>
                </p:oleObj>
              </mc:Choice>
              <mc:Fallback>
                <p:oleObj name="公式" r:id="rId7" imgW="1539169" imgH="221011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57200"/>
                        <a:ext cx="474503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4499992" y="457200"/>
            <a:ext cx="1152128" cy="68738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Line 2"/>
          <p:cNvSpPr>
            <a:spLocks noChangeShapeType="1"/>
          </p:cNvSpPr>
          <p:nvPr/>
        </p:nvSpPr>
        <p:spPr bwMode="auto">
          <a:xfrm flipV="1">
            <a:off x="0" y="1828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739" name="Rectangle 3"/>
          <p:cNvSpPr>
            <a:spLocks noChangeArrowheads="1"/>
          </p:cNvSpPr>
          <p:nvPr/>
        </p:nvSpPr>
        <p:spPr bwMode="auto">
          <a:xfrm>
            <a:off x="0" y="0"/>
            <a:ext cx="290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3</a:t>
            </a:r>
            <a:r>
              <a:rPr lang="zh-CN" altLang="en-US" sz="2800" b="1">
                <a:latin typeface="Bookman Old Style" panose="02050604050505020204" pitchFamily="18" charset="0"/>
              </a:rPr>
              <a:t>）、积分定理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/>
        </p:nvGraphicFramePr>
        <p:xfrm>
          <a:off x="1905000" y="304800"/>
          <a:ext cx="44735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6" name="公式" r:id="rId3" imgW="1455385" imgH="426751" progId="Equation.3">
                  <p:embed/>
                </p:oleObj>
              </mc:Choice>
              <mc:Fallback>
                <p:oleObj name="公式" r:id="rId3" imgW="1455385" imgH="4267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4800"/>
                        <a:ext cx="44735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0" y="20574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4744" name="Rectangle 8"/>
          <p:cNvSpPr>
            <a:spLocks noChangeArrowheads="1"/>
          </p:cNvSpPr>
          <p:nvPr/>
        </p:nvSpPr>
        <p:spPr bwMode="auto">
          <a:xfrm>
            <a:off x="1524000" y="2133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令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4748" name="Object 12"/>
          <p:cNvGraphicFramePr>
            <a:graphicFrameLocks noChangeAspect="1"/>
          </p:cNvGraphicFramePr>
          <p:nvPr/>
        </p:nvGraphicFramePr>
        <p:xfrm>
          <a:off x="2590800" y="1905000"/>
          <a:ext cx="315118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7" name="公式" r:id="rId5" imgW="1021151" imgH="319851" progId="Equation.3">
                  <p:embed/>
                </p:oleObj>
              </mc:Choice>
              <mc:Fallback>
                <p:oleObj name="公式" r:id="rId5" imgW="1021151" imgH="31985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05000"/>
                        <a:ext cx="315118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9" name="Object 13"/>
          <p:cNvGraphicFramePr>
            <a:graphicFrameLocks noChangeAspect="1"/>
          </p:cNvGraphicFramePr>
          <p:nvPr/>
        </p:nvGraphicFramePr>
        <p:xfrm>
          <a:off x="2590800" y="3048000"/>
          <a:ext cx="23352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8" name="公式" r:id="rId7" imgW="754486" imgH="198104" progId="Equation.3">
                  <p:embed/>
                </p:oleObj>
              </mc:Choice>
              <mc:Fallback>
                <p:oleObj name="公式" r:id="rId7" imgW="754486" imgH="19810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48000"/>
                        <a:ext cx="233521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0" name="Object 14"/>
          <p:cNvGraphicFramePr>
            <a:graphicFrameLocks noChangeAspect="1"/>
          </p:cNvGraphicFramePr>
          <p:nvPr/>
        </p:nvGraphicFramePr>
        <p:xfrm>
          <a:off x="1600200" y="3886200"/>
          <a:ext cx="474503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9" name="公式" r:id="rId9" imgW="1539169" imgH="221011" progId="Equation.3">
                  <p:embed/>
                </p:oleObj>
              </mc:Choice>
              <mc:Fallback>
                <p:oleObj name="公式" r:id="rId9" imgW="1539169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886200"/>
                        <a:ext cx="474503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1" name="Object 15"/>
          <p:cNvGraphicFramePr>
            <a:graphicFrameLocks noChangeAspect="1"/>
          </p:cNvGraphicFramePr>
          <p:nvPr/>
        </p:nvGraphicFramePr>
        <p:xfrm>
          <a:off x="7432675" y="3886200"/>
          <a:ext cx="17113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0" name="公式" r:id="rId11" imgW="548640" imgH="198104" progId="Equation.3">
                  <p:embed/>
                </p:oleObj>
              </mc:Choice>
              <mc:Fallback>
                <p:oleObj name="公式" r:id="rId11" imgW="548640" imgH="19810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675" y="3886200"/>
                        <a:ext cx="17113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2" name="Object 16"/>
          <p:cNvGraphicFramePr>
            <a:graphicFrameLocks noChangeAspect="1"/>
          </p:cNvGraphicFramePr>
          <p:nvPr/>
        </p:nvGraphicFramePr>
        <p:xfrm>
          <a:off x="1676400" y="4648200"/>
          <a:ext cx="35004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1" name="公式" r:id="rId13" imgW="1135557" imgH="411480" progId="Equation.3">
                  <p:embed/>
                </p:oleObj>
              </mc:Choice>
              <mc:Fallback>
                <p:oleObj name="公式" r:id="rId13" imgW="1135557" imgH="411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48200"/>
                        <a:ext cx="35004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3" name="Object 17"/>
          <p:cNvGraphicFramePr>
            <a:graphicFrameLocks noChangeAspect="1"/>
          </p:cNvGraphicFramePr>
          <p:nvPr/>
        </p:nvGraphicFramePr>
        <p:xfrm>
          <a:off x="4343400" y="5562600"/>
          <a:ext cx="44735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2" name="公式" r:id="rId15" imgW="1455385" imgH="426751" progId="Equation.3">
                  <p:embed/>
                </p:oleObj>
              </mc:Choice>
              <mc:Fallback>
                <p:oleObj name="公式" r:id="rId15" imgW="1455385" imgH="42675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562600"/>
                        <a:ext cx="44735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Line 2"/>
          <p:cNvSpPr>
            <a:spLocks noChangeShapeType="1"/>
          </p:cNvSpPr>
          <p:nvPr/>
        </p:nvSpPr>
        <p:spPr bwMode="auto">
          <a:xfrm flipV="1">
            <a:off x="0" y="1828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63" name="Rectangle 3"/>
          <p:cNvSpPr>
            <a:spLocks noChangeArrowheads="1"/>
          </p:cNvSpPr>
          <p:nvPr/>
        </p:nvSpPr>
        <p:spPr bwMode="auto">
          <a:xfrm>
            <a:off x="0" y="0"/>
            <a:ext cx="2930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4</a:t>
            </a:r>
            <a:r>
              <a:rPr lang="zh-CN" altLang="en-US" sz="2800" b="1">
                <a:latin typeface="Bookman Old Style" panose="02050604050505020204" pitchFamily="18" charset="0"/>
              </a:rPr>
              <a:t>）、相似定理</a:t>
            </a:r>
          </a:p>
        </p:txBody>
      </p:sp>
      <p:graphicFrame>
        <p:nvGraphicFramePr>
          <p:cNvPr id="245764" name="Object 4"/>
          <p:cNvGraphicFramePr>
            <a:graphicFrameLocks noChangeAspect="1"/>
          </p:cNvGraphicFramePr>
          <p:nvPr/>
        </p:nvGraphicFramePr>
        <p:xfrm>
          <a:off x="2895600" y="228600"/>
          <a:ext cx="37734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7" name="公式" r:id="rId3" imgW="1226997" imgH="426751" progId="Equation.3">
                  <p:embed/>
                </p:oleObj>
              </mc:Choice>
              <mc:Fallback>
                <p:oleObj name="公式" r:id="rId3" imgW="1226997" imgH="4267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28600"/>
                        <a:ext cx="377348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0" y="20574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5766" name="Object 6"/>
          <p:cNvGraphicFramePr>
            <a:graphicFrameLocks noChangeAspect="1"/>
          </p:cNvGraphicFramePr>
          <p:nvPr/>
        </p:nvGraphicFramePr>
        <p:xfrm>
          <a:off x="222250" y="2590800"/>
          <a:ext cx="21018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8" name="公式" r:id="rId5" imgW="678357" imgH="198104" progId="Equation.3">
                  <p:embed/>
                </p:oleObj>
              </mc:Choice>
              <mc:Fallback>
                <p:oleObj name="公式" r:id="rId5" imgW="678357" imgH="19810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2590800"/>
                        <a:ext cx="21018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0" name="Object 10"/>
          <p:cNvGraphicFramePr>
            <a:graphicFrameLocks noChangeAspect="1"/>
          </p:cNvGraphicFramePr>
          <p:nvPr/>
        </p:nvGraphicFramePr>
        <p:xfrm>
          <a:off x="2554288" y="2286000"/>
          <a:ext cx="287813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89" name="公式" r:id="rId7" imgW="929711" imgH="350394" progId="Equation.3">
                  <p:embed/>
                </p:oleObj>
              </mc:Choice>
              <mc:Fallback>
                <p:oleObj name="公式" r:id="rId7" imgW="929711" imgH="35039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2286000"/>
                        <a:ext cx="2878137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1" name="Object 11"/>
          <p:cNvGraphicFramePr>
            <a:graphicFrameLocks noChangeAspect="1"/>
          </p:cNvGraphicFramePr>
          <p:nvPr/>
        </p:nvGraphicFramePr>
        <p:xfrm>
          <a:off x="1905000" y="3352800"/>
          <a:ext cx="443388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0" name="公式" r:id="rId9" imgW="1440074" imgH="411480" progId="Equation.3">
                  <p:embed/>
                </p:oleObj>
              </mc:Choice>
              <mc:Fallback>
                <p:oleObj name="公式" r:id="rId9" imgW="1440074" imgH="411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352800"/>
                        <a:ext cx="443388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600269"/>
              </p:ext>
            </p:extLst>
          </p:nvPr>
        </p:nvGraphicFramePr>
        <p:xfrm>
          <a:off x="6124109" y="4689475"/>
          <a:ext cx="20558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1" name="公式" r:id="rId11" imgW="663046" imgH="426751" progId="Equation.3">
                  <p:embed/>
                </p:oleObj>
              </mc:Choice>
              <mc:Fallback>
                <p:oleObj name="公式" r:id="rId11" imgW="663046" imgH="42675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109" y="4689475"/>
                        <a:ext cx="20558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413548"/>
              </p:ext>
            </p:extLst>
          </p:nvPr>
        </p:nvGraphicFramePr>
        <p:xfrm>
          <a:off x="2117725" y="4495800"/>
          <a:ext cx="40068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2" name="Equation" r:id="rId13" imgW="1303126" imgH="411480" progId="Equation.DSMT4">
                  <p:embed/>
                </p:oleObj>
              </mc:Choice>
              <mc:Fallback>
                <p:oleObj name="Equation" r:id="rId13" imgW="1303126" imgH="411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5" y="4495800"/>
                        <a:ext cx="40068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172994"/>
              </p:ext>
            </p:extLst>
          </p:nvPr>
        </p:nvGraphicFramePr>
        <p:xfrm>
          <a:off x="538372" y="5711272"/>
          <a:ext cx="347662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3" name="Equation" r:id="rId15" imgW="1130040" imgH="393480" progId="Equation.DSMT4">
                  <p:embed/>
                </p:oleObj>
              </mc:Choice>
              <mc:Fallback>
                <p:oleObj name="Equation" r:id="rId15" imgW="1130040" imgH="393480" progId="Equation.DSMT4">
                  <p:embed/>
                  <p:pic>
                    <p:nvPicPr>
                      <p:cNvPr id="2457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72" y="5711272"/>
                        <a:ext cx="3476625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Line 1026"/>
          <p:cNvSpPr>
            <a:spLocks noChangeShapeType="1"/>
          </p:cNvSpPr>
          <p:nvPr/>
        </p:nvSpPr>
        <p:spPr bwMode="auto">
          <a:xfrm flipV="1">
            <a:off x="0" y="1371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787" name="Rectangle 1027"/>
          <p:cNvSpPr>
            <a:spLocks noChangeArrowheads="1"/>
          </p:cNvSpPr>
          <p:nvPr/>
        </p:nvSpPr>
        <p:spPr bwMode="auto">
          <a:xfrm>
            <a:off x="0" y="0"/>
            <a:ext cx="2930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5</a:t>
            </a:r>
            <a:r>
              <a:rPr lang="zh-CN" altLang="en-US" sz="2800" b="1">
                <a:latin typeface="Bookman Old Style" panose="02050604050505020204" pitchFamily="18" charset="0"/>
              </a:rPr>
              <a:t>）、延迟定理</a:t>
            </a:r>
          </a:p>
        </p:txBody>
      </p:sp>
      <p:graphicFrame>
        <p:nvGraphicFramePr>
          <p:cNvPr id="246788" name="Object 1028"/>
          <p:cNvGraphicFramePr>
            <a:graphicFrameLocks noChangeAspect="1"/>
          </p:cNvGraphicFramePr>
          <p:nvPr/>
        </p:nvGraphicFramePr>
        <p:xfrm>
          <a:off x="2286000" y="381000"/>
          <a:ext cx="4471988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7" name="公式" r:id="rId3" imgW="1455385" imgH="236283" progId="Equation.3">
                  <p:embed/>
                </p:oleObj>
              </mc:Choice>
              <mc:Fallback>
                <p:oleObj name="公式" r:id="rId3" imgW="1455385" imgH="236283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1000"/>
                        <a:ext cx="4471988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89" name="Rectangle 1029"/>
          <p:cNvSpPr>
            <a:spLocks noChangeArrowheads="1"/>
          </p:cNvSpPr>
          <p:nvPr/>
        </p:nvSpPr>
        <p:spPr bwMode="auto">
          <a:xfrm>
            <a:off x="0" y="14478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6790" name="Object 1030"/>
          <p:cNvGraphicFramePr>
            <a:graphicFrameLocks noChangeAspect="1"/>
          </p:cNvGraphicFramePr>
          <p:nvPr/>
        </p:nvGraphicFramePr>
        <p:xfrm>
          <a:off x="3124200" y="1905000"/>
          <a:ext cx="33051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8" name="公式" r:id="rId5" imgW="1074314" imgH="319851" progId="Equation.3">
                  <p:embed/>
                </p:oleObj>
              </mc:Choice>
              <mc:Fallback>
                <p:oleObj name="公式" r:id="rId5" imgW="1074314" imgH="319851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905000"/>
                        <a:ext cx="330517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1" name="Object 1031"/>
          <p:cNvGraphicFramePr>
            <a:graphicFrameLocks noChangeAspect="1"/>
          </p:cNvGraphicFramePr>
          <p:nvPr/>
        </p:nvGraphicFramePr>
        <p:xfrm>
          <a:off x="2743200" y="3048000"/>
          <a:ext cx="404812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9" name="公式" r:id="rId7" imgW="1249538" imgH="319851" progId="Equation.3">
                  <p:embed/>
                </p:oleObj>
              </mc:Choice>
              <mc:Fallback>
                <p:oleObj name="公式" r:id="rId7" imgW="1249538" imgH="319851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48000"/>
                        <a:ext cx="4048125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4" name="Object 1034"/>
          <p:cNvGraphicFramePr>
            <a:graphicFrameLocks noChangeAspect="1"/>
          </p:cNvGraphicFramePr>
          <p:nvPr/>
        </p:nvGraphicFramePr>
        <p:xfrm>
          <a:off x="2819400" y="4419600"/>
          <a:ext cx="429101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0" name="公式" r:id="rId9" imgW="1326093" imgH="350394" progId="Equation.3">
                  <p:embed/>
                </p:oleObj>
              </mc:Choice>
              <mc:Fallback>
                <p:oleObj name="公式" r:id="rId9" imgW="1326093" imgH="350394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419600"/>
                        <a:ext cx="4291013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5" name="Object 1035"/>
          <p:cNvGraphicFramePr>
            <a:graphicFrameLocks noChangeAspect="1"/>
          </p:cNvGraphicFramePr>
          <p:nvPr/>
        </p:nvGraphicFramePr>
        <p:xfrm>
          <a:off x="533400" y="2057400"/>
          <a:ext cx="26050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1" name="公式" r:id="rId11" imgW="845926" imgH="221011" progId="Equation.3">
                  <p:embed/>
                </p:oleObj>
              </mc:Choice>
              <mc:Fallback>
                <p:oleObj name="公式" r:id="rId11" imgW="845926" imgH="221011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2605088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6" name="Object 1036"/>
          <p:cNvGraphicFramePr>
            <a:graphicFrameLocks noChangeAspect="1"/>
          </p:cNvGraphicFramePr>
          <p:nvPr/>
        </p:nvGraphicFramePr>
        <p:xfrm>
          <a:off x="2895600" y="5867400"/>
          <a:ext cx="22542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2" name="公式" r:id="rId13" imgW="731520" imgH="221011" progId="Equation.3">
                  <p:embed/>
                </p:oleObj>
              </mc:Choice>
              <mc:Fallback>
                <p:oleObj name="公式" r:id="rId13" imgW="731520" imgH="221011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867400"/>
                        <a:ext cx="22542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Line 1026"/>
          <p:cNvSpPr>
            <a:spLocks noChangeShapeType="1"/>
          </p:cNvSpPr>
          <p:nvPr/>
        </p:nvSpPr>
        <p:spPr bwMode="auto">
          <a:xfrm>
            <a:off x="0" y="1371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7811" name="Rectangle 1027"/>
          <p:cNvSpPr>
            <a:spLocks noChangeArrowheads="1"/>
          </p:cNvSpPr>
          <p:nvPr/>
        </p:nvSpPr>
        <p:spPr bwMode="auto">
          <a:xfrm>
            <a:off x="0" y="0"/>
            <a:ext cx="2930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6</a:t>
            </a:r>
            <a:r>
              <a:rPr lang="zh-CN" altLang="en-US" sz="2800" b="1">
                <a:latin typeface="Bookman Old Style" panose="02050604050505020204" pitchFamily="18" charset="0"/>
              </a:rPr>
              <a:t>）、位移定理</a:t>
            </a:r>
          </a:p>
        </p:txBody>
      </p:sp>
      <p:graphicFrame>
        <p:nvGraphicFramePr>
          <p:cNvPr id="247812" name="Object 1028"/>
          <p:cNvGraphicFramePr>
            <a:graphicFrameLocks noChangeAspect="1"/>
          </p:cNvGraphicFramePr>
          <p:nvPr/>
        </p:nvGraphicFramePr>
        <p:xfrm>
          <a:off x="2667000" y="457200"/>
          <a:ext cx="48006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0" name="公式" r:id="rId3" imgW="1402222" imgH="221011" progId="Equation.3">
                  <p:embed/>
                </p:oleObj>
              </mc:Choice>
              <mc:Fallback>
                <p:oleObj name="公式" r:id="rId3" imgW="1402222" imgH="221011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57200"/>
                        <a:ext cx="48006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3" name="Rectangle 1029"/>
          <p:cNvSpPr>
            <a:spLocks noChangeArrowheads="1"/>
          </p:cNvSpPr>
          <p:nvPr/>
        </p:nvSpPr>
        <p:spPr bwMode="auto">
          <a:xfrm>
            <a:off x="0" y="14478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7814" name="Object 1030"/>
          <p:cNvGraphicFramePr>
            <a:graphicFrameLocks noChangeAspect="1"/>
          </p:cNvGraphicFramePr>
          <p:nvPr/>
        </p:nvGraphicFramePr>
        <p:xfrm>
          <a:off x="2971800" y="1981200"/>
          <a:ext cx="369411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1" name="公式" r:id="rId5" imgW="1196375" imgH="350394" progId="Equation.3">
                  <p:embed/>
                </p:oleObj>
              </mc:Choice>
              <mc:Fallback>
                <p:oleObj name="公式" r:id="rId5" imgW="1196375" imgH="350394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369411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1031"/>
          <p:cNvGraphicFramePr>
            <a:graphicFrameLocks noChangeAspect="1"/>
          </p:cNvGraphicFramePr>
          <p:nvPr/>
        </p:nvGraphicFramePr>
        <p:xfrm>
          <a:off x="2895600" y="3124200"/>
          <a:ext cx="3997325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2" name="公式" r:id="rId7" imgW="1150443" imgH="350394" progId="Equation.3">
                  <p:embed/>
                </p:oleObj>
              </mc:Choice>
              <mc:Fallback>
                <p:oleObj name="公式" r:id="rId7" imgW="1150443" imgH="350394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24200"/>
                        <a:ext cx="3997325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8" name="Object 1034"/>
          <p:cNvGraphicFramePr>
            <a:graphicFrameLocks noChangeAspect="1"/>
          </p:cNvGraphicFramePr>
          <p:nvPr/>
        </p:nvGraphicFramePr>
        <p:xfrm>
          <a:off x="457200" y="2057400"/>
          <a:ext cx="242252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3" name="公式" r:id="rId9" imgW="700898" imgH="221011" progId="Equation.3">
                  <p:embed/>
                </p:oleObj>
              </mc:Choice>
              <mc:Fallback>
                <p:oleObj name="公式" r:id="rId9" imgW="700898" imgH="221011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57400"/>
                        <a:ext cx="242252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9" name="Object 1035"/>
          <p:cNvGraphicFramePr>
            <a:graphicFrameLocks noChangeAspect="1"/>
          </p:cNvGraphicFramePr>
          <p:nvPr/>
        </p:nvGraphicFramePr>
        <p:xfrm>
          <a:off x="2971800" y="4648200"/>
          <a:ext cx="242252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4" name="公式" r:id="rId11" imgW="700898" imgH="221011" progId="Equation.3">
                  <p:embed/>
                </p:oleObj>
              </mc:Choice>
              <mc:Fallback>
                <p:oleObj name="公式" r:id="rId11" imgW="700898" imgH="221011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648200"/>
                        <a:ext cx="242252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Line 2"/>
          <p:cNvSpPr>
            <a:spLocks noChangeShapeType="1"/>
          </p:cNvSpPr>
          <p:nvPr/>
        </p:nvSpPr>
        <p:spPr bwMode="auto">
          <a:xfrm flipV="1">
            <a:off x="0" y="4038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835" name="Rectangle 3"/>
          <p:cNvSpPr>
            <a:spLocks noChangeArrowheads="1"/>
          </p:cNvSpPr>
          <p:nvPr/>
        </p:nvSpPr>
        <p:spPr bwMode="auto">
          <a:xfrm>
            <a:off x="0" y="0"/>
            <a:ext cx="2930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（</a:t>
            </a:r>
            <a:r>
              <a:rPr lang="en-US" altLang="zh-CN" sz="2800" b="1">
                <a:latin typeface="Bookman Old Style" panose="02050604050505020204" pitchFamily="18" charset="0"/>
              </a:rPr>
              <a:t>7</a:t>
            </a:r>
            <a:r>
              <a:rPr lang="zh-CN" altLang="en-US" sz="2800" b="1">
                <a:latin typeface="Bookman Old Style" panose="02050604050505020204" pitchFamily="18" charset="0"/>
              </a:rPr>
              <a:t>）、卷积定理</a:t>
            </a:r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0" y="43434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证明：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8837" name="Object 5"/>
          <p:cNvGraphicFramePr>
            <a:graphicFrameLocks noChangeAspect="1"/>
          </p:cNvGraphicFramePr>
          <p:nvPr/>
        </p:nvGraphicFramePr>
        <p:xfrm>
          <a:off x="2533650" y="5006975"/>
          <a:ext cx="56769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6" name="公式" r:id="rId3" imgW="1881963" imgH="350394" progId="Equation.3">
                  <p:embed/>
                </p:oleObj>
              </mc:Choice>
              <mc:Fallback>
                <p:oleObj name="公式" r:id="rId3" imgW="1881963" imgH="35039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5006975"/>
                        <a:ext cx="56769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/>
          <p:cNvGraphicFramePr>
            <a:graphicFrameLocks noChangeAspect="1"/>
          </p:cNvGraphicFramePr>
          <p:nvPr/>
        </p:nvGraphicFramePr>
        <p:xfrm>
          <a:off x="4573588" y="-20638"/>
          <a:ext cx="30353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7" name="公式" r:id="rId5" imgW="982874" imgH="221011" progId="Equation.3">
                  <p:embed/>
                </p:oleObj>
              </mc:Choice>
              <mc:Fallback>
                <p:oleObj name="公式" r:id="rId5" imgW="982874" imgH="22101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-20638"/>
                        <a:ext cx="30353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9" name="Rectangle 7"/>
          <p:cNvSpPr>
            <a:spLocks noChangeArrowheads="1"/>
          </p:cNvSpPr>
          <p:nvPr/>
        </p:nvSpPr>
        <p:spPr bwMode="auto">
          <a:xfrm>
            <a:off x="3505200" y="304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若</a:t>
            </a:r>
          </a:p>
        </p:txBody>
      </p:sp>
      <p:graphicFrame>
        <p:nvGraphicFramePr>
          <p:cNvPr id="248841" name="Object 9"/>
          <p:cNvGraphicFramePr>
            <a:graphicFrameLocks noChangeAspect="1"/>
          </p:cNvGraphicFramePr>
          <p:nvPr/>
        </p:nvGraphicFramePr>
        <p:xfrm>
          <a:off x="1323975" y="1503363"/>
          <a:ext cx="53705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8" name="公式" r:id="rId7" imgW="1745015" imgH="221011" progId="Equation.3">
                  <p:embed/>
                </p:oleObj>
              </mc:Choice>
              <mc:Fallback>
                <p:oleObj name="公式" r:id="rId7" imgW="1745015" imgH="22101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1503363"/>
                        <a:ext cx="53705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2" name="Object 10"/>
          <p:cNvGraphicFramePr>
            <a:graphicFrameLocks noChangeAspect="1"/>
          </p:cNvGraphicFramePr>
          <p:nvPr/>
        </p:nvGraphicFramePr>
        <p:xfrm>
          <a:off x="1954213" y="2266950"/>
          <a:ext cx="614997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9" name="公式" r:id="rId9" imgW="1996369" imgH="350394" progId="Equation.3">
                  <p:embed/>
                </p:oleObj>
              </mc:Choice>
              <mc:Fallback>
                <p:oleObj name="公式" r:id="rId9" imgW="1996369" imgH="35039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2266950"/>
                        <a:ext cx="6149975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3" name="Rectangle 11"/>
          <p:cNvSpPr>
            <a:spLocks noChangeArrowheads="1"/>
          </p:cNvSpPr>
          <p:nvPr/>
        </p:nvSpPr>
        <p:spPr bwMode="auto">
          <a:xfrm>
            <a:off x="0" y="2514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其中</a:t>
            </a:r>
          </a:p>
        </p:txBody>
      </p:sp>
      <p:sp>
        <p:nvSpPr>
          <p:cNvPr id="248844" name="Rectangle 12"/>
          <p:cNvSpPr>
            <a:spLocks noChangeArrowheads="1"/>
          </p:cNvSpPr>
          <p:nvPr/>
        </p:nvSpPr>
        <p:spPr bwMode="auto">
          <a:xfrm>
            <a:off x="1981200" y="3429000"/>
            <a:ext cx="3827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 Antiqua" panose="02040602050305030304" pitchFamily="18" charset="0"/>
              </a:rPr>
              <a:t>称为 </a:t>
            </a:r>
            <a:r>
              <a:rPr lang="en-US" altLang="zh-CN" sz="2800" b="1" i="1">
                <a:latin typeface="Book Antiqua" panose="02040602050305030304" pitchFamily="18" charset="0"/>
              </a:rPr>
              <a:t>f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1</a:t>
            </a:r>
            <a:r>
              <a:rPr lang="en-US" altLang="zh-CN" sz="2800" b="1" i="1">
                <a:latin typeface="Book Antiqua" panose="02040602050305030304" pitchFamily="18" charset="0"/>
              </a:rPr>
              <a:t>(t)</a:t>
            </a:r>
            <a:r>
              <a:rPr lang="zh-CN" altLang="en-US" sz="2800" b="1" i="1">
                <a:latin typeface="Book Antiqua" panose="02040602050305030304" pitchFamily="18" charset="0"/>
              </a:rPr>
              <a:t>与 </a:t>
            </a:r>
            <a:r>
              <a:rPr lang="en-US" altLang="zh-CN" sz="2800" b="1" i="1">
                <a:latin typeface="Book Antiqua" panose="02040602050305030304" pitchFamily="18" charset="0"/>
              </a:rPr>
              <a:t>f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2</a:t>
            </a:r>
            <a:r>
              <a:rPr lang="en-US" altLang="zh-CN" sz="2800" b="1" i="1">
                <a:latin typeface="Book Antiqua" panose="02040602050305030304" pitchFamily="18" charset="0"/>
              </a:rPr>
              <a:t>(t) </a:t>
            </a:r>
            <a:r>
              <a:rPr lang="zh-CN" altLang="en-US" sz="2800" b="1">
                <a:latin typeface="Book Antiqua" panose="02040602050305030304" pitchFamily="18" charset="0"/>
              </a:rPr>
              <a:t>的卷积</a:t>
            </a:r>
          </a:p>
        </p:txBody>
      </p:sp>
      <p:graphicFrame>
        <p:nvGraphicFramePr>
          <p:cNvPr id="248846" name="Object 14"/>
          <p:cNvGraphicFramePr>
            <a:graphicFrameLocks noChangeAspect="1"/>
          </p:cNvGraphicFramePr>
          <p:nvPr/>
        </p:nvGraphicFramePr>
        <p:xfrm>
          <a:off x="4572000" y="762000"/>
          <a:ext cx="31511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0" name="公式" r:id="rId11" imgW="1021151" imgH="221011" progId="Equation.3">
                  <p:embed/>
                </p:oleObj>
              </mc:Choice>
              <mc:Fallback>
                <p:oleObj name="公式" r:id="rId11" imgW="1021151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762000"/>
                        <a:ext cx="315118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7" name="Object 15"/>
          <p:cNvGraphicFramePr>
            <a:graphicFrameLocks noChangeAspect="1"/>
          </p:cNvGraphicFramePr>
          <p:nvPr/>
        </p:nvGraphicFramePr>
        <p:xfrm>
          <a:off x="1524000" y="4267200"/>
          <a:ext cx="28035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1" name="公式" r:id="rId13" imgW="906745" imgH="205740" progId="Equation.3">
                  <p:embed/>
                </p:oleObj>
              </mc:Choice>
              <mc:Fallback>
                <p:oleObj name="公式" r:id="rId13" imgW="906745" imgH="2057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267200"/>
                        <a:ext cx="28035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8" name="Object 16"/>
          <p:cNvGraphicFramePr>
            <a:graphicFrameLocks noChangeAspect="1"/>
          </p:cNvGraphicFramePr>
          <p:nvPr/>
        </p:nvGraphicFramePr>
        <p:xfrm>
          <a:off x="2533650" y="5862638"/>
          <a:ext cx="579120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2" name="公式" r:id="rId15" imgW="1920240" imgH="350394" progId="Equation.3">
                  <p:embed/>
                </p:oleObj>
              </mc:Choice>
              <mc:Fallback>
                <p:oleObj name="公式" r:id="rId15" imgW="1920240" imgH="35039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5862638"/>
                        <a:ext cx="579120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8859" name="Group 27"/>
          <p:cNvGrpSpPr>
            <a:grpSpLocks/>
          </p:cNvGrpSpPr>
          <p:nvPr/>
        </p:nvGrpSpPr>
        <p:grpSpPr bwMode="auto">
          <a:xfrm>
            <a:off x="228600" y="5105400"/>
            <a:ext cx="2133600" cy="1752600"/>
            <a:chOff x="144" y="3216"/>
            <a:chExt cx="1344" cy="1104"/>
          </a:xfrm>
        </p:grpSpPr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144" y="4128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 flipV="1">
              <a:off x="192" y="3360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 flipV="1">
              <a:off x="192" y="3504"/>
              <a:ext cx="912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 flipV="1">
              <a:off x="672" y="379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" name="Line 21"/>
            <p:cNvSpPr>
              <a:spLocks noChangeShapeType="1"/>
            </p:cNvSpPr>
            <p:nvPr/>
          </p:nvSpPr>
          <p:spPr bwMode="auto">
            <a:xfrm>
              <a:off x="672" y="379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" name="Line 22"/>
            <p:cNvSpPr>
              <a:spLocks noChangeShapeType="1"/>
            </p:cNvSpPr>
            <p:nvPr/>
          </p:nvSpPr>
          <p:spPr bwMode="auto">
            <a:xfrm>
              <a:off x="480" y="3936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" name="Line 23"/>
            <p:cNvSpPr>
              <a:spLocks noChangeShapeType="1"/>
            </p:cNvSpPr>
            <p:nvPr/>
          </p:nvSpPr>
          <p:spPr bwMode="auto">
            <a:xfrm flipV="1">
              <a:off x="480" y="3936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" name="Text Box 24"/>
            <p:cNvSpPr txBox="1">
              <a:spLocks noChangeArrowheads="1"/>
            </p:cNvSpPr>
            <p:nvPr/>
          </p:nvSpPr>
          <p:spPr bwMode="auto">
            <a:xfrm>
              <a:off x="1248" y="3916"/>
              <a:ext cx="24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600" i="1"/>
                <a:t>t</a:t>
              </a:r>
            </a:p>
          </p:txBody>
        </p:sp>
        <p:sp>
          <p:nvSpPr>
            <p:cNvPr id="21529" name="Text Box 25"/>
            <p:cNvSpPr txBox="1">
              <a:spLocks noChangeArrowheads="1"/>
            </p:cNvSpPr>
            <p:nvPr/>
          </p:nvSpPr>
          <p:spPr bwMode="auto">
            <a:xfrm>
              <a:off x="192" y="3245"/>
              <a:ext cx="24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en-US" sz="3600" i="1">
                  <a:sym typeface="Symbol" panose="05050102010706020507" pitchFamily="18" charset="2"/>
                </a:rPr>
                <a:t></a:t>
              </a:r>
              <a:endParaRPr lang="en-US" altLang="zh-CN" sz="3600" i="1"/>
            </a:p>
          </p:txBody>
        </p:sp>
        <p:sp>
          <p:nvSpPr>
            <p:cNvPr id="21530" name="Text Box 26"/>
            <p:cNvSpPr txBox="1">
              <a:spLocks noChangeArrowheads="1"/>
            </p:cNvSpPr>
            <p:nvPr/>
          </p:nvSpPr>
          <p:spPr bwMode="auto">
            <a:xfrm>
              <a:off x="480" y="3216"/>
              <a:ext cx="81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600" i="1">
                  <a:sym typeface="Symbol" panose="05050102010706020507" pitchFamily="18" charset="2"/>
                </a:rPr>
                <a:t>t=</a:t>
              </a:r>
              <a:endParaRPr lang="en-US" altLang="zh-CN" sz="3600" i="1"/>
            </a:p>
          </p:txBody>
        </p:sp>
      </p:grpSp>
      <p:sp>
        <p:nvSpPr>
          <p:cNvPr id="21520" name="文本框 1"/>
          <p:cNvSpPr txBox="1">
            <a:spLocks noChangeArrowheads="1"/>
          </p:cNvSpPr>
          <p:nvPr/>
        </p:nvSpPr>
        <p:spPr bwMode="auto">
          <a:xfrm>
            <a:off x="4625975" y="4343400"/>
            <a:ext cx="48244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注意积分上下限的变化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304800" y="1828800"/>
            <a:ext cx="534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令</a:t>
            </a:r>
          </a:p>
        </p:txBody>
      </p:sp>
      <p:graphicFrame>
        <p:nvGraphicFramePr>
          <p:cNvPr id="249863" name="Object 7"/>
          <p:cNvGraphicFramePr>
            <a:graphicFrameLocks noChangeAspect="1"/>
          </p:cNvGraphicFramePr>
          <p:nvPr/>
        </p:nvGraphicFramePr>
        <p:xfrm>
          <a:off x="685800" y="2590800"/>
          <a:ext cx="71628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27" name="公式" r:id="rId3" imgW="2064843" imgH="350394" progId="Equation.3">
                  <p:embed/>
                </p:oleObj>
              </mc:Choice>
              <mc:Fallback>
                <p:oleObj name="公式" r:id="rId3" imgW="2064843" imgH="35039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90800"/>
                        <a:ext cx="716280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4" name="Object 8"/>
          <p:cNvGraphicFramePr>
            <a:graphicFrameLocks noChangeAspect="1"/>
          </p:cNvGraphicFramePr>
          <p:nvPr/>
        </p:nvGraphicFramePr>
        <p:xfrm>
          <a:off x="762000" y="4191000"/>
          <a:ext cx="67056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28" name="公式" r:id="rId5" imgW="2225182" imgH="350394" progId="Equation.3">
                  <p:embed/>
                </p:oleObj>
              </mc:Choice>
              <mc:Fallback>
                <p:oleObj name="公式" r:id="rId5" imgW="2225182" imgH="35039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91000"/>
                        <a:ext cx="67056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6" name="Object 10"/>
          <p:cNvGraphicFramePr>
            <a:graphicFrameLocks noChangeAspect="1"/>
          </p:cNvGraphicFramePr>
          <p:nvPr/>
        </p:nvGraphicFramePr>
        <p:xfrm>
          <a:off x="304800" y="0"/>
          <a:ext cx="28035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29" name="公式" r:id="rId7" imgW="906745" imgH="205740" progId="Equation.3">
                  <p:embed/>
                </p:oleObj>
              </mc:Choice>
              <mc:Fallback>
                <p:oleObj name="公式" r:id="rId7" imgW="906745" imgH="2057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28035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8" name="Object 12"/>
          <p:cNvGraphicFramePr>
            <a:graphicFrameLocks noChangeAspect="1"/>
          </p:cNvGraphicFramePr>
          <p:nvPr/>
        </p:nvGraphicFramePr>
        <p:xfrm>
          <a:off x="1295400" y="1905000"/>
          <a:ext cx="159543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0" name="公式" r:id="rId9" imgW="525674" imgH="198104" progId="Equation.3">
                  <p:embed/>
                </p:oleObj>
              </mc:Choice>
              <mc:Fallback>
                <p:oleObj name="公式" r:id="rId9" imgW="525674" imgH="19810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05000"/>
                        <a:ext cx="1595438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9" name="Object 13"/>
          <p:cNvGraphicFramePr>
            <a:graphicFrameLocks noChangeAspect="1"/>
          </p:cNvGraphicFramePr>
          <p:nvPr/>
        </p:nvGraphicFramePr>
        <p:xfrm>
          <a:off x="914400" y="5410200"/>
          <a:ext cx="26066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1" name="公式" r:id="rId11" imgW="845926" imgH="221011" progId="Equation.3">
                  <p:embed/>
                </p:oleObj>
              </mc:Choice>
              <mc:Fallback>
                <p:oleObj name="公式" r:id="rId11" imgW="845926" imgH="22101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10200"/>
                        <a:ext cx="260667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0" name="Object 14"/>
          <p:cNvGraphicFramePr>
            <a:graphicFrameLocks noChangeAspect="1"/>
          </p:cNvGraphicFramePr>
          <p:nvPr/>
        </p:nvGraphicFramePr>
        <p:xfrm>
          <a:off x="266700" y="685800"/>
          <a:ext cx="57912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2" name="公式" r:id="rId13" imgW="1920240" imgH="350394" progId="Equation.3">
                  <p:embed/>
                </p:oleObj>
              </mc:Choice>
              <mc:Fallback>
                <p:oleObj name="公式" r:id="rId13" imgW="1920240" imgH="35039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685800"/>
                        <a:ext cx="57912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4452937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640013"/>
            <a:ext cx="435610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文本框 3"/>
          <p:cNvSpPr txBox="1">
            <a:spLocks noChangeArrowheads="1"/>
          </p:cNvSpPr>
          <p:nvPr/>
        </p:nvSpPr>
        <p:spPr bwMode="auto">
          <a:xfrm>
            <a:off x="5364163" y="908050"/>
            <a:ext cx="29876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拉普拉斯变换</a:t>
            </a:r>
          </a:p>
        </p:txBody>
      </p:sp>
      <p:sp>
        <p:nvSpPr>
          <p:cNvPr id="23557" name="文本框 4"/>
          <p:cNvSpPr txBox="1">
            <a:spLocks noChangeArrowheads="1"/>
          </p:cNvSpPr>
          <p:nvPr/>
        </p:nvSpPr>
        <p:spPr bwMode="auto">
          <a:xfrm>
            <a:off x="5435600" y="3090863"/>
            <a:ext cx="2987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傅里叶变换</a:t>
            </a:r>
          </a:p>
        </p:txBody>
      </p:sp>
      <p:sp>
        <p:nvSpPr>
          <p:cNvPr id="23558" name="文本框 5"/>
          <p:cNvSpPr txBox="1">
            <a:spLocks noChangeArrowheads="1"/>
          </p:cNvSpPr>
          <p:nvPr/>
        </p:nvSpPr>
        <p:spPr bwMode="auto">
          <a:xfrm>
            <a:off x="323850" y="4584700"/>
            <a:ext cx="7708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为什么积分上下限不一样？</a:t>
            </a:r>
          </a:p>
        </p:txBody>
      </p:sp>
      <p:pic>
        <p:nvPicPr>
          <p:cNvPr id="23559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5245100"/>
            <a:ext cx="6815137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60" name="Line 76"/>
          <p:cNvSpPr>
            <a:spLocks noChangeShapeType="1"/>
          </p:cNvSpPr>
          <p:nvPr/>
        </p:nvSpPr>
        <p:spPr bwMode="auto">
          <a:xfrm flipH="1">
            <a:off x="4572000" y="335280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61" name="Rectangle 77"/>
          <p:cNvSpPr>
            <a:spLocks noChangeArrowheads="1"/>
          </p:cNvSpPr>
          <p:nvPr/>
        </p:nvSpPr>
        <p:spPr bwMode="auto">
          <a:xfrm>
            <a:off x="0" y="0"/>
            <a:ext cx="601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  </a:t>
            </a:r>
            <a:r>
              <a:rPr lang="zh-CN" altLang="zh-CN" sz="4000" b="1" i="1">
                <a:latin typeface="Book Antiqua" panose="02040602050305030304" pitchFamily="18" charset="0"/>
              </a:rPr>
              <a:t>  </a:t>
            </a:r>
            <a:r>
              <a:rPr lang="en-US" altLang="zh-CN" sz="4000" b="1" i="1">
                <a:latin typeface="Book Antiqua" panose="02040602050305030304" pitchFamily="18" charset="0"/>
              </a:rPr>
              <a:t>L[</a:t>
            </a:r>
            <a:r>
              <a:rPr lang="en-US" altLang="zh-CN" sz="4000" b="1">
                <a:latin typeface="Book Antiqua" panose="02040602050305030304" pitchFamily="18" charset="0"/>
              </a:rPr>
              <a:t>sin</a:t>
            </a:r>
            <a:r>
              <a:rPr lang="en-US" altLang="zh-CN" sz="4000" b="1" i="1">
                <a:latin typeface="Book Antiqua" panose="02040602050305030304" pitchFamily="18" charset="0"/>
                <a:sym typeface="Symbol" panose="05050102010706020507" pitchFamily="18" charset="2"/>
              </a:rPr>
              <a:t>t</a:t>
            </a:r>
            <a:r>
              <a:rPr lang="en-US" altLang="zh-CN" sz="4000" b="1" i="1">
                <a:latin typeface="Book Antiqua" panose="02040602050305030304" pitchFamily="18" charset="0"/>
              </a:rPr>
              <a:t>]</a:t>
            </a:r>
            <a:r>
              <a:rPr lang="en-US" altLang="zh-CN" sz="2800" b="1" i="1">
                <a:latin typeface="Book Antiqua" panose="02040602050305030304" pitchFamily="18" charset="0"/>
              </a:rPr>
              <a:t> ,  </a:t>
            </a:r>
            <a:r>
              <a:rPr lang="en-US" altLang="zh-CN" sz="4000" b="1" i="1">
                <a:latin typeface="Book Antiqua" panose="02040602050305030304" pitchFamily="18" charset="0"/>
              </a:rPr>
              <a:t>L[co</a:t>
            </a:r>
            <a:r>
              <a:rPr lang="en-US" altLang="zh-CN" sz="4000" b="1">
                <a:latin typeface="Book Antiqua" panose="02040602050305030304" pitchFamily="18" charset="0"/>
              </a:rPr>
              <a:t>s</a:t>
            </a:r>
            <a:r>
              <a:rPr lang="en-US" altLang="zh-CN" sz="4000" b="1" i="1">
                <a:latin typeface="Book Antiqua" panose="02040602050305030304" pitchFamily="18" charset="0"/>
                <a:sym typeface="Symbol" panose="05050102010706020507" pitchFamily="18" charset="2"/>
              </a:rPr>
              <a:t>t</a:t>
            </a:r>
            <a:r>
              <a:rPr lang="en-US" altLang="zh-CN" sz="4000" b="1" i="1">
                <a:latin typeface="Book Antiqua" panose="02040602050305030304" pitchFamily="18" charset="0"/>
              </a:rPr>
              <a:t>]</a:t>
            </a:r>
            <a:endParaRPr lang="en-US" altLang="zh-CN" sz="2800" b="1" i="1">
              <a:latin typeface="Book Antiqua" panose="02040602050305030304" pitchFamily="18" charset="0"/>
            </a:endParaRPr>
          </a:p>
        </p:txBody>
      </p:sp>
      <p:graphicFrame>
        <p:nvGraphicFramePr>
          <p:cNvPr id="170063" name="Object 79"/>
          <p:cNvGraphicFramePr>
            <a:graphicFrameLocks noChangeAspect="1"/>
          </p:cNvGraphicFramePr>
          <p:nvPr/>
        </p:nvGraphicFramePr>
        <p:xfrm>
          <a:off x="4724400" y="838200"/>
          <a:ext cx="4114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1" name="公式" r:id="rId3" imgW="1501317" imgH="426751" progId="Equation.3">
                  <p:embed/>
                </p:oleObj>
              </mc:Choice>
              <mc:Fallback>
                <p:oleObj name="公式" r:id="rId3" imgW="1501317" imgH="426751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838200"/>
                        <a:ext cx="4114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66" name="Object 82"/>
          <p:cNvGraphicFramePr>
            <a:graphicFrameLocks noChangeAspect="1"/>
          </p:cNvGraphicFramePr>
          <p:nvPr/>
        </p:nvGraphicFramePr>
        <p:xfrm>
          <a:off x="1295400" y="914400"/>
          <a:ext cx="24701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2" name="公式" r:id="rId5" imgW="853582" imgH="411480" progId="Equation.3">
                  <p:embed/>
                </p:oleObj>
              </mc:Choice>
              <mc:Fallback>
                <p:oleObj name="公式" r:id="rId5" imgW="853582" imgH="411480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14400"/>
                        <a:ext cx="24701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69" name="Rectangle 85"/>
          <p:cNvSpPr>
            <a:spLocks noChangeArrowheads="1"/>
          </p:cNvSpPr>
          <p:nvPr/>
        </p:nvSpPr>
        <p:spPr bwMode="auto">
          <a:xfrm>
            <a:off x="0" y="10668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70072" name="Object 88"/>
          <p:cNvGraphicFramePr>
            <a:graphicFrameLocks noChangeAspect="1"/>
          </p:cNvGraphicFramePr>
          <p:nvPr/>
        </p:nvGraphicFramePr>
        <p:xfrm>
          <a:off x="4724400" y="2057400"/>
          <a:ext cx="4114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3" name="公式" r:id="rId7" imgW="1478351" imgH="426751" progId="Equation.3">
                  <p:embed/>
                </p:oleObj>
              </mc:Choice>
              <mc:Fallback>
                <p:oleObj name="公式" r:id="rId7" imgW="1478351" imgH="426751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057400"/>
                        <a:ext cx="4114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73" name="Line 89"/>
          <p:cNvSpPr>
            <a:spLocks noChangeShapeType="1"/>
          </p:cNvSpPr>
          <p:nvPr/>
        </p:nvSpPr>
        <p:spPr bwMode="auto">
          <a:xfrm flipH="1" flipV="1">
            <a:off x="4572000" y="914400"/>
            <a:ext cx="76200" cy="2438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0074" name="Object 90"/>
          <p:cNvGraphicFramePr>
            <a:graphicFrameLocks noChangeAspect="1"/>
          </p:cNvGraphicFramePr>
          <p:nvPr/>
        </p:nvGraphicFramePr>
        <p:xfrm>
          <a:off x="685800" y="2590800"/>
          <a:ext cx="17478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4" name="公式" r:id="rId9" imgW="601803" imgH="198104" progId="Equation.3">
                  <p:embed/>
                </p:oleObj>
              </mc:Choice>
              <mc:Fallback>
                <p:oleObj name="公式" r:id="rId9" imgW="601803" imgH="198104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90800"/>
                        <a:ext cx="17478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75" name="Object 91"/>
          <p:cNvGraphicFramePr>
            <a:graphicFrameLocks noChangeAspect="1"/>
          </p:cNvGraphicFramePr>
          <p:nvPr/>
        </p:nvGraphicFramePr>
        <p:xfrm>
          <a:off x="762000" y="3352800"/>
          <a:ext cx="4075113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5" name="公式" r:id="rId11" imgW="1417533" imgH="426751" progId="Equation.3">
                  <p:embed/>
                </p:oleObj>
              </mc:Choice>
              <mc:Fallback>
                <p:oleObj name="公式" r:id="rId11" imgW="1417533" imgH="426751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352800"/>
                        <a:ext cx="4075113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76" name="Line 92"/>
          <p:cNvSpPr>
            <a:spLocks noChangeShapeType="1"/>
          </p:cNvSpPr>
          <p:nvPr/>
        </p:nvSpPr>
        <p:spPr bwMode="auto">
          <a:xfrm flipH="1">
            <a:off x="0" y="236220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0077" name="Object 93"/>
          <p:cNvGraphicFramePr>
            <a:graphicFrameLocks noChangeAspect="1"/>
          </p:cNvGraphicFramePr>
          <p:nvPr/>
        </p:nvGraphicFramePr>
        <p:xfrm>
          <a:off x="4876800" y="3352800"/>
          <a:ext cx="2001838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6" name="公式" r:id="rId13" imgW="693243" imgH="426751" progId="Equation.3">
                  <p:embed/>
                </p:oleObj>
              </mc:Choice>
              <mc:Fallback>
                <p:oleObj name="公式" r:id="rId13" imgW="693243" imgH="426751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352800"/>
                        <a:ext cx="2001838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78" name="Object 94"/>
          <p:cNvGraphicFramePr>
            <a:graphicFrameLocks noChangeAspect="1"/>
          </p:cNvGraphicFramePr>
          <p:nvPr/>
        </p:nvGraphicFramePr>
        <p:xfrm>
          <a:off x="7518400" y="3733800"/>
          <a:ext cx="1625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7" name="公式" r:id="rId15" imgW="655391" imgH="198104" progId="Equation.3">
                  <p:embed/>
                </p:oleObj>
              </mc:Choice>
              <mc:Fallback>
                <p:oleObj name="公式" r:id="rId15" imgW="655391" imgH="198104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3733800"/>
                        <a:ext cx="1625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79" name="Object 95"/>
          <p:cNvGraphicFramePr>
            <a:graphicFrameLocks noChangeAspect="1"/>
          </p:cNvGraphicFramePr>
          <p:nvPr/>
        </p:nvGraphicFramePr>
        <p:xfrm>
          <a:off x="593725" y="4802188"/>
          <a:ext cx="177958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8" name="公式" r:id="rId17" imgW="617114" imgH="198104" progId="Equation.3">
                  <p:embed/>
                </p:oleObj>
              </mc:Choice>
              <mc:Fallback>
                <p:oleObj name="公式" r:id="rId17" imgW="617114" imgH="198104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802188"/>
                        <a:ext cx="177958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80" name="Object 96"/>
          <p:cNvGraphicFramePr>
            <a:graphicFrameLocks noChangeAspect="1"/>
          </p:cNvGraphicFramePr>
          <p:nvPr/>
        </p:nvGraphicFramePr>
        <p:xfrm>
          <a:off x="758825" y="5564188"/>
          <a:ext cx="3929063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9" name="公式" r:id="rId19" imgW="1363945" imgH="426751" progId="Equation.3">
                  <p:embed/>
                </p:oleObj>
              </mc:Choice>
              <mc:Fallback>
                <p:oleObj name="公式" r:id="rId19" imgW="1363945" imgH="426751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5564188"/>
                        <a:ext cx="3929063" cy="129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81" name="Object 97"/>
          <p:cNvGraphicFramePr>
            <a:graphicFrameLocks noChangeAspect="1"/>
          </p:cNvGraphicFramePr>
          <p:nvPr/>
        </p:nvGraphicFramePr>
        <p:xfrm>
          <a:off x="4648200" y="5564188"/>
          <a:ext cx="2001838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20" name="公式" r:id="rId21" imgW="693243" imgH="426751" progId="Equation.3">
                  <p:embed/>
                </p:oleObj>
              </mc:Choice>
              <mc:Fallback>
                <p:oleObj name="公式" r:id="rId21" imgW="693243" imgH="426751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564188"/>
                        <a:ext cx="2001838" cy="129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82" name="Line 98"/>
          <p:cNvSpPr>
            <a:spLocks noChangeShapeType="1"/>
          </p:cNvSpPr>
          <p:nvPr/>
        </p:nvSpPr>
        <p:spPr bwMode="auto">
          <a:xfrm flipH="1">
            <a:off x="0" y="4800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0083" name="Object 99"/>
          <p:cNvGraphicFramePr>
            <a:graphicFrameLocks noChangeAspect="1"/>
          </p:cNvGraphicFramePr>
          <p:nvPr/>
        </p:nvGraphicFramePr>
        <p:xfrm>
          <a:off x="7518400" y="6019800"/>
          <a:ext cx="1625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21" name="公式" r:id="rId23" imgW="655391" imgH="198104" progId="Equation.3">
                  <p:embed/>
                </p:oleObj>
              </mc:Choice>
              <mc:Fallback>
                <p:oleObj name="公式" r:id="rId23" imgW="655391" imgH="198104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6019800"/>
                        <a:ext cx="1625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5" name="文本框 1"/>
          <p:cNvSpPr txBox="1">
            <a:spLocks noChangeArrowheads="1"/>
          </p:cNvSpPr>
          <p:nvPr/>
        </p:nvSpPr>
        <p:spPr bwMode="auto">
          <a:xfrm>
            <a:off x="3765550" y="4941888"/>
            <a:ext cx="3686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非常重要！！！！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2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5603" name="Text Box 26">
            <a:hlinkClick r:id="rId3"/>
          </p:cNvPr>
          <p:cNvSpPr txBox="1">
            <a:spLocks noChangeArrowheads="1"/>
          </p:cNvSpPr>
          <p:nvPr/>
        </p:nvSpPr>
        <p:spPr bwMode="auto">
          <a:xfrm>
            <a:off x="2362200" y="152400"/>
            <a:ext cx="429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6.2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拉普拉氏变换反演</a:t>
            </a:r>
          </a:p>
        </p:txBody>
      </p:sp>
      <p:sp>
        <p:nvSpPr>
          <p:cNvPr id="171036" name="Rectangle 28"/>
          <p:cNvSpPr>
            <a:spLocks noChangeArrowheads="1"/>
          </p:cNvSpPr>
          <p:nvPr/>
        </p:nvSpPr>
        <p:spPr bwMode="auto">
          <a:xfrm>
            <a:off x="304800" y="990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171039" name="Rectangle 31"/>
          <p:cNvSpPr>
            <a:spLocks noChangeArrowheads="1"/>
          </p:cNvSpPr>
          <p:nvPr/>
        </p:nvSpPr>
        <p:spPr bwMode="auto">
          <a:xfrm>
            <a:off x="0" y="19050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71044" name="Line 36"/>
          <p:cNvSpPr>
            <a:spLocks noChangeShapeType="1"/>
          </p:cNvSpPr>
          <p:nvPr/>
        </p:nvSpPr>
        <p:spPr bwMode="auto">
          <a:xfrm flipH="1" flipV="1">
            <a:off x="0" y="1905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0" name="Line 42"/>
          <p:cNvSpPr>
            <a:spLocks noChangeShapeType="1"/>
          </p:cNvSpPr>
          <p:nvPr/>
        </p:nvSpPr>
        <p:spPr bwMode="auto">
          <a:xfrm flipH="1">
            <a:off x="3124200" y="5105400"/>
            <a:ext cx="6019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1053" name="Object 45"/>
          <p:cNvGraphicFramePr>
            <a:graphicFrameLocks noChangeAspect="1"/>
          </p:cNvGraphicFramePr>
          <p:nvPr/>
        </p:nvGraphicFramePr>
        <p:xfrm>
          <a:off x="2362200" y="685800"/>
          <a:ext cx="349408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1" name="公式" r:id="rId4" imgW="1211686" imgH="411480" progId="Equation.3">
                  <p:embed/>
                </p:oleObj>
              </mc:Choice>
              <mc:Fallback>
                <p:oleObj name="公式" r:id="rId4" imgW="1211686" imgH="41148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85800"/>
                        <a:ext cx="349408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54" name="Rectangle 46"/>
          <p:cNvSpPr>
            <a:spLocks noChangeArrowheads="1"/>
          </p:cNvSpPr>
          <p:nvPr/>
        </p:nvSpPr>
        <p:spPr bwMode="auto">
          <a:xfrm>
            <a:off x="6019800" y="10668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的 </a:t>
            </a:r>
            <a:r>
              <a:rPr lang="en-US" altLang="zh-CN" sz="2800" b="1" i="1">
                <a:latin typeface="Book Antiqua" panose="02040602050305030304" pitchFamily="18" charset="0"/>
              </a:rPr>
              <a:t>Laplace </a:t>
            </a:r>
            <a:r>
              <a:rPr lang="zh-CN" altLang="zh-CN" sz="2800" b="1" i="1">
                <a:latin typeface="Book Antiqua" panose="02040602050305030304" pitchFamily="18" charset="0"/>
              </a:rPr>
              <a:t>逆变换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71055" name="Object 47"/>
          <p:cNvGraphicFramePr>
            <a:graphicFrameLocks noChangeAspect="1"/>
          </p:cNvGraphicFramePr>
          <p:nvPr/>
        </p:nvGraphicFramePr>
        <p:xfrm>
          <a:off x="609600" y="1828800"/>
          <a:ext cx="349408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2" name="公式" r:id="rId6" imgW="1211686" imgH="411480" progId="Equation.3">
                  <p:embed/>
                </p:oleObj>
              </mc:Choice>
              <mc:Fallback>
                <p:oleObj name="公式" r:id="rId6" imgW="1211686" imgH="41148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349408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56" name="Object 48"/>
          <p:cNvGraphicFramePr>
            <a:graphicFrameLocks noChangeAspect="1"/>
          </p:cNvGraphicFramePr>
          <p:nvPr/>
        </p:nvGraphicFramePr>
        <p:xfrm>
          <a:off x="4114800" y="1981200"/>
          <a:ext cx="24384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3" name="公式" r:id="rId8" imgW="845926" imgH="411480" progId="Equation.3">
                  <p:embed/>
                </p:oleObj>
              </mc:Choice>
              <mc:Fallback>
                <p:oleObj name="公式" r:id="rId8" imgW="845926" imgH="41148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81200"/>
                        <a:ext cx="24384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57" name="Object 49"/>
          <p:cNvGraphicFramePr>
            <a:graphicFrameLocks noChangeAspect="1"/>
          </p:cNvGraphicFramePr>
          <p:nvPr/>
        </p:nvGraphicFramePr>
        <p:xfrm>
          <a:off x="1981200" y="3200400"/>
          <a:ext cx="484028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4" name="公式" r:id="rId10" imgW="1684197" imgH="411480" progId="Equation.3">
                  <p:embed/>
                </p:oleObj>
              </mc:Choice>
              <mc:Fallback>
                <p:oleObj name="公式" r:id="rId10" imgW="1684197" imgH="4114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200400"/>
                        <a:ext cx="484028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60" name="Line 52"/>
          <p:cNvSpPr>
            <a:spLocks noChangeShapeType="1"/>
          </p:cNvSpPr>
          <p:nvPr/>
        </p:nvSpPr>
        <p:spPr bwMode="auto">
          <a:xfrm flipH="1">
            <a:off x="0" y="4267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2" name="Rectangle 54"/>
          <p:cNvSpPr>
            <a:spLocks noChangeArrowheads="1"/>
          </p:cNvSpPr>
          <p:nvPr/>
        </p:nvSpPr>
        <p:spPr bwMode="auto">
          <a:xfrm>
            <a:off x="0" y="44196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由位移定理</a:t>
            </a:r>
          </a:p>
        </p:txBody>
      </p:sp>
      <p:graphicFrame>
        <p:nvGraphicFramePr>
          <p:cNvPr id="171063" name="Object 55"/>
          <p:cNvGraphicFramePr>
            <a:graphicFrameLocks noChangeAspect="1"/>
          </p:cNvGraphicFramePr>
          <p:nvPr/>
        </p:nvGraphicFramePr>
        <p:xfrm>
          <a:off x="3124200" y="4343400"/>
          <a:ext cx="48006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5" name="公式" r:id="rId12" imgW="1402222" imgH="221011" progId="Equation.3">
                  <p:embed/>
                </p:oleObj>
              </mc:Choice>
              <mc:Fallback>
                <p:oleObj name="公式" r:id="rId12" imgW="1402222" imgH="221011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343400"/>
                        <a:ext cx="48006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5" name="Object 57"/>
          <p:cNvGraphicFramePr>
            <a:graphicFrameLocks noChangeAspect="1"/>
          </p:cNvGraphicFramePr>
          <p:nvPr/>
        </p:nvGraphicFramePr>
        <p:xfrm>
          <a:off x="457200" y="5334000"/>
          <a:ext cx="21463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6" name="公式" r:id="rId14" imgW="739175" imgH="221011" progId="Equation.3">
                  <p:embed/>
                </p:oleObj>
              </mc:Choice>
              <mc:Fallback>
                <p:oleObj name="公式" r:id="rId14" imgW="739175" imgH="221011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334000"/>
                        <a:ext cx="21463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6" name="Object 58"/>
          <p:cNvGraphicFramePr>
            <a:graphicFrameLocks noChangeAspect="1"/>
          </p:cNvGraphicFramePr>
          <p:nvPr/>
        </p:nvGraphicFramePr>
        <p:xfrm>
          <a:off x="2752725" y="5257800"/>
          <a:ext cx="2205038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7" name="公式" r:id="rId16" imgW="640080" imgH="198104" progId="Equation.3">
                  <p:embed/>
                </p:oleObj>
              </mc:Choice>
              <mc:Fallback>
                <p:oleObj name="公式" r:id="rId16" imgW="640080" imgH="198104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5257800"/>
                        <a:ext cx="2205038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7" name="Object 59"/>
          <p:cNvGraphicFramePr>
            <a:graphicFrameLocks noChangeAspect="1"/>
          </p:cNvGraphicFramePr>
          <p:nvPr/>
        </p:nvGraphicFramePr>
        <p:xfrm>
          <a:off x="5029200" y="5181600"/>
          <a:ext cx="28956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8" name="公式" r:id="rId18" imgW="1120246" imgH="411480" progId="Equation.3">
                  <p:embed/>
                </p:oleObj>
              </mc:Choice>
              <mc:Fallback>
                <p:oleObj name="公式" r:id="rId18" imgW="1120246" imgH="41148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181600"/>
                        <a:ext cx="28956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8" name="Object 60"/>
          <p:cNvGraphicFramePr>
            <a:graphicFrameLocks noChangeAspect="1"/>
          </p:cNvGraphicFramePr>
          <p:nvPr/>
        </p:nvGraphicFramePr>
        <p:xfrm>
          <a:off x="1066800" y="5943600"/>
          <a:ext cx="25939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79" name="公式" r:id="rId20" imgW="754486" imgH="198104" progId="Equation.3">
                  <p:embed/>
                </p:oleObj>
              </mc:Choice>
              <mc:Fallback>
                <p:oleObj name="公式" r:id="rId20" imgW="754486" imgH="198104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943600"/>
                        <a:ext cx="259397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69" name="Object 61"/>
          <p:cNvGraphicFramePr>
            <a:graphicFrameLocks noChangeAspect="1"/>
          </p:cNvGraphicFramePr>
          <p:nvPr/>
        </p:nvGraphicFramePr>
        <p:xfrm>
          <a:off x="3733800" y="5867400"/>
          <a:ext cx="19812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0" name="公式" r:id="rId22" imgW="624769" imgH="388573" progId="Equation.3">
                  <p:embed/>
                </p:oleObj>
              </mc:Choice>
              <mc:Fallback>
                <p:oleObj name="公式" r:id="rId22" imgW="624769" imgH="388573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867400"/>
                        <a:ext cx="19812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3"/>
          <p:cNvSpPr>
            <a:spLocks noChangeArrowheads="1"/>
          </p:cNvSpPr>
          <p:nvPr/>
        </p:nvSpPr>
        <p:spPr bwMode="auto">
          <a:xfrm>
            <a:off x="0" y="533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19160" name="Rectangle 24"/>
          <p:cNvSpPr>
            <a:spLocks noChangeArrowheads="1"/>
          </p:cNvSpPr>
          <p:nvPr/>
        </p:nvSpPr>
        <p:spPr bwMode="auto">
          <a:xfrm>
            <a:off x="0" y="19050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6628" name="Line 25"/>
          <p:cNvSpPr>
            <a:spLocks noChangeShapeType="1"/>
          </p:cNvSpPr>
          <p:nvPr/>
        </p:nvSpPr>
        <p:spPr bwMode="auto">
          <a:xfrm flipH="1">
            <a:off x="0" y="1752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2" name="Line 26"/>
          <p:cNvSpPr>
            <a:spLocks noChangeShapeType="1"/>
          </p:cNvSpPr>
          <p:nvPr/>
        </p:nvSpPr>
        <p:spPr bwMode="auto">
          <a:xfrm flipH="1">
            <a:off x="3124200" y="5105400"/>
            <a:ext cx="60198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0" name="Object 27"/>
          <p:cNvGraphicFramePr>
            <a:graphicFrameLocks noChangeAspect="1"/>
          </p:cNvGraphicFramePr>
          <p:nvPr/>
        </p:nvGraphicFramePr>
        <p:xfrm>
          <a:off x="1490663" y="304800"/>
          <a:ext cx="3713162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8" name="公式" r:id="rId3" imgW="1287815" imgH="411480" progId="Equation.3">
                  <p:embed/>
                </p:oleObj>
              </mc:Choice>
              <mc:Fallback>
                <p:oleObj name="公式" r:id="rId3" imgW="1287815" imgH="4114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304800"/>
                        <a:ext cx="3713162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28"/>
          <p:cNvSpPr>
            <a:spLocks noChangeArrowheads="1"/>
          </p:cNvSpPr>
          <p:nvPr/>
        </p:nvSpPr>
        <p:spPr bwMode="auto">
          <a:xfrm>
            <a:off x="5715000" y="6858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的 </a:t>
            </a:r>
            <a:r>
              <a:rPr lang="en-US" altLang="zh-CN" sz="2800" b="1" i="1">
                <a:latin typeface="Book Antiqua" panose="02040602050305030304" pitchFamily="18" charset="0"/>
              </a:rPr>
              <a:t>Laplace </a:t>
            </a:r>
            <a:r>
              <a:rPr lang="zh-CN" altLang="zh-CN" sz="2800" b="1" i="1">
                <a:latin typeface="Book Antiqua" panose="02040602050305030304" pitchFamily="18" charset="0"/>
              </a:rPr>
              <a:t>逆变换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19168" name="Line 32"/>
          <p:cNvSpPr>
            <a:spLocks noChangeShapeType="1"/>
          </p:cNvSpPr>
          <p:nvPr/>
        </p:nvSpPr>
        <p:spPr bwMode="auto">
          <a:xfrm flipH="1">
            <a:off x="0" y="35052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9" name="Rectangle 33"/>
          <p:cNvSpPr>
            <a:spLocks noChangeArrowheads="1"/>
          </p:cNvSpPr>
          <p:nvPr/>
        </p:nvSpPr>
        <p:spPr bwMode="auto">
          <a:xfrm>
            <a:off x="0" y="44196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和位移定理</a:t>
            </a:r>
          </a:p>
        </p:txBody>
      </p:sp>
      <p:graphicFrame>
        <p:nvGraphicFramePr>
          <p:cNvPr id="219170" name="Object 34"/>
          <p:cNvGraphicFramePr>
            <a:graphicFrameLocks noChangeAspect="1"/>
          </p:cNvGraphicFramePr>
          <p:nvPr/>
        </p:nvGraphicFramePr>
        <p:xfrm>
          <a:off x="2743200" y="4343400"/>
          <a:ext cx="48006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29" name="公式" r:id="rId5" imgW="1402222" imgH="221011" progId="Equation.3">
                  <p:embed/>
                </p:oleObj>
              </mc:Choice>
              <mc:Fallback>
                <p:oleObj name="公式" r:id="rId5" imgW="1402222" imgH="221011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48006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1" name="Object 35"/>
          <p:cNvGraphicFramePr>
            <a:graphicFrameLocks noChangeAspect="1"/>
          </p:cNvGraphicFramePr>
          <p:nvPr/>
        </p:nvGraphicFramePr>
        <p:xfrm>
          <a:off x="1219200" y="5638800"/>
          <a:ext cx="21463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0" name="公式" r:id="rId7" imgW="739175" imgH="221011" progId="Equation.3">
                  <p:embed/>
                </p:oleObj>
              </mc:Choice>
              <mc:Fallback>
                <p:oleObj name="公式" r:id="rId7" imgW="739175" imgH="221011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638800"/>
                        <a:ext cx="21463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2" name="Object 36"/>
          <p:cNvGraphicFramePr>
            <a:graphicFrameLocks noChangeAspect="1"/>
          </p:cNvGraphicFramePr>
          <p:nvPr/>
        </p:nvGraphicFramePr>
        <p:xfrm>
          <a:off x="3276600" y="5486400"/>
          <a:ext cx="263207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1" name="公式" r:id="rId9" imgW="769797" imgH="388573" progId="Equation.3">
                  <p:embed/>
                </p:oleObj>
              </mc:Choice>
              <mc:Fallback>
                <p:oleObj name="公式" r:id="rId9" imgW="769797" imgH="388573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86400"/>
                        <a:ext cx="2632075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5" name="Object 39"/>
          <p:cNvGraphicFramePr>
            <a:graphicFrameLocks noChangeAspect="1"/>
          </p:cNvGraphicFramePr>
          <p:nvPr/>
        </p:nvGraphicFramePr>
        <p:xfrm>
          <a:off x="5845175" y="5410200"/>
          <a:ext cx="32988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2" name="公式" r:id="rId11" imgW="1044117" imgH="388573" progId="Equation.3">
                  <p:embed/>
                </p:oleObj>
              </mc:Choice>
              <mc:Fallback>
                <p:oleObj name="公式" r:id="rId11" imgW="1044117" imgH="388573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175" y="5410200"/>
                        <a:ext cx="329882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6" name="Object 40"/>
          <p:cNvGraphicFramePr>
            <a:graphicFrameLocks noChangeAspect="1"/>
          </p:cNvGraphicFramePr>
          <p:nvPr/>
        </p:nvGraphicFramePr>
        <p:xfrm>
          <a:off x="609600" y="1828800"/>
          <a:ext cx="371316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3" name="公式" r:id="rId13" imgW="1287815" imgH="411480" progId="Equation.3">
                  <p:embed/>
                </p:oleObj>
              </mc:Choice>
              <mc:Fallback>
                <p:oleObj name="公式" r:id="rId13" imgW="1287815" imgH="4114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371316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7" name="Object 41"/>
          <p:cNvGraphicFramePr>
            <a:graphicFrameLocks noChangeAspect="1"/>
          </p:cNvGraphicFramePr>
          <p:nvPr/>
        </p:nvGraphicFramePr>
        <p:xfrm>
          <a:off x="4267200" y="1981200"/>
          <a:ext cx="342106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4" name="公式" r:id="rId15" imgW="1188720" imgH="411480" progId="Equation.3">
                  <p:embed/>
                </p:oleObj>
              </mc:Choice>
              <mc:Fallback>
                <p:oleObj name="公式" r:id="rId15" imgW="1188720" imgH="41148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981200"/>
                        <a:ext cx="342106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78" name="Rectangle 42"/>
          <p:cNvSpPr>
            <a:spLocks noChangeArrowheads="1"/>
          </p:cNvSpPr>
          <p:nvPr/>
        </p:nvSpPr>
        <p:spPr bwMode="auto">
          <a:xfrm>
            <a:off x="0" y="36576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由延迟定理</a:t>
            </a:r>
          </a:p>
        </p:txBody>
      </p:sp>
      <p:graphicFrame>
        <p:nvGraphicFramePr>
          <p:cNvPr id="219179" name="Object 43"/>
          <p:cNvGraphicFramePr>
            <a:graphicFrameLocks noChangeAspect="1"/>
          </p:cNvGraphicFramePr>
          <p:nvPr/>
        </p:nvGraphicFramePr>
        <p:xfrm>
          <a:off x="2590800" y="3581400"/>
          <a:ext cx="4471988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5" name="公式" r:id="rId17" imgW="1455385" imgH="236283" progId="Equation.3">
                  <p:embed/>
                </p:oleObj>
              </mc:Choice>
              <mc:Fallback>
                <p:oleObj name="公式" r:id="rId17" imgW="1455385" imgH="23628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81400"/>
                        <a:ext cx="4471988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80" name="Object 44"/>
          <p:cNvGraphicFramePr>
            <a:graphicFrameLocks noChangeAspect="1"/>
          </p:cNvGraphicFramePr>
          <p:nvPr/>
        </p:nvGraphicFramePr>
        <p:xfrm>
          <a:off x="0" y="4876800"/>
          <a:ext cx="17653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6" name="公式" r:id="rId19" imgW="807649" imgH="411480" progId="Equation.3">
                  <p:embed/>
                </p:oleObj>
              </mc:Choice>
              <mc:Fallback>
                <p:oleObj name="公式" r:id="rId19" imgW="807649" imgH="411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876800"/>
                        <a:ext cx="17653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9"/>
          <p:cNvSpPr>
            <a:spLocks noChangeArrowheads="1"/>
          </p:cNvSpPr>
          <p:nvPr/>
        </p:nvSpPr>
        <p:spPr bwMode="auto">
          <a:xfrm>
            <a:off x="0" y="533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 dirty="0">
                <a:latin typeface="Book Antiqua" panose="02040602050305030304" pitchFamily="18" charset="0"/>
              </a:rPr>
              <a:t>例：求</a:t>
            </a:r>
            <a:endParaRPr lang="zh-CN" altLang="en-US" sz="2800" b="1" i="1" dirty="0">
              <a:latin typeface="Book Antiqua" panose="02040602050305030304" pitchFamily="18" charset="0"/>
            </a:endParaRPr>
          </a:p>
        </p:txBody>
      </p:sp>
      <p:sp>
        <p:nvSpPr>
          <p:cNvPr id="220190" name="Rectangle 30"/>
          <p:cNvSpPr>
            <a:spLocks noChangeArrowheads="1"/>
          </p:cNvSpPr>
          <p:nvPr/>
        </p:nvSpPr>
        <p:spPr bwMode="auto">
          <a:xfrm>
            <a:off x="0" y="19050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7652" name="Line 31"/>
          <p:cNvSpPr>
            <a:spLocks noChangeShapeType="1"/>
          </p:cNvSpPr>
          <p:nvPr/>
        </p:nvSpPr>
        <p:spPr bwMode="auto">
          <a:xfrm flipH="1" flipV="1">
            <a:off x="0" y="1524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3" name="Object 33"/>
          <p:cNvGraphicFramePr>
            <a:graphicFrameLocks noChangeAspect="1"/>
          </p:cNvGraphicFramePr>
          <p:nvPr/>
        </p:nvGraphicFramePr>
        <p:xfrm>
          <a:off x="1524000" y="304800"/>
          <a:ext cx="31242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0" name="公式" r:id="rId3" imgW="1059003" imgH="434387" progId="Equation.3">
                  <p:embed/>
                </p:oleObj>
              </mc:Choice>
              <mc:Fallback>
                <p:oleObj name="公式" r:id="rId3" imgW="1059003" imgH="43438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4800"/>
                        <a:ext cx="31242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34"/>
          <p:cNvSpPr>
            <a:spLocks noChangeArrowheads="1"/>
          </p:cNvSpPr>
          <p:nvPr/>
        </p:nvSpPr>
        <p:spPr bwMode="auto">
          <a:xfrm>
            <a:off x="5715000" y="6858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 dirty="0">
                <a:latin typeface="Book Antiqua" panose="02040602050305030304" pitchFamily="18" charset="0"/>
              </a:rPr>
              <a:t>的 </a:t>
            </a:r>
            <a:r>
              <a:rPr lang="en-US" altLang="zh-CN" sz="2800" b="1" i="1" dirty="0">
                <a:latin typeface="Book Antiqua" panose="02040602050305030304" pitchFamily="18" charset="0"/>
              </a:rPr>
              <a:t>Laplace </a:t>
            </a:r>
            <a:r>
              <a:rPr lang="zh-CN" altLang="zh-CN" sz="2800" b="1" i="1" dirty="0">
                <a:latin typeface="Book Antiqua" panose="02040602050305030304" pitchFamily="18" charset="0"/>
              </a:rPr>
              <a:t>逆变换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20195" name="Line 35"/>
          <p:cNvSpPr>
            <a:spLocks noChangeShapeType="1"/>
          </p:cNvSpPr>
          <p:nvPr/>
        </p:nvSpPr>
        <p:spPr bwMode="auto">
          <a:xfrm flipH="1">
            <a:off x="0" y="2971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0198" name="Object 38"/>
          <p:cNvGraphicFramePr>
            <a:graphicFrameLocks noChangeAspect="1"/>
          </p:cNvGraphicFramePr>
          <p:nvPr/>
        </p:nvGraphicFramePr>
        <p:xfrm>
          <a:off x="0" y="4038600"/>
          <a:ext cx="32019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1" name="公式" r:id="rId5" imgW="1112591" imgH="221011" progId="Equation.3">
                  <p:embed/>
                </p:oleObj>
              </mc:Choice>
              <mc:Fallback>
                <p:oleObj name="公式" r:id="rId5" imgW="1112591" imgH="22101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038600"/>
                        <a:ext cx="320198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6" name="Object 46"/>
          <p:cNvGraphicFramePr>
            <a:graphicFrameLocks noChangeAspect="1"/>
          </p:cNvGraphicFramePr>
          <p:nvPr/>
        </p:nvGraphicFramePr>
        <p:xfrm>
          <a:off x="838200" y="1752600"/>
          <a:ext cx="26670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2" name="公式" r:id="rId7" imgW="1059003" imgH="434387" progId="Equation.3">
                  <p:embed/>
                </p:oleObj>
              </mc:Choice>
              <mc:Fallback>
                <p:oleObj name="公式" r:id="rId7" imgW="1059003" imgH="434387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52600"/>
                        <a:ext cx="26670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7" name="Object 47"/>
          <p:cNvGraphicFramePr>
            <a:graphicFrameLocks noChangeAspect="1"/>
          </p:cNvGraphicFramePr>
          <p:nvPr/>
        </p:nvGraphicFramePr>
        <p:xfrm>
          <a:off x="3505200" y="1828800"/>
          <a:ext cx="22860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3" name="公式" r:id="rId9" imgW="929711" imgH="411480" progId="Equation.3">
                  <p:embed/>
                </p:oleObj>
              </mc:Choice>
              <mc:Fallback>
                <p:oleObj name="公式" r:id="rId9" imgW="929711" imgH="41148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28800"/>
                        <a:ext cx="22860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8" name="Object 48"/>
          <p:cNvGraphicFramePr>
            <a:graphicFrameLocks noChangeAspect="1"/>
          </p:cNvGraphicFramePr>
          <p:nvPr/>
        </p:nvGraphicFramePr>
        <p:xfrm>
          <a:off x="5791200" y="2133600"/>
          <a:ext cx="31242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4" name="公式" r:id="rId11" imgW="1059003" imgH="198104" progId="Equation.3">
                  <p:embed/>
                </p:oleObj>
              </mc:Choice>
              <mc:Fallback>
                <p:oleObj name="公式" r:id="rId11" imgW="1059003" imgH="198104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133600"/>
                        <a:ext cx="31242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09" name="Rectangle 49"/>
          <p:cNvSpPr>
            <a:spLocks noChangeArrowheads="1"/>
          </p:cNvSpPr>
          <p:nvPr/>
        </p:nvSpPr>
        <p:spPr bwMode="auto">
          <a:xfrm>
            <a:off x="0" y="32004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由卷积定理</a:t>
            </a:r>
          </a:p>
        </p:txBody>
      </p:sp>
      <p:graphicFrame>
        <p:nvGraphicFramePr>
          <p:cNvPr id="220210" name="Object 50"/>
          <p:cNvGraphicFramePr>
            <a:graphicFrameLocks noChangeAspect="1"/>
          </p:cNvGraphicFramePr>
          <p:nvPr/>
        </p:nvGraphicFramePr>
        <p:xfrm>
          <a:off x="2438400" y="3048000"/>
          <a:ext cx="53705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5" name="公式" r:id="rId13" imgW="1745015" imgH="221011" progId="Equation.3">
                  <p:embed/>
                </p:oleObj>
              </mc:Choice>
              <mc:Fallback>
                <p:oleObj name="公式" r:id="rId13" imgW="1745015" imgH="221011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048000"/>
                        <a:ext cx="53705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11" name="Object 51"/>
          <p:cNvGraphicFramePr>
            <a:graphicFrameLocks noChangeAspect="1"/>
          </p:cNvGraphicFramePr>
          <p:nvPr/>
        </p:nvGraphicFramePr>
        <p:xfrm>
          <a:off x="3200400" y="4114800"/>
          <a:ext cx="22574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6" name="公式" r:id="rId15" imgW="731520" imgH="205740" progId="Equation.3">
                  <p:embed/>
                </p:oleObj>
              </mc:Choice>
              <mc:Fallback>
                <p:oleObj name="公式" r:id="rId15" imgW="731520" imgH="20574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114800"/>
                        <a:ext cx="22574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12" name="Object 52"/>
          <p:cNvGraphicFramePr>
            <a:graphicFrameLocks noChangeAspect="1"/>
          </p:cNvGraphicFramePr>
          <p:nvPr/>
        </p:nvGraphicFramePr>
        <p:xfrm>
          <a:off x="2819400" y="4800600"/>
          <a:ext cx="412591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7" name="公式" r:id="rId17" imgW="1340978" imgH="350394" progId="Equation.3">
                  <p:embed/>
                </p:oleObj>
              </mc:Choice>
              <mc:Fallback>
                <p:oleObj name="公式" r:id="rId17" imgW="1340978" imgH="350394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00600"/>
                        <a:ext cx="412591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13" name="Object 53"/>
          <p:cNvGraphicFramePr>
            <a:graphicFrameLocks noChangeAspect="1"/>
          </p:cNvGraphicFramePr>
          <p:nvPr/>
        </p:nvGraphicFramePr>
        <p:xfrm>
          <a:off x="2895600" y="5861050"/>
          <a:ext cx="26876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8" name="公式" r:id="rId19" imgW="1097280" imgH="388573" progId="Equation.3">
                  <p:embed/>
                </p:oleObj>
              </mc:Choice>
              <mc:Fallback>
                <p:oleObj name="公式" r:id="rId19" imgW="1097280" imgH="388573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861050"/>
                        <a:ext cx="26876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9"/>
          <p:cNvSpPr>
            <a:spLocks noChangeArrowheads="1"/>
          </p:cNvSpPr>
          <p:nvPr/>
        </p:nvSpPr>
        <p:spPr bwMode="auto">
          <a:xfrm>
            <a:off x="7092280" y="5071275"/>
            <a:ext cx="226345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i="1" dirty="0">
                <a:latin typeface="Book Antiqua" panose="02040602050305030304" pitchFamily="18" charset="0"/>
              </a:rPr>
              <a:t>积化和差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533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73411" name="Rectangle 3"/>
          <p:cNvSpPr>
            <a:spLocks noChangeArrowheads="1"/>
          </p:cNvSpPr>
          <p:nvPr/>
        </p:nvSpPr>
        <p:spPr bwMode="auto">
          <a:xfrm>
            <a:off x="0" y="17526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 flipH="1" flipV="1">
            <a:off x="0" y="1524000"/>
            <a:ext cx="9144000" cy="152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3413" name="Line 5"/>
          <p:cNvSpPr>
            <a:spLocks noChangeShapeType="1"/>
          </p:cNvSpPr>
          <p:nvPr/>
        </p:nvSpPr>
        <p:spPr bwMode="auto">
          <a:xfrm flipH="1">
            <a:off x="3124200" y="3810000"/>
            <a:ext cx="6019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1301750" y="334963"/>
          <a:ext cx="35702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2" name="公式" r:id="rId3" imgW="1211686" imgH="411480" progId="Equation.3">
                  <p:embed/>
                </p:oleObj>
              </mc:Choice>
              <mc:Fallback>
                <p:oleObj name="公式" r:id="rId3" imgW="1211686" imgH="411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334963"/>
                        <a:ext cx="35702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5715000" y="6858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的 </a:t>
            </a:r>
            <a:r>
              <a:rPr lang="en-US" altLang="zh-CN" sz="2800" b="1" i="1">
                <a:latin typeface="Book Antiqua" panose="02040602050305030304" pitchFamily="18" charset="0"/>
              </a:rPr>
              <a:t>Laplace </a:t>
            </a:r>
            <a:r>
              <a:rPr lang="zh-CN" altLang="zh-CN" sz="2800" b="1" i="1">
                <a:latin typeface="Book Antiqua" panose="02040602050305030304" pitchFamily="18" charset="0"/>
              </a:rPr>
              <a:t>逆变换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73416" name="Object 8"/>
          <p:cNvGraphicFramePr>
            <a:graphicFrameLocks noChangeAspect="1"/>
          </p:cNvGraphicFramePr>
          <p:nvPr/>
        </p:nvGraphicFramePr>
        <p:xfrm>
          <a:off x="838200" y="1524000"/>
          <a:ext cx="35702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3" name="公式" r:id="rId5" imgW="1211686" imgH="411480" progId="Equation.3">
                  <p:embed/>
                </p:oleObj>
              </mc:Choice>
              <mc:Fallback>
                <p:oleObj name="公式" r:id="rId5" imgW="1211686" imgH="411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35702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7" name="Object 9"/>
          <p:cNvGraphicFramePr>
            <a:graphicFrameLocks noChangeAspect="1"/>
          </p:cNvGraphicFramePr>
          <p:nvPr/>
        </p:nvGraphicFramePr>
        <p:xfrm>
          <a:off x="1779588" y="2590800"/>
          <a:ext cx="73644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4" name="公式" r:id="rId7" imgW="2507157" imgH="411480" progId="Equation.3">
                  <p:embed/>
                </p:oleObj>
              </mc:Choice>
              <mc:Fallback>
                <p:oleObj name="公式" r:id="rId7" imgW="2507157" imgH="411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2590800"/>
                        <a:ext cx="736441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8" name="Object 10"/>
          <p:cNvGraphicFramePr>
            <a:graphicFrameLocks noChangeAspect="1"/>
          </p:cNvGraphicFramePr>
          <p:nvPr/>
        </p:nvGraphicFramePr>
        <p:xfrm>
          <a:off x="228600" y="2590800"/>
          <a:ext cx="15954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5" name="公式" r:id="rId9" imgW="540985" imgH="411480" progId="Equation.3">
                  <p:embed/>
                </p:oleObj>
              </mc:Choice>
              <mc:Fallback>
                <p:oleObj name="公式" r:id="rId9" imgW="540985" imgH="411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90800"/>
                        <a:ext cx="15954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9" name="Object 11"/>
          <p:cNvGraphicFramePr>
            <a:graphicFrameLocks noChangeAspect="1"/>
          </p:cNvGraphicFramePr>
          <p:nvPr/>
        </p:nvGraphicFramePr>
        <p:xfrm>
          <a:off x="0" y="4114800"/>
          <a:ext cx="72929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6" name="公式" r:id="rId11" imgW="2484191" imgH="221011" progId="Equation.3">
                  <p:embed/>
                </p:oleObj>
              </mc:Choice>
              <mc:Fallback>
                <p:oleObj name="公式" r:id="rId11" imgW="2484191" imgH="22101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14800"/>
                        <a:ext cx="729297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20" name="Object 12"/>
          <p:cNvGraphicFramePr>
            <a:graphicFrameLocks noChangeAspect="1"/>
          </p:cNvGraphicFramePr>
          <p:nvPr/>
        </p:nvGraphicFramePr>
        <p:xfrm>
          <a:off x="249238" y="5105400"/>
          <a:ext cx="15255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7" name="公式" r:id="rId13" imgW="510363" imgH="159926" progId="Equation.3">
                  <p:embed/>
                </p:oleObj>
              </mc:Choice>
              <mc:Fallback>
                <p:oleObj name="公式" r:id="rId13" imgW="510363" imgH="15992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5105400"/>
                        <a:ext cx="15255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21" name="AutoShape 13"/>
          <p:cNvSpPr>
            <a:spLocks noChangeArrowheads="1"/>
          </p:cNvSpPr>
          <p:nvPr/>
        </p:nvSpPr>
        <p:spPr bwMode="auto">
          <a:xfrm>
            <a:off x="2514600" y="5029200"/>
            <a:ext cx="609600" cy="457200"/>
          </a:xfrm>
          <a:prstGeom prst="notchedRightArrow">
            <a:avLst>
              <a:gd name="adj1" fmla="val 50000"/>
              <a:gd name="adj2" fmla="val 33333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73422" name="Object 14"/>
          <p:cNvGraphicFramePr>
            <a:graphicFrameLocks noChangeAspect="1"/>
          </p:cNvGraphicFramePr>
          <p:nvPr/>
        </p:nvGraphicFramePr>
        <p:xfrm>
          <a:off x="4114800" y="5029200"/>
          <a:ext cx="1338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8" name="公式" r:id="rId15" imgW="449545" imgH="167561" progId="Equation.3">
                  <p:embed/>
                </p:oleObj>
              </mc:Choice>
              <mc:Fallback>
                <p:oleObj name="公式" r:id="rId15" imgW="449545" imgH="16756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029200"/>
                        <a:ext cx="13382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23" name="Rectangle 15"/>
          <p:cNvSpPr>
            <a:spLocks noChangeArrowheads="1"/>
          </p:cNvSpPr>
          <p:nvPr/>
        </p:nvSpPr>
        <p:spPr bwMode="auto">
          <a:xfrm>
            <a:off x="0" y="5715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求导</a:t>
            </a:r>
          </a:p>
        </p:txBody>
      </p:sp>
      <p:graphicFrame>
        <p:nvGraphicFramePr>
          <p:cNvPr id="273424" name="Object 16"/>
          <p:cNvGraphicFramePr>
            <a:graphicFrameLocks noChangeAspect="1"/>
          </p:cNvGraphicFramePr>
          <p:nvPr/>
        </p:nvGraphicFramePr>
        <p:xfrm>
          <a:off x="1676400" y="5715000"/>
          <a:ext cx="54705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9" name="公式" r:id="rId17" imgW="1859422" imgH="221011" progId="Equation.3">
                  <p:embed/>
                </p:oleObj>
              </mc:Choice>
              <mc:Fallback>
                <p:oleObj name="公式" r:id="rId17" imgW="1859422" imgH="22101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715000"/>
                        <a:ext cx="54705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25" name="Object 17"/>
          <p:cNvGraphicFramePr>
            <a:graphicFrameLocks noChangeAspect="1"/>
          </p:cNvGraphicFramePr>
          <p:nvPr/>
        </p:nvGraphicFramePr>
        <p:xfrm>
          <a:off x="782638" y="6442075"/>
          <a:ext cx="15255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50" name="公式" r:id="rId19" imgW="510363" imgH="159926" progId="Equation.3">
                  <p:embed/>
                </p:oleObj>
              </mc:Choice>
              <mc:Fallback>
                <p:oleObj name="公式" r:id="rId19" imgW="510363" imgH="15992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6442075"/>
                        <a:ext cx="15255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26" name="AutoShape 18"/>
          <p:cNvSpPr>
            <a:spLocks noChangeArrowheads="1"/>
          </p:cNvSpPr>
          <p:nvPr/>
        </p:nvSpPr>
        <p:spPr bwMode="auto">
          <a:xfrm>
            <a:off x="3048000" y="6365875"/>
            <a:ext cx="609600" cy="457200"/>
          </a:xfrm>
          <a:prstGeom prst="notchedRightArrow">
            <a:avLst>
              <a:gd name="adj1" fmla="val 50000"/>
              <a:gd name="adj2" fmla="val 33333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73427" name="Object 19"/>
          <p:cNvGraphicFramePr>
            <a:graphicFrameLocks noChangeAspect="1"/>
          </p:cNvGraphicFramePr>
          <p:nvPr/>
        </p:nvGraphicFramePr>
        <p:xfrm>
          <a:off x="4799013" y="6381750"/>
          <a:ext cx="103663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51" name="公式" r:id="rId21" imgW="350449" imgH="159926" progId="Equation.3">
                  <p:embed/>
                </p:oleObj>
              </mc:Choice>
              <mc:Fallback>
                <p:oleObj name="公式" r:id="rId21" imgW="350449" imgH="15992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6381750"/>
                        <a:ext cx="103663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09" name="Rectangle 25"/>
          <p:cNvSpPr>
            <a:spLocks noChangeArrowheads="1"/>
          </p:cNvSpPr>
          <p:nvPr/>
        </p:nvSpPr>
        <p:spPr bwMode="auto">
          <a:xfrm>
            <a:off x="244475" y="83026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求导</a:t>
            </a:r>
          </a:p>
        </p:txBody>
      </p:sp>
      <p:graphicFrame>
        <p:nvGraphicFramePr>
          <p:cNvPr id="272410" name="Object 26"/>
          <p:cNvGraphicFramePr>
            <a:graphicFrameLocks noChangeAspect="1"/>
          </p:cNvGraphicFramePr>
          <p:nvPr/>
        </p:nvGraphicFramePr>
        <p:xfrm>
          <a:off x="1920875" y="762000"/>
          <a:ext cx="54705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8" name="公式" r:id="rId3" imgW="1859422" imgH="221011" progId="Equation.3">
                  <p:embed/>
                </p:oleObj>
              </mc:Choice>
              <mc:Fallback>
                <p:oleObj name="公式" r:id="rId3" imgW="1859422" imgH="22101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762000"/>
                        <a:ext cx="54705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11" name="Object 27"/>
          <p:cNvGraphicFramePr>
            <a:graphicFrameLocks noChangeAspect="1"/>
          </p:cNvGraphicFramePr>
          <p:nvPr/>
        </p:nvGraphicFramePr>
        <p:xfrm>
          <a:off x="1027113" y="1489075"/>
          <a:ext cx="15255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9" name="公式" r:id="rId5" imgW="510363" imgH="159926" progId="Equation.3">
                  <p:embed/>
                </p:oleObj>
              </mc:Choice>
              <mc:Fallback>
                <p:oleObj name="公式" r:id="rId5" imgW="510363" imgH="15992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1489075"/>
                        <a:ext cx="15255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12" name="AutoShape 28"/>
          <p:cNvSpPr>
            <a:spLocks noChangeArrowheads="1"/>
          </p:cNvSpPr>
          <p:nvPr/>
        </p:nvSpPr>
        <p:spPr bwMode="auto">
          <a:xfrm>
            <a:off x="3292475" y="1412875"/>
            <a:ext cx="609600" cy="457200"/>
          </a:xfrm>
          <a:prstGeom prst="notchedRightArrow">
            <a:avLst>
              <a:gd name="adj1" fmla="val 50000"/>
              <a:gd name="adj2" fmla="val 33333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72413" name="Object 29"/>
          <p:cNvGraphicFramePr>
            <a:graphicFrameLocks noChangeAspect="1"/>
          </p:cNvGraphicFramePr>
          <p:nvPr/>
        </p:nvGraphicFramePr>
        <p:xfrm>
          <a:off x="5043488" y="1428750"/>
          <a:ext cx="103663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0" name="公式" r:id="rId7" imgW="350449" imgH="159926" progId="Equation.3">
                  <p:embed/>
                </p:oleObj>
              </mc:Choice>
              <mc:Fallback>
                <p:oleObj name="公式" r:id="rId7" imgW="350449" imgH="15992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1428750"/>
                        <a:ext cx="103663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14" name="Object 30"/>
          <p:cNvGraphicFramePr>
            <a:graphicFrameLocks noChangeAspect="1"/>
          </p:cNvGraphicFramePr>
          <p:nvPr/>
        </p:nvGraphicFramePr>
        <p:xfrm>
          <a:off x="1387475" y="0"/>
          <a:ext cx="1338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1" name="公式" r:id="rId9" imgW="449545" imgH="167561" progId="Equation.3">
                  <p:embed/>
                </p:oleObj>
              </mc:Choice>
              <mc:Fallback>
                <p:oleObj name="公式" r:id="rId9" imgW="449545" imgH="16756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0"/>
                        <a:ext cx="13382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18" name="Rectangle 34"/>
          <p:cNvSpPr>
            <a:spLocks noChangeArrowheads="1"/>
          </p:cNvSpPr>
          <p:nvPr/>
        </p:nvSpPr>
        <p:spPr bwMode="auto">
          <a:xfrm>
            <a:off x="244475" y="2125663"/>
            <a:ext cx="1219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再求导</a:t>
            </a:r>
          </a:p>
        </p:txBody>
      </p:sp>
      <p:graphicFrame>
        <p:nvGraphicFramePr>
          <p:cNvPr id="272419" name="Object 35"/>
          <p:cNvGraphicFramePr>
            <a:graphicFrameLocks noChangeAspect="1"/>
          </p:cNvGraphicFramePr>
          <p:nvPr/>
        </p:nvGraphicFramePr>
        <p:xfrm>
          <a:off x="1387475" y="2057400"/>
          <a:ext cx="35353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2" name="公式" r:id="rId11" imgW="1196375" imgH="198104" progId="Equation.3">
                  <p:embed/>
                </p:oleObj>
              </mc:Choice>
              <mc:Fallback>
                <p:oleObj name="公式" r:id="rId11" imgW="1196375" imgH="198104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2057400"/>
                        <a:ext cx="35353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0" name="Object 36"/>
          <p:cNvGraphicFramePr>
            <a:graphicFrameLocks noChangeAspect="1"/>
          </p:cNvGraphicFramePr>
          <p:nvPr/>
        </p:nvGraphicFramePr>
        <p:xfrm>
          <a:off x="1600200" y="2895600"/>
          <a:ext cx="15255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3" name="公式" r:id="rId13" imgW="510363" imgH="159926" progId="Equation.3">
                  <p:embed/>
                </p:oleObj>
              </mc:Choice>
              <mc:Fallback>
                <p:oleObj name="公式" r:id="rId13" imgW="510363" imgH="15992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95600"/>
                        <a:ext cx="15255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21" name="AutoShape 37"/>
          <p:cNvSpPr>
            <a:spLocks noChangeArrowheads="1"/>
          </p:cNvSpPr>
          <p:nvPr/>
        </p:nvSpPr>
        <p:spPr bwMode="auto">
          <a:xfrm>
            <a:off x="3733800" y="2819400"/>
            <a:ext cx="609600" cy="457200"/>
          </a:xfrm>
          <a:prstGeom prst="notchedRightArrow">
            <a:avLst>
              <a:gd name="adj1" fmla="val 50000"/>
              <a:gd name="adj2" fmla="val 33333"/>
            </a:avLst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72422" name="Object 38"/>
          <p:cNvGraphicFramePr>
            <a:graphicFrameLocks noChangeAspect="1"/>
          </p:cNvGraphicFramePr>
          <p:nvPr/>
        </p:nvGraphicFramePr>
        <p:xfrm>
          <a:off x="5029200" y="2819400"/>
          <a:ext cx="11493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4" name="公式" r:id="rId15" imgW="388726" imgH="167561" progId="Equation.3">
                  <p:embed/>
                </p:oleObj>
              </mc:Choice>
              <mc:Fallback>
                <p:oleObj name="公式" r:id="rId15" imgW="388726" imgH="16756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819400"/>
                        <a:ext cx="11493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3" name="Object 39"/>
          <p:cNvGraphicFramePr>
            <a:graphicFrameLocks noChangeAspect="1"/>
          </p:cNvGraphicFramePr>
          <p:nvPr/>
        </p:nvGraphicFramePr>
        <p:xfrm>
          <a:off x="7178675" y="2743200"/>
          <a:ext cx="1117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5" name="公式" r:id="rId17" imgW="373415" imgH="167561" progId="Equation.3">
                  <p:embed/>
                </p:oleObj>
              </mc:Choice>
              <mc:Fallback>
                <p:oleObj name="公式" r:id="rId17" imgW="373415" imgH="167561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75" y="2743200"/>
                        <a:ext cx="1117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4" name="Object 40"/>
          <p:cNvGraphicFramePr>
            <a:graphicFrameLocks noChangeAspect="1"/>
          </p:cNvGraphicFramePr>
          <p:nvPr/>
        </p:nvGraphicFramePr>
        <p:xfrm>
          <a:off x="244475" y="3581400"/>
          <a:ext cx="35702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6" name="公式" r:id="rId19" imgW="1211686" imgH="411480" progId="Equation.3">
                  <p:embed/>
                </p:oleObj>
              </mc:Choice>
              <mc:Fallback>
                <p:oleObj name="公式" r:id="rId19" imgW="1211686" imgH="4114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3581400"/>
                        <a:ext cx="35702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5" name="Object 41"/>
          <p:cNvGraphicFramePr>
            <a:graphicFrameLocks noChangeAspect="1"/>
          </p:cNvGraphicFramePr>
          <p:nvPr/>
        </p:nvGraphicFramePr>
        <p:xfrm>
          <a:off x="3902075" y="3581400"/>
          <a:ext cx="5241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7" name="公式" r:id="rId21" imgW="1783293" imgH="411480" progId="Equation.3">
                  <p:embed/>
                </p:oleObj>
              </mc:Choice>
              <mc:Fallback>
                <p:oleObj name="公式" r:id="rId21" imgW="1783293" imgH="41148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075" y="3581400"/>
                        <a:ext cx="52419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2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210974"/>
              </p:ext>
            </p:extLst>
          </p:nvPr>
        </p:nvGraphicFramePr>
        <p:xfrm>
          <a:off x="265451" y="5157787"/>
          <a:ext cx="8221663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8" name="Equation" r:id="rId23" imgW="2793960" imgH="419040" progId="Equation.DSMT4">
                  <p:embed/>
                </p:oleObj>
              </mc:Choice>
              <mc:Fallback>
                <p:oleObj name="Equation" r:id="rId23" imgW="2793960" imgH="4190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51" y="5157787"/>
                        <a:ext cx="8221663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533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graphicFrame>
        <p:nvGraphicFramePr>
          <p:cNvPr id="307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636097"/>
              </p:ext>
            </p:extLst>
          </p:nvPr>
        </p:nvGraphicFramePr>
        <p:xfrm>
          <a:off x="1290638" y="325438"/>
          <a:ext cx="359410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4" name="Equation" r:id="rId3" imgW="1218960" imgH="419040" progId="Equation.DSMT4">
                  <p:embed/>
                </p:oleObj>
              </mc:Choice>
              <mc:Fallback>
                <p:oleObj name="Equation" r:id="rId3" imgW="121896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325438"/>
                        <a:ext cx="359410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7"/>
          <p:cNvSpPr>
            <a:spLocks noChangeArrowheads="1"/>
          </p:cNvSpPr>
          <p:nvPr/>
        </p:nvSpPr>
        <p:spPr bwMode="auto">
          <a:xfrm>
            <a:off x="5715000" y="6858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的 </a:t>
            </a:r>
            <a:r>
              <a:rPr lang="en-US" altLang="zh-CN" sz="2800" b="1" i="1">
                <a:latin typeface="Book Antiqua" panose="02040602050305030304" pitchFamily="18" charset="0"/>
              </a:rPr>
              <a:t>Laplace </a:t>
            </a:r>
            <a:r>
              <a:rPr lang="zh-CN" altLang="zh-CN" sz="2800" b="1" i="1">
                <a:latin typeface="Book Antiqua" panose="02040602050305030304" pitchFamily="18" charset="0"/>
              </a:rPr>
              <a:t>逆变换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0725" name="文本框 4"/>
          <p:cNvSpPr txBox="1">
            <a:spLocks noChangeArrowheads="1"/>
          </p:cNvSpPr>
          <p:nvPr/>
        </p:nvSpPr>
        <p:spPr bwMode="auto">
          <a:xfrm>
            <a:off x="179388" y="1773238"/>
            <a:ext cx="182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解法二：</a:t>
            </a:r>
          </a:p>
        </p:txBody>
      </p:sp>
      <p:sp>
        <p:nvSpPr>
          <p:cNvPr id="30727" name="文本框 6"/>
          <p:cNvSpPr txBox="1">
            <a:spLocks noChangeArrowheads="1"/>
          </p:cNvSpPr>
          <p:nvPr/>
        </p:nvSpPr>
        <p:spPr bwMode="auto">
          <a:xfrm>
            <a:off x="90488" y="3063036"/>
            <a:ext cx="5953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令</a:t>
            </a:r>
          </a:p>
        </p:txBody>
      </p:sp>
      <p:graphicFrame>
        <p:nvGraphicFramePr>
          <p:cNvPr id="3072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988548"/>
              </p:ext>
            </p:extLst>
          </p:nvPr>
        </p:nvGraphicFramePr>
        <p:xfrm>
          <a:off x="827584" y="3078163"/>
          <a:ext cx="17097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5" name="Equation" r:id="rId5" imgW="583920" imgH="177480" progId="Equation.DSMT4">
                  <p:embed/>
                </p:oleObj>
              </mc:Choice>
              <mc:Fallback>
                <p:oleObj name="Equation" r:id="rId5" imgW="583920" imgH="17748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078163"/>
                        <a:ext cx="17097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830161"/>
              </p:ext>
            </p:extLst>
          </p:nvPr>
        </p:nvGraphicFramePr>
        <p:xfrm>
          <a:off x="7596" y="3788545"/>
          <a:ext cx="9150351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6" name="Equation" r:id="rId7" imgW="3124080" imgH="863280" progId="Equation.DSMT4">
                  <p:embed/>
                </p:oleObj>
              </mc:Choice>
              <mc:Fallback>
                <p:oleObj name="Equation" r:id="rId7" imgW="3124080" imgH="8632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" y="3788545"/>
                        <a:ext cx="9150351" cy="219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108688"/>
              </p:ext>
            </p:extLst>
          </p:nvPr>
        </p:nvGraphicFramePr>
        <p:xfrm>
          <a:off x="1835696" y="1708687"/>
          <a:ext cx="48006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7" name="公式" r:id="rId9" imgW="1402222" imgH="221011" progId="Equation.3">
                  <p:embed/>
                </p:oleObj>
              </mc:Choice>
              <mc:Fallback>
                <p:oleObj name="公式" r:id="rId9" imgW="1402222" imgH="221011" progId="Equation.3">
                  <p:embed/>
                  <p:pic>
                    <p:nvPicPr>
                      <p:cNvPr id="24781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708687"/>
                        <a:ext cx="48006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517968"/>
              </p:ext>
            </p:extLst>
          </p:nvPr>
        </p:nvGraphicFramePr>
        <p:xfrm>
          <a:off x="3103579" y="2972874"/>
          <a:ext cx="443706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8" name="Equation" r:id="rId11" imgW="1295280" imgH="228600" progId="Equation.DSMT4">
                  <p:embed/>
                </p:oleObj>
              </mc:Choice>
              <mc:Fallback>
                <p:oleObj name="Equation" r:id="rId11" imgW="1295280" imgH="228600" progId="Equation.DSMT4">
                  <p:embed/>
                  <p:pic>
                    <p:nvPicPr>
                      <p:cNvPr id="11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79" y="2972874"/>
                        <a:ext cx="4437063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747" name="Text Box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2133600" y="0"/>
            <a:ext cx="43348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6.3  </a:t>
            </a:r>
            <a:r>
              <a:rPr lang="zh-CN" altLang="en-US" sz="28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拉普拉斯变换应用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2028825" y="736600"/>
          <a:ext cx="474503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8" name="公式" r:id="rId4" imgW="1539169" imgH="221011" progId="Equation.3">
                  <p:embed/>
                </p:oleObj>
              </mc:Choice>
              <mc:Fallback>
                <p:oleObj name="公式" r:id="rId4" imgW="1539169" imgH="22101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5" y="736600"/>
                        <a:ext cx="474503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2166938" y="1227138"/>
          <a:ext cx="44735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9" name="公式" r:id="rId6" imgW="1455385" imgH="426751" progId="Equation.3">
                  <p:embed/>
                </p:oleObj>
              </mc:Choice>
              <mc:Fallback>
                <p:oleObj name="公式" r:id="rId6" imgW="1455385" imgH="4267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1227138"/>
                        <a:ext cx="44735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2633663" y="2408238"/>
          <a:ext cx="377348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0" name="公式" r:id="rId8" imgW="1226997" imgH="426751" progId="Equation.3">
                  <p:embed/>
                </p:oleObj>
              </mc:Choice>
              <mc:Fallback>
                <p:oleObj name="公式" r:id="rId8" imgW="1226997" imgH="4267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2408238"/>
                        <a:ext cx="3773487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矩形 15"/>
          <p:cNvSpPr>
            <a:spLocks noChangeArrowheads="1"/>
          </p:cNvSpPr>
          <p:nvPr/>
        </p:nvSpPr>
        <p:spPr bwMode="auto">
          <a:xfrm>
            <a:off x="1917700" y="703263"/>
            <a:ext cx="4968875" cy="1885950"/>
          </a:xfrm>
          <a:prstGeom prst="rect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7" name="Object 1028"/>
          <p:cNvGraphicFramePr>
            <a:graphicFrameLocks noChangeAspect="1"/>
          </p:cNvGraphicFramePr>
          <p:nvPr/>
        </p:nvGraphicFramePr>
        <p:xfrm>
          <a:off x="1900238" y="4071938"/>
          <a:ext cx="48006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1" name="公式" r:id="rId10" imgW="1402222" imgH="221011" progId="Equation.3">
                  <p:embed/>
                </p:oleObj>
              </mc:Choice>
              <mc:Fallback>
                <p:oleObj name="公式" r:id="rId10" imgW="1402222" imgH="221011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4071938"/>
                        <a:ext cx="480060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2500313" y="4748213"/>
          <a:ext cx="30353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2" name="公式" r:id="rId12" imgW="982874" imgH="221011" progId="Equation.3">
                  <p:embed/>
                </p:oleObj>
              </mc:Choice>
              <mc:Fallback>
                <p:oleObj name="公式" r:id="rId12" imgW="982874" imgH="22101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748213"/>
                        <a:ext cx="303530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1716088" y="5116513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若</a:t>
            </a:r>
          </a:p>
        </p:txBody>
      </p:sp>
      <p:graphicFrame>
        <p:nvGraphicFramePr>
          <p:cNvPr id="20" name="Object 9"/>
          <p:cNvGraphicFramePr>
            <a:graphicFrameLocks noChangeAspect="1"/>
          </p:cNvGraphicFramePr>
          <p:nvPr/>
        </p:nvGraphicFramePr>
        <p:xfrm>
          <a:off x="1514475" y="6203950"/>
          <a:ext cx="53705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3" name="公式" r:id="rId14" imgW="1745015" imgH="221011" progId="Equation.3">
                  <p:embed/>
                </p:oleObj>
              </mc:Choice>
              <mc:Fallback>
                <p:oleObj name="公式" r:id="rId14" imgW="1745015" imgH="22101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6203950"/>
                        <a:ext cx="53705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2470150" y="5448300"/>
          <a:ext cx="31511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4" name="公式" r:id="rId16" imgW="1021151" imgH="221011" progId="Equation.3">
                  <p:embed/>
                </p:oleObj>
              </mc:Choice>
              <mc:Fallback>
                <p:oleObj name="公式" r:id="rId16" imgW="1021151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5448300"/>
                        <a:ext cx="3151188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920750" y="779463"/>
            <a:ext cx="9073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Bookman Old Style" panose="02050604050505020204" pitchFamily="18" charset="0"/>
              </a:rPr>
              <a:t>微分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944563" y="1539875"/>
            <a:ext cx="9073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Bookman Old Style" panose="02050604050505020204" pitchFamily="18" charset="0"/>
              </a:rPr>
              <a:t>积分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950913" y="2670175"/>
            <a:ext cx="90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相似</a:t>
            </a: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917575" y="4233863"/>
            <a:ext cx="90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位移</a:t>
            </a: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709613" y="5529263"/>
            <a:ext cx="90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卷积</a:t>
            </a:r>
          </a:p>
        </p:txBody>
      </p:sp>
      <p:sp>
        <p:nvSpPr>
          <p:cNvPr id="31762" name="文本框 1"/>
          <p:cNvSpPr txBox="1">
            <a:spLocks noChangeArrowheads="1"/>
          </p:cNvSpPr>
          <p:nvPr/>
        </p:nvSpPr>
        <p:spPr bwMode="auto">
          <a:xfrm>
            <a:off x="7235825" y="1196975"/>
            <a:ext cx="17287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微分积分方程</a:t>
            </a:r>
          </a:p>
        </p:txBody>
      </p:sp>
      <p:sp>
        <p:nvSpPr>
          <p:cNvPr id="31763" name="下箭头 2"/>
          <p:cNvSpPr>
            <a:spLocks noChangeArrowheads="1"/>
          </p:cNvSpPr>
          <p:nvPr/>
        </p:nvSpPr>
        <p:spPr bwMode="auto">
          <a:xfrm>
            <a:off x="7956550" y="2471738"/>
            <a:ext cx="360363" cy="1670050"/>
          </a:xfrm>
          <a:prstGeom prst="downArrow">
            <a:avLst>
              <a:gd name="adj1" fmla="val 50000"/>
              <a:gd name="adj2" fmla="val 4994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1764" name="文本框 28"/>
          <p:cNvSpPr txBox="1">
            <a:spLocks noChangeArrowheads="1"/>
          </p:cNvSpPr>
          <p:nvPr/>
        </p:nvSpPr>
        <p:spPr bwMode="auto">
          <a:xfrm>
            <a:off x="7524750" y="4164013"/>
            <a:ext cx="12239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四则运算</a:t>
            </a:r>
          </a:p>
        </p:txBody>
      </p:sp>
      <p:sp>
        <p:nvSpPr>
          <p:cNvPr id="31765" name="文本框 29"/>
          <p:cNvSpPr txBox="1">
            <a:spLocks noChangeArrowheads="1"/>
          </p:cNvSpPr>
          <p:nvPr/>
        </p:nvSpPr>
        <p:spPr bwMode="auto">
          <a:xfrm>
            <a:off x="6653213" y="2849563"/>
            <a:ext cx="172878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拉普拉斯变换</a:t>
            </a:r>
          </a:p>
        </p:txBody>
      </p:sp>
      <p:graphicFrame>
        <p:nvGraphicFramePr>
          <p:cNvPr id="33" name="Object 1028"/>
          <p:cNvGraphicFramePr>
            <a:graphicFrameLocks noChangeAspect="1"/>
          </p:cNvGraphicFramePr>
          <p:nvPr/>
        </p:nvGraphicFramePr>
        <p:xfrm>
          <a:off x="2057400" y="3400425"/>
          <a:ext cx="4471988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" name="公式" r:id="rId18" imgW="1455385" imgH="236283" progId="Equation.3">
                  <p:embed/>
                </p:oleObj>
              </mc:Choice>
              <mc:Fallback>
                <p:oleObj name="公式" r:id="rId18" imgW="1455385" imgH="236283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400425"/>
                        <a:ext cx="4471988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1019175" y="3414713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Bookman Old Style" panose="02050604050505020204" pitchFamily="18" charset="0"/>
              </a:rPr>
              <a:t>延迟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1" name="Text Box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2133600" y="0"/>
            <a:ext cx="4335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6.4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拉普拉斯变换应用</a:t>
            </a:r>
          </a:p>
        </p:txBody>
      </p:sp>
      <p:sp>
        <p:nvSpPr>
          <p:cNvPr id="241683" name="Rectangle 19"/>
          <p:cNvSpPr>
            <a:spLocks noChangeArrowheads="1"/>
          </p:cNvSpPr>
          <p:nvPr/>
        </p:nvSpPr>
        <p:spPr bwMode="auto">
          <a:xfrm>
            <a:off x="0" y="10668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例：求电路方程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41684" name="Rectangle 20"/>
          <p:cNvSpPr>
            <a:spLocks noChangeArrowheads="1"/>
          </p:cNvSpPr>
          <p:nvPr/>
        </p:nvSpPr>
        <p:spPr bwMode="auto">
          <a:xfrm>
            <a:off x="0" y="23622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 dirty="0">
                <a:latin typeface="Book Antiqua" panose="02040602050305030304" pitchFamily="18" charset="0"/>
              </a:rPr>
              <a:t>解：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41685" name="Line 21"/>
          <p:cNvSpPr>
            <a:spLocks noChangeShapeType="1"/>
          </p:cNvSpPr>
          <p:nvPr/>
        </p:nvSpPr>
        <p:spPr bwMode="auto">
          <a:xfrm flipH="1" flipV="1">
            <a:off x="3429000" y="21336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1687" name="Object 23"/>
          <p:cNvGraphicFramePr>
            <a:graphicFrameLocks noChangeAspect="1"/>
          </p:cNvGraphicFramePr>
          <p:nvPr/>
        </p:nvGraphicFramePr>
        <p:xfrm>
          <a:off x="2819400" y="990600"/>
          <a:ext cx="400367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7" name="公式" r:id="rId4" imgW="1386911" imgH="388573" progId="Equation.3">
                  <p:embed/>
                </p:oleObj>
              </mc:Choice>
              <mc:Fallback>
                <p:oleObj name="公式" r:id="rId4" imgW="1386911" imgH="3885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90600"/>
                        <a:ext cx="400367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640698"/>
              </p:ext>
            </p:extLst>
          </p:nvPr>
        </p:nvGraphicFramePr>
        <p:xfrm>
          <a:off x="7020272" y="1162843"/>
          <a:ext cx="15255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8" name="公式" r:id="rId6" imgW="525674" imgH="198104" progId="Equation.3">
                  <p:embed/>
                </p:oleObj>
              </mc:Choice>
              <mc:Fallback>
                <p:oleObj name="公式" r:id="rId6" imgW="525674" imgH="198104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1162843"/>
                        <a:ext cx="15255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01" name="Object 37"/>
          <p:cNvGraphicFramePr>
            <a:graphicFrameLocks noChangeAspect="1"/>
          </p:cNvGraphicFramePr>
          <p:nvPr/>
        </p:nvGraphicFramePr>
        <p:xfrm>
          <a:off x="1143000" y="2209800"/>
          <a:ext cx="396716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9" name="公式" r:id="rId8" imgW="1379255" imgH="411480" progId="Equation.3">
                  <p:embed/>
                </p:oleObj>
              </mc:Choice>
              <mc:Fallback>
                <p:oleObj name="公式" r:id="rId8" imgW="1379255" imgH="411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09800"/>
                        <a:ext cx="3967163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02" name="Object 38"/>
          <p:cNvGraphicFramePr>
            <a:graphicFrameLocks noChangeAspect="1"/>
          </p:cNvGraphicFramePr>
          <p:nvPr/>
        </p:nvGraphicFramePr>
        <p:xfrm>
          <a:off x="0" y="3276600"/>
          <a:ext cx="352901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0" name="公式" r:id="rId10" imgW="1226997" imgH="411480" progId="Equation.3">
                  <p:embed/>
                </p:oleObj>
              </mc:Choice>
              <mc:Fallback>
                <p:oleObj name="公式" r:id="rId10" imgW="1226997" imgH="4114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76600"/>
                        <a:ext cx="3529013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03" name="Object 39"/>
          <p:cNvGraphicFramePr>
            <a:graphicFrameLocks noChangeAspect="1"/>
          </p:cNvGraphicFramePr>
          <p:nvPr/>
        </p:nvGraphicFramePr>
        <p:xfrm>
          <a:off x="3581400" y="3352800"/>
          <a:ext cx="411162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1" name="公式" r:id="rId12" imgW="1424763" imgH="411480" progId="Equation.3">
                  <p:embed/>
                </p:oleObj>
              </mc:Choice>
              <mc:Fallback>
                <p:oleObj name="公式" r:id="rId12" imgW="1424763" imgH="4114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352800"/>
                        <a:ext cx="4111625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06" name="Object 42"/>
          <p:cNvGraphicFramePr>
            <a:graphicFrameLocks noChangeAspect="1"/>
          </p:cNvGraphicFramePr>
          <p:nvPr/>
        </p:nvGraphicFramePr>
        <p:xfrm>
          <a:off x="685800" y="4953000"/>
          <a:ext cx="365918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2" name="公式" r:id="rId14" imgW="1188720" imgH="411480" progId="Equation.3">
                  <p:embed/>
                </p:oleObj>
              </mc:Choice>
              <mc:Fallback>
                <p:oleObj name="公式" r:id="rId14" imgW="1188720" imgH="41148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953000"/>
                        <a:ext cx="365918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43" name="Object 35"/>
          <p:cNvGraphicFramePr>
            <a:graphicFrameLocks noChangeAspect="1"/>
          </p:cNvGraphicFramePr>
          <p:nvPr/>
        </p:nvGraphicFramePr>
        <p:xfrm>
          <a:off x="533400" y="2743200"/>
          <a:ext cx="677227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3" name="公式" r:id="rId3" imgW="2202215" imgH="388573" progId="Equation.3">
                  <p:embed/>
                </p:oleObj>
              </mc:Choice>
              <mc:Fallback>
                <p:oleObj name="公式" r:id="rId3" imgW="2202215" imgH="388573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743200"/>
                        <a:ext cx="6772275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44" name="Object 36"/>
          <p:cNvGraphicFramePr>
            <a:graphicFrameLocks noChangeAspect="1"/>
          </p:cNvGraphicFramePr>
          <p:nvPr/>
        </p:nvGraphicFramePr>
        <p:xfrm>
          <a:off x="990600" y="4267200"/>
          <a:ext cx="369887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4" name="公式" r:id="rId5" imgW="1196375" imgH="388573" progId="Equation.3">
                  <p:embed/>
                </p:oleObj>
              </mc:Choice>
              <mc:Fallback>
                <p:oleObj name="公式" r:id="rId5" imgW="1196375" imgH="388573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67200"/>
                        <a:ext cx="3698875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45" name="Object 37"/>
          <p:cNvGraphicFramePr>
            <a:graphicFrameLocks noChangeAspect="1"/>
          </p:cNvGraphicFramePr>
          <p:nvPr/>
        </p:nvGraphicFramePr>
        <p:xfrm>
          <a:off x="519113" y="1371600"/>
          <a:ext cx="4903787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5" name="公式" r:id="rId7" imgW="1592757" imgH="411480" progId="Equation.3">
                  <p:embed/>
                </p:oleObj>
              </mc:Choice>
              <mc:Fallback>
                <p:oleObj name="公式" r:id="rId7" imgW="1592757" imgH="411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1371600"/>
                        <a:ext cx="4903787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46" name="Object 38"/>
          <p:cNvGraphicFramePr>
            <a:graphicFrameLocks noChangeAspect="1"/>
          </p:cNvGraphicFramePr>
          <p:nvPr/>
        </p:nvGraphicFramePr>
        <p:xfrm>
          <a:off x="304800" y="0"/>
          <a:ext cx="365918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6" name="公式" r:id="rId9" imgW="1188720" imgH="411480" progId="Equation.3">
                  <p:embed/>
                </p:oleObj>
              </mc:Choice>
              <mc:Fallback>
                <p:oleObj name="公式" r:id="rId9" imgW="1188720" imgH="4114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365918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107504" y="5529269"/>
            <a:ext cx="432993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What if j(0)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≠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？</a:t>
            </a:r>
          </a:p>
        </p:txBody>
      </p:sp>
      <p:graphicFrame>
        <p:nvGraphicFramePr>
          <p:cNvPr id="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174425"/>
              </p:ext>
            </p:extLst>
          </p:nvPr>
        </p:nvGraphicFramePr>
        <p:xfrm>
          <a:off x="3168650" y="5227638"/>
          <a:ext cx="533241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7" name="Equation" r:id="rId11" imgW="1854000" imgH="419040" progId="Equation.DSMT4">
                  <p:embed/>
                </p:oleObj>
              </mc:Choice>
              <mc:Fallback>
                <p:oleObj name="Equation" r:id="rId11" imgW="1854000" imgH="419040" progId="Equation.DSMT4">
                  <p:embed/>
                  <p:pic>
                    <p:nvPicPr>
                      <p:cNvPr id="24170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227638"/>
                        <a:ext cx="5332413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2"/>
          <p:cNvSpPr>
            <a:spLocks noChangeArrowheads="1"/>
          </p:cNvSpPr>
          <p:nvPr/>
        </p:nvSpPr>
        <p:spPr bwMode="auto">
          <a:xfrm>
            <a:off x="0" y="304800"/>
            <a:ext cx="3048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例：求常微分方 </a:t>
            </a:r>
          </a:p>
          <a:p>
            <a:r>
              <a:rPr lang="zh-CN" altLang="zh-CN" sz="2800" b="1" i="1">
                <a:latin typeface="Book Antiqua" panose="02040602050305030304" pitchFamily="18" charset="0"/>
              </a:rPr>
              <a:t>       程初值问题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23255" name="Rectangle 23"/>
          <p:cNvSpPr>
            <a:spLocks noChangeArrowheads="1"/>
          </p:cNvSpPr>
          <p:nvPr/>
        </p:nvSpPr>
        <p:spPr bwMode="auto">
          <a:xfrm>
            <a:off x="0" y="20574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4820" name="Line 24"/>
          <p:cNvSpPr>
            <a:spLocks noChangeShapeType="1"/>
          </p:cNvSpPr>
          <p:nvPr/>
        </p:nvSpPr>
        <p:spPr bwMode="auto">
          <a:xfrm flipH="1" flipV="1">
            <a:off x="3429000" y="1752600"/>
            <a:ext cx="5715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21" name="Object 25"/>
          <p:cNvGraphicFramePr>
            <a:graphicFrameLocks noChangeAspect="1"/>
          </p:cNvGraphicFramePr>
          <p:nvPr/>
        </p:nvGraphicFramePr>
        <p:xfrm>
          <a:off x="3276600" y="457200"/>
          <a:ext cx="27654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2" name="公式" r:id="rId3" imgW="960333" imgH="198104" progId="Equation.3">
                  <p:embed/>
                </p:oleObj>
              </mc:Choice>
              <mc:Fallback>
                <p:oleObj name="公式" r:id="rId3" imgW="960333" imgH="198104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7654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26"/>
          <p:cNvGraphicFramePr>
            <a:graphicFrameLocks noChangeAspect="1"/>
          </p:cNvGraphicFramePr>
          <p:nvPr/>
        </p:nvGraphicFramePr>
        <p:xfrm>
          <a:off x="3460750" y="990600"/>
          <a:ext cx="56832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3" name="公式" r:id="rId5" imgW="1973403" imgH="198104" progId="Equation.3">
                  <p:embed/>
                </p:oleObj>
              </mc:Choice>
              <mc:Fallback>
                <p:oleObj name="公式" r:id="rId5" imgW="1973403" imgH="19810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990600"/>
                        <a:ext cx="56832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9" name="Object 27"/>
          <p:cNvGraphicFramePr>
            <a:graphicFrameLocks noChangeAspect="1"/>
          </p:cNvGraphicFramePr>
          <p:nvPr/>
        </p:nvGraphicFramePr>
        <p:xfrm>
          <a:off x="1676400" y="1905000"/>
          <a:ext cx="5932488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4" name="公式" r:id="rId7" imgW="2064843" imgH="701213" progId="Equation.3">
                  <p:embed/>
                </p:oleObj>
              </mc:Choice>
              <mc:Fallback>
                <p:oleObj name="公式" r:id="rId7" imgW="2064843" imgH="70121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5932488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64" name="Object 32"/>
          <p:cNvGraphicFramePr>
            <a:graphicFrameLocks noChangeAspect="1"/>
          </p:cNvGraphicFramePr>
          <p:nvPr/>
        </p:nvGraphicFramePr>
        <p:xfrm>
          <a:off x="569913" y="3962400"/>
          <a:ext cx="716756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5" name="公式" r:id="rId9" imgW="2491846" imgH="434387" progId="Equation.3">
                  <p:embed/>
                </p:oleObj>
              </mc:Choice>
              <mc:Fallback>
                <p:oleObj name="公式" r:id="rId9" imgW="2491846" imgH="43438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3962400"/>
                        <a:ext cx="7167562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65" name="Line 33"/>
          <p:cNvSpPr>
            <a:spLocks noChangeShapeType="1"/>
          </p:cNvSpPr>
          <p:nvPr/>
        </p:nvSpPr>
        <p:spPr bwMode="auto">
          <a:xfrm flipH="1" flipV="1">
            <a:off x="3429000" y="38100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3266" name="Object 34"/>
          <p:cNvGraphicFramePr>
            <a:graphicFrameLocks noChangeAspect="1"/>
          </p:cNvGraphicFramePr>
          <p:nvPr/>
        </p:nvGraphicFramePr>
        <p:xfrm>
          <a:off x="1600200" y="5257800"/>
          <a:ext cx="69865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" name="公式" r:id="rId11" imgW="2430603" imgH="411480" progId="Equation.3">
                  <p:embed/>
                </p:oleObj>
              </mc:Choice>
              <mc:Fallback>
                <p:oleObj name="公式" r:id="rId11" imgW="2430603" imgH="4114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0"/>
                        <a:ext cx="6986588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19" name="Line 15"/>
          <p:cNvSpPr>
            <a:spLocks noChangeShapeType="1"/>
          </p:cNvSpPr>
          <p:nvPr/>
        </p:nvSpPr>
        <p:spPr bwMode="auto">
          <a:xfrm flipH="1" flipV="1">
            <a:off x="3429000" y="12192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924" name="Line 20"/>
          <p:cNvSpPr>
            <a:spLocks noChangeShapeType="1"/>
          </p:cNvSpPr>
          <p:nvPr/>
        </p:nvSpPr>
        <p:spPr bwMode="auto">
          <a:xfrm flipH="1" flipV="1">
            <a:off x="3429000" y="38862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1925" name="Object 21"/>
          <p:cNvGraphicFramePr>
            <a:graphicFrameLocks noChangeAspect="1"/>
          </p:cNvGraphicFramePr>
          <p:nvPr/>
        </p:nvGraphicFramePr>
        <p:xfrm>
          <a:off x="381000" y="0"/>
          <a:ext cx="79311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0" name="公式" r:id="rId3" imgW="2758511" imgH="411480" progId="Equation.3">
                  <p:embed/>
                </p:oleObj>
              </mc:Choice>
              <mc:Fallback>
                <p:oleObj name="公式" r:id="rId3" imgW="2758511" imgH="411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79311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6" name="Object 22"/>
          <p:cNvGraphicFramePr>
            <a:graphicFrameLocks noChangeAspect="1"/>
          </p:cNvGraphicFramePr>
          <p:nvPr/>
        </p:nvGraphicFramePr>
        <p:xfrm>
          <a:off x="1219200" y="1371600"/>
          <a:ext cx="1600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1" name="公式" r:id="rId5" imgW="548640" imgH="411480" progId="Equation.3">
                  <p:embed/>
                </p:oleObj>
              </mc:Choice>
              <mc:Fallback>
                <p:oleObj name="公式" r:id="rId5" imgW="548640" imgH="4114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371600"/>
                        <a:ext cx="16002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7" name="Object 23"/>
          <p:cNvGraphicFramePr>
            <a:graphicFrameLocks noChangeAspect="1"/>
          </p:cNvGraphicFramePr>
          <p:nvPr/>
        </p:nvGraphicFramePr>
        <p:xfrm>
          <a:off x="228600" y="4038600"/>
          <a:ext cx="309403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2" name="公式" r:id="rId7" imgW="1074314" imgH="411480" progId="Equation.3">
                  <p:embed/>
                </p:oleObj>
              </mc:Choice>
              <mc:Fallback>
                <p:oleObj name="公式" r:id="rId7" imgW="1074314" imgH="411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038600"/>
                        <a:ext cx="3094038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9" name="Object 25"/>
          <p:cNvGraphicFramePr>
            <a:graphicFrameLocks noChangeAspect="1"/>
          </p:cNvGraphicFramePr>
          <p:nvPr/>
        </p:nvGraphicFramePr>
        <p:xfrm>
          <a:off x="1066800" y="2514600"/>
          <a:ext cx="27273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3" name="公式" r:id="rId9" imgW="945022" imgH="411480" progId="Equation.3">
                  <p:embed/>
                </p:oleObj>
              </mc:Choice>
              <mc:Fallback>
                <p:oleObj name="公式" r:id="rId9" imgW="945022" imgH="411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4600"/>
                        <a:ext cx="27273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0" name="Object 26"/>
          <p:cNvGraphicFramePr>
            <a:graphicFrameLocks noChangeAspect="1"/>
          </p:cNvGraphicFramePr>
          <p:nvPr/>
        </p:nvGraphicFramePr>
        <p:xfrm>
          <a:off x="2819400" y="1676400"/>
          <a:ext cx="2492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4" name="公式" r:id="rId11" imgW="83785" imgH="159926" progId="Equation.3">
                  <p:embed/>
                </p:oleObj>
              </mc:Choice>
              <mc:Fallback>
                <p:oleObj name="公式" r:id="rId11" imgW="83785" imgH="15992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76400"/>
                        <a:ext cx="24923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1" name="Object 27"/>
          <p:cNvGraphicFramePr>
            <a:graphicFrameLocks noChangeAspect="1"/>
          </p:cNvGraphicFramePr>
          <p:nvPr/>
        </p:nvGraphicFramePr>
        <p:xfrm>
          <a:off x="3733800" y="2514600"/>
          <a:ext cx="309086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5" name="公式" r:id="rId13" imgW="1074314" imgH="411480" progId="Equation.3">
                  <p:embed/>
                </p:oleObj>
              </mc:Choice>
              <mc:Fallback>
                <p:oleObj name="公式" r:id="rId13" imgW="1074314" imgH="4114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14600"/>
                        <a:ext cx="309086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2" name="Object 28"/>
          <p:cNvGraphicFramePr>
            <a:graphicFrameLocks noChangeAspect="1"/>
          </p:cNvGraphicFramePr>
          <p:nvPr/>
        </p:nvGraphicFramePr>
        <p:xfrm>
          <a:off x="6781800" y="2743200"/>
          <a:ext cx="1308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6" name="公式" r:id="rId15" imgW="449545" imgH="198104" progId="Equation.3">
                  <p:embed/>
                </p:oleObj>
              </mc:Choice>
              <mc:Fallback>
                <p:oleObj name="公式" r:id="rId15" imgW="449545" imgH="19810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743200"/>
                        <a:ext cx="1308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3" name="Object 29"/>
          <p:cNvGraphicFramePr>
            <a:graphicFrameLocks noChangeAspect="1"/>
          </p:cNvGraphicFramePr>
          <p:nvPr/>
        </p:nvGraphicFramePr>
        <p:xfrm>
          <a:off x="3381375" y="4038600"/>
          <a:ext cx="389096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7" name="公式" r:id="rId17" imgW="1348634" imgH="411480" progId="Equation.3">
                  <p:embed/>
                </p:oleObj>
              </mc:Choice>
              <mc:Fallback>
                <p:oleObj name="公式" r:id="rId17" imgW="1348634" imgH="4114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038600"/>
                        <a:ext cx="389096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4" name="Object 30"/>
          <p:cNvGraphicFramePr>
            <a:graphicFrameLocks noChangeAspect="1"/>
          </p:cNvGraphicFramePr>
          <p:nvPr/>
        </p:nvGraphicFramePr>
        <p:xfrm>
          <a:off x="685800" y="5334000"/>
          <a:ext cx="33067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8" name="公式" r:id="rId19" imgW="1150443" imgH="221011" progId="Equation.3">
                  <p:embed/>
                </p:oleObj>
              </mc:Choice>
              <mc:Fallback>
                <p:oleObj name="公式" r:id="rId19" imgW="1150443" imgH="22101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0"/>
                        <a:ext cx="33067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6" name="Object 32"/>
          <p:cNvGraphicFramePr>
            <a:graphicFrameLocks noChangeAspect="1"/>
          </p:cNvGraphicFramePr>
          <p:nvPr/>
        </p:nvGraphicFramePr>
        <p:xfrm>
          <a:off x="3886200" y="5105400"/>
          <a:ext cx="451485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9" name="公式" r:id="rId21" imgW="1463040" imgH="350394" progId="Equation.3">
                  <p:embed/>
                </p:oleObj>
              </mc:Choice>
              <mc:Fallback>
                <p:oleObj name="公式" r:id="rId21" imgW="1463040" imgH="350394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105400"/>
                        <a:ext cx="451485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7" name="Object 33"/>
          <p:cNvGraphicFramePr>
            <a:graphicFrameLocks noChangeAspect="1"/>
          </p:cNvGraphicFramePr>
          <p:nvPr/>
        </p:nvGraphicFramePr>
        <p:xfrm>
          <a:off x="685800" y="6096000"/>
          <a:ext cx="3886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0" name="公式" r:id="rId23" imgW="1226997" imgH="221011" progId="Equation.3">
                  <p:embed/>
                </p:oleObj>
              </mc:Choice>
              <mc:Fallback>
                <p:oleObj name="公式" r:id="rId23" imgW="1226997" imgH="221011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096000"/>
                        <a:ext cx="3886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6" name="Line 4"/>
          <p:cNvSpPr>
            <a:spLocks noChangeShapeType="1"/>
          </p:cNvSpPr>
          <p:nvPr/>
        </p:nvSpPr>
        <p:spPr bwMode="auto">
          <a:xfrm flipH="1" flipV="1">
            <a:off x="3124200" y="50292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0" y="1219200"/>
          <a:ext cx="25844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29" name="公式" r:id="rId3" imgW="891434" imgH="411480" progId="Equation.3">
                  <p:embed/>
                </p:oleObj>
              </mc:Choice>
              <mc:Fallback>
                <p:oleObj name="公式" r:id="rId3" imgW="891434" imgH="411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25844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6" name="Object 14"/>
          <p:cNvGraphicFramePr>
            <a:graphicFrameLocks noChangeAspect="1"/>
          </p:cNvGraphicFramePr>
          <p:nvPr/>
        </p:nvGraphicFramePr>
        <p:xfrm>
          <a:off x="2743200" y="2514600"/>
          <a:ext cx="2466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0" name="公式" r:id="rId5" imgW="853582" imgH="221011" progId="Equation.3">
                  <p:embed/>
                </p:oleObj>
              </mc:Choice>
              <mc:Fallback>
                <p:oleObj name="公式" r:id="rId5" imgW="853582" imgH="22101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514600"/>
                        <a:ext cx="24669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/>
          <p:cNvGraphicFramePr>
            <a:graphicFrameLocks noChangeAspect="1"/>
          </p:cNvGraphicFramePr>
          <p:nvPr/>
        </p:nvGraphicFramePr>
        <p:xfrm>
          <a:off x="2743200" y="3200400"/>
          <a:ext cx="36195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1" name="公式" r:id="rId7" imgW="1173409" imgH="350394" progId="Equation.3">
                  <p:embed/>
                </p:oleObj>
              </mc:Choice>
              <mc:Fallback>
                <p:oleObj name="公式" r:id="rId7" imgW="1173409" imgH="35039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00400"/>
                        <a:ext cx="36195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8" name="Object 16"/>
          <p:cNvGraphicFramePr>
            <a:graphicFrameLocks noChangeAspect="1"/>
          </p:cNvGraphicFramePr>
          <p:nvPr/>
        </p:nvGraphicFramePr>
        <p:xfrm>
          <a:off x="2819400" y="4191000"/>
          <a:ext cx="26892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2" name="公式" r:id="rId9" imgW="929711" imgH="221011" progId="Equation.3">
                  <p:embed/>
                </p:oleObj>
              </mc:Choice>
              <mc:Fallback>
                <p:oleObj name="公式" r:id="rId9" imgW="929711" imgH="22101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91000"/>
                        <a:ext cx="26892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9" name="Object 17"/>
          <p:cNvGraphicFramePr>
            <a:graphicFrameLocks noChangeAspect="1"/>
          </p:cNvGraphicFramePr>
          <p:nvPr/>
        </p:nvGraphicFramePr>
        <p:xfrm>
          <a:off x="2667000" y="1219200"/>
          <a:ext cx="39639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3" name="公式" r:id="rId11" imgW="1379255" imgH="411480" progId="Equation.3">
                  <p:embed/>
                </p:oleObj>
              </mc:Choice>
              <mc:Fallback>
                <p:oleObj name="公式" r:id="rId11" imgW="1379255" imgH="411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219200"/>
                        <a:ext cx="3963988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0" name="Object 18"/>
          <p:cNvGraphicFramePr>
            <a:graphicFrameLocks noChangeAspect="1"/>
          </p:cNvGraphicFramePr>
          <p:nvPr/>
        </p:nvGraphicFramePr>
        <p:xfrm>
          <a:off x="1752600" y="5257800"/>
          <a:ext cx="31257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4" name="公式" r:id="rId13" imgW="1081969" imgH="221011" progId="Equation.3">
                  <p:embed/>
                </p:oleObj>
              </mc:Choice>
              <mc:Fallback>
                <p:oleObj name="公式" r:id="rId13" imgW="1081969" imgH="22101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257800"/>
                        <a:ext cx="31257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19"/>
          <p:cNvGraphicFramePr>
            <a:graphicFrameLocks noChangeAspect="1"/>
          </p:cNvGraphicFramePr>
          <p:nvPr/>
        </p:nvGraphicFramePr>
        <p:xfrm>
          <a:off x="0" y="0"/>
          <a:ext cx="79311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35" name="公式" r:id="rId15" imgW="2758511" imgH="411480" progId="Equation.3">
                  <p:embed/>
                </p:oleObj>
              </mc:Choice>
              <mc:Fallback>
                <p:oleObj name="公式" r:id="rId15" imgW="2758511" imgH="411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9311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ChangeArrowheads="1"/>
          </p:cNvSpPr>
          <p:nvPr/>
        </p:nvSpPr>
        <p:spPr bwMode="auto">
          <a:xfrm>
            <a:off x="0" y="304800"/>
            <a:ext cx="2209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例：求定解</a:t>
            </a:r>
          </a:p>
          <a:p>
            <a:r>
              <a:rPr lang="zh-CN" altLang="zh-CN" sz="2800" b="1" i="1">
                <a:latin typeface="Book Antiqua" panose="02040602050305030304" pitchFamily="18" charset="0"/>
              </a:rPr>
              <a:t>       问题解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0" y="182880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 dirty="0">
                <a:latin typeface="Book Antiqua" panose="02040602050305030304" pitchFamily="18" charset="0"/>
              </a:rPr>
              <a:t>解：方程两边进行  </a:t>
            </a:r>
            <a:r>
              <a:rPr lang="en-US" altLang="zh-CN" sz="2800" b="1" i="1" dirty="0">
                <a:latin typeface="Book Antiqua" panose="02040602050305030304" pitchFamily="18" charset="0"/>
              </a:rPr>
              <a:t>Laplace </a:t>
            </a:r>
            <a:r>
              <a:rPr lang="zh-CN" altLang="zh-CN" sz="2800" b="1" i="1" dirty="0">
                <a:latin typeface="Book Antiqua" panose="02040602050305030304" pitchFamily="18" charset="0"/>
              </a:rPr>
              <a:t>变换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54980" name="Line 4"/>
          <p:cNvSpPr>
            <a:spLocks noChangeShapeType="1"/>
          </p:cNvSpPr>
          <p:nvPr/>
        </p:nvSpPr>
        <p:spPr bwMode="auto">
          <a:xfrm flipH="1" flipV="1">
            <a:off x="3048000" y="1752600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4981" name="Object 5"/>
          <p:cNvGraphicFramePr>
            <a:graphicFrameLocks noChangeAspect="1"/>
          </p:cNvGraphicFramePr>
          <p:nvPr/>
        </p:nvGraphicFramePr>
        <p:xfrm>
          <a:off x="2895600" y="0"/>
          <a:ext cx="472916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9" name="公式" r:id="rId3" imgW="1645920" imgH="388573" progId="Equation.3">
                  <p:embed/>
                </p:oleObj>
              </mc:Choice>
              <mc:Fallback>
                <p:oleObj name="公式" r:id="rId3" imgW="1645920" imgH="38857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0"/>
                        <a:ext cx="472916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2" name="Object 6"/>
          <p:cNvGraphicFramePr>
            <a:graphicFrameLocks noChangeAspect="1"/>
          </p:cNvGraphicFramePr>
          <p:nvPr/>
        </p:nvGraphicFramePr>
        <p:xfrm>
          <a:off x="2935288" y="1066800"/>
          <a:ext cx="35337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0" name="公式" r:id="rId5" imgW="1226997" imgH="198104" progId="Equation.3">
                  <p:embed/>
                </p:oleObj>
              </mc:Choice>
              <mc:Fallback>
                <p:oleObj name="公式" r:id="rId5" imgW="1226997" imgH="19810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1066800"/>
                        <a:ext cx="35337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3" name="Object 7"/>
          <p:cNvGraphicFramePr>
            <a:graphicFrameLocks noChangeAspect="1"/>
          </p:cNvGraphicFramePr>
          <p:nvPr/>
        </p:nvGraphicFramePr>
        <p:xfrm>
          <a:off x="685800" y="2209800"/>
          <a:ext cx="826293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1" name="公式" r:id="rId7" imgW="2872917" imgH="388573" progId="Equation.3">
                  <p:embed/>
                </p:oleObj>
              </mc:Choice>
              <mc:Fallback>
                <p:oleObj name="公式" r:id="rId7" imgW="2872917" imgH="38857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09800"/>
                        <a:ext cx="8262938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4" name="Object 8"/>
          <p:cNvGraphicFramePr>
            <a:graphicFrameLocks noChangeAspect="1"/>
          </p:cNvGraphicFramePr>
          <p:nvPr/>
        </p:nvGraphicFramePr>
        <p:xfrm>
          <a:off x="762000" y="3124200"/>
          <a:ext cx="4764088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2" name="公式" r:id="rId9" imgW="1653575" imgH="579041" progId="Equation.3">
                  <p:embed/>
                </p:oleObj>
              </mc:Choice>
              <mc:Fallback>
                <p:oleObj name="公式" r:id="rId9" imgW="1653575" imgH="57904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4764088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5" name="Line 9"/>
          <p:cNvSpPr>
            <a:spLocks noChangeShapeType="1"/>
          </p:cNvSpPr>
          <p:nvPr/>
        </p:nvSpPr>
        <p:spPr bwMode="auto">
          <a:xfrm flipH="1" flipV="1">
            <a:off x="5410200" y="4800600"/>
            <a:ext cx="3733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4987" name="Object 11"/>
          <p:cNvGraphicFramePr>
            <a:graphicFrameLocks noChangeAspect="1"/>
          </p:cNvGraphicFramePr>
          <p:nvPr/>
        </p:nvGraphicFramePr>
        <p:xfrm>
          <a:off x="1447800" y="4849813"/>
          <a:ext cx="4764088" cy="200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3" name="公式" r:id="rId11" imgW="1653575" imgH="754239" progId="Equation.3">
                  <p:embed/>
                </p:oleObj>
              </mc:Choice>
              <mc:Fallback>
                <p:oleObj name="公式" r:id="rId11" imgW="1653575" imgH="7542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849813"/>
                        <a:ext cx="4764088" cy="200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4" name="Line 4"/>
          <p:cNvSpPr>
            <a:spLocks noChangeShapeType="1"/>
          </p:cNvSpPr>
          <p:nvPr/>
        </p:nvSpPr>
        <p:spPr bwMode="auto">
          <a:xfrm flipH="1" flipV="1">
            <a:off x="3048000" y="2133600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09" name="Line 9"/>
          <p:cNvSpPr>
            <a:spLocks noChangeShapeType="1"/>
          </p:cNvSpPr>
          <p:nvPr/>
        </p:nvSpPr>
        <p:spPr bwMode="auto">
          <a:xfrm flipH="1" flipV="1">
            <a:off x="4191000" y="4800600"/>
            <a:ext cx="4953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422414"/>
              </p:ext>
            </p:extLst>
          </p:nvPr>
        </p:nvGraphicFramePr>
        <p:xfrm>
          <a:off x="838200" y="0"/>
          <a:ext cx="5746750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3" name="Equation" r:id="rId3" imgW="1996369" imgH="754239" progId="Equation.DSMT4">
                  <p:embed/>
                </p:oleObj>
              </mc:Choice>
              <mc:Fallback>
                <p:oleObj name="Equation" r:id="rId3" imgW="1996369" imgH="75423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0"/>
                        <a:ext cx="5746750" cy="200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1" name="Object 11"/>
          <p:cNvGraphicFramePr>
            <a:graphicFrameLocks noChangeAspect="1"/>
          </p:cNvGraphicFramePr>
          <p:nvPr/>
        </p:nvGraphicFramePr>
        <p:xfrm>
          <a:off x="990600" y="2514600"/>
          <a:ext cx="298291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4" name="公式" r:id="rId5" imgW="1036462" imgH="221011" progId="Equation.3">
                  <p:embed/>
                </p:oleObj>
              </mc:Choice>
              <mc:Fallback>
                <p:oleObj name="公式" r:id="rId5" imgW="1036462" imgH="22101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298291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760166"/>
              </p:ext>
            </p:extLst>
          </p:nvPr>
        </p:nvGraphicFramePr>
        <p:xfrm>
          <a:off x="1809277" y="4986337"/>
          <a:ext cx="489108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5" name="Equation" r:id="rId7" imgW="1587240" imgH="393480" progId="Equation.DSMT4">
                  <p:embed/>
                </p:oleObj>
              </mc:Choice>
              <mc:Fallback>
                <p:oleObj name="Equation" r:id="rId7" imgW="158724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277" y="4986337"/>
                        <a:ext cx="4891087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241480"/>
              </p:ext>
            </p:extLst>
          </p:nvPr>
        </p:nvGraphicFramePr>
        <p:xfrm>
          <a:off x="1853524" y="3618044"/>
          <a:ext cx="295751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6" name="Equation" r:id="rId9" imgW="1028520" imgH="393480" progId="Equation.DSMT4">
                  <p:embed/>
                </p:oleObj>
              </mc:Choice>
              <mc:Fallback>
                <p:oleObj name="Equation" r:id="rId9" imgW="102852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524" y="3618044"/>
                        <a:ext cx="2957513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839067"/>
              </p:ext>
            </p:extLst>
          </p:nvPr>
        </p:nvGraphicFramePr>
        <p:xfrm>
          <a:off x="5726906" y="2275680"/>
          <a:ext cx="171608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7" name="Equation" r:id="rId11" imgW="596880" imgH="393480" progId="Equation.DSMT4">
                  <p:embed/>
                </p:oleObj>
              </mc:Choice>
              <mc:Fallback>
                <p:oleObj name="Equation" r:id="rId11" imgW="596880" imgH="393480" progId="Equation.DSMT4">
                  <p:embed/>
                  <p:pic>
                    <p:nvPicPr>
                      <p:cNvPr id="2560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906" y="2275680"/>
                        <a:ext cx="1716088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489140"/>
              </p:ext>
            </p:extLst>
          </p:nvPr>
        </p:nvGraphicFramePr>
        <p:xfrm>
          <a:off x="1331640" y="211931"/>
          <a:ext cx="37941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4" name="Equation" r:id="rId3" imgW="1320480" imgH="228600" progId="Equation.DSMT4">
                  <p:embed/>
                </p:oleObj>
              </mc:Choice>
              <mc:Fallback>
                <p:oleObj name="Equation" r:id="rId3" imgW="1320480" imgH="228600" progId="Equation.DSMT4">
                  <p:embed/>
                  <p:pic>
                    <p:nvPicPr>
                      <p:cNvPr id="2549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11931"/>
                        <a:ext cx="37941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530988"/>
              </p:ext>
            </p:extLst>
          </p:nvPr>
        </p:nvGraphicFramePr>
        <p:xfrm>
          <a:off x="1187624" y="1033463"/>
          <a:ext cx="35337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5" name="公式" r:id="rId5" imgW="1226997" imgH="198104" progId="Equation.3">
                  <p:embed/>
                </p:oleObj>
              </mc:Choice>
              <mc:Fallback>
                <p:oleObj name="公式" r:id="rId5" imgW="1226997" imgH="198104" progId="Equation.3">
                  <p:embed/>
                  <p:pic>
                    <p:nvPicPr>
                      <p:cNvPr id="2549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033463"/>
                        <a:ext cx="35337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197821"/>
              </p:ext>
            </p:extLst>
          </p:nvPr>
        </p:nvGraphicFramePr>
        <p:xfrm>
          <a:off x="755576" y="2066926"/>
          <a:ext cx="298291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6" name="公式" r:id="rId7" imgW="1036462" imgH="221011" progId="Equation.3">
                  <p:embed/>
                </p:oleObj>
              </mc:Choice>
              <mc:Fallback>
                <p:oleObj name="公式" r:id="rId7" imgW="1036462" imgH="221011" progId="Equation.3">
                  <p:embed/>
                  <p:pic>
                    <p:nvPicPr>
                      <p:cNvPr id="2560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066926"/>
                        <a:ext cx="298291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04565"/>
              </p:ext>
            </p:extLst>
          </p:nvPr>
        </p:nvGraphicFramePr>
        <p:xfrm>
          <a:off x="3923928" y="1890745"/>
          <a:ext cx="295751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7" name="Equation" r:id="rId9" imgW="1028520" imgH="393480" progId="Equation.DSMT4">
                  <p:embed/>
                </p:oleObj>
              </mc:Choice>
              <mc:Fallback>
                <p:oleObj name="Equation" r:id="rId9" imgW="1028520" imgH="393480" progId="Equation.DSMT4">
                  <p:embed/>
                  <p:pic>
                    <p:nvPicPr>
                      <p:cNvPr id="2560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890745"/>
                        <a:ext cx="2957513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18505" y="3533565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卷积的物理意义：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05" y="4052678"/>
            <a:ext cx="3545249" cy="25876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69681" y="4379045"/>
            <a:ext cx="4032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体系的固有性质在外界调控下的响应！</a:t>
            </a:r>
          </a:p>
        </p:txBody>
      </p:sp>
    </p:spTree>
    <p:extLst>
      <p:ext uri="{BB962C8B-B14F-4D97-AF65-F5344CB8AC3E}">
        <p14:creationId xmlns:p14="http://schemas.microsoft.com/office/powerpoint/2010/main" val="1383905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552" y="3068960"/>
            <a:ext cx="81369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www.bilibili.com</a:t>
            </a:r>
            <a:r>
              <a:rPr lang="en-US" altLang="zh-CN" dirty="0"/>
              <a:t>/video/</a:t>
            </a:r>
            <a:r>
              <a:rPr lang="en-US" altLang="zh-CN" dirty="0" err="1"/>
              <a:t>BV1VV411478E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75556" y="764704"/>
            <a:ext cx="81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卷积的扩展：卷积神经网络</a:t>
            </a:r>
          </a:p>
        </p:txBody>
      </p:sp>
    </p:spTree>
    <p:extLst>
      <p:ext uri="{BB962C8B-B14F-4D97-AF65-F5344CB8AC3E}">
        <p14:creationId xmlns:p14="http://schemas.microsoft.com/office/powerpoint/2010/main" val="3184320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304800"/>
            <a:ext cx="3048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例：求 </a:t>
            </a:r>
            <a:r>
              <a:rPr lang="en-US" altLang="zh-CN" sz="2800" b="1" i="1">
                <a:latin typeface="Book Antiqua" panose="02040602050305030304" pitchFamily="18" charset="0"/>
              </a:rPr>
              <a:t>RLC </a:t>
            </a:r>
            <a:r>
              <a:rPr lang="zh-CN" altLang="en-US" sz="2800" b="1" i="1">
                <a:latin typeface="Book Antiqua" panose="02040602050305030304" pitchFamily="18" charset="0"/>
              </a:rPr>
              <a:t>电路</a:t>
            </a:r>
            <a:r>
              <a:rPr lang="zh-CN" altLang="zh-CN" sz="2800" b="1" i="1">
                <a:latin typeface="Book Antiqua" panose="02040602050305030304" pitchFamily="18" charset="0"/>
              </a:rPr>
              <a:t> </a:t>
            </a:r>
          </a:p>
          <a:p>
            <a:r>
              <a:rPr lang="zh-CN" altLang="zh-CN" sz="2800" b="1" i="1">
                <a:latin typeface="Book Antiqua" panose="02040602050305030304" pitchFamily="18" charset="0"/>
              </a:rPr>
              <a:t>       的初值问题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57027" name="Rectangle 3"/>
          <p:cNvSpPr>
            <a:spLocks noChangeArrowheads="1"/>
          </p:cNvSpPr>
          <p:nvPr/>
        </p:nvSpPr>
        <p:spPr bwMode="auto">
          <a:xfrm>
            <a:off x="457200" y="16764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9940" name="Line 4"/>
          <p:cNvSpPr>
            <a:spLocks noChangeShapeType="1"/>
          </p:cNvSpPr>
          <p:nvPr/>
        </p:nvSpPr>
        <p:spPr bwMode="auto">
          <a:xfrm flipH="1" flipV="1">
            <a:off x="3429000" y="17526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941" name="Object 6"/>
          <p:cNvGraphicFramePr>
            <a:graphicFrameLocks noChangeAspect="1"/>
          </p:cNvGraphicFramePr>
          <p:nvPr/>
        </p:nvGraphicFramePr>
        <p:xfrm>
          <a:off x="3200400" y="990600"/>
          <a:ext cx="14160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0" name="公式" r:id="rId3" imgW="487822" imgH="198104" progId="Equation.3">
                  <p:embed/>
                </p:oleObj>
              </mc:Choice>
              <mc:Fallback>
                <p:oleObj name="公式" r:id="rId3" imgW="487822" imgH="19810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990600"/>
                        <a:ext cx="14160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655420"/>
              </p:ext>
            </p:extLst>
          </p:nvPr>
        </p:nvGraphicFramePr>
        <p:xfrm>
          <a:off x="2095500" y="1700890"/>
          <a:ext cx="7002462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1" name="Equation" r:id="rId5" imgW="2438280" imgH="419040" progId="Equation.DSMT4">
                  <p:embed/>
                </p:oleObj>
              </mc:Choice>
              <mc:Fallback>
                <p:oleObj name="Equation" r:id="rId5" imgW="243828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1700890"/>
                        <a:ext cx="7002462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2" name="Object 8"/>
          <p:cNvGraphicFramePr>
            <a:graphicFrameLocks noChangeAspect="1"/>
          </p:cNvGraphicFramePr>
          <p:nvPr/>
        </p:nvGraphicFramePr>
        <p:xfrm>
          <a:off x="3657600" y="3276600"/>
          <a:ext cx="46577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2" name="公式" r:id="rId7" imgW="1615298" imgH="579041" progId="Equation.3">
                  <p:embed/>
                </p:oleObj>
              </mc:Choice>
              <mc:Fallback>
                <p:oleObj name="公式" r:id="rId7" imgW="1615298" imgH="57904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76600"/>
                        <a:ext cx="46577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33" name="Line 9"/>
          <p:cNvSpPr>
            <a:spLocks noChangeShapeType="1"/>
          </p:cNvSpPr>
          <p:nvPr/>
        </p:nvSpPr>
        <p:spPr bwMode="auto">
          <a:xfrm flipH="1" flipV="1">
            <a:off x="6019800" y="3200400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945" name="Object 11"/>
          <p:cNvGraphicFramePr>
            <a:graphicFrameLocks noChangeAspect="1"/>
          </p:cNvGraphicFramePr>
          <p:nvPr/>
        </p:nvGraphicFramePr>
        <p:xfrm>
          <a:off x="3124200" y="0"/>
          <a:ext cx="55689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3" name="公式" r:id="rId9" imgW="1935551" imgH="388573" progId="Equation.3">
                  <p:embed/>
                </p:oleObj>
              </mc:Choice>
              <mc:Fallback>
                <p:oleObj name="公式" r:id="rId9" imgW="1935551" imgH="38857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0"/>
                        <a:ext cx="55689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6" name="Object 12"/>
          <p:cNvGraphicFramePr>
            <a:graphicFrameLocks noChangeAspect="1"/>
          </p:cNvGraphicFramePr>
          <p:nvPr/>
        </p:nvGraphicFramePr>
        <p:xfrm>
          <a:off x="3978275" y="5029200"/>
          <a:ext cx="51657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4" name="公式" r:id="rId11" imgW="1798178" imgH="579041" progId="Equation.3">
                  <p:embed/>
                </p:oleObj>
              </mc:Choice>
              <mc:Fallback>
                <p:oleObj name="公式" r:id="rId11" imgW="1798178" imgH="57904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5029200"/>
                        <a:ext cx="51657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7" name="Group 35"/>
          <p:cNvGrpSpPr>
            <a:grpSpLocks/>
          </p:cNvGrpSpPr>
          <p:nvPr/>
        </p:nvGrpSpPr>
        <p:grpSpPr bwMode="auto">
          <a:xfrm>
            <a:off x="0" y="2667000"/>
            <a:ext cx="2590800" cy="2590800"/>
            <a:chOff x="0" y="1680"/>
            <a:chExt cx="1632" cy="1632"/>
          </a:xfrm>
        </p:grpSpPr>
        <p:grpSp>
          <p:nvGrpSpPr>
            <p:cNvPr id="39948" name="Group 29"/>
            <p:cNvGrpSpPr>
              <a:grpSpLocks/>
            </p:cNvGrpSpPr>
            <p:nvPr/>
          </p:nvGrpSpPr>
          <p:grpSpPr bwMode="auto">
            <a:xfrm>
              <a:off x="0" y="1968"/>
              <a:ext cx="1632" cy="1344"/>
              <a:chOff x="0" y="1824"/>
              <a:chExt cx="2064" cy="1488"/>
            </a:xfrm>
          </p:grpSpPr>
          <p:sp>
            <p:nvSpPr>
              <p:cNvPr id="39954" name="Line 13"/>
              <p:cNvSpPr>
                <a:spLocks noChangeShapeType="1"/>
              </p:cNvSpPr>
              <p:nvPr/>
            </p:nvSpPr>
            <p:spPr bwMode="auto">
              <a:xfrm>
                <a:off x="288" y="3312"/>
                <a:ext cx="6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5" name="Line 14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8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6" name="Line 15"/>
              <p:cNvSpPr>
                <a:spLocks noChangeShapeType="1"/>
              </p:cNvSpPr>
              <p:nvPr/>
            </p:nvSpPr>
            <p:spPr bwMode="auto">
              <a:xfrm flipV="1">
                <a:off x="288" y="2640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7" name="Line 16"/>
              <p:cNvSpPr>
                <a:spLocks noChangeShapeType="1"/>
              </p:cNvSpPr>
              <p:nvPr/>
            </p:nvSpPr>
            <p:spPr bwMode="auto">
              <a:xfrm>
                <a:off x="192" y="264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8" name="Line 17"/>
              <p:cNvSpPr>
                <a:spLocks noChangeShapeType="1"/>
              </p:cNvSpPr>
              <p:nvPr/>
            </p:nvSpPr>
            <p:spPr bwMode="auto">
              <a:xfrm>
                <a:off x="0" y="2544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9" name="Line 18"/>
              <p:cNvSpPr>
                <a:spLocks noChangeShapeType="1"/>
              </p:cNvSpPr>
              <p:nvPr/>
            </p:nvSpPr>
            <p:spPr bwMode="auto">
              <a:xfrm flipV="1">
                <a:off x="288" y="2016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0" name="Line 19"/>
              <p:cNvSpPr>
                <a:spLocks noChangeShapeType="1"/>
              </p:cNvSpPr>
              <p:nvPr/>
            </p:nvSpPr>
            <p:spPr bwMode="auto">
              <a:xfrm>
                <a:off x="288" y="2016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1" name="Freeform 20"/>
              <p:cNvSpPr>
                <a:spLocks/>
              </p:cNvSpPr>
              <p:nvPr/>
            </p:nvSpPr>
            <p:spPr bwMode="auto">
              <a:xfrm>
                <a:off x="576" y="1824"/>
                <a:ext cx="800" cy="408"/>
              </a:xfrm>
              <a:custGeom>
                <a:avLst/>
                <a:gdLst>
                  <a:gd name="T0" fmla="*/ 0 w 800"/>
                  <a:gd name="T1" fmla="*/ 168 h 408"/>
                  <a:gd name="T2" fmla="*/ 144 w 800"/>
                  <a:gd name="T3" fmla="*/ 24 h 408"/>
                  <a:gd name="T4" fmla="*/ 192 w 800"/>
                  <a:gd name="T5" fmla="*/ 312 h 408"/>
                  <a:gd name="T6" fmla="*/ 96 w 800"/>
                  <a:gd name="T7" fmla="*/ 312 h 408"/>
                  <a:gd name="T8" fmla="*/ 336 w 800"/>
                  <a:gd name="T9" fmla="*/ 24 h 408"/>
                  <a:gd name="T10" fmla="*/ 384 w 800"/>
                  <a:gd name="T11" fmla="*/ 360 h 408"/>
                  <a:gd name="T12" fmla="*/ 288 w 800"/>
                  <a:gd name="T13" fmla="*/ 312 h 408"/>
                  <a:gd name="T14" fmla="*/ 480 w 800"/>
                  <a:gd name="T15" fmla="*/ 72 h 408"/>
                  <a:gd name="T16" fmla="*/ 480 w 800"/>
                  <a:gd name="T17" fmla="*/ 360 h 408"/>
                  <a:gd name="T18" fmla="*/ 432 w 800"/>
                  <a:gd name="T19" fmla="*/ 312 h 408"/>
                  <a:gd name="T20" fmla="*/ 624 w 800"/>
                  <a:gd name="T21" fmla="*/ 24 h 408"/>
                  <a:gd name="T22" fmla="*/ 672 w 800"/>
                  <a:gd name="T23" fmla="*/ 360 h 408"/>
                  <a:gd name="T24" fmla="*/ 576 w 800"/>
                  <a:gd name="T25" fmla="*/ 312 h 408"/>
                  <a:gd name="T26" fmla="*/ 768 w 800"/>
                  <a:gd name="T27" fmla="*/ 24 h 408"/>
                  <a:gd name="T28" fmla="*/ 768 w 800"/>
                  <a:gd name="T29" fmla="*/ 168 h 4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00" h="408">
                    <a:moveTo>
                      <a:pt x="0" y="168"/>
                    </a:moveTo>
                    <a:cubicBezTo>
                      <a:pt x="56" y="84"/>
                      <a:pt x="112" y="0"/>
                      <a:pt x="144" y="24"/>
                    </a:cubicBezTo>
                    <a:cubicBezTo>
                      <a:pt x="176" y="48"/>
                      <a:pt x="200" y="264"/>
                      <a:pt x="192" y="312"/>
                    </a:cubicBezTo>
                    <a:cubicBezTo>
                      <a:pt x="184" y="360"/>
                      <a:pt x="72" y="360"/>
                      <a:pt x="96" y="312"/>
                    </a:cubicBezTo>
                    <a:cubicBezTo>
                      <a:pt x="120" y="264"/>
                      <a:pt x="288" y="16"/>
                      <a:pt x="336" y="24"/>
                    </a:cubicBezTo>
                    <a:cubicBezTo>
                      <a:pt x="384" y="32"/>
                      <a:pt x="392" y="312"/>
                      <a:pt x="384" y="360"/>
                    </a:cubicBezTo>
                    <a:cubicBezTo>
                      <a:pt x="376" y="408"/>
                      <a:pt x="272" y="360"/>
                      <a:pt x="288" y="312"/>
                    </a:cubicBezTo>
                    <a:cubicBezTo>
                      <a:pt x="304" y="264"/>
                      <a:pt x="448" y="64"/>
                      <a:pt x="480" y="72"/>
                    </a:cubicBezTo>
                    <a:cubicBezTo>
                      <a:pt x="512" y="80"/>
                      <a:pt x="488" y="320"/>
                      <a:pt x="480" y="360"/>
                    </a:cubicBezTo>
                    <a:cubicBezTo>
                      <a:pt x="472" y="400"/>
                      <a:pt x="408" y="368"/>
                      <a:pt x="432" y="312"/>
                    </a:cubicBezTo>
                    <a:cubicBezTo>
                      <a:pt x="456" y="256"/>
                      <a:pt x="584" y="16"/>
                      <a:pt x="624" y="24"/>
                    </a:cubicBezTo>
                    <a:cubicBezTo>
                      <a:pt x="664" y="32"/>
                      <a:pt x="680" y="312"/>
                      <a:pt x="672" y="360"/>
                    </a:cubicBezTo>
                    <a:cubicBezTo>
                      <a:pt x="664" y="408"/>
                      <a:pt x="560" y="368"/>
                      <a:pt x="576" y="312"/>
                    </a:cubicBezTo>
                    <a:cubicBezTo>
                      <a:pt x="592" y="256"/>
                      <a:pt x="736" y="48"/>
                      <a:pt x="768" y="24"/>
                    </a:cubicBezTo>
                    <a:cubicBezTo>
                      <a:pt x="800" y="0"/>
                      <a:pt x="784" y="84"/>
                      <a:pt x="768" y="168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2" name="Line 21"/>
              <p:cNvSpPr>
                <a:spLocks noChangeShapeType="1"/>
              </p:cNvSpPr>
              <p:nvPr/>
            </p:nvSpPr>
            <p:spPr bwMode="auto">
              <a:xfrm>
                <a:off x="1344" y="20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3" name="Line 22"/>
              <p:cNvSpPr>
                <a:spLocks noChangeShapeType="1"/>
              </p:cNvSpPr>
              <p:nvPr/>
            </p:nvSpPr>
            <p:spPr bwMode="auto">
              <a:xfrm flipV="1">
                <a:off x="1584" y="187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4" name="Line 23"/>
              <p:cNvSpPr>
                <a:spLocks noChangeShapeType="1"/>
              </p:cNvSpPr>
              <p:nvPr/>
            </p:nvSpPr>
            <p:spPr bwMode="auto">
              <a:xfrm flipV="1">
                <a:off x="1728" y="187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5" name="Line 24"/>
              <p:cNvSpPr>
                <a:spLocks noChangeShapeType="1"/>
              </p:cNvSpPr>
              <p:nvPr/>
            </p:nvSpPr>
            <p:spPr bwMode="auto">
              <a:xfrm>
                <a:off x="1728" y="20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6" name="Line 25"/>
              <p:cNvSpPr>
                <a:spLocks noChangeShapeType="1"/>
              </p:cNvSpPr>
              <p:nvPr/>
            </p:nvSpPr>
            <p:spPr bwMode="auto">
              <a:xfrm flipV="1">
                <a:off x="2016" y="2016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7" name="Rectangle 26"/>
              <p:cNvSpPr>
                <a:spLocks noChangeArrowheads="1"/>
              </p:cNvSpPr>
              <p:nvPr/>
            </p:nvSpPr>
            <p:spPr bwMode="auto">
              <a:xfrm>
                <a:off x="1968" y="2544"/>
                <a:ext cx="96" cy="33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9968" name="Line 27"/>
              <p:cNvSpPr>
                <a:spLocks noChangeShapeType="1"/>
              </p:cNvSpPr>
              <p:nvPr/>
            </p:nvSpPr>
            <p:spPr bwMode="auto">
              <a:xfrm flipV="1">
                <a:off x="2016" y="283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9" name="Line 28"/>
              <p:cNvSpPr>
                <a:spLocks noChangeShapeType="1"/>
              </p:cNvSpPr>
              <p:nvPr/>
            </p:nvSpPr>
            <p:spPr bwMode="auto">
              <a:xfrm flipV="1">
                <a:off x="960" y="3168"/>
                <a:ext cx="24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49" name="Rectangle 30"/>
            <p:cNvSpPr>
              <a:spLocks noChangeArrowheads="1"/>
            </p:cNvSpPr>
            <p:nvPr/>
          </p:nvSpPr>
          <p:spPr bwMode="auto">
            <a:xfrm>
              <a:off x="576" y="168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L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9950" name="Rectangle 31"/>
            <p:cNvSpPr>
              <a:spLocks noChangeArrowheads="1"/>
            </p:cNvSpPr>
            <p:nvPr/>
          </p:nvSpPr>
          <p:spPr bwMode="auto">
            <a:xfrm>
              <a:off x="1152" y="172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C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9951" name="Rectangle 32"/>
            <p:cNvSpPr>
              <a:spLocks noChangeArrowheads="1"/>
            </p:cNvSpPr>
            <p:nvPr/>
          </p:nvSpPr>
          <p:spPr bwMode="auto">
            <a:xfrm>
              <a:off x="1296" y="2544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R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9952" name="Rectangle 33"/>
            <p:cNvSpPr>
              <a:spLocks noChangeArrowheads="1"/>
            </p:cNvSpPr>
            <p:nvPr/>
          </p:nvSpPr>
          <p:spPr bwMode="auto">
            <a:xfrm>
              <a:off x="720" y="283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K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39953" name="Rectangle 34"/>
            <p:cNvSpPr>
              <a:spLocks noChangeArrowheads="1"/>
            </p:cNvSpPr>
            <p:nvPr/>
          </p:nvSpPr>
          <p:spPr bwMode="auto">
            <a:xfrm>
              <a:off x="384" y="2400"/>
              <a:ext cx="28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4000" b="1" i="1">
                  <a:latin typeface="Book Antiqua" panose="02040602050305030304" pitchFamily="18" charset="0"/>
                  <a:sym typeface="Symbol" panose="05050102010706020507" pitchFamily="18" charset="2"/>
                </a:rPr>
                <a:t></a:t>
              </a:r>
              <a:endParaRPr lang="en-US" altLang="zh-CN" sz="40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2" name="Line 4"/>
          <p:cNvSpPr>
            <a:spLocks noChangeShapeType="1"/>
          </p:cNvSpPr>
          <p:nvPr/>
        </p:nvSpPr>
        <p:spPr bwMode="auto">
          <a:xfrm flipH="1" flipV="1">
            <a:off x="2438400" y="1752600"/>
            <a:ext cx="6705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56" name="Line 8"/>
          <p:cNvSpPr>
            <a:spLocks noChangeShapeType="1"/>
          </p:cNvSpPr>
          <p:nvPr/>
        </p:nvSpPr>
        <p:spPr bwMode="auto">
          <a:xfrm flipH="1" flipV="1">
            <a:off x="3429000" y="49530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8058" name="Object 10"/>
          <p:cNvGraphicFramePr>
            <a:graphicFrameLocks noChangeAspect="1"/>
          </p:cNvGraphicFramePr>
          <p:nvPr/>
        </p:nvGraphicFramePr>
        <p:xfrm>
          <a:off x="609600" y="0"/>
          <a:ext cx="6075363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7" name="公式" r:id="rId3" imgW="2110775" imgH="579041" progId="Equation.3">
                  <p:embed/>
                </p:oleObj>
              </mc:Choice>
              <mc:Fallback>
                <p:oleObj name="公式" r:id="rId3" imgW="2110775" imgH="57904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0"/>
                        <a:ext cx="6075363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9" name="Object 11"/>
          <p:cNvGraphicFramePr>
            <a:graphicFrameLocks noChangeAspect="1"/>
          </p:cNvGraphicFramePr>
          <p:nvPr/>
        </p:nvGraphicFramePr>
        <p:xfrm>
          <a:off x="914400" y="1752600"/>
          <a:ext cx="22558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8" name="公式" r:id="rId5" imgW="777453" imgH="388573" progId="Equation.3">
                  <p:embed/>
                </p:oleObj>
              </mc:Choice>
              <mc:Fallback>
                <p:oleObj name="公式" r:id="rId5" imgW="777453" imgH="38857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52600"/>
                        <a:ext cx="225583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60" name="Rectangle 12"/>
          <p:cNvSpPr>
            <a:spLocks noChangeArrowheads="1"/>
          </p:cNvSpPr>
          <p:nvPr/>
        </p:nvSpPr>
        <p:spPr bwMode="auto">
          <a:xfrm>
            <a:off x="0" y="18288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1）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58061" name="Object 13"/>
          <p:cNvGraphicFramePr>
            <a:graphicFrameLocks noChangeAspect="1"/>
          </p:cNvGraphicFramePr>
          <p:nvPr/>
        </p:nvGraphicFramePr>
        <p:xfrm>
          <a:off x="0" y="2514600"/>
          <a:ext cx="86217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9" name="公式" r:id="rId7" imgW="3002209" imgH="830596" progId="Equation.3">
                  <p:embed/>
                </p:oleObj>
              </mc:Choice>
              <mc:Fallback>
                <p:oleObj name="公式" r:id="rId7" imgW="3002209" imgH="83059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14600"/>
                        <a:ext cx="86217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2" name="Object 14"/>
          <p:cNvGraphicFramePr>
            <a:graphicFrameLocks noChangeAspect="1"/>
          </p:cNvGraphicFramePr>
          <p:nvPr/>
        </p:nvGraphicFramePr>
        <p:xfrm>
          <a:off x="327025" y="5056188"/>
          <a:ext cx="8185150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0" name="公式" r:id="rId9" imgW="2849951" imgH="655399" progId="Equation.3">
                  <p:embed/>
                </p:oleObj>
              </mc:Choice>
              <mc:Fallback>
                <p:oleObj name="公式" r:id="rId9" imgW="2849951" imgH="65539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5056188"/>
                        <a:ext cx="8185150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4499992" y="597074"/>
            <a:ext cx="2184971" cy="108012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5" name="Line 3"/>
          <p:cNvSpPr>
            <a:spLocks noChangeShapeType="1"/>
          </p:cNvSpPr>
          <p:nvPr/>
        </p:nvSpPr>
        <p:spPr bwMode="auto">
          <a:xfrm flipH="1" flipV="1">
            <a:off x="2438400" y="1752600"/>
            <a:ext cx="6705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76" name="Line 4"/>
          <p:cNvSpPr>
            <a:spLocks noChangeShapeType="1"/>
          </p:cNvSpPr>
          <p:nvPr/>
        </p:nvSpPr>
        <p:spPr bwMode="auto">
          <a:xfrm flipH="1" flipV="1">
            <a:off x="3429000" y="39624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9078" name="Object 6"/>
          <p:cNvGraphicFramePr>
            <a:graphicFrameLocks noChangeAspect="1"/>
          </p:cNvGraphicFramePr>
          <p:nvPr/>
        </p:nvGraphicFramePr>
        <p:xfrm>
          <a:off x="914400" y="0"/>
          <a:ext cx="22558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0" name="公式" r:id="rId3" imgW="777453" imgH="388573" progId="Equation.3">
                  <p:embed/>
                </p:oleObj>
              </mc:Choice>
              <mc:Fallback>
                <p:oleObj name="公式" r:id="rId3" imgW="777453" imgH="38857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0"/>
                        <a:ext cx="225583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9" name="Rectangle 7"/>
          <p:cNvSpPr>
            <a:spLocks noChangeArrowheads="1"/>
          </p:cNvSpPr>
          <p:nvPr/>
        </p:nvSpPr>
        <p:spPr bwMode="auto">
          <a:xfrm>
            <a:off x="0" y="762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2）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59080" name="Object 8"/>
          <p:cNvGraphicFramePr>
            <a:graphicFrameLocks noChangeAspect="1"/>
          </p:cNvGraphicFramePr>
          <p:nvPr/>
        </p:nvGraphicFramePr>
        <p:xfrm>
          <a:off x="685800" y="1905000"/>
          <a:ext cx="3602038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1" name="公式" r:id="rId5" imgW="1249538" imgH="579041" progId="Equation.3">
                  <p:embed/>
                </p:oleObj>
              </mc:Choice>
              <mc:Fallback>
                <p:oleObj name="公式" r:id="rId5" imgW="1249538" imgH="57904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3602038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1" name="Object 9"/>
          <p:cNvGraphicFramePr>
            <a:graphicFrameLocks noChangeAspect="1"/>
          </p:cNvGraphicFramePr>
          <p:nvPr/>
        </p:nvGraphicFramePr>
        <p:xfrm>
          <a:off x="1393825" y="4724400"/>
          <a:ext cx="26447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2" name="公式" r:id="rId7" imgW="883778" imgH="411480" progId="Equation.3">
                  <p:embed/>
                </p:oleObj>
              </mc:Choice>
              <mc:Fallback>
                <p:oleObj name="公式" r:id="rId7" imgW="883778" imgH="411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724400"/>
                        <a:ext cx="264477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Line 2050"/>
          <p:cNvSpPr>
            <a:spLocks noChangeShapeType="1"/>
          </p:cNvSpPr>
          <p:nvPr/>
        </p:nvSpPr>
        <p:spPr bwMode="auto">
          <a:xfrm flipH="1" flipV="1">
            <a:off x="2438400" y="1219200"/>
            <a:ext cx="6705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099" name="Line 2051"/>
          <p:cNvSpPr>
            <a:spLocks noChangeShapeType="1"/>
          </p:cNvSpPr>
          <p:nvPr/>
        </p:nvSpPr>
        <p:spPr bwMode="auto">
          <a:xfrm flipH="1" flipV="1">
            <a:off x="3429000" y="50292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0101" name="Object 2053"/>
          <p:cNvGraphicFramePr>
            <a:graphicFrameLocks noChangeAspect="1"/>
          </p:cNvGraphicFramePr>
          <p:nvPr/>
        </p:nvGraphicFramePr>
        <p:xfrm>
          <a:off x="931863" y="0"/>
          <a:ext cx="221932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1" name="公式" r:id="rId3" imgW="769797" imgH="388573" progId="Equation.3">
                  <p:embed/>
                </p:oleObj>
              </mc:Choice>
              <mc:Fallback>
                <p:oleObj name="公式" r:id="rId3" imgW="769797" imgH="388573" progId="Equation.3">
                  <p:embed/>
                  <p:pic>
                    <p:nvPicPr>
                      <p:cNvPr id="0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0"/>
                        <a:ext cx="221932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2" name="Rectangle 2054"/>
          <p:cNvSpPr>
            <a:spLocks noChangeArrowheads="1"/>
          </p:cNvSpPr>
          <p:nvPr/>
        </p:nvSpPr>
        <p:spPr bwMode="auto">
          <a:xfrm>
            <a:off x="0" y="762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3）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60103" name="Object 2055"/>
          <p:cNvGraphicFramePr>
            <a:graphicFrameLocks noChangeAspect="1"/>
          </p:cNvGraphicFramePr>
          <p:nvPr/>
        </p:nvGraphicFramePr>
        <p:xfrm>
          <a:off x="685800" y="1219200"/>
          <a:ext cx="6329363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2" name="公式" r:id="rId5" imgW="2202215" imgH="579041" progId="Equation.3">
                  <p:embed/>
                </p:oleObj>
              </mc:Choice>
              <mc:Fallback>
                <p:oleObj name="公式" r:id="rId5" imgW="2202215" imgH="579041" progId="Equation.3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6329363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4" name="Object 2056"/>
          <p:cNvGraphicFramePr>
            <a:graphicFrameLocks noChangeAspect="1"/>
          </p:cNvGraphicFramePr>
          <p:nvPr/>
        </p:nvGraphicFramePr>
        <p:xfrm>
          <a:off x="-93663" y="5026025"/>
          <a:ext cx="9336088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3" name="公式" r:id="rId7" imgW="3596782" imgH="663034" progId="Equation.3">
                  <p:embed/>
                </p:oleObj>
              </mc:Choice>
              <mc:Fallback>
                <p:oleObj name="公式" r:id="rId7" imgW="3596782" imgH="663034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93663" y="5026025"/>
                        <a:ext cx="9336088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5" name="Object 2057"/>
          <p:cNvGraphicFramePr>
            <a:graphicFrameLocks noChangeAspect="1"/>
          </p:cNvGraphicFramePr>
          <p:nvPr/>
        </p:nvGraphicFramePr>
        <p:xfrm>
          <a:off x="323850" y="2667000"/>
          <a:ext cx="891063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4" name="公式" r:id="rId9" imgW="4412086" imgH="853503" progId="Equation.3">
                  <p:embed/>
                </p:oleObj>
              </mc:Choice>
              <mc:Fallback>
                <p:oleObj name="公式" r:id="rId9" imgW="4412086" imgH="853503" progId="Equation.3">
                  <p:embed/>
                  <p:pic>
                    <p:nvPicPr>
                      <p:cNvPr id="0" name="Object 2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667000"/>
                        <a:ext cx="891063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0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445487"/>
              </p:ext>
            </p:extLst>
          </p:nvPr>
        </p:nvGraphicFramePr>
        <p:xfrm>
          <a:off x="0" y="4941168"/>
          <a:ext cx="9336088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6" name="Equation" r:id="rId3" imgW="3596782" imgH="663034" progId="Equation.DSMT4">
                  <p:embed/>
                </p:oleObj>
              </mc:Choice>
              <mc:Fallback>
                <p:oleObj name="Equation" r:id="rId3" imgW="3596782" imgH="663034" progId="Equation.DSMT4">
                  <p:embed/>
                  <p:pic>
                    <p:nvPicPr>
                      <p:cNvPr id="260104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941168"/>
                        <a:ext cx="9336088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850588"/>
              </p:ext>
            </p:extLst>
          </p:nvPr>
        </p:nvGraphicFramePr>
        <p:xfrm>
          <a:off x="179512" y="20055"/>
          <a:ext cx="22558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7" name="公式" r:id="rId5" imgW="777453" imgH="388573" progId="Equation.3">
                  <p:embed/>
                </p:oleObj>
              </mc:Choice>
              <mc:Fallback>
                <p:oleObj name="公式" r:id="rId5" imgW="777453" imgH="388573" progId="Equation.3">
                  <p:embed/>
                  <p:pic>
                    <p:nvPicPr>
                      <p:cNvPr id="2580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0055"/>
                        <a:ext cx="225583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04637"/>
              </p:ext>
            </p:extLst>
          </p:nvPr>
        </p:nvGraphicFramePr>
        <p:xfrm>
          <a:off x="683568" y="763483"/>
          <a:ext cx="8185150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8" name="公式" r:id="rId7" imgW="2849951" imgH="655399" progId="Equation.3">
                  <p:embed/>
                </p:oleObj>
              </mc:Choice>
              <mc:Fallback>
                <p:oleObj name="公式" r:id="rId7" imgW="2849951" imgH="655399" progId="Equation.3">
                  <p:embed/>
                  <p:pic>
                    <p:nvPicPr>
                      <p:cNvPr id="2580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763483"/>
                        <a:ext cx="8185150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808735"/>
              </p:ext>
            </p:extLst>
          </p:nvPr>
        </p:nvGraphicFramePr>
        <p:xfrm>
          <a:off x="149513" y="2287720"/>
          <a:ext cx="22558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9" name="公式" r:id="rId9" imgW="777453" imgH="388573" progId="Equation.3">
                  <p:embed/>
                </p:oleObj>
              </mc:Choice>
              <mc:Fallback>
                <p:oleObj name="公式" r:id="rId9" imgW="777453" imgH="388573" progId="Equation.3">
                  <p:embed/>
                  <p:pic>
                    <p:nvPicPr>
                      <p:cNvPr id="259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13" y="2287720"/>
                        <a:ext cx="225583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015796"/>
              </p:ext>
            </p:extLst>
          </p:nvPr>
        </p:nvGraphicFramePr>
        <p:xfrm>
          <a:off x="2771800" y="2462432"/>
          <a:ext cx="26447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0" name="公式" r:id="rId11" imgW="883778" imgH="411480" progId="Equation.3">
                  <p:embed/>
                </p:oleObj>
              </mc:Choice>
              <mc:Fallback>
                <p:oleObj name="公式" r:id="rId11" imgW="883778" imgH="411480" progId="Equation.3">
                  <p:embed/>
                  <p:pic>
                    <p:nvPicPr>
                      <p:cNvPr id="2590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462432"/>
                        <a:ext cx="264477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719850"/>
              </p:ext>
            </p:extLst>
          </p:nvPr>
        </p:nvGraphicFramePr>
        <p:xfrm>
          <a:off x="12347" y="3799497"/>
          <a:ext cx="221932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1" name="公式" r:id="rId13" imgW="769797" imgH="388573" progId="Equation.3">
                  <p:embed/>
                </p:oleObj>
              </mc:Choice>
              <mc:Fallback>
                <p:oleObj name="公式" r:id="rId13" imgW="769797" imgH="388573" progId="Equation.3">
                  <p:embed/>
                  <p:pic>
                    <p:nvPicPr>
                      <p:cNvPr id="260101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7" y="3799497"/>
                        <a:ext cx="221932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4690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995891"/>
              </p:ext>
            </p:extLst>
          </p:nvPr>
        </p:nvGraphicFramePr>
        <p:xfrm>
          <a:off x="3727774" y="591564"/>
          <a:ext cx="3924300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4" name="Equation" r:id="rId3" imgW="1231560" imgH="393480" progId="Equation.DSMT4">
                  <p:embed/>
                </p:oleObj>
              </mc:Choice>
              <mc:Fallback>
                <p:oleObj name="Equation" r:id="rId3" imgW="123156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27774" y="591564"/>
                        <a:ext cx="3924300" cy="1258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606060"/>
              </p:ext>
            </p:extLst>
          </p:nvPr>
        </p:nvGraphicFramePr>
        <p:xfrm>
          <a:off x="323528" y="227069"/>
          <a:ext cx="313055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5" name="Equation" r:id="rId5" imgW="1079280" imgH="393480" progId="Equation.DSMT4">
                  <p:embed/>
                </p:oleObj>
              </mc:Choice>
              <mc:Fallback>
                <p:oleObj name="Equation" r:id="rId5" imgW="1079280" imgH="39348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27069"/>
                        <a:ext cx="313055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669481"/>
              </p:ext>
            </p:extLst>
          </p:nvPr>
        </p:nvGraphicFramePr>
        <p:xfrm>
          <a:off x="3494896" y="2090644"/>
          <a:ext cx="14160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6" name="Equation" r:id="rId7" imgW="444240" imgH="203040" progId="Equation.DSMT4">
                  <p:embed/>
                </p:oleObj>
              </mc:Choice>
              <mc:Fallback>
                <p:oleObj name="Equation" r:id="rId7" imgW="444240" imgH="2030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4896" y="2090644"/>
                        <a:ext cx="1416050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261286"/>
              </p:ext>
            </p:extLst>
          </p:nvPr>
        </p:nvGraphicFramePr>
        <p:xfrm>
          <a:off x="5355846" y="2081308"/>
          <a:ext cx="14160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7" name="Equation" r:id="rId9" imgW="444240" imgH="203040" progId="Equation.DSMT4">
                  <p:embed/>
                </p:oleObj>
              </mc:Choice>
              <mc:Fallback>
                <p:oleObj name="Equation" r:id="rId9" imgW="444240" imgH="203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55846" y="2081308"/>
                        <a:ext cx="1416050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301073"/>
              </p:ext>
            </p:extLst>
          </p:nvPr>
        </p:nvGraphicFramePr>
        <p:xfrm>
          <a:off x="7092280" y="2020391"/>
          <a:ext cx="14160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8" name="Equation" r:id="rId11" imgW="444240" imgH="203040" progId="Equation.DSMT4">
                  <p:embed/>
                </p:oleObj>
              </mc:Choice>
              <mc:Fallback>
                <p:oleObj name="Equation" r:id="rId11" imgW="444240" imgH="203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92280" y="2020391"/>
                        <a:ext cx="1416050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0006" y="3768813"/>
            <a:ext cx="2590800" cy="2590800"/>
            <a:chOff x="0" y="1680"/>
            <a:chExt cx="1632" cy="1632"/>
          </a:xfrm>
        </p:grpSpPr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0" y="1968"/>
              <a:ext cx="1632" cy="1344"/>
              <a:chOff x="0" y="1824"/>
              <a:chExt cx="2064" cy="1488"/>
            </a:xfrm>
          </p:grpSpPr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288" y="3312"/>
                <a:ext cx="6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1200" y="3312"/>
                <a:ext cx="8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 flipV="1">
                <a:off x="288" y="2640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>
                <a:off x="192" y="264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0" y="2544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 flipV="1">
                <a:off x="288" y="2016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19"/>
              <p:cNvSpPr>
                <a:spLocks noChangeShapeType="1"/>
              </p:cNvSpPr>
              <p:nvPr/>
            </p:nvSpPr>
            <p:spPr bwMode="auto">
              <a:xfrm>
                <a:off x="288" y="2016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Freeform 20"/>
              <p:cNvSpPr>
                <a:spLocks/>
              </p:cNvSpPr>
              <p:nvPr/>
            </p:nvSpPr>
            <p:spPr bwMode="auto">
              <a:xfrm>
                <a:off x="576" y="1824"/>
                <a:ext cx="800" cy="408"/>
              </a:xfrm>
              <a:custGeom>
                <a:avLst/>
                <a:gdLst>
                  <a:gd name="T0" fmla="*/ 0 w 800"/>
                  <a:gd name="T1" fmla="*/ 168 h 408"/>
                  <a:gd name="T2" fmla="*/ 144 w 800"/>
                  <a:gd name="T3" fmla="*/ 24 h 408"/>
                  <a:gd name="T4" fmla="*/ 192 w 800"/>
                  <a:gd name="T5" fmla="*/ 312 h 408"/>
                  <a:gd name="T6" fmla="*/ 96 w 800"/>
                  <a:gd name="T7" fmla="*/ 312 h 408"/>
                  <a:gd name="T8" fmla="*/ 336 w 800"/>
                  <a:gd name="T9" fmla="*/ 24 h 408"/>
                  <a:gd name="T10" fmla="*/ 384 w 800"/>
                  <a:gd name="T11" fmla="*/ 360 h 408"/>
                  <a:gd name="T12" fmla="*/ 288 w 800"/>
                  <a:gd name="T13" fmla="*/ 312 h 408"/>
                  <a:gd name="T14" fmla="*/ 480 w 800"/>
                  <a:gd name="T15" fmla="*/ 72 h 408"/>
                  <a:gd name="T16" fmla="*/ 480 w 800"/>
                  <a:gd name="T17" fmla="*/ 360 h 408"/>
                  <a:gd name="T18" fmla="*/ 432 w 800"/>
                  <a:gd name="T19" fmla="*/ 312 h 408"/>
                  <a:gd name="T20" fmla="*/ 624 w 800"/>
                  <a:gd name="T21" fmla="*/ 24 h 408"/>
                  <a:gd name="T22" fmla="*/ 672 w 800"/>
                  <a:gd name="T23" fmla="*/ 360 h 408"/>
                  <a:gd name="T24" fmla="*/ 576 w 800"/>
                  <a:gd name="T25" fmla="*/ 312 h 408"/>
                  <a:gd name="T26" fmla="*/ 768 w 800"/>
                  <a:gd name="T27" fmla="*/ 24 h 408"/>
                  <a:gd name="T28" fmla="*/ 768 w 800"/>
                  <a:gd name="T29" fmla="*/ 168 h 4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00" h="408">
                    <a:moveTo>
                      <a:pt x="0" y="168"/>
                    </a:moveTo>
                    <a:cubicBezTo>
                      <a:pt x="56" y="84"/>
                      <a:pt x="112" y="0"/>
                      <a:pt x="144" y="24"/>
                    </a:cubicBezTo>
                    <a:cubicBezTo>
                      <a:pt x="176" y="48"/>
                      <a:pt x="200" y="264"/>
                      <a:pt x="192" y="312"/>
                    </a:cubicBezTo>
                    <a:cubicBezTo>
                      <a:pt x="184" y="360"/>
                      <a:pt x="72" y="360"/>
                      <a:pt x="96" y="312"/>
                    </a:cubicBezTo>
                    <a:cubicBezTo>
                      <a:pt x="120" y="264"/>
                      <a:pt x="288" y="16"/>
                      <a:pt x="336" y="24"/>
                    </a:cubicBezTo>
                    <a:cubicBezTo>
                      <a:pt x="384" y="32"/>
                      <a:pt x="392" y="312"/>
                      <a:pt x="384" y="360"/>
                    </a:cubicBezTo>
                    <a:cubicBezTo>
                      <a:pt x="376" y="408"/>
                      <a:pt x="272" y="360"/>
                      <a:pt x="288" y="312"/>
                    </a:cubicBezTo>
                    <a:cubicBezTo>
                      <a:pt x="304" y="264"/>
                      <a:pt x="448" y="64"/>
                      <a:pt x="480" y="72"/>
                    </a:cubicBezTo>
                    <a:cubicBezTo>
                      <a:pt x="512" y="80"/>
                      <a:pt x="488" y="320"/>
                      <a:pt x="480" y="360"/>
                    </a:cubicBezTo>
                    <a:cubicBezTo>
                      <a:pt x="472" y="400"/>
                      <a:pt x="408" y="368"/>
                      <a:pt x="432" y="312"/>
                    </a:cubicBezTo>
                    <a:cubicBezTo>
                      <a:pt x="456" y="256"/>
                      <a:pt x="584" y="16"/>
                      <a:pt x="624" y="24"/>
                    </a:cubicBezTo>
                    <a:cubicBezTo>
                      <a:pt x="664" y="32"/>
                      <a:pt x="680" y="312"/>
                      <a:pt x="672" y="360"/>
                    </a:cubicBezTo>
                    <a:cubicBezTo>
                      <a:pt x="664" y="408"/>
                      <a:pt x="560" y="368"/>
                      <a:pt x="576" y="312"/>
                    </a:cubicBezTo>
                    <a:cubicBezTo>
                      <a:pt x="592" y="256"/>
                      <a:pt x="736" y="48"/>
                      <a:pt x="768" y="24"/>
                    </a:cubicBezTo>
                    <a:cubicBezTo>
                      <a:pt x="800" y="0"/>
                      <a:pt x="784" y="84"/>
                      <a:pt x="768" y="168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1"/>
              <p:cNvSpPr>
                <a:spLocks noChangeShapeType="1"/>
              </p:cNvSpPr>
              <p:nvPr/>
            </p:nvSpPr>
            <p:spPr bwMode="auto">
              <a:xfrm>
                <a:off x="1344" y="20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 flipV="1">
                <a:off x="1584" y="187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3"/>
              <p:cNvSpPr>
                <a:spLocks noChangeShapeType="1"/>
              </p:cNvSpPr>
              <p:nvPr/>
            </p:nvSpPr>
            <p:spPr bwMode="auto">
              <a:xfrm flipV="1">
                <a:off x="1728" y="187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>
                <a:off x="1728" y="20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5"/>
              <p:cNvSpPr>
                <a:spLocks noChangeShapeType="1"/>
              </p:cNvSpPr>
              <p:nvPr/>
            </p:nvSpPr>
            <p:spPr bwMode="auto">
              <a:xfrm flipV="1">
                <a:off x="2016" y="2016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1968" y="2544"/>
                <a:ext cx="96" cy="33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" name="Line 27"/>
              <p:cNvSpPr>
                <a:spLocks noChangeShapeType="1"/>
              </p:cNvSpPr>
              <p:nvPr/>
            </p:nvSpPr>
            <p:spPr bwMode="auto">
              <a:xfrm flipV="1">
                <a:off x="2016" y="283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28"/>
              <p:cNvSpPr>
                <a:spLocks noChangeShapeType="1"/>
              </p:cNvSpPr>
              <p:nvPr/>
            </p:nvSpPr>
            <p:spPr bwMode="auto">
              <a:xfrm flipV="1">
                <a:off x="960" y="3168"/>
                <a:ext cx="24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" name="Rectangle 30"/>
            <p:cNvSpPr>
              <a:spLocks noChangeArrowheads="1"/>
            </p:cNvSpPr>
            <p:nvPr/>
          </p:nvSpPr>
          <p:spPr bwMode="auto">
            <a:xfrm>
              <a:off x="576" y="168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L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13" name="Rectangle 31"/>
            <p:cNvSpPr>
              <a:spLocks noChangeArrowheads="1"/>
            </p:cNvSpPr>
            <p:nvPr/>
          </p:nvSpPr>
          <p:spPr bwMode="auto">
            <a:xfrm>
              <a:off x="1152" y="172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C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14" name="Rectangle 32"/>
            <p:cNvSpPr>
              <a:spLocks noChangeArrowheads="1"/>
            </p:cNvSpPr>
            <p:nvPr/>
          </p:nvSpPr>
          <p:spPr bwMode="auto">
            <a:xfrm>
              <a:off x="1296" y="2544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R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720" y="283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 i="1">
                  <a:latin typeface="Book Antiqua" panose="02040602050305030304" pitchFamily="18" charset="0"/>
                </a:rPr>
                <a:t>K</a:t>
              </a:r>
              <a:endParaRPr lang="en-US" altLang="zh-CN" sz="28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  <p:sp>
          <p:nvSpPr>
            <p:cNvPr id="16" name="Rectangle 34"/>
            <p:cNvSpPr>
              <a:spLocks noChangeArrowheads="1"/>
            </p:cNvSpPr>
            <p:nvPr/>
          </p:nvSpPr>
          <p:spPr bwMode="auto">
            <a:xfrm>
              <a:off x="384" y="2400"/>
              <a:ext cx="28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4000" b="1" i="1">
                  <a:latin typeface="Book Antiqua" panose="02040602050305030304" pitchFamily="18" charset="0"/>
                  <a:sym typeface="Symbol" panose="05050102010706020507" pitchFamily="18" charset="2"/>
                </a:rPr>
                <a:t></a:t>
              </a:r>
              <a:endParaRPr lang="en-US" altLang="zh-CN" sz="4000" b="1">
                <a:latin typeface="Book Antiqua" panose="02040602050305030304" pitchFamily="18" charset="0"/>
                <a:ea typeface="楷体_GB2312" pitchFamily="49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748550" y="3028910"/>
            <a:ext cx="1197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正弦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568540" y="2965932"/>
            <a:ext cx="1197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201646" y="2739932"/>
            <a:ext cx="11973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双曲正弦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472496" y="4715162"/>
            <a:ext cx="2075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LRC</a:t>
            </a:r>
            <a:r>
              <a:rPr lang="zh-CN" altLang="en-US" dirty="0"/>
              <a:t>谐波</a:t>
            </a: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FB002777-AEF2-46E4-AA06-0CD516A8D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886646"/>
              </p:ext>
            </p:extLst>
          </p:nvPr>
        </p:nvGraphicFramePr>
        <p:xfrm>
          <a:off x="944134" y="1291866"/>
          <a:ext cx="1502544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9" name="Equation" r:id="rId13" imgW="469800" imgH="393480" progId="Equation.DSMT4">
                  <p:embed/>
                </p:oleObj>
              </mc:Choice>
              <mc:Fallback>
                <p:oleObj name="Equation" r:id="rId13" imgW="4698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44134" y="1291866"/>
                        <a:ext cx="1502544" cy="1258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箭头: 直角上 42">
            <a:extLst>
              <a:ext uri="{FF2B5EF4-FFF2-40B4-BE49-F238E27FC236}">
                <a16:creationId xmlns:a16="http://schemas.microsoft.com/office/drawing/2014/main" id="{B234EF36-1314-42C2-9DFA-9B3FD3594730}"/>
              </a:ext>
            </a:extLst>
          </p:cNvPr>
          <p:cNvSpPr/>
          <p:nvPr/>
        </p:nvSpPr>
        <p:spPr bwMode="auto">
          <a:xfrm rot="5400000">
            <a:off x="4263170" y="5371060"/>
            <a:ext cx="587490" cy="481781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DD60750-B6C2-4714-93B6-D361EE27CB27}"/>
              </a:ext>
            </a:extLst>
          </p:cNvPr>
          <p:cNvSpPr txBox="1"/>
          <p:nvPr/>
        </p:nvSpPr>
        <p:spPr>
          <a:xfrm>
            <a:off x="5035903" y="5477768"/>
            <a:ext cx="3472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现代无线电技术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C09EFFA-F416-4FE6-9738-67E67F963AB7}"/>
              </a:ext>
            </a:extLst>
          </p:cNvPr>
          <p:cNvSpPr/>
          <p:nvPr/>
        </p:nvSpPr>
        <p:spPr bwMode="auto">
          <a:xfrm>
            <a:off x="5517728" y="476672"/>
            <a:ext cx="1502544" cy="142680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73398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3048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例：积分</a:t>
            </a:r>
            <a:endParaRPr lang="zh-CN" altLang="en-US" sz="2800" b="1" i="1">
              <a:latin typeface="Book Antiqua" panose="02040602050305030304" pitchFamily="18" charset="0"/>
            </a:endParaRPr>
          </a:p>
        </p:txBody>
      </p:sp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375896" y="1299833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i="1">
                <a:latin typeface="Book Antiqua" panose="02040602050305030304" pitchFamily="18" charset="0"/>
              </a:rPr>
              <a:t>解：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 flipH="1" flipV="1">
            <a:off x="3429000" y="1219200"/>
            <a:ext cx="5715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28" name="Line 8"/>
          <p:cNvSpPr>
            <a:spLocks noChangeShapeType="1"/>
          </p:cNvSpPr>
          <p:nvPr/>
        </p:nvSpPr>
        <p:spPr bwMode="auto">
          <a:xfrm flipH="1" flipV="1">
            <a:off x="6147026" y="3733639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38" name="Object 9"/>
          <p:cNvGraphicFramePr>
            <a:graphicFrameLocks noChangeAspect="1"/>
          </p:cNvGraphicFramePr>
          <p:nvPr/>
        </p:nvGraphicFramePr>
        <p:xfrm>
          <a:off x="2057400" y="0"/>
          <a:ext cx="27670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6" name="公式" r:id="rId3" imgW="960333" imgH="411480" progId="Equation.3">
                  <p:embed/>
                </p:oleObj>
              </mc:Choice>
              <mc:Fallback>
                <p:oleObj name="公式" r:id="rId3" imgW="960333" imgH="411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0"/>
                        <a:ext cx="27670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5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725422"/>
              </p:ext>
            </p:extLst>
          </p:nvPr>
        </p:nvGraphicFramePr>
        <p:xfrm>
          <a:off x="266700" y="2427662"/>
          <a:ext cx="5753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7" name="公式" r:id="rId5" imgW="1996369" imgH="411480" progId="Equation.3">
                  <p:embed/>
                </p:oleObj>
              </mc:Choice>
              <mc:Fallback>
                <p:oleObj name="公式" r:id="rId5" imgW="1996369" imgH="4114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2427662"/>
                        <a:ext cx="5753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5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216086"/>
              </p:ext>
            </p:extLst>
          </p:nvPr>
        </p:nvGraphicFramePr>
        <p:xfrm>
          <a:off x="1181100" y="3443662"/>
          <a:ext cx="44958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8" name="公式" r:id="rId7" imgW="1531514" imgH="434387" progId="Equation.3">
                  <p:embed/>
                </p:oleObj>
              </mc:Choice>
              <mc:Fallback>
                <p:oleObj name="公式" r:id="rId7" imgW="1531514" imgH="434387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3443662"/>
                        <a:ext cx="44958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5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860797"/>
              </p:ext>
            </p:extLst>
          </p:nvPr>
        </p:nvGraphicFramePr>
        <p:xfrm>
          <a:off x="1165792" y="4485736"/>
          <a:ext cx="35671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9" name="公式" r:id="rId9" imgW="1211686" imgH="411480" progId="Equation.3">
                  <p:embed/>
                </p:oleObj>
              </mc:Choice>
              <mc:Fallback>
                <p:oleObj name="公式" r:id="rId9" imgW="1211686" imgH="4114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792" y="4485736"/>
                        <a:ext cx="356711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5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570390"/>
              </p:ext>
            </p:extLst>
          </p:nvPr>
        </p:nvGraphicFramePr>
        <p:xfrm>
          <a:off x="1152500" y="5558886"/>
          <a:ext cx="44592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0" name="公式" r:id="rId11" imgW="1516203" imgH="411480" progId="Equation.3">
                  <p:embed/>
                </p:oleObj>
              </mc:Choice>
              <mc:Fallback>
                <p:oleObj name="公式" r:id="rId11" imgW="1516203" imgH="411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00" y="5558886"/>
                        <a:ext cx="445928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文本框 1"/>
          <p:cNvSpPr txBox="1">
            <a:spLocks noChangeArrowheads="1"/>
          </p:cNvSpPr>
          <p:nvPr/>
        </p:nvSpPr>
        <p:spPr bwMode="auto">
          <a:xfrm>
            <a:off x="1442696" y="1267290"/>
            <a:ext cx="59039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对</a:t>
            </a:r>
            <a:r>
              <a:rPr lang="en-US" altLang="zh-CN" dirty="0"/>
              <a:t>t</a:t>
            </a:r>
            <a:r>
              <a:rPr lang="zh-CN" altLang="en-US" dirty="0"/>
              <a:t>做拉普拉斯变换，而不是对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44044" name="Rectangle 2"/>
          <p:cNvSpPr>
            <a:spLocks noChangeArrowheads="1"/>
          </p:cNvSpPr>
          <p:nvPr/>
        </p:nvSpPr>
        <p:spPr bwMode="auto">
          <a:xfrm>
            <a:off x="7236296" y="12700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>
                <a:latin typeface="Book Antiqua" panose="02040602050305030304" pitchFamily="18" charset="0"/>
              </a:rPr>
              <a:t>Why</a:t>
            </a:r>
            <a:r>
              <a:rPr lang="zh-CN" altLang="en-US" sz="2800" b="1" i="1" dirty="0">
                <a:latin typeface="Book Antiqua" panose="02040602050305030304" pitchFamily="18" charset="0"/>
              </a:rPr>
              <a:t>？</a:t>
            </a:r>
          </a:p>
        </p:txBody>
      </p:sp>
      <p:sp>
        <p:nvSpPr>
          <p:cNvPr id="44045" name="Rectangle 2"/>
          <p:cNvSpPr>
            <a:spLocks noChangeArrowheads="1"/>
          </p:cNvSpPr>
          <p:nvPr/>
        </p:nvSpPr>
        <p:spPr bwMode="auto">
          <a:xfrm>
            <a:off x="6028946" y="4103997"/>
            <a:ext cx="263532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i="1" dirty="0">
                <a:latin typeface="Book Antiqua" panose="02040602050305030304" pitchFamily="18" charset="0"/>
              </a:rPr>
              <a:t>二倍角公式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415271"/>
              </p:ext>
            </p:extLst>
          </p:nvPr>
        </p:nvGraphicFramePr>
        <p:xfrm>
          <a:off x="6276477" y="1887837"/>
          <a:ext cx="2861226" cy="935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1" name="Equation" r:id="rId13" imgW="1358640" imgH="444240" progId="Equation.DSMT4">
                  <p:embed/>
                </p:oleObj>
              </mc:Choice>
              <mc:Fallback>
                <p:oleObj name="Equation" r:id="rId13" imgW="1358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76477" y="1887837"/>
                        <a:ext cx="2861226" cy="935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6147026" y="1789114"/>
            <a:ext cx="2225" cy="1927918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5692208" y="3310873"/>
            <a:ext cx="679992" cy="6678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" name="文本框 4"/>
          <p:cNvSpPr txBox="1"/>
          <p:nvPr/>
        </p:nvSpPr>
        <p:spPr>
          <a:xfrm>
            <a:off x="6359841" y="2893254"/>
            <a:ext cx="2464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P396</a:t>
            </a:r>
            <a:r>
              <a:rPr lang="en-US" altLang="zh-CN" dirty="0"/>
              <a:t>. </a:t>
            </a:r>
            <a:r>
              <a:rPr lang="zh-CN" altLang="en-US" dirty="0"/>
              <a:t>公式</a:t>
            </a:r>
            <a:r>
              <a:rPr lang="en-US" altLang="zh-CN" dirty="0"/>
              <a:t>33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456301"/>
              </p:ext>
            </p:extLst>
          </p:nvPr>
        </p:nvGraphicFramePr>
        <p:xfrm>
          <a:off x="972916" y="3328327"/>
          <a:ext cx="2895600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43" name="公式" r:id="rId3" imgW="960333" imgH="411480" progId="Equation.3">
                  <p:embed/>
                </p:oleObj>
              </mc:Choice>
              <mc:Fallback>
                <p:oleObj name="公式" r:id="rId3" imgW="960333" imgH="411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916" y="3328327"/>
                        <a:ext cx="2895600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2" name="Object 10"/>
          <p:cNvGraphicFramePr>
            <a:graphicFrameLocks noChangeAspect="1"/>
          </p:cNvGraphicFramePr>
          <p:nvPr/>
        </p:nvGraphicFramePr>
        <p:xfrm>
          <a:off x="457200" y="0"/>
          <a:ext cx="53879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44" name="公式" r:id="rId5" imgW="1836455" imgH="411480" progId="Equation.3">
                  <p:embed/>
                </p:oleObj>
              </mc:Choice>
              <mc:Fallback>
                <p:oleObj name="公式" r:id="rId5" imgW="1836455" imgH="411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0"/>
                        <a:ext cx="538797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776057"/>
              </p:ext>
            </p:extLst>
          </p:nvPr>
        </p:nvGraphicFramePr>
        <p:xfrm>
          <a:off x="1259632" y="1154051"/>
          <a:ext cx="60102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45" name="Equation" r:id="rId7" imgW="2044440" imgH="419040" progId="Equation.DSMT4">
                  <p:embed/>
                </p:oleObj>
              </mc:Choice>
              <mc:Fallback>
                <p:oleObj name="Equation" r:id="rId7" imgW="204444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154051"/>
                        <a:ext cx="601027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918952"/>
              </p:ext>
            </p:extLst>
          </p:nvPr>
        </p:nvGraphicFramePr>
        <p:xfrm>
          <a:off x="1276300" y="2312327"/>
          <a:ext cx="15224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46" name="公式" r:id="rId9" imgW="510363" imgH="411480" progId="Equation.3">
                  <p:embed/>
                </p:oleObj>
              </mc:Choice>
              <mc:Fallback>
                <p:oleObj name="公式" r:id="rId9" imgW="510363" imgH="411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00" y="2312327"/>
                        <a:ext cx="15224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540376"/>
              </p:ext>
            </p:extLst>
          </p:nvPr>
        </p:nvGraphicFramePr>
        <p:xfrm>
          <a:off x="3845146" y="3413677"/>
          <a:ext cx="10350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47" name="公式" r:id="rId11" imgW="350449" imgH="388573" progId="Equation.3">
                  <p:embed/>
                </p:oleObj>
              </mc:Choice>
              <mc:Fallback>
                <p:oleObj name="公式" r:id="rId11" imgW="350449" imgH="38857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146" y="3413677"/>
                        <a:ext cx="10350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2238" y="4878097"/>
            <a:ext cx="4110433" cy="1018433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 bwMode="auto">
          <a:xfrm>
            <a:off x="4499992" y="5229200"/>
            <a:ext cx="288032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975959"/>
              </p:ext>
            </p:extLst>
          </p:nvPr>
        </p:nvGraphicFramePr>
        <p:xfrm>
          <a:off x="5364088" y="4264838"/>
          <a:ext cx="3191426" cy="192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48" name="Equation" r:id="rId14" imgW="1091880" imgH="660240" progId="Equation.DSMT4">
                  <p:embed/>
                </p:oleObj>
              </mc:Choice>
              <mc:Fallback>
                <p:oleObj name="Equation" r:id="rId14" imgW="10918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64088" y="4264838"/>
                        <a:ext cx="3191426" cy="1928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6" y="28117"/>
            <a:ext cx="8945937" cy="10246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340768"/>
            <a:ext cx="2571750" cy="16954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91148" y="3212976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Helvetica Neue"/>
              </a:rPr>
              <a:t>1822—1901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9511" y="3764359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Helvetica Neue"/>
              </a:rPr>
              <a:t>数学：埃尔米特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1148" y="4399489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Helvetica Neue"/>
              </a:rPr>
              <a:t>物理：厄米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19388" y="55343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Helvetica Neue"/>
              </a:rPr>
              <a:t>非厄米量子力学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142733" y="599562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Helvetica Neue"/>
              </a:rPr>
              <a:t>厄米特，埃米特</a:t>
            </a:r>
            <a:r>
              <a:rPr lang="en-US" altLang="zh-CN" dirty="0">
                <a:latin typeface="Helvetica Neue"/>
              </a:rPr>
              <a:t>…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61640" y="5073002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Helvetica Neue"/>
              </a:rPr>
              <a:t>厄米算符，厄米矩阵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491880" y="1180380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厄米方程：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753534"/>
              </p:ext>
            </p:extLst>
          </p:nvPr>
        </p:nvGraphicFramePr>
        <p:xfrm>
          <a:off x="3707904" y="1773583"/>
          <a:ext cx="3168457" cy="58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9" name="Equation" r:id="rId5" imgW="1091880" imgH="203040" progId="Equation.DSMT4">
                  <p:embed/>
                </p:oleObj>
              </mc:Choice>
              <mc:Fallback>
                <p:oleObj name="Equation" r:id="rId5" imgW="1091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1773583"/>
                        <a:ext cx="3168457" cy="589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639882" y="2451443"/>
            <a:ext cx="5756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物理意义：谐振子的解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975" y="4510445"/>
            <a:ext cx="2939819" cy="220486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8975" y="3771005"/>
            <a:ext cx="3048816" cy="628484"/>
          </a:xfrm>
          <a:prstGeom prst="rect">
            <a:avLst/>
          </a:prstGeom>
        </p:spPr>
      </p:pic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215406"/>
              </p:ext>
            </p:extLst>
          </p:nvPr>
        </p:nvGraphicFramePr>
        <p:xfrm>
          <a:off x="7233128" y="4921497"/>
          <a:ext cx="1627118" cy="1029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0" name="Equation" r:id="rId9" imgW="622080" imgH="393480" progId="Equation.DSMT4">
                  <p:embed/>
                </p:oleObj>
              </mc:Choice>
              <mc:Fallback>
                <p:oleObj name="Equation" r:id="rId9" imgW="622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33128" y="4921497"/>
                        <a:ext cx="1627118" cy="1029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8975" y="3049351"/>
            <a:ext cx="3520745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321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5065959-0520-4148-84C5-E3371B179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88640"/>
            <a:ext cx="5747980" cy="11521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E797721-5F40-4FE9-90C9-B921141C2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705113"/>
            <a:ext cx="1310754" cy="86113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3BA740-D149-4318-A41B-C4E0EB051110}"/>
              </a:ext>
            </a:extLst>
          </p:cNvPr>
          <p:cNvSpPr/>
          <p:nvPr/>
        </p:nvSpPr>
        <p:spPr>
          <a:xfrm>
            <a:off x="251520" y="1981473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Helvetica Neue"/>
              </a:rPr>
              <a:t>无量纲化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3B36CB-0A17-4B7A-9C64-DDEA47B5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944" y="1556792"/>
            <a:ext cx="1749944" cy="11249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E62883-2C40-496A-A5A1-4B1CB328A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01" y="2878739"/>
            <a:ext cx="3528392" cy="8874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D0205EF-B523-4590-BCA4-E782B6EBF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780" y="3975957"/>
            <a:ext cx="1520418" cy="5847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7F16E8F-5DA3-4337-AEFD-9FE13119D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7744" y="3955246"/>
            <a:ext cx="1918709" cy="6568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17313E-4388-43A4-BF6B-0A81D4BD6F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4340" y="3955246"/>
            <a:ext cx="1340948" cy="5847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C7D0990-50A9-4B06-8A03-5DC25AE4EC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130" y="4795899"/>
            <a:ext cx="2959243" cy="736635"/>
          </a:xfrm>
          <a:prstGeom prst="rect">
            <a:avLst/>
          </a:prstGeom>
        </p:spPr>
      </p:pic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A9EE5DF-3465-45C7-B9FC-130E4D92D3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05706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4" name="Equation" r:id="rId11" imgW="914400" imgH="198720" progId="Equation.DSMT4">
                  <p:embed/>
                </p:oleObj>
              </mc:Choice>
              <mc:Fallback>
                <p:oleObj name="Equation" r:id="rId11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E83E3776-4B8D-49A1-A805-AC92714F49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520" y="5767701"/>
            <a:ext cx="3776663" cy="58477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D5D0CD0-C0F4-4676-A4F1-0A08DEC76D43}"/>
              </a:ext>
            </a:extLst>
          </p:cNvPr>
          <p:cNvSpPr txBox="1"/>
          <p:nvPr/>
        </p:nvSpPr>
        <p:spPr>
          <a:xfrm>
            <a:off x="4798587" y="5356077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厄米方程：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03AF2B0-101E-4599-858F-DFD832EEE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356964"/>
              </p:ext>
            </p:extLst>
          </p:nvPr>
        </p:nvGraphicFramePr>
        <p:xfrm>
          <a:off x="5014611" y="5949280"/>
          <a:ext cx="3168457" cy="58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5" name="Equation" r:id="rId14" imgW="1091880" imgH="203040" progId="Equation.DSMT4">
                  <p:embed/>
                </p:oleObj>
              </mc:Choice>
              <mc:Fallback>
                <p:oleObj name="Equation" r:id="rId14" imgW="1091880" imgH="2030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14611" y="5949280"/>
                        <a:ext cx="3168457" cy="589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0164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729756"/>
              </p:ext>
            </p:extLst>
          </p:nvPr>
        </p:nvGraphicFramePr>
        <p:xfrm>
          <a:off x="360363" y="115888"/>
          <a:ext cx="30591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0" name="Equation" r:id="rId3" imgW="1054080" imgH="203040" progId="Equation.DSMT4">
                  <p:embed/>
                </p:oleObj>
              </mc:Choice>
              <mc:Fallback>
                <p:oleObj name="Equation" r:id="rId3" imgW="1054080" imgH="2030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0363" y="115888"/>
                        <a:ext cx="3059112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0362" y="4732448"/>
            <a:ext cx="3364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r>
              <a:rPr lang="zh-CN" altLang="en-US" dirty="0"/>
              <a:t>为</a:t>
            </a:r>
            <a:r>
              <a:rPr lang="en-US" altLang="zh-CN" dirty="0"/>
              <a:t>m</a:t>
            </a:r>
            <a:r>
              <a:rPr lang="zh-CN" altLang="en-US" dirty="0"/>
              <a:t>阶多项式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299506"/>
              </p:ext>
            </p:extLst>
          </p:nvPr>
        </p:nvGraphicFramePr>
        <p:xfrm>
          <a:off x="360362" y="706438"/>
          <a:ext cx="2112191" cy="1282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1" name="Equation" r:id="rId5" imgW="711000" imgH="431640" progId="Equation.DSMT4">
                  <p:embed/>
                </p:oleObj>
              </mc:Choice>
              <mc:Fallback>
                <p:oleObj name="Equation" r:id="rId5" imgW="711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362" y="706438"/>
                        <a:ext cx="2112191" cy="1282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520506"/>
              </p:ext>
            </p:extLst>
          </p:nvPr>
        </p:nvGraphicFramePr>
        <p:xfrm>
          <a:off x="385763" y="1916113"/>
          <a:ext cx="738663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2" name="Equation" r:id="rId7" imgW="2768400" imgH="431640" progId="Equation.DSMT4">
                  <p:embed/>
                </p:oleObj>
              </mc:Choice>
              <mc:Fallback>
                <p:oleObj name="Equation" r:id="rId7" imgW="2768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763" y="1916113"/>
                        <a:ext cx="7386637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100484"/>
              </p:ext>
            </p:extLst>
          </p:nvPr>
        </p:nvGraphicFramePr>
        <p:xfrm>
          <a:off x="467544" y="2996952"/>
          <a:ext cx="227171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3" name="Equation" r:id="rId9" imgW="850680" imgH="431640" progId="Equation.DSMT4">
                  <p:embed/>
                </p:oleObj>
              </mc:Choice>
              <mc:Fallback>
                <p:oleObj name="Equation" r:id="rId9" imgW="850680" imgH="4316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7544" y="2996952"/>
                        <a:ext cx="2271712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58900"/>
              </p:ext>
            </p:extLst>
          </p:nvPr>
        </p:nvGraphicFramePr>
        <p:xfrm>
          <a:off x="385763" y="4251726"/>
          <a:ext cx="6433667" cy="590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4" name="Equation" r:id="rId11" imgW="2489040" imgH="228600" progId="Equation.DSMT4">
                  <p:embed/>
                </p:oleObj>
              </mc:Choice>
              <mc:Fallback>
                <p:oleObj name="Equation" r:id="rId11" imgW="2489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763" y="4251726"/>
                        <a:ext cx="6433667" cy="590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288751"/>
              </p:ext>
            </p:extLst>
          </p:nvPr>
        </p:nvGraphicFramePr>
        <p:xfrm>
          <a:off x="405452" y="5169370"/>
          <a:ext cx="458311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5" name="Equation" r:id="rId13" imgW="1625400" imgH="228600" progId="Equation.DSMT4">
                  <p:embed/>
                </p:oleObj>
              </mc:Choice>
              <mc:Fallback>
                <p:oleObj name="Equation" r:id="rId13" imgW="1625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5452" y="5169370"/>
                        <a:ext cx="4583112" cy="64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85763" y="5791875"/>
            <a:ext cx="1737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/>
              <a:t>λ</a:t>
            </a:r>
            <a:r>
              <a:rPr lang="zh-CN" altLang="en-US" dirty="0"/>
              <a:t>为偶数</a:t>
            </a:r>
          </a:p>
        </p:txBody>
      </p:sp>
    </p:spTree>
    <p:extLst>
      <p:ext uri="{BB962C8B-B14F-4D97-AF65-F5344CB8AC3E}">
        <p14:creationId xmlns:p14="http://schemas.microsoft.com/office/powerpoint/2010/main" val="2401751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4111" y="480722"/>
            <a:ext cx="3364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r>
              <a:rPr lang="zh-CN" altLang="en-US" dirty="0"/>
              <a:t>为</a:t>
            </a:r>
            <a:r>
              <a:rPr lang="en-US" altLang="zh-CN" dirty="0"/>
              <a:t>m</a:t>
            </a:r>
            <a:r>
              <a:rPr lang="zh-CN" altLang="en-US" dirty="0"/>
              <a:t>阶多项式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623224"/>
              </p:ext>
            </p:extLst>
          </p:nvPr>
        </p:nvGraphicFramePr>
        <p:xfrm>
          <a:off x="179512" y="0"/>
          <a:ext cx="6433667" cy="590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6" name="Equation" r:id="rId3" imgW="2489040" imgH="228600" progId="Equation.DSMT4">
                  <p:embed/>
                </p:oleObj>
              </mc:Choice>
              <mc:Fallback>
                <p:oleObj name="Equation" r:id="rId3" imgW="248904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0"/>
                        <a:ext cx="6433667" cy="590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996673"/>
              </p:ext>
            </p:extLst>
          </p:nvPr>
        </p:nvGraphicFramePr>
        <p:xfrm>
          <a:off x="199201" y="917644"/>
          <a:ext cx="458311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7" name="Equation" r:id="rId5" imgW="1625400" imgH="228600" progId="Equation.DSMT4">
                  <p:embed/>
                </p:oleObj>
              </mc:Choice>
              <mc:Fallback>
                <p:oleObj name="Equation" r:id="rId5" imgW="1625400" imgH="2286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201" y="917644"/>
                        <a:ext cx="4583112" cy="64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861833"/>
              </p:ext>
            </p:extLst>
          </p:nvPr>
        </p:nvGraphicFramePr>
        <p:xfrm>
          <a:off x="199201" y="1772816"/>
          <a:ext cx="33289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8" name="Equation" r:id="rId7" imgW="1180800" imgH="228600" progId="Equation.DSMT4">
                  <p:embed/>
                </p:oleObj>
              </mc:Choice>
              <mc:Fallback>
                <p:oleObj name="Equation" r:id="rId7" imgW="1180800" imgH="2286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9201" y="1772816"/>
                        <a:ext cx="3328988" cy="64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9200" y="2627988"/>
            <a:ext cx="8621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偶数阶的厄米多项式只有偶数项，为偶函数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9200" y="3395057"/>
            <a:ext cx="8621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奇数阶的厄米多项式只有奇数项，为奇函数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890" y="4028546"/>
            <a:ext cx="2659610" cy="8535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0143" y="4028546"/>
            <a:ext cx="5509737" cy="22480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1773" y="5445224"/>
            <a:ext cx="2669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P409</a:t>
            </a:r>
            <a:r>
              <a:rPr lang="zh-CN" altLang="en-US" dirty="0"/>
              <a:t>，附录</a:t>
            </a:r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11977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012361"/>
              </p:ext>
            </p:extLst>
          </p:nvPr>
        </p:nvGraphicFramePr>
        <p:xfrm>
          <a:off x="395536" y="1000116"/>
          <a:ext cx="30575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5" name="Equation" r:id="rId3" imgW="1054080" imgH="203040" progId="Equation.DSMT4">
                  <p:embed/>
                </p:oleObj>
              </mc:Choice>
              <mc:Fallback>
                <p:oleObj name="Equation" r:id="rId3" imgW="1054080" imgH="2030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1000116"/>
                        <a:ext cx="3057525" cy="58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3077"/>
              </p:ext>
            </p:extLst>
          </p:nvPr>
        </p:nvGraphicFramePr>
        <p:xfrm>
          <a:off x="301659" y="2481078"/>
          <a:ext cx="7631686" cy="1156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6" name="Equation" r:id="rId5" imgW="2933640" imgH="444240" progId="Equation.DSMT4">
                  <p:embed/>
                </p:oleObj>
              </mc:Choice>
              <mc:Fallback>
                <p:oleObj name="Equation" r:id="rId5" imgW="2933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1659" y="2481078"/>
                        <a:ext cx="7631686" cy="1156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536" y="1778231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第一关：</a:t>
            </a:r>
            <a:r>
              <a:rPr lang="en-US" altLang="zh-CN" dirty="0"/>
              <a:t>ty’</a:t>
            </a:r>
            <a:endParaRPr lang="zh-CN" altLang="en-US" dirty="0"/>
          </a:p>
        </p:txBody>
      </p:sp>
      <p:graphicFrame>
        <p:nvGraphicFramePr>
          <p:cNvPr id="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125611"/>
              </p:ext>
            </p:extLst>
          </p:nvPr>
        </p:nvGraphicFramePr>
        <p:xfrm>
          <a:off x="4716016" y="838001"/>
          <a:ext cx="3502025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7" name="公式" r:id="rId7" imgW="1135557" imgH="434387" progId="Equation.3">
                  <p:embed/>
                </p:oleObj>
              </mc:Choice>
              <mc:Fallback>
                <p:oleObj name="公式" r:id="rId7" imgW="1135557" imgH="434387" progId="Equation.3">
                  <p:embed/>
                  <p:pic>
                    <p:nvPicPr>
                      <p:cNvPr id="16901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838001"/>
                        <a:ext cx="3502025" cy="13319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302289"/>
              </p:ext>
            </p:extLst>
          </p:nvPr>
        </p:nvGraphicFramePr>
        <p:xfrm>
          <a:off x="280888" y="4314086"/>
          <a:ext cx="7077358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8" name="Equation" r:id="rId9" imgW="2730240" imgH="444240" progId="Equation.DSMT4">
                  <p:embed/>
                </p:oleObj>
              </mc:Choice>
              <mc:Fallback>
                <p:oleObj name="Equation" r:id="rId9" imgW="27302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0888" y="4314086"/>
                        <a:ext cx="7077358" cy="115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355165"/>
              </p:ext>
            </p:extLst>
          </p:nvPr>
        </p:nvGraphicFramePr>
        <p:xfrm>
          <a:off x="281971" y="3725123"/>
          <a:ext cx="30575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89" name="Equation" r:id="rId11" imgW="1054080" imgH="203040" progId="Equation.DSMT4">
                  <p:embed/>
                </p:oleObj>
              </mc:Choice>
              <mc:Fallback>
                <p:oleObj name="Equation" r:id="rId11" imgW="1054080" imgH="2030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71" y="3725123"/>
                        <a:ext cx="3057525" cy="58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3598859" y="3778587"/>
            <a:ext cx="902915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895313"/>
              </p:ext>
            </p:extLst>
          </p:nvPr>
        </p:nvGraphicFramePr>
        <p:xfrm>
          <a:off x="280888" y="5253740"/>
          <a:ext cx="605631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0" name="Equation" r:id="rId12" imgW="2336760" imgH="444240" progId="Equation.DSMT4">
                  <p:embed/>
                </p:oleObj>
              </mc:Choice>
              <mc:Fallback>
                <p:oleObj name="Equation" r:id="rId12" imgW="2336760" imgH="4442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0888" y="5253740"/>
                        <a:ext cx="6056313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80888" y="32922"/>
            <a:ext cx="2262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但是</a:t>
            </a:r>
            <a:r>
              <a:rPr lang="zh-CN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！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03748" y="139217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拉普拉斯变换？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480437" y="5527748"/>
            <a:ext cx="2641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二阶变一阶！</a:t>
            </a:r>
          </a:p>
        </p:txBody>
      </p:sp>
    </p:spTree>
    <p:extLst>
      <p:ext uri="{BB962C8B-B14F-4D97-AF65-F5344CB8AC3E}">
        <p14:creationId xmlns:p14="http://schemas.microsoft.com/office/powerpoint/2010/main" val="13798297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42411" y="6165304"/>
            <a:ext cx="3364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/>
              <a:t>λ</a:t>
            </a:r>
            <a:r>
              <a:rPr lang="zh-CN" altLang="en-US" dirty="0"/>
              <a:t>为偶数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29184"/>
              </p:ext>
            </p:extLst>
          </p:nvPr>
        </p:nvGraphicFramePr>
        <p:xfrm>
          <a:off x="539552" y="116632"/>
          <a:ext cx="2112191" cy="1282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2" name="Equation" r:id="rId3" imgW="711000" imgH="431640" progId="Equation.DSMT4">
                  <p:embed/>
                </p:oleObj>
              </mc:Choice>
              <mc:Fallback>
                <p:oleObj name="Equation" r:id="rId3" imgW="711000" imgH="4316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16632"/>
                        <a:ext cx="2112191" cy="1282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81782"/>
              </p:ext>
            </p:extLst>
          </p:nvPr>
        </p:nvGraphicFramePr>
        <p:xfrm>
          <a:off x="197068" y="1052736"/>
          <a:ext cx="4945505" cy="225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3" name="Equation" r:id="rId5" imgW="1892160" imgH="863280" progId="Equation.DSMT4">
                  <p:embed/>
                </p:oleObj>
              </mc:Choice>
              <mc:Fallback>
                <p:oleObj name="Equation" r:id="rId5" imgW="1892160" imgH="8632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068" y="1052736"/>
                        <a:ext cx="4945505" cy="2256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863336"/>
              </p:ext>
            </p:extLst>
          </p:nvPr>
        </p:nvGraphicFramePr>
        <p:xfrm>
          <a:off x="210710" y="3453525"/>
          <a:ext cx="6682131" cy="127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4" name="Equation" r:id="rId7" imgW="2336760" imgH="444240" progId="Equation.DSMT4">
                  <p:embed/>
                </p:oleObj>
              </mc:Choice>
              <mc:Fallback>
                <p:oleObj name="Equation" r:id="rId7" imgW="2336760" imgH="4442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0710" y="3453525"/>
                        <a:ext cx="6682131" cy="127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266398"/>
              </p:ext>
            </p:extLst>
          </p:nvPr>
        </p:nvGraphicFramePr>
        <p:xfrm>
          <a:off x="4932040" y="1772816"/>
          <a:ext cx="365442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5" name="Equation" r:id="rId9" imgW="1371600" imgH="444240" progId="Equation.DSMT4">
                  <p:embed/>
                </p:oleObj>
              </mc:Choice>
              <mc:Fallback>
                <p:oleObj name="Equation" r:id="rId9" imgW="1371600" imgH="4442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32040" y="1772816"/>
                        <a:ext cx="3654425" cy="118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737394"/>
              </p:ext>
            </p:extLst>
          </p:nvPr>
        </p:nvGraphicFramePr>
        <p:xfrm>
          <a:off x="490215" y="4725144"/>
          <a:ext cx="626903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6" name="Equation" r:id="rId11" imgW="2425680" imgH="228600" progId="Equation.DSMT4">
                  <p:embed/>
                </p:oleObj>
              </mc:Choice>
              <mc:Fallback>
                <p:oleObj name="Equation" r:id="rId11" imgW="242568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0215" y="4725144"/>
                        <a:ext cx="6269037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062516"/>
              </p:ext>
            </p:extLst>
          </p:nvPr>
        </p:nvGraphicFramePr>
        <p:xfrm>
          <a:off x="1715206" y="5510670"/>
          <a:ext cx="6433667" cy="590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7" name="Equation" r:id="rId13" imgW="2489040" imgH="228600" progId="Equation.DSMT4">
                  <p:embed/>
                </p:oleObj>
              </mc:Choice>
              <mc:Fallback>
                <p:oleObj name="Equation" r:id="rId13" imgW="248904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15206" y="5510670"/>
                        <a:ext cx="6433667" cy="590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左右箭头 8"/>
          <p:cNvSpPr/>
          <p:nvPr/>
        </p:nvSpPr>
        <p:spPr bwMode="auto">
          <a:xfrm>
            <a:off x="554044" y="5674339"/>
            <a:ext cx="912079" cy="26350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9998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504" y="2397119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第二关：一阶常微分方程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737753"/>
              </p:ext>
            </p:extLst>
          </p:nvPr>
        </p:nvGraphicFramePr>
        <p:xfrm>
          <a:off x="251520" y="-133"/>
          <a:ext cx="605631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5" name="Equation" r:id="rId3" imgW="2336760" imgH="444240" progId="Equation.DSMT4">
                  <p:embed/>
                </p:oleObj>
              </mc:Choice>
              <mc:Fallback>
                <p:oleObj name="Equation" r:id="rId3" imgW="2336760" imgH="4442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-133"/>
                        <a:ext cx="6056313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515089"/>
              </p:ext>
            </p:extLst>
          </p:nvPr>
        </p:nvGraphicFramePr>
        <p:xfrm>
          <a:off x="611560" y="2996952"/>
          <a:ext cx="3384376" cy="622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6" name="Equation" r:id="rId5" imgW="1104840" imgH="203040" progId="Equation.DSMT4">
                  <p:embed/>
                </p:oleObj>
              </mc:Choice>
              <mc:Fallback>
                <p:oleObj name="Equation" r:id="rId5" imgW="1104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560" y="2996952"/>
                        <a:ext cx="3384376" cy="622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933188"/>
              </p:ext>
            </p:extLst>
          </p:nvPr>
        </p:nvGraphicFramePr>
        <p:xfrm>
          <a:off x="263263" y="1135435"/>
          <a:ext cx="605631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7" name="Equation" r:id="rId7" imgW="2336760" imgH="444240" progId="Equation.DSMT4">
                  <p:embed/>
                </p:oleObj>
              </mc:Choice>
              <mc:Fallback>
                <p:oleObj name="Equation" r:id="rId7" imgW="2336760" imgH="4442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263" y="1135435"/>
                        <a:ext cx="6056313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51520" y="3641846"/>
            <a:ext cx="439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先求解非齐次部分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478721"/>
              </p:ext>
            </p:extLst>
          </p:nvPr>
        </p:nvGraphicFramePr>
        <p:xfrm>
          <a:off x="467544" y="4279318"/>
          <a:ext cx="3073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8" name="Equation" r:id="rId9" imgW="1002960" imgH="228600" progId="Equation.DSMT4">
                  <p:embed/>
                </p:oleObj>
              </mc:Choice>
              <mc:Fallback>
                <p:oleObj name="Equation" r:id="rId9" imgW="1002960" imgH="2286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7544" y="4279318"/>
                        <a:ext cx="307340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047532"/>
              </p:ext>
            </p:extLst>
          </p:nvPr>
        </p:nvGraphicFramePr>
        <p:xfrm>
          <a:off x="4386564" y="3934233"/>
          <a:ext cx="24130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9" name="Equation" r:id="rId11" imgW="787320" imgH="431640" progId="Equation.DSMT4">
                  <p:embed/>
                </p:oleObj>
              </mc:Choice>
              <mc:Fallback>
                <p:oleObj name="Equation" r:id="rId11" imgW="787320" imgH="4316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86564" y="3934233"/>
                        <a:ext cx="2413000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箭头 8"/>
          <p:cNvSpPr/>
          <p:nvPr/>
        </p:nvSpPr>
        <p:spPr bwMode="auto">
          <a:xfrm>
            <a:off x="3755523" y="4389217"/>
            <a:ext cx="504056" cy="37745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755861"/>
              </p:ext>
            </p:extLst>
          </p:nvPr>
        </p:nvGraphicFramePr>
        <p:xfrm>
          <a:off x="465179" y="5191372"/>
          <a:ext cx="6557962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0" name="Equation" r:id="rId13" imgW="2120760" imgH="330120" progId="Equation.DSMT4">
                  <p:embed/>
                </p:oleObj>
              </mc:Choice>
              <mc:Fallback>
                <p:oleObj name="Equation" r:id="rId13" imgW="2120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5179" y="5191372"/>
                        <a:ext cx="6557962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023059"/>
              </p:ext>
            </p:extLst>
          </p:nvPr>
        </p:nvGraphicFramePr>
        <p:xfrm>
          <a:off x="5232400" y="2652713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1" name="Equation" r:id="rId15" imgW="304560" imgH="228600" progId="Equation.DSMT4">
                  <p:embed/>
                </p:oleObj>
              </mc:Choice>
              <mc:Fallback>
                <p:oleObj name="Equation" r:id="rId15" imgW="304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32400" y="2652713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 bwMode="auto">
          <a:xfrm>
            <a:off x="4265331" y="3191218"/>
            <a:ext cx="936104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37200" y="2851671"/>
            <a:ext cx="2837110" cy="99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495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654970"/>
              </p:ext>
            </p:extLst>
          </p:nvPr>
        </p:nvGraphicFramePr>
        <p:xfrm>
          <a:off x="4572000" y="68783"/>
          <a:ext cx="247332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4" name="Equation" r:id="rId3" imgW="799920" imgH="304560" progId="Equation.DSMT4">
                  <p:embed/>
                </p:oleObj>
              </mc:Choice>
              <mc:Fallback>
                <p:oleObj name="Equation" r:id="rId3" imgW="799920" imgH="30456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68783"/>
                        <a:ext cx="2473325" cy="941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080845"/>
              </p:ext>
            </p:extLst>
          </p:nvPr>
        </p:nvGraphicFramePr>
        <p:xfrm>
          <a:off x="251520" y="308496"/>
          <a:ext cx="3073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5" name="Equation" r:id="rId5" imgW="1002960" imgH="228600" progId="Equation.DSMT4">
                  <p:embed/>
                </p:oleObj>
              </mc:Choice>
              <mc:Fallback>
                <p:oleObj name="Equation" r:id="rId5" imgW="1002960" imgH="228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308496"/>
                        <a:ext cx="307340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8381"/>
              </p:ext>
            </p:extLst>
          </p:nvPr>
        </p:nvGraphicFramePr>
        <p:xfrm>
          <a:off x="395536" y="1521480"/>
          <a:ext cx="3384376" cy="622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6" name="Equation" r:id="rId7" imgW="1104840" imgH="203040" progId="Equation.DSMT4">
                  <p:embed/>
                </p:oleObj>
              </mc:Choice>
              <mc:Fallback>
                <p:oleObj name="Equation" r:id="rId7" imgW="1104840" imgH="203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536" y="1521480"/>
                        <a:ext cx="3384376" cy="622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下箭头 4"/>
          <p:cNvSpPr/>
          <p:nvPr/>
        </p:nvSpPr>
        <p:spPr bwMode="auto">
          <a:xfrm>
            <a:off x="2555776" y="1010171"/>
            <a:ext cx="432048" cy="43204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697606"/>
              </p:ext>
            </p:extLst>
          </p:nvPr>
        </p:nvGraphicFramePr>
        <p:xfrm>
          <a:off x="447675" y="2143894"/>
          <a:ext cx="41243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7" name="Equation" r:id="rId9" imgW="1346040" imgH="304560" progId="Equation.DSMT4">
                  <p:embed/>
                </p:oleObj>
              </mc:Choice>
              <mc:Fallback>
                <p:oleObj name="Equation" r:id="rId9" imgW="1346040" imgH="3045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7675" y="2143894"/>
                        <a:ext cx="412432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370111"/>
              </p:ext>
            </p:extLst>
          </p:nvPr>
        </p:nvGraphicFramePr>
        <p:xfrm>
          <a:off x="137318" y="3077344"/>
          <a:ext cx="88693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8" name="Equation" r:id="rId11" imgW="2895480" imgH="291960" progId="Equation.DSMT4">
                  <p:embed/>
                </p:oleObj>
              </mc:Choice>
              <mc:Fallback>
                <p:oleObj name="Equation" r:id="rId11" imgW="2895480" imgH="2919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7318" y="3077344"/>
                        <a:ext cx="8869363" cy="893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926405"/>
              </p:ext>
            </p:extLst>
          </p:nvPr>
        </p:nvGraphicFramePr>
        <p:xfrm>
          <a:off x="137318" y="4010794"/>
          <a:ext cx="57181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9" name="Equation" r:id="rId13" imgW="1866600" imgH="291960" progId="Equation.DSMT4">
                  <p:embed/>
                </p:oleObj>
              </mc:Choice>
              <mc:Fallback>
                <p:oleObj name="Equation" r:id="rId13" imgW="1866600" imgH="2919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7318" y="4010794"/>
                        <a:ext cx="5718175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351076"/>
              </p:ext>
            </p:extLst>
          </p:nvPr>
        </p:nvGraphicFramePr>
        <p:xfrm>
          <a:off x="200025" y="4797425"/>
          <a:ext cx="396081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60" name="Equation" r:id="rId15" imgW="1422360" imgH="330120" progId="Equation.DSMT4">
                  <p:embed/>
                </p:oleObj>
              </mc:Choice>
              <mc:Fallback>
                <p:oleObj name="Equation" r:id="rId15" imgW="1422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0025" y="4797425"/>
                        <a:ext cx="3960813" cy="919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697110"/>
              </p:ext>
            </p:extLst>
          </p:nvPr>
        </p:nvGraphicFramePr>
        <p:xfrm>
          <a:off x="137318" y="5589240"/>
          <a:ext cx="622458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61" name="Equation" r:id="rId17" imgW="2031840" imgH="330120" progId="Equation.DSMT4">
                  <p:embed/>
                </p:oleObj>
              </mc:Choice>
              <mc:Fallback>
                <p:oleObj name="Equation" r:id="rId17" imgW="2031840" imgH="33012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7318" y="5589240"/>
                        <a:ext cx="6224588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05611B29-2075-467A-B72E-EC620E9993E0}"/>
              </a:ext>
            </a:extLst>
          </p:cNvPr>
          <p:cNvSpPr txBox="1"/>
          <p:nvPr/>
        </p:nvSpPr>
        <p:spPr>
          <a:xfrm>
            <a:off x="6363414" y="5499671"/>
            <a:ext cx="2664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一阶非齐次微分方程通解</a:t>
            </a:r>
          </a:p>
        </p:txBody>
      </p:sp>
    </p:spTree>
    <p:extLst>
      <p:ext uri="{BB962C8B-B14F-4D97-AF65-F5344CB8AC3E}">
        <p14:creationId xmlns:p14="http://schemas.microsoft.com/office/powerpoint/2010/main" val="6577080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834616"/>
              </p:ext>
            </p:extLst>
          </p:nvPr>
        </p:nvGraphicFramePr>
        <p:xfrm>
          <a:off x="251520" y="0"/>
          <a:ext cx="622458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1" name="Equation" r:id="rId3" imgW="2031840" imgH="330120" progId="Equation.DSMT4">
                  <p:embed/>
                </p:oleObj>
              </mc:Choice>
              <mc:Fallback>
                <p:oleObj name="Equation" r:id="rId3" imgW="2031840" imgH="33012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0"/>
                        <a:ext cx="6224588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606771"/>
              </p:ext>
            </p:extLst>
          </p:nvPr>
        </p:nvGraphicFramePr>
        <p:xfrm>
          <a:off x="251520" y="1036990"/>
          <a:ext cx="78994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2" name="Equation" r:id="rId5" imgW="3047760" imgH="444240" progId="Equation.DSMT4">
                  <p:embed/>
                </p:oleObj>
              </mc:Choice>
              <mc:Fallback>
                <p:oleObj name="Equation" r:id="rId5" imgW="3047760" imgH="4442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036990"/>
                        <a:ext cx="7899400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302267"/>
              </p:ext>
            </p:extLst>
          </p:nvPr>
        </p:nvGraphicFramePr>
        <p:xfrm>
          <a:off x="233363" y="2081213"/>
          <a:ext cx="8466137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3" name="Equation" r:id="rId7" imgW="3060360" imgH="1041120" progId="Equation.DSMT4">
                  <p:embed/>
                </p:oleObj>
              </mc:Choice>
              <mc:Fallback>
                <p:oleObj name="Equation" r:id="rId7" imgW="3060360" imgH="1041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363" y="2081213"/>
                        <a:ext cx="8466137" cy="287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51520" y="5157192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可以证明满足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209278"/>
              </p:ext>
            </p:extLst>
          </p:nvPr>
        </p:nvGraphicFramePr>
        <p:xfrm>
          <a:off x="2757290" y="5190779"/>
          <a:ext cx="1109140" cy="517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4" name="Equation" r:id="rId9" imgW="380880" imgH="177480" progId="Equation.DSMT4">
                  <p:embed/>
                </p:oleObj>
              </mc:Choice>
              <mc:Fallback>
                <p:oleObj name="Equation" r:id="rId9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57290" y="5190779"/>
                        <a:ext cx="1109140" cy="517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007764"/>
              </p:ext>
            </p:extLst>
          </p:nvPr>
        </p:nvGraphicFramePr>
        <p:xfrm>
          <a:off x="467544" y="5794643"/>
          <a:ext cx="3322882" cy="874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5" name="公式" r:id="rId11" imgW="1310782" imgH="350394" progId="Equation.3">
                  <p:embed/>
                </p:oleObj>
              </mc:Choice>
              <mc:Fallback>
                <p:oleObj name="公式" r:id="rId11" imgW="1310782" imgH="350394" progId="Equation.3">
                  <p:embed/>
                  <p:pic>
                    <p:nvPicPr>
                      <p:cNvPr id="40189" name="Object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5794643"/>
                        <a:ext cx="3322882" cy="874717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 9"/>
          <p:cNvSpPr/>
          <p:nvPr/>
        </p:nvSpPr>
        <p:spPr bwMode="auto">
          <a:xfrm>
            <a:off x="4067944" y="6021288"/>
            <a:ext cx="432048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Object 2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262150"/>
              </p:ext>
            </p:extLst>
          </p:nvPr>
        </p:nvGraphicFramePr>
        <p:xfrm>
          <a:off x="5004048" y="5120846"/>
          <a:ext cx="2219325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6" name="Equation" r:id="rId13" imgW="876240" imgH="685800" progId="Equation.DSMT4">
                  <p:embed/>
                </p:oleObj>
              </mc:Choice>
              <mc:Fallback>
                <p:oleObj name="Equation" r:id="rId13" imgW="876240" imgH="685800" progId="Equation.DSMT4">
                  <p:embed/>
                  <p:pic>
                    <p:nvPicPr>
                      <p:cNvPr id="9" name="Object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5120846"/>
                        <a:ext cx="2219325" cy="1709737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74697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504" y="0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特解部分</a:t>
            </a:r>
            <a:r>
              <a:rPr lang="en-US" altLang="zh-CN" dirty="0" err="1"/>
              <a:t>P100</a:t>
            </a:r>
            <a:r>
              <a:rPr lang="en-US" altLang="zh-CN" dirty="0"/>
              <a:t> </a:t>
            </a:r>
            <a:r>
              <a:rPr lang="zh-CN" altLang="en-US" dirty="0"/>
              <a:t>习题</a:t>
            </a:r>
            <a:r>
              <a:rPr lang="en-US" altLang="zh-CN" dirty="0"/>
              <a:t>9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031222"/>
              </p:ext>
            </p:extLst>
          </p:nvPr>
        </p:nvGraphicFramePr>
        <p:xfrm>
          <a:off x="246048" y="454584"/>
          <a:ext cx="7518400" cy="252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1" name="Equation" r:id="rId3" imgW="2717640" imgH="914400" progId="Equation.DSMT4">
                  <p:embed/>
                </p:oleObj>
              </mc:Choice>
              <mc:Fallback>
                <p:oleObj name="Equation" r:id="rId3" imgW="2717640" imgH="9144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048" y="454584"/>
                        <a:ext cx="7518400" cy="2528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846169"/>
              </p:ext>
            </p:extLst>
          </p:nvPr>
        </p:nvGraphicFramePr>
        <p:xfrm>
          <a:off x="241300" y="2833688"/>
          <a:ext cx="8897938" cy="408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2" name="Equation" r:id="rId5" imgW="4647960" imgH="2133360" progId="Equation.DSMT4">
                  <p:embed/>
                </p:oleObj>
              </mc:Choice>
              <mc:Fallback>
                <p:oleObj name="Equation" r:id="rId5" imgW="4647960" imgH="21333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300" y="2833688"/>
                        <a:ext cx="8897938" cy="408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891058"/>
              </p:ext>
            </p:extLst>
          </p:nvPr>
        </p:nvGraphicFramePr>
        <p:xfrm>
          <a:off x="5724128" y="2139375"/>
          <a:ext cx="3176780" cy="1131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3" name="Equation" r:id="rId7" imgW="1104840" imgH="393480" progId="Equation.DSMT4">
                  <p:embed/>
                </p:oleObj>
              </mc:Choice>
              <mc:Fallback>
                <p:oleObj name="Equation" r:id="rId7" imgW="11048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24128" y="2139375"/>
                        <a:ext cx="3176780" cy="1131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07334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821575"/>
              </p:ext>
            </p:extLst>
          </p:nvPr>
        </p:nvGraphicFramePr>
        <p:xfrm>
          <a:off x="93359" y="332656"/>
          <a:ext cx="9050641" cy="537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5" name="Equation" r:id="rId3" imgW="4279680" imgH="2539800" progId="Equation.DSMT4">
                  <p:embed/>
                </p:oleObj>
              </mc:Choice>
              <mc:Fallback>
                <p:oleObj name="Equation" r:id="rId3" imgW="4279680" imgH="25398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359" y="332656"/>
                        <a:ext cx="9050641" cy="5373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66748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62566"/>
              </p:ext>
            </p:extLst>
          </p:nvPr>
        </p:nvGraphicFramePr>
        <p:xfrm>
          <a:off x="179512" y="188640"/>
          <a:ext cx="8172400" cy="2058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8" name="Equation" r:id="rId3" imgW="3225600" imgH="812520" progId="Equation.DSMT4">
                  <p:embed/>
                </p:oleObj>
              </mc:Choice>
              <mc:Fallback>
                <p:oleObj name="Equation" r:id="rId3" imgW="3225600" imgH="81252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188640"/>
                        <a:ext cx="8172400" cy="20587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3528" y="256490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/>
              <a:t>λ</a:t>
            </a:r>
            <a:r>
              <a:rPr lang="zh-CN" altLang="en-US" dirty="0"/>
              <a:t>为偶数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3528" y="346721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/>
              <a:t>λ</a:t>
            </a:r>
            <a:r>
              <a:rPr lang="en-US" altLang="zh-CN" dirty="0"/>
              <a:t>/2</a:t>
            </a:r>
            <a:r>
              <a:rPr lang="zh-CN" altLang="en-US" dirty="0"/>
              <a:t>为偶数，</a:t>
            </a: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zh-CN" altLang="en-US" dirty="0"/>
              <a:t>≠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23528" y="4359080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/>
              <a:t>λ</a:t>
            </a:r>
            <a:r>
              <a:rPr lang="en-US" altLang="zh-CN" dirty="0"/>
              <a:t>/2</a:t>
            </a:r>
            <a:r>
              <a:rPr lang="zh-CN" altLang="en-US" dirty="0"/>
              <a:t>为奇数，</a:t>
            </a:r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zh-CN" altLang="en-US" dirty="0"/>
              <a:t>≠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94232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7" y="2495296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拉普拉斯</a:t>
            </a:r>
            <a:endParaRPr lang="en-US" altLang="zh-CN" dirty="0"/>
          </a:p>
          <a:p>
            <a:r>
              <a:rPr lang="zh-CN" altLang="en-US" dirty="0"/>
              <a:t>变换</a:t>
            </a:r>
          </a:p>
        </p:txBody>
      </p:sp>
      <p:sp>
        <p:nvSpPr>
          <p:cNvPr id="3" name="右箭头 2"/>
          <p:cNvSpPr/>
          <p:nvPr/>
        </p:nvSpPr>
        <p:spPr bwMode="auto">
          <a:xfrm>
            <a:off x="1872475" y="2709869"/>
            <a:ext cx="360040" cy="64807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2411760" y="764705"/>
            <a:ext cx="936104" cy="5005504"/>
          </a:xfrm>
          <a:prstGeom prst="leftBrace">
            <a:avLst>
              <a:gd name="adj1" fmla="val 146154"/>
              <a:gd name="adj2" fmla="val 43409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91880" y="908720"/>
            <a:ext cx="4032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微分方程：</a:t>
            </a:r>
            <a:endParaRPr lang="en-US" altLang="zh-CN" dirty="0"/>
          </a:p>
          <a:p>
            <a:r>
              <a:rPr lang="zh-CN" altLang="en-US" dirty="0"/>
              <a:t>常系数微分方程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91880" y="4941168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特殊函数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35896" y="2773166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积分</a:t>
            </a:r>
          </a:p>
        </p:txBody>
      </p:sp>
    </p:spTree>
    <p:extLst>
      <p:ext uri="{BB962C8B-B14F-4D97-AF65-F5344CB8AC3E}">
        <p14:creationId xmlns:p14="http://schemas.microsoft.com/office/powerpoint/2010/main" val="12534522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692696"/>
            <a:ext cx="87667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95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87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en-US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kern="100" dirty="0"/>
              <a:t>习题中（</a:t>
            </a:r>
            <a:r>
              <a:rPr lang="en-US" altLang="zh-CN" kern="100" dirty="0"/>
              <a:t>1</a:t>
            </a:r>
            <a:r>
              <a:rPr lang="zh-CN" altLang="zh-CN" kern="100" dirty="0"/>
              <a:t>），（</a:t>
            </a:r>
            <a:r>
              <a:rPr lang="en-US" altLang="zh-CN" kern="100" dirty="0"/>
              <a:t>2</a:t>
            </a:r>
            <a:r>
              <a:rPr lang="zh-CN" altLang="zh-CN" kern="100" dirty="0"/>
              <a:t>）；</a:t>
            </a: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99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91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r>
              <a:rPr lang="zh-CN" altLang="zh-CN" kern="100" dirty="0"/>
              <a:t> </a:t>
            </a:r>
            <a:endParaRPr lang="zh-CN" altLang="zh-CN" sz="2000" kern="100" dirty="0"/>
          </a:p>
          <a:p>
            <a:pPr indent="-444500" algn="just">
              <a:spcAft>
                <a:spcPts val="0"/>
              </a:spcAft>
            </a:pPr>
            <a:r>
              <a:rPr lang="en-US" altLang="zh-CN" kern="100" dirty="0"/>
              <a:t> </a:t>
            </a:r>
            <a:r>
              <a:rPr lang="zh-CN" altLang="zh-CN" kern="100" dirty="0"/>
              <a:t>第</a:t>
            </a:r>
            <a:r>
              <a:rPr lang="en-US" altLang="zh-CN" kern="100" dirty="0"/>
              <a:t>1</a:t>
            </a:r>
            <a:r>
              <a:rPr lang="zh-CN" altLang="zh-CN" kern="100" dirty="0"/>
              <a:t>题中（</a:t>
            </a:r>
            <a:r>
              <a:rPr lang="en-US" altLang="zh-CN" kern="100" dirty="0"/>
              <a:t>2</a:t>
            </a:r>
            <a:r>
              <a:rPr lang="zh-CN" altLang="zh-CN" kern="100" dirty="0"/>
              <a:t>），（</a:t>
            </a:r>
            <a:r>
              <a:rPr lang="en-US" altLang="zh-CN" kern="100" dirty="0"/>
              <a:t>4</a:t>
            </a:r>
            <a:r>
              <a:rPr lang="zh-CN" altLang="zh-CN" kern="100" dirty="0"/>
              <a:t>）；第</a:t>
            </a:r>
            <a:r>
              <a:rPr lang="en-US" altLang="zh-CN" kern="100" dirty="0"/>
              <a:t>2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5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7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8</a:t>
            </a:r>
            <a:r>
              <a:rPr lang="zh-CN" altLang="zh-CN" kern="100" dirty="0"/>
              <a:t>题，</a:t>
            </a:r>
            <a:endParaRPr lang="en-US" altLang="zh-CN" sz="2000" kern="100" dirty="0"/>
          </a:p>
          <a:p>
            <a:pPr indent="-444500" algn="just">
              <a:spcAft>
                <a:spcPts val="0"/>
              </a:spcAft>
            </a:pPr>
            <a:r>
              <a:rPr lang="zh-CN" altLang="zh-CN" kern="100" dirty="0"/>
              <a:t>第</a:t>
            </a:r>
            <a:r>
              <a:rPr lang="en-US" altLang="zh-CN" kern="100" dirty="0"/>
              <a:t>10</a:t>
            </a:r>
            <a:r>
              <a:rPr lang="zh-CN" altLang="zh-CN" kern="100" dirty="0"/>
              <a:t>题；</a:t>
            </a:r>
            <a:endParaRPr lang="zh-CN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</a:rPr>
              <a:t>第</a:t>
            </a:r>
            <a:r>
              <a:rPr lang="en-US" altLang="zh-CN" b="1" kern="100" dirty="0">
                <a:solidFill>
                  <a:srgbClr val="0070C0"/>
                </a:solidFill>
              </a:rPr>
              <a:t>103</a:t>
            </a:r>
            <a:r>
              <a:rPr lang="zh-CN" altLang="zh-CN" b="1" kern="100" dirty="0">
                <a:solidFill>
                  <a:srgbClr val="0070C0"/>
                </a:solidFill>
              </a:rPr>
              <a:t>页</a:t>
            </a:r>
            <a:r>
              <a:rPr lang="zh-CN" altLang="zh-CN" b="1" kern="100" dirty="0"/>
              <a:t>（第四版） </a:t>
            </a:r>
            <a:r>
              <a:rPr lang="zh-CN" altLang="zh-CN" b="1" kern="100" dirty="0">
                <a:solidFill>
                  <a:srgbClr val="00B050"/>
                </a:solidFill>
              </a:rPr>
              <a:t>第</a:t>
            </a:r>
            <a:r>
              <a:rPr lang="en-US" altLang="zh-CN" b="1" kern="100" dirty="0">
                <a:solidFill>
                  <a:srgbClr val="00B050"/>
                </a:solidFill>
              </a:rPr>
              <a:t>93</a:t>
            </a:r>
            <a:r>
              <a:rPr lang="zh-CN" altLang="zh-CN" b="1" kern="100" dirty="0">
                <a:solidFill>
                  <a:srgbClr val="00B050"/>
                </a:solidFill>
              </a:rPr>
              <a:t>页</a:t>
            </a:r>
            <a:r>
              <a:rPr lang="zh-CN" altLang="zh-CN" b="1" kern="100" dirty="0"/>
              <a:t>（第五版）：</a:t>
            </a:r>
            <a:endParaRPr lang="en-US" altLang="zh-CN" sz="2000" kern="100" dirty="0"/>
          </a:p>
          <a:p>
            <a:pPr algn="just">
              <a:spcAft>
                <a:spcPts val="0"/>
              </a:spcAft>
            </a:pPr>
            <a:r>
              <a:rPr lang="zh-CN" altLang="zh-CN" kern="100" dirty="0"/>
              <a:t>第</a:t>
            </a:r>
            <a:r>
              <a:rPr lang="en-US" altLang="zh-CN" kern="100" dirty="0"/>
              <a:t>1</a:t>
            </a:r>
            <a:r>
              <a:rPr lang="zh-CN" altLang="zh-CN" kern="100" dirty="0"/>
              <a:t>题中（</a:t>
            </a:r>
            <a:r>
              <a:rPr lang="en-US" altLang="zh-CN" kern="100" dirty="0"/>
              <a:t>1</a:t>
            </a:r>
            <a:r>
              <a:rPr lang="zh-CN" altLang="zh-CN" kern="100" dirty="0"/>
              <a:t>），（</a:t>
            </a:r>
            <a:r>
              <a:rPr lang="en-US" altLang="zh-CN" kern="100" dirty="0"/>
              <a:t>3</a:t>
            </a:r>
            <a:r>
              <a:rPr lang="zh-CN" altLang="zh-CN" kern="100" dirty="0"/>
              <a:t>）；第</a:t>
            </a:r>
            <a:r>
              <a:rPr lang="en-US" altLang="zh-CN" kern="100" dirty="0"/>
              <a:t>4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6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7</a:t>
            </a:r>
            <a:r>
              <a:rPr lang="zh-CN" altLang="zh-CN" kern="100" dirty="0"/>
              <a:t>题，第</a:t>
            </a:r>
            <a:r>
              <a:rPr lang="en-US" altLang="zh-CN" kern="100" dirty="0"/>
              <a:t>9</a:t>
            </a:r>
            <a:r>
              <a:rPr lang="zh-CN" altLang="zh-CN" kern="100" dirty="0"/>
              <a:t>题。</a:t>
            </a:r>
            <a:endParaRPr lang="zh-CN" altLang="zh-CN" sz="2000" kern="100" dirty="0"/>
          </a:p>
        </p:txBody>
      </p:sp>
      <p:sp>
        <p:nvSpPr>
          <p:cNvPr id="3" name="矩形 2"/>
          <p:cNvSpPr/>
          <p:nvPr/>
        </p:nvSpPr>
        <p:spPr bwMode="auto">
          <a:xfrm>
            <a:off x="107504" y="1700808"/>
            <a:ext cx="8766720" cy="351620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43808" y="5445224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特别提示</a:t>
            </a:r>
          </a:p>
        </p:txBody>
      </p:sp>
    </p:spTree>
    <p:extLst>
      <p:ext uri="{BB962C8B-B14F-4D97-AF65-F5344CB8AC3E}">
        <p14:creationId xmlns:p14="http://schemas.microsoft.com/office/powerpoint/2010/main" val="113369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9863</TotalTime>
  <Words>949</Words>
  <Application>Microsoft Office PowerPoint</Application>
  <PresentationFormat>全屏显示(4:3)</PresentationFormat>
  <Paragraphs>221</Paragraphs>
  <Slides>65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65</vt:i4>
      </vt:variant>
    </vt:vector>
  </HeadingPairs>
  <TitlesOfParts>
    <vt:vector size="79" baseType="lpstr">
      <vt:lpstr>Helvetica Neue</vt:lpstr>
      <vt:lpstr>楷体_GB2312</vt:lpstr>
      <vt:lpstr>宋体</vt:lpstr>
      <vt:lpstr>Microsoft YaHei</vt:lpstr>
      <vt:lpstr>Arial</vt:lpstr>
      <vt:lpstr>Book Antiqua</vt:lpstr>
      <vt:lpstr>Bookman Old Style</vt:lpstr>
      <vt:lpstr>Calibri</vt:lpstr>
      <vt:lpstr>Symbol</vt:lpstr>
      <vt:lpstr>Times New Roman</vt:lpstr>
      <vt:lpstr>Office 主题​​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拉普拉斯变换存在的条件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林建伟</dc:creator>
  <cp:lastModifiedBy>LENOVO</cp:lastModifiedBy>
  <cp:revision>405</cp:revision>
  <dcterms:created xsi:type="dcterms:W3CDTF">1996-07-15T15:40:02Z</dcterms:created>
  <dcterms:modified xsi:type="dcterms:W3CDTF">2023-04-18T16:18:44Z</dcterms:modified>
</cp:coreProperties>
</file>