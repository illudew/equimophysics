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e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87D6E-78A6-41F7-8B79-BF65F5D3ED8F}" type="datetimeFigureOut">
              <a:rPr lang="zh-CN" altLang="en-US" smtClean="0"/>
              <a:t>2023/4/12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9E36A-D664-46F0-B481-EFBD65B8D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35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sigma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59E36A-D664-46F0-B481-EFBD65B8D23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96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8D02320D-F4D7-4788-8112-9C9B2C0E7EEC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2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920A3148-68D0-41F8-8AE4-BDD3B766BA36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54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547F9E50-A9CB-4304-A85B-A0DE3943F072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752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95B8F1D2-D956-434C-B180-F1ED370E9512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7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4AA13E77-F3C6-4E41-A741-2E5C6FDF10E5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605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803E525E-DE89-49D7-AB9D-DA0C73B5866F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58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736C9C04-9003-4566-8C94-4FEC4DF855C8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06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9B8B9546-A879-4E12-A098-B0F2DF1D60B4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80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FA2862A1-026E-471A-B21B-04C543E5F821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563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E248606C-5B10-459D-972E-6B439400F4D4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30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Aft>
                <a:spcPct val="0"/>
              </a:spcAft>
            </a:pPr>
            <a:fld id="{138D8B80-0EEB-402A-B656-0CAFCF7E33FD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999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41754"/>
            </a:gs>
            <a:gs pos="100000">
              <a:srgbClr val="54220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/>
            </a:lvl1pPr>
          </a:lstStyle>
          <a:p>
            <a:pPr fontAlgn="base">
              <a:spcAft>
                <a:spcPct val="0"/>
              </a:spcAft>
            </a:pPr>
            <a:fld id="{9DE0AD29-A4BC-47F7-8F68-CE25B054C63A}" type="slidenum">
              <a:rPr kumimoji="1" lang="en-US" altLang="zh-CN" smtClean="0">
                <a:solidFill>
                  <a:srgbClr val="FFFFFF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78590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06942" y="581182"/>
            <a:ext cx="7571303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96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前方高能</a:t>
            </a:r>
            <a:endParaRPr kumimoji="1" lang="en-US" altLang="zh-CN" sz="9600" b="1" dirty="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9600" b="1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注意考场纪律</a:t>
            </a:r>
            <a:endParaRPr kumimoji="1" lang="en-US" altLang="zh-CN" sz="9600" b="1" dirty="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11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9311746" y="1369199"/>
            <a:ext cx="1499129" cy="1569660"/>
          </a:xfrm>
          <a:prstGeom prst="rect">
            <a:avLst/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期中</a:t>
            </a:r>
            <a:endParaRPr kumimoji="1" lang="en-US" altLang="zh-CN" sz="4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考试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46708" y="3352075"/>
            <a:ext cx="6495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endParaRPr kumimoji="1" lang="zh-CN" altLang="en-US" sz="3600" b="1" dirty="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0802" y="4240252"/>
            <a:ext cx="99526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证明高斯函数的傅里叶变换仍是高斯函数，并分析傅里叶变换前后</a:t>
            </a:r>
            <a:r>
              <a:rPr kumimoji="1"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方差，幅度和平均值</a:t>
            </a:r>
            <a:r>
              <a:rPr kumimoji="1"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的变换关系。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57545" y="1792991"/>
            <a:ext cx="6495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endParaRPr kumimoji="1" lang="zh-CN" altLang="en-US" sz="3600" b="1" dirty="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777073"/>
              </p:ext>
            </p:extLst>
          </p:nvPr>
        </p:nvGraphicFramePr>
        <p:xfrm>
          <a:off x="1408941" y="1488073"/>
          <a:ext cx="3721100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Equation" r:id="rId4" imgW="1013495" imgH="350394" progId="Equation.DSMT4">
                  <p:embed/>
                </p:oleObj>
              </mc:Choice>
              <mc:Fallback>
                <p:oleObj name="Equation" r:id="rId4" imgW="1013495" imgH="350394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941" y="1488073"/>
                        <a:ext cx="3721100" cy="133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5346436" y="1789657"/>
            <a:ext cx="14157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i="1" dirty="0">
                <a:solidFill>
                  <a:srgbClr val="FFFFFF"/>
                </a:solidFill>
                <a:latin typeface="Times New Roman"/>
                <a:ea typeface="楷体_GB2312" pitchFamily="49" charset="-122"/>
              </a:rPr>
              <a:t>m</a:t>
            </a:r>
            <a:r>
              <a:rPr kumimoji="1" lang="en-US" altLang="zh-CN" sz="36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 &lt; </a:t>
            </a:r>
            <a:r>
              <a:rPr kumimoji="1" lang="en-US" altLang="zh-CN" sz="3600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kumimoji="1" lang="zh-CN" altLang="en-US" sz="3600" dirty="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353417" y="478219"/>
            <a:ext cx="6495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endParaRPr kumimoji="1" lang="zh-CN" altLang="en-US" sz="3600" b="1" dirty="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381125" y="2679997"/>
            <a:ext cx="52597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i="1" dirty="0">
                <a:solidFill>
                  <a:srgbClr val="FFFFFF"/>
                </a:solidFill>
                <a:latin typeface="Times New Roman"/>
                <a:ea typeface="楷体_GB2312" pitchFamily="49" charset="-122"/>
              </a:rPr>
              <a:t>a</a:t>
            </a:r>
            <a:r>
              <a:rPr kumimoji="1" lang="en-US" altLang="zh-CN" sz="32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3200" b="1" dirty="0">
                <a:solidFill>
                  <a:srgbClr val="FFFFF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&gt; 0</a:t>
            </a:r>
            <a:r>
              <a:rPr kumimoji="1" lang="zh-CN" altLang="en-US" sz="3200" b="1" dirty="0">
                <a:solidFill>
                  <a:srgbClr val="FFFFF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和</a:t>
            </a:r>
            <a:r>
              <a:rPr kumimoji="1" lang="en-US" altLang="zh-CN" sz="3200" i="1" dirty="0">
                <a:solidFill>
                  <a:srgbClr val="FFFFFF"/>
                </a:solidFill>
                <a:ea typeface="楷体_GB2312" pitchFamily="49" charset="-122"/>
              </a:rPr>
              <a:t>a</a:t>
            </a:r>
            <a:r>
              <a:rPr kumimoji="1" lang="en-US" altLang="zh-CN" sz="32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3200" b="1" dirty="0">
                <a:solidFill>
                  <a:srgbClr val="FFFFF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&lt; 0</a:t>
            </a:r>
            <a:r>
              <a:rPr kumimoji="1" lang="zh-CN" altLang="en-US" sz="3200" b="1" dirty="0">
                <a:solidFill>
                  <a:srgbClr val="FFFFF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的结果一样吗？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699785"/>
              </p:ext>
            </p:extLst>
          </p:nvPr>
        </p:nvGraphicFramePr>
        <p:xfrm>
          <a:off x="2167857" y="5403374"/>
          <a:ext cx="8447372" cy="1448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Equation" r:id="rId6" imgW="4889160" imgH="838080" progId="Equation.DSMT4">
                  <p:embed/>
                </p:oleObj>
              </mc:Choice>
              <mc:Fallback>
                <p:oleObj name="Equation" r:id="rId6" imgW="48891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67857" y="5403374"/>
                        <a:ext cx="8447372" cy="1448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593387" y="5559316"/>
            <a:ext cx="15744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提示：</a:t>
            </a:r>
          </a:p>
        </p:txBody>
      </p:sp>
      <p:graphicFrame>
        <p:nvGraphicFramePr>
          <p:cNvPr id="1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326310"/>
              </p:ext>
            </p:extLst>
          </p:nvPr>
        </p:nvGraphicFramePr>
        <p:xfrm>
          <a:off x="1176270" y="3131701"/>
          <a:ext cx="40481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Equation" r:id="rId8" imgW="1562040" imgH="419040" progId="Equation.DSMT4">
                  <p:embed/>
                </p:oleObj>
              </mc:Choice>
              <mc:Fallback>
                <p:oleObj name="Equation" r:id="rId8" imgW="1562040" imgH="419040" progId="Equation.DSMT4">
                  <p:embed/>
                  <p:pic>
                    <p:nvPicPr>
                      <p:cNvPr id="7168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270" y="3131701"/>
                        <a:ext cx="40481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346436" y="3398979"/>
                <a:ext cx="663374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3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3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为幅度，</a:t>
                </a:r>
                <a:r>
                  <a:rPr kumimoji="1" lang="el-GR" altLang="zh-CN" sz="3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σ</a:t>
                </a:r>
                <a:r>
                  <a:rPr kumimoji="1" lang="zh-CN" altLang="en-US" sz="3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为方差，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32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x</m:t>
                    </m:r>
                  </m:oMath>
                </a14:m>
                <a:r>
                  <a:rPr kumimoji="1" lang="en-US" altLang="zh-CN" sz="32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kumimoji="1" lang="zh-CN" altLang="en-US" sz="3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为平均值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436" y="3398979"/>
                <a:ext cx="6633743" cy="584775"/>
              </a:xfrm>
              <a:prstGeom prst="rect">
                <a:avLst/>
              </a:prstGeom>
              <a:blipFill>
                <a:blip r:embed="rId10"/>
                <a:stretch>
                  <a:fillRect l="-2298" t="-17708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CE0B200-C4C6-4E24-ABF9-C7619CE34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743986"/>
              </p:ext>
            </p:extLst>
          </p:nvPr>
        </p:nvGraphicFramePr>
        <p:xfrm>
          <a:off x="1406093" y="270643"/>
          <a:ext cx="5991477" cy="1061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Equation" r:id="rId11" imgW="3225600" imgH="571320" progId="Equation.DSMT4">
                  <p:embed/>
                </p:oleObj>
              </mc:Choice>
              <mc:Fallback>
                <p:oleObj name="Equation" r:id="rId11" imgW="322560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6093" y="270643"/>
                        <a:ext cx="5991477" cy="10614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4E63B857-9B0E-42B9-9F72-F52CF5B4BC12}"/>
              </a:ext>
            </a:extLst>
          </p:cNvPr>
          <p:cNvSpPr/>
          <p:nvPr/>
        </p:nvSpPr>
        <p:spPr>
          <a:xfrm>
            <a:off x="851502" y="488906"/>
            <a:ext cx="649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solidFill>
                  <a:srgbClr val="FFFFF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求</a:t>
            </a:r>
            <a:endParaRPr lang="zh-CN" altLang="en-US" sz="32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97A40E-4D33-4345-B986-21883770BC0D}"/>
              </a:ext>
            </a:extLst>
          </p:cNvPr>
          <p:cNvSpPr/>
          <p:nvPr/>
        </p:nvSpPr>
        <p:spPr>
          <a:xfrm>
            <a:off x="7302624" y="466535"/>
            <a:ext cx="4994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solidFill>
                  <a:srgbClr val="FFFFF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的取值、奇点和奇点类型</a:t>
            </a:r>
            <a:endParaRPr lang="zh-CN" altLang="en-US" sz="32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81357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74</Words>
  <Application>Microsoft Office PowerPoint</Application>
  <PresentationFormat>宽屏</PresentationFormat>
  <Paragraphs>16</Paragraphs>
  <Slides>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等线</vt:lpstr>
      <vt:lpstr>华文楷体</vt:lpstr>
      <vt:lpstr>华文宋体</vt:lpstr>
      <vt:lpstr>楷体_GB2312</vt:lpstr>
      <vt:lpstr>宋体</vt:lpstr>
      <vt:lpstr>Arial</vt:lpstr>
      <vt:lpstr>Cambria Math</vt:lpstr>
      <vt:lpstr>Times New Roman</vt:lpstr>
      <vt:lpstr>1_Office 主题​​</vt:lpstr>
      <vt:lpstr>Equation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18</cp:revision>
  <dcterms:created xsi:type="dcterms:W3CDTF">2022-01-20T16:47:27Z</dcterms:created>
  <dcterms:modified xsi:type="dcterms:W3CDTF">2023-04-12T15:51:28Z</dcterms:modified>
</cp:coreProperties>
</file>