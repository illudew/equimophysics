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20"/>
  </p:normalViewPr>
  <p:slideViewPr>
    <p:cSldViewPr snapToGrid="0" snapToObjects="1">
      <p:cViewPr varScale="1">
        <p:scale>
          <a:sx n="87" d="100"/>
          <a:sy n="87" d="100"/>
        </p:scale>
        <p:origin x="8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2BE5-3CED-2F4A-8E27-824A55F0473D}" type="datetimeFigureOut">
              <a:rPr lang="en-US" smtClean="0"/>
              <a:t>6/7/23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572D-2FB8-EE4A-96F1-C3EF373C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17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2BE5-3CED-2F4A-8E27-824A55F0473D}" type="datetimeFigureOut">
              <a:rPr lang="en-US" smtClean="0"/>
              <a:t>6/7/23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572D-2FB8-EE4A-96F1-C3EF373C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393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2BE5-3CED-2F4A-8E27-824A55F0473D}" type="datetimeFigureOut">
              <a:rPr lang="en-US" smtClean="0"/>
              <a:t>6/7/23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572D-2FB8-EE4A-96F1-C3EF373C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39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2BE5-3CED-2F4A-8E27-824A55F0473D}" type="datetimeFigureOut">
              <a:rPr lang="en-US" smtClean="0"/>
              <a:t>6/7/23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572D-2FB8-EE4A-96F1-C3EF373C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61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2BE5-3CED-2F4A-8E27-824A55F0473D}" type="datetimeFigureOut">
              <a:rPr lang="en-US" smtClean="0"/>
              <a:t>6/7/23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572D-2FB8-EE4A-96F1-C3EF373C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590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2BE5-3CED-2F4A-8E27-824A55F0473D}" type="datetimeFigureOut">
              <a:rPr lang="en-US" smtClean="0"/>
              <a:t>6/7/23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572D-2FB8-EE4A-96F1-C3EF373C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37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2BE5-3CED-2F4A-8E27-824A55F0473D}" type="datetimeFigureOut">
              <a:rPr lang="en-US" smtClean="0"/>
              <a:t>6/7/23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572D-2FB8-EE4A-96F1-C3EF373C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25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2BE5-3CED-2F4A-8E27-824A55F0473D}" type="datetimeFigureOut">
              <a:rPr lang="en-US" smtClean="0"/>
              <a:t>6/7/23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572D-2FB8-EE4A-96F1-C3EF373C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005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2BE5-3CED-2F4A-8E27-824A55F0473D}" type="datetimeFigureOut">
              <a:rPr lang="en-US" smtClean="0"/>
              <a:t>6/7/23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572D-2FB8-EE4A-96F1-C3EF373C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54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2BE5-3CED-2F4A-8E27-824A55F0473D}" type="datetimeFigureOut">
              <a:rPr lang="en-US" smtClean="0"/>
              <a:t>6/7/23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572D-2FB8-EE4A-96F1-C3EF373C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229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2BE5-3CED-2F4A-8E27-824A55F0473D}" type="datetimeFigureOut">
              <a:rPr lang="en-US" smtClean="0"/>
              <a:t>6/7/23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572D-2FB8-EE4A-96F1-C3EF373C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81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82BE5-3CED-2F4A-8E27-824A55F0473D}" type="datetimeFigureOut">
              <a:rPr lang="en-US" smtClean="0"/>
              <a:t>6/7/23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1572D-2FB8-EE4A-96F1-C3EF373CF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77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81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630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112" y="852063"/>
            <a:ext cx="6865080" cy="514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776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795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563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93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334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1188" y="817643"/>
            <a:ext cx="6904424" cy="517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420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6998" y="858254"/>
            <a:ext cx="6858001" cy="5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151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7000" y="858255"/>
            <a:ext cx="6858000" cy="514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849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7000" y="858255"/>
            <a:ext cx="6858000" cy="514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94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7000" y="858255"/>
            <a:ext cx="6858000" cy="514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509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7000" y="858255"/>
            <a:ext cx="6858000" cy="514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128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7000" y="858255"/>
            <a:ext cx="6858000" cy="514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260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7000" y="858255"/>
            <a:ext cx="6858000" cy="514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38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7000" y="858255"/>
            <a:ext cx="6858000" cy="514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960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7000" y="858255"/>
            <a:ext cx="6858000" cy="514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401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7000" y="858255"/>
            <a:ext cx="6858000" cy="514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675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Huanan Li</dc:creator>
  <cp:lastModifiedBy>Huanan Li</cp:lastModifiedBy>
  <cp:revision>1</cp:revision>
  <dcterms:created xsi:type="dcterms:W3CDTF">2023-06-07T05:05:31Z</dcterms:created>
  <dcterms:modified xsi:type="dcterms:W3CDTF">2023-06-07T05:10:46Z</dcterms:modified>
</cp:coreProperties>
</file>