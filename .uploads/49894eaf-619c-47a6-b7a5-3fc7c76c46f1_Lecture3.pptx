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9"/>
  </p:notesMasterIdLst>
  <p:handoutMasterIdLst>
    <p:handoutMasterId r:id="rId90"/>
  </p:handoutMasterIdLst>
  <p:sldIdLst>
    <p:sldId id="425" r:id="rId2"/>
    <p:sldId id="564" r:id="rId3"/>
    <p:sldId id="448" r:id="rId4"/>
    <p:sldId id="426" r:id="rId5"/>
    <p:sldId id="449" r:id="rId6"/>
    <p:sldId id="428" r:id="rId7"/>
    <p:sldId id="563" r:id="rId8"/>
    <p:sldId id="427" r:id="rId9"/>
    <p:sldId id="721" r:id="rId10"/>
    <p:sldId id="669" r:id="rId11"/>
    <p:sldId id="429" r:id="rId12"/>
    <p:sldId id="453" r:id="rId13"/>
    <p:sldId id="716" r:id="rId14"/>
    <p:sldId id="567" r:id="rId15"/>
    <p:sldId id="670" r:id="rId16"/>
    <p:sldId id="565" r:id="rId17"/>
    <p:sldId id="618" r:id="rId18"/>
    <p:sldId id="517" r:id="rId19"/>
    <p:sldId id="671" r:id="rId20"/>
    <p:sldId id="566" r:id="rId21"/>
    <p:sldId id="620" r:id="rId22"/>
    <p:sldId id="621" r:id="rId23"/>
    <p:sldId id="622" r:id="rId24"/>
    <p:sldId id="623" r:id="rId25"/>
    <p:sldId id="624" r:id="rId26"/>
    <p:sldId id="625" r:id="rId27"/>
    <p:sldId id="529" r:id="rId28"/>
    <p:sldId id="530" r:id="rId29"/>
    <p:sldId id="531" r:id="rId30"/>
    <p:sldId id="532" r:id="rId31"/>
    <p:sldId id="720" r:id="rId32"/>
    <p:sldId id="691" r:id="rId33"/>
    <p:sldId id="636" r:id="rId34"/>
    <p:sldId id="688" r:id="rId35"/>
    <p:sldId id="629" r:id="rId36"/>
    <p:sldId id="632" r:id="rId37"/>
    <p:sldId id="663" r:id="rId38"/>
    <p:sldId id="665" r:id="rId39"/>
    <p:sldId id="666" r:id="rId40"/>
    <p:sldId id="637" r:id="rId41"/>
    <p:sldId id="638" r:id="rId42"/>
    <p:sldId id="639" r:id="rId43"/>
    <p:sldId id="696" r:id="rId44"/>
    <p:sldId id="633" r:id="rId45"/>
    <p:sldId id="668" r:id="rId46"/>
    <p:sldId id="697" r:id="rId47"/>
    <p:sldId id="642" r:id="rId48"/>
    <p:sldId id="640" r:id="rId49"/>
    <p:sldId id="643" r:id="rId50"/>
    <p:sldId id="644" r:id="rId51"/>
    <p:sldId id="699" r:id="rId52"/>
    <p:sldId id="700" r:id="rId53"/>
    <p:sldId id="701" r:id="rId54"/>
    <p:sldId id="648" r:id="rId55"/>
    <p:sldId id="649" r:id="rId56"/>
    <p:sldId id="677" r:id="rId57"/>
    <p:sldId id="678" r:id="rId58"/>
    <p:sldId id="679" r:id="rId59"/>
    <p:sldId id="689" r:id="rId60"/>
    <p:sldId id="690" r:id="rId61"/>
    <p:sldId id="681" r:id="rId62"/>
    <p:sldId id="719" r:id="rId63"/>
    <p:sldId id="722" r:id="rId64"/>
    <p:sldId id="698" r:id="rId65"/>
    <p:sldId id="702" r:id="rId66"/>
    <p:sldId id="704" r:id="rId67"/>
    <p:sldId id="705" r:id="rId68"/>
    <p:sldId id="706" r:id="rId69"/>
    <p:sldId id="707" r:id="rId70"/>
    <p:sldId id="708" r:id="rId71"/>
    <p:sldId id="709" r:id="rId72"/>
    <p:sldId id="710" r:id="rId73"/>
    <p:sldId id="711" r:id="rId74"/>
    <p:sldId id="712" r:id="rId75"/>
    <p:sldId id="713" r:id="rId76"/>
    <p:sldId id="714" r:id="rId77"/>
    <p:sldId id="715" r:id="rId78"/>
    <p:sldId id="432" r:id="rId79"/>
    <p:sldId id="433" r:id="rId80"/>
    <p:sldId id="434" r:id="rId81"/>
    <p:sldId id="523" r:id="rId82"/>
    <p:sldId id="435" r:id="rId83"/>
    <p:sldId id="454" r:id="rId84"/>
    <p:sldId id="450" r:id="rId85"/>
    <p:sldId id="451" r:id="rId86"/>
    <p:sldId id="452" r:id="rId87"/>
    <p:sldId id="440" r:id="rId8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1600" b="1" kern="1200">
        <a:solidFill>
          <a:srgbClr val="CCFFFF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Rg st="1" end="148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6699"/>
    <a:srgbClr val="F6B6A2"/>
    <a:srgbClr val="CCFFCC"/>
    <a:srgbClr val="FFCC99"/>
    <a:srgbClr val="CCFFFF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9" autoAdjust="0"/>
    <p:restoredTop sz="94679" autoAdjust="0"/>
  </p:normalViewPr>
  <p:slideViewPr>
    <p:cSldViewPr>
      <p:cViewPr varScale="1">
        <p:scale>
          <a:sx n="97" d="100"/>
          <a:sy n="97" d="100"/>
        </p:scale>
        <p:origin x="7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650"/>
    </p:cViewPr>
  </p:sorterViewPr>
  <p:notesViewPr>
    <p:cSldViewPr>
      <p:cViewPr varScale="1">
        <p:scale>
          <a:sx n="50" d="100"/>
          <a:sy n="50" d="100"/>
        </p:scale>
        <p:origin x="-186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2.wmf"/><Relationship Id="rId5" Type="http://schemas.openxmlformats.org/officeDocument/2006/relationships/image" Target="../media/image6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9.wmf"/><Relationship Id="rId1" Type="http://schemas.openxmlformats.org/officeDocument/2006/relationships/image" Target="../media/image15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2.wmf"/><Relationship Id="rId7" Type="http://schemas.openxmlformats.org/officeDocument/2006/relationships/image" Target="../media/image16.wmf"/><Relationship Id="rId2" Type="http://schemas.openxmlformats.org/officeDocument/2006/relationships/image" Target="../media/image19.wmf"/><Relationship Id="rId1" Type="http://schemas.openxmlformats.org/officeDocument/2006/relationships/image" Target="../media/image21.wmf"/><Relationship Id="rId6" Type="http://schemas.openxmlformats.org/officeDocument/2006/relationships/image" Target="../media/image9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9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33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33.wmf"/><Relationship Id="rId1" Type="http://schemas.openxmlformats.org/officeDocument/2006/relationships/image" Target="../media/image5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4" Type="http://schemas.openxmlformats.org/officeDocument/2006/relationships/image" Target="../media/image57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6.wmf"/><Relationship Id="rId1" Type="http://schemas.openxmlformats.org/officeDocument/2006/relationships/image" Target="../media/image6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7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image" Target="../media/image79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12" Type="http://schemas.openxmlformats.org/officeDocument/2006/relationships/image" Target="../media/image91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Relationship Id="rId14" Type="http://schemas.openxmlformats.org/officeDocument/2006/relationships/image" Target="../media/image7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9.wmf"/><Relationship Id="rId1" Type="http://schemas.openxmlformats.org/officeDocument/2006/relationships/image" Target="../media/image93.emf"/><Relationship Id="rId4" Type="http://schemas.openxmlformats.org/officeDocument/2006/relationships/image" Target="../media/image9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9.wmf"/><Relationship Id="rId1" Type="http://schemas.openxmlformats.org/officeDocument/2006/relationships/image" Target="../media/image98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77.wmf"/><Relationship Id="rId1" Type="http://schemas.openxmlformats.org/officeDocument/2006/relationships/image" Target="../media/image75.wmf"/><Relationship Id="rId4" Type="http://schemas.openxmlformats.org/officeDocument/2006/relationships/image" Target="../media/image79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wmf"/><Relationship Id="rId1" Type="http://schemas.openxmlformats.org/officeDocument/2006/relationships/image" Target="../media/image93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jpeg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jpeg"/><Relationship Id="rId1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0.jpeg"/><Relationship Id="rId1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5.wmf"/><Relationship Id="rId1" Type="http://schemas.openxmlformats.org/officeDocument/2006/relationships/image" Target="../media/image110.jpeg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fld id="{9604A7B3-4D94-4C0A-8548-C7B9D8B3FB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6004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solidFill>
                  <a:schemeClr val="tx1"/>
                </a:solidFill>
                <a:effectLst/>
                <a:ea typeface="宋体" pitchFamily="2" charset="-122"/>
              </a:defRPr>
            </a:lvl1pPr>
          </a:lstStyle>
          <a:p>
            <a:pPr>
              <a:defRPr/>
            </a:pPr>
            <a:fld id="{4CBC2924-2722-4DC7-B0B8-BCABB9EB07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0495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163 w 4128"/>
              <a:gd name="T1" fmla="*/ 200 h 479"/>
              <a:gd name="T2" fmla="*/ 4128 w 4128"/>
              <a:gd name="T3" fmla="*/ 200 h 479"/>
              <a:gd name="T4" fmla="*/ 4128 w 4128"/>
              <a:gd name="T5" fmla="*/ 429 h 479"/>
              <a:gd name="T6" fmla="*/ 0 w 4128"/>
              <a:gd name="T7" fmla="*/ 441 h 479"/>
              <a:gd name="T8" fmla="*/ 163 w 4128"/>
              <a:gd name="T9" fmla="*/ 20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kumimoji="0"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>
              <a:spcBef>
                <a:spcPct val="0"/>
              </a:spcBef>
              <a:buClrTx/>
              <a:buFontTx/>
              <a:buNone/>
              <a:defRPr kumimoji="0">
                <a:solidFill>
                  <a:srgbClr val="333333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67C3CA9-E329-432F-BB0A-D35E30957E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45514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EC182-9BB2-46D8-9408-1A6A25801E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72553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08425-888B-4271-8720-29E890E0D7B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734424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F8E94-2E76-431F-A4F2-F9B65791CC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696634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110DD-6D57-4387-AC10-3BDC230604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60050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8EF1A-F13D-4573-9D68-62C03DD22C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84450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B3B3B-C280-4EB4-BB75-BB92171CE8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962929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EC7DB-79A1-4390-8E82-6E80C0C4F5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6178304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DE57D-26C8-4154-80BA-D84ED5C441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0300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378587-C0C0-4179-A750-2CEDF429CF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93470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03DAFF-4018-4076-A97E-8A75887C4E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364836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70603-BEFC-44DB-A3A3-DE80C36306D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0813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54FDE-4EAD-4630-9A12-6557B75483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640369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2A2DD-CB96-45DF-AB5F-152A4D85EA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91173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 b="0">
                <a:solidFill>
                  <a:schemeClr val="bg2"/>
                </a:solidFill>
                <a:effectLst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 b="0">
                <a:solidFill>
                  <a:schemeClr val="bg2"/>
                </a:solidFill>
                <a:effectLst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 b="0">
                <a:solidFill>
                  <a:schemeClr val="bg2"/>
                </a:solidFill>
                <a:effectLst/>
                <a:ea typeface="+mn-ea"/>
              </a:defRPr>
            </a:lvl1pPr>
          </a:lstStyle>
          <a:p>
            <a:pPr>
              <a:defRPr/>
            </a:pPr>
            <a:fld id="{2EDCE37D-AFEF-4F87-BE51-FF83446287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</p:sldLayoutIdLst>
  <p:transition spd="slow">
    <p:push dir="u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4.png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7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3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32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48.wmf"/><Relationship Id="rId3" Type="http://schemas.openxmlformats.org/officeDocument/2006/relationships/image" Target="../media/image49.png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oleObject" Target="../embeddings/oleObject58.bin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52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57.e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68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63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6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6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7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7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7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9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9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95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102.bin"/><Relationship Id="rId18" Type="http://schemas.openxmlformats.org/officeDocument/2006/relationships/image" Target="../media/image87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6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104.bin"/><Relationship Id="rId25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29" Type="http://schemas.openxmlformats.org/officeDocument/2006/relationships/oleObject" Target="../embeddings/oleObject110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101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7.bin"/><Relationship Id="rId28" Type="http://schemas.openxmlformats.org/officeDocument/2006/relationships/image" Target="../media/image79.wmf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105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109.bin"/><Relationship Id="rId30" Type="http://schemas.openxmlformats.org/officeDocument/2006/relationships/image" Target="../media/image76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92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94.wmf"/><Relationship Id="rId4" Type="http://schemas.openxmlformats.org/officeDocument/2006/relationships/image" Target="../media/image93.emf"/><Relationship Id="rId9" Type="http://schemas.openxmlformats.org/officeDocument/2006/relationships/oleObject" Target="../embeddings/oleObject11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9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95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98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79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12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30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93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10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107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9.vml"/><Relationship Id="rId4" Type="http://schemas.openxmlformats.org/officeDocument/2006/relationships/image" Target="../media/image108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109.w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7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39.bin"/><Relationship Id="rId5" Type="http://schemas.openxmlformats.org/officeDocument/2006/relationships/image" Target="../media/image110.jpeg"/><Relationship Id="rId4" Type="http://schemas.openxmlformats.org/officeDocument/2006/relationships/image" Target="../media/image111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3" Type="http://schemas.openxmlformats.org/officeDocument/2006/relationships/oleObject" Target="../embeddings/oleObject140.bin"/><Relationship Id="rId7" Type="http://schemas.openxmlformats.org/officeDocument/2006/relationships/image" Target="../media/image1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13.wmf"/><Relationship Id="rId9" Type="http://schemas.openxmlformats.org/officeDocument/2006/relationships/image" Target="../media/image112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3" Type="http://schemas.openxmlformats.org/officeDocument/2006/relationships/oleObject" Target="../embeddings/oleObject143.bin"/><Relationship Id="rId7" Type="http://schemas.openxmlformats.org/officeDocument/2006/relationships/image" Target="../media/image1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13.wmf"/><Relationship Id="rId9" Type="http://schemas.openxmlformats.org/officeDocument/2006/relationships/image" Target="../media/image11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6.bin"/><Relationship Id="rId7" Type="http://schemas.openxmlformats.org/officeDocument/2006/relationships/image" Target="../media/image1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47.bin"/><Relationship Id="rId5" Type="http://schemas.openxmlformats.org/officeDocument/2006/relationships/image" Target="../media/image110.jpeg"/><Relationship Id="rId4" Type="http://schemas.openxmlformats.org/officeDocument/2006/relationships/image" Target="../media/image115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109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20.png"/><Relationship Id="rId2" Type="http://schemas.openxmlformats.org/officeDocument/2006/relationships/hyperlink" Target="http://images.cnitblog.com/blog/477176/201301/26192501-fdff2fce6a5147f8bcba4e2b5604ccfd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cnitblog.com/blog/477176/201301/26192531-72655a3c2fc045a9b429cd9393409754.png" TargetMode="External"/><Relationship Id="rId5" Type="http://schemas.openxmlformats.org/officeDocument/2006/relationships/image" Target="../media/image119.png"/><Relationship Id="rId4" Type="http://schemas.openxmlformats.org/officeDocument/2006/relationships/hyperlink" Target="http://images.cnitblog.com/blog/477176/201301/26192529-43a8c32d0b094c9088f6d6387c48d663.png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hyperlink" Target="http://images.cnitblog.com/blog/477176/201301/26192548-d456b9c0a09d44debef70c2805ea1b3a.png" TargetMode="Externa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2" Type="http://schemas.openxmlformats.org/officeDocument/2006/relationships/hyperlink" Target="http://images.cnitblog.com/blog/477176/201301/26192553-43497c728faa4a2e9d3d78c451133034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cnitblog.com/blog/477176/201301/26192558-4f365c76cd3444e2a8b6c31814f903f6.png" TargetMode="External"/><Relationship Id="rId5" Type="http://schemas.openxmlformats.org/officeDocument/2006/relationships/image" Target="../media/image123.png"/><Relationship Id="rId4" Type="http://schemas.openxmlformats.org/officeDocument/2006/relationships/hyperlink" Target="http://images.cnitblog.com/blog/477176/201301/26192555-7dbb8641155e423b92302e508975ea16.png" TargetMode="Externa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hyperlink" Target="http://images.cnitblog.com/blog/477176/201301/26192630-1b086b69618e403ab084c3ff555508b5.png" TargetMode="External"/><Relationship Id="rId3" Type="http://schemas.openxmlformats.org/officeDocument/2006/relationships/image" Target="../media/image124.png"/><Relationship Id="rId7" Type="http://schemas.openxmlformats.org/officeDocument/2006/relationships/hyperlink" Target="http://images.cnitblog.com/blog/477176/201301/26192609-31d25583b4064be3a345fb1b569ef3e4.png" TargetMode="External"/><Relationship Id="rId12" Type="http://schemas.openxmlformats.org/officeDocument/2006/relationships/image" Target="../media/image129.png"/><Relationship Id="rId2" Type="http://schemas.openxmlformats.org/officeDocument/2006/relationships/hyperlink" Target="http://images.cnitblog.com/blog/477176/201301/26192558-4f365c76cd3444e2a8b6c31814f903f6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6.png"/><Relationship Id="rId11" Type="http://schemas.openxmlformats.org/officeDocument/2006/relationships/hyperlink" Target="http://images.cnitblog.com/blog/477176/201301/26192614-103c2f4ce50e4a109980c744eae8c794.png" TargetMode="External"/><Relationship Id="rId5" Type="http://schemas.openxmlformats.org/officeDocument/2006/relationships/hyperlink" Target="http://images.cnitblog.com/blog/477176/201301/26192605-a5f169df114645898a6afde5e48529ef.png" TargetMode="External"/><Relationship Id="rId15" Type="http://schemas.openxmlformats.org/officeDocument/2006/relationships/image" Target="../media/image131.png"/><Relationship Id="rId10" Type="http://schemas.openxmlformats.org/officeDocument/2006/relationships/image" Target="../media/image128.png"/><Relationship Id="rId4" Type="http://schemas.openxmlformats.org/officeDocument/2006/relationships/image" Target="../media/image125.png"/><Relationship Id="rId9" Type="http://schemas.openxmlformats.org/officeDocument/2006/relationships/hyperlink" Target="http://images.cnitblog.com/blog/477176/201301/26192619-6fa7eed9fc254ea78b9f36131f3510e1.png" TargetMode="External"/><Relationship Id="rId14" Type="http://schemas.openxmlformats.org/officeDocument/2006/relationships/image" Target="../media/image13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hyperlink" Target="http://images.cnitblog.com/blog/477176/201301/26192650-483d3c6faf0f40c89233fd1dd65bf2d9.png" TargetMode="External"/><Relationship Id="rId3" Type="http://schemas.openxmlformats.org/officeDocument/2006/relationships/image" Target="../media/image130.png"/><Relationship Id="rId7" Type="http://schemas.openxmlformats.org/officeDocument/2006/relationships/hyperlink" Target="http://images.cnitblog.com/blog/477176/201301/26192636-671d76d97b614515a3890c0781772e86.png" TargetMode="External"/><Relationship Id="rId12" Type="http://schemas.openxmlformats.org/officeDocument/2006/relationships/image" Target="../media/image135.png"/><Relationship Id="rId17" Type="http://schemas.openxmlformats.org/officeDocument/2006/relationships/image" Target="../media/image138.png"/><Relationship Id="rId2" Type="http://schemas.openxmlformats.org/officeDocument/2006/relationships/hyperlink" Target="http://images.cnitblog.com/blog/477176/201301/26192630-1b086b69618e403ab084c3ff555508b5.png" TargetMode="Externa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hyperlink" Target="http://images.cnitblog.com/blog/477176/201301/26192643-483a8f3b90634ca0a99cd9f4eb6a0f81.png" TargetMode="External"/><Relationship Id="rId5" Type="http://schemas.openxmlformats.org/officeDocument/2006/relationships/hyperlink" Target="http://images.cnitblog.com/blog/477176/201301/26192634-ebe93c200e4449dfa033971afe584a18.png" TargetMode="External"/><Relationship Id="rId15" Type="http://schemas.openxmlformats.org/officeDocument/2006/relationships/hyperlink" Target="http://images.cnitblog.com/blog/477176/201301/26192655-dbf978717b2c43d8a74dfc3aa91b3848.png" TargetMode="External"/><Relationship Id="rId10" Type="http://schemas.openxmlformats.org/officeDocument/2006/relationships/image" Target="../media/image134.png"/><Relationship Id="rId4" Type="http://schemas.openxmlformats.org/officeDocument/2006/relationships/image" Target="../media/image131.png"/><Relationship Id="rId9" Type="http://schemas.openxmlformats.org/officeDocument/2006/relationships/hyperlink" Target="http://images.cnitblog.com/blog/477176/201301/26192638-ddede7fe3d5d40248431e88b01b151c5.png" TargetMode="External"/><Relationship Id="rId14" Type="http://schemas.openxmlformats.org/officeDocument/2006/relationships/image" Target="../media/image13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cnitblog.com/blog/477176/201301/26192706-7fa78cdd7d414d0bbb45520f46c7c85a.png" TargetMode="External"/><Relationship Id="rId3" Type="http://schemas.openxmlformats.org/officeDocument/2006/relationships/image" Target="../media/image139.png"/><Relationship Id="rId7" Type="http://schemas.openxmlformats.org/officeDocument/2006/relationships/image" Target="../media/image141.png"/><Relationship Id="rId2" Type="http://schemas.openxmlformats.org/officeDocument/2006/relationships/hyperlink" Target="http://images.cnitblog.com/blog/477176/201301/26192656-9172bb0fa957428bafce09002775d094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cnitblog.com/blog/477176/201301/26192704-17c6b8344b874810b7c86cd225438105.png" TargetMode="External"/><Relationship Id="rId5" Type="http://schemas.openxmlformats.org/officeDocument/2006/relationships/image" Target="../media/image140.png"/><Relationship Id="rId4" Type="http://schemas.openxmlformats.org/officeDocument/2006/relationships/hyperlink" Target="http://images.cnitblog.com/blog/477176/201301/26192702-f3d84f8eaeb34682b0249390116ae1be.png" TargetMode="External"/><Relationship Id="rId9" Type="http://schemas.openxmlformats.org/officeDocument/2006/relationships/image" Target="../media/image14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6.png"/><Relationship Id="rId3" Type="http://schemas.openxmlformats.org/officeDocument/2006/relationships/image" Target="../media/image143.png"/><Relationship Id="rId7" Type="http://schemas.openxmlformats.org/officeDocument/2006/relationships/hyperlink" Target="http://images.cnitblog.com/blog/477176/201301/26192712-29541dbf34c142ae8a16b2ccfac26aa8.png" TargetMode="External"/><Relationship Id="rId12" Type="http://schemas.openxmlformats.org/officeDocument/2006/relationships/image" Target="../media/image142.png"/><Relationship Id="rId2" Type="http://schemas.openxmlformats.org/officeDocument/2006/relationships/hyperlink" Target="http://images.cnitblog.com/blog/477176/201301/26192708-ffd40879b19e41b1930c153fc653c171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hyperlink" Target="http://images.cnitblog.com/blog/477176/201301/26192706-7fa78cdd7d414d0bbb45520f46c7c85a.png" TargetMode="External"/><Relationship Id="rId5" Type="http://schemas.openxmlformats.org/officeDocument/2006/relationships/hyperlink" Target="http://images.cnitblog.com/blog/477176/201301/26192643-483a8f3b90634ca0a99cd9f4eb6a0f81.png" TargetMode="External"/><Relationship Id="rId15" Type="http://schemas.openxmlformats.org/officeDocument/2006/relationships/image" Target="../media/image147.png"/><Relationship Id="rId10" Type="http://schemas.openxmlformats.org/officeDocument/2006/relationships/image" Target="../media/image145.png"/><Relationship Id="rId4" Type="http://schemas.openxmlformats.org/officeDocument/2006/relationships/image" Target="../media/image138.png"/><Relationship Id="rId9" Type="http://schemas.openxmlformats.org/officeDocument/2006/relationships/hyperlink" Target="http://images.cnitblog.com/blog/477176/201301/26192735-d3d7cdadebc240f1b2329a4268841385.png" TargetMode="External"/><Relationship Id="rId14" Type="http://schemas.openxmlformats.org/officeDocument/2006/relationships/hyperlink" Target="http://images.cnitblog.com/blog/477176/201301/26192742-67d70a20fe4c433181dcfebe39a06a93.png" TargetMode="Externa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2.png"/><Relationship Id="rId7" Type="http://schemas.openxmlformats.org/officeDocument/2006/relationships/image" Target="../media/image149.png"/><Relationship Id="rId2" Type="http://schemas.openxmlformats.org/officeDocument/2006/relationships/hyperlink" Target="http://images.cnitblog.com/blog/477176/201301/26192706-7fa78cdd7d414d0bbb45520f46c7c85a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cnitblog.com/blog/477176/201301/26192749-3d8d4b6bb3e7460181bcfe7cd61525c9.png" TargetMode="External"/><Relationship Id="rId5" Type="http://schemas.openxmlformats.org/officeDocument/2006/relationships/image" Target="../media/image148.png"/><Relationship Id="rId4" Type="http://schemas.openxmlformats.org/officeDocument/2006/relationships/hyperlink" Target="http://images.cnitblog.com/blog/477176/201301/26192746-828dbca3271941088a9df631cfbfdbc9.png" TargetMode="Externa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51.png"/><Relationship Id="rId7" Type="http://schemas.openxmlformats.org/officeDocument/2006/relationships/image" Target="../media/image142.png"/><Relationship Id="rId2" Type="http://schemas.openxmlformats.org/officeDocument/2006/relationships/hyperlink" Target="http://images.cnitblog.com/blog/477176/201301/26192806-f0180ec05e234bdbbfbb1ed5032e02a6.pn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cnitblog.com/blog/477176/201301/26192706-7fa78cdd7d414d0bbb45520f46c7c85a.png" TargetMode="External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hyperlink" Target="http://images.cnitblog.com/blog/477176/201301/26192908-ba4e26299e9747028fdeeda8e1c3644e.png" TargetMode="External"/><Relationship Id="rId7" Type="http://schemas.openxmlformats.org/officeDocument/2006/relationships/hyperlink" Target="http://images.cnitblog.com/blog/477176/201301/26192922-d6b7654fd2454f75a059bfb779263600.png" TargetMode="External"/><Relationship Id="rId12" Type="http://schemas.openxmlformats.org/officeDocument/2006/relationships/image" Target="../media/image160.png"/><Relationship Id="rId2" Type="http://schemas.openxmlformats.org/officeDocument/2006/relationships/hyperlink" Target="http://www.cnblogs.com/xpvincent/archive/2013/01/25/2877411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hyperlink" Target="http://images.cnitblog.com/blog/477176/201301/26192958-fec411ce653a42f0859bdea5d2ee0de0.png" TargetMode="External"/><Relationship Id="rId5" Type="http://schemas.openxmlformats.org/officeDocument/2006/relationships/hyperlink" Target="http://images.cnitblog.com/blog/477176/201301/26192920-ad6e5d844b4947eaa462a03527a9268b.png" TargetMode="External"/><Relationship Id="rId10" Type="http://schemas.openxmlformats.org/officeDocument/2006/relationships/image" Target="../media/image159.png"/><Relationship Id="rId4" Type="http://schemas.openxmlformats.org/officeDocument/2006/relationships/image" Target="../media/image155.png"/><Relationship Id="rId9" Type="http://schemas.openxmlformats.org/officeDocument/2006/relationships/image" Target="../media/image15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hyperlink" Target="http://images.cnitblog.com/blog/477176/201301/26193007-3c4400f6621b4f98bf26a085e36d3130.png" TargetMode="Externa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65.w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B66B46-E0AB-432B-B749-C1BFA8CBF20B}" type="slidenum">
              <a:rPr lang="zh-CN" altLang="en-US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327684" name="Rectangle 4"/>
          <p:cNvSpPr>
            <a:spLocks noChangeArrowheads="1"/>
          </p:cNvSpPr>
          <p:nvPr/>
        </p:nvSpPr>
        <p:spPr bwMode="auto">
          <a:xfrm>
            <a:off x="827088" y="1196975"/>
            <a:ext cx="5541962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800">
                <a:solidFill>
                  <a:schemeClr val="tx1"/>
                </a:solidFill>
              </a:rPr>
              <a:t>设已知某个函数关系的列表函数值</a:t>
            </a:r>
            <a:endParaRPr kumimoji="1" lang="en-US" altLang="zh-CN" sz="2800">
              <a:solidFill>
                <a:schemeClr val="tx1"/>
              </a:solidFill>
            </a:endParaRPr>
          </a:p>
        </p:txBody>
      </p:sp>
      <p:sp>
        <p:nvSpPr>
          <p:cNvPr id="327686" name="Rectangle 6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27685" name="Object 5"/>
          <p:cNvGraphicFramePr>
            <a:graphicFrameLocks noChangeAspect="1"/>
          </p:cNvGraphicFramePr>
          <p:nvPr/>
        </p:nvGraphicFramePr>
        <p:xfrm>
          <a:off x="179388" y="2060575"/>
          <a:ext cx="88646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6" name="公式" r:id="rId3" imgW="3721100" imgH="495300" progId="Equation.3">
                  <p:embed/>
                </p:oleObj>
              </mc:Choice>
              <mc:Fallback>
                <p:oleObj name="公式" r:id="rId3" imgW="3721100" imgH="495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060575"/>
                        <a:ext cx="88646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7" name="Text Box 7"/>
          <p:cNvSpPr txBox="1">
            <a:spLocks noChangeArrowheads="1"/>
          </p:cNvSpPr>
          <p:nvPr/>
        </p:nvSpPr>
        <p:spPr bwMode="auto">
          <a:xfrm>
            <a:off x="179388" y="3933825"/>
            <a:ext cx="8424862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我们所知道仅仅上述的表列值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它们常常是间接求得的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例如是由实验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观测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得来的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或者是从级数或微分方程求得的。问应该如何估算任意一点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的值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如何估算函数关系 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y=f(x)</a:t>
            </a:r>
            <a:endParaRPr lang="zh-CN" altLang="en-US" sz="2800" i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7688" name="Rectangle 8"/>
          <p:cNvSpPr>
            <a:spLocks noChangeArrowheads="1"/>
          </p:cNvSpPr>
          <p:nvPr/>
        </p:nvSpPr>
        <p:spPr bwMode="auto">
          <a:xfrm>
            <a:off x="1908175" y="404813"/>
            <a:ext cx="5105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200">
                <a:solidFill>
                  <a:schemeClr val="tx1"/>
                </a:solidFill>
              </a:rPr>
              <a:t>第三章: 插值</a:t>
            </a:r>
            <a:r>
              <a:rPr kumimoji="1"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polation)</a:t>
            </a:r>
            <a:endParaRPr kumimoji="1" lang="zh-CN" altLang="en-US" sz="320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4" grpId="0"/>
      <p:bldP spid="3276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E313E-A421-49B6-95ED-967747CD9A65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04835" name="Text Box 3"/>
          <p:cNvSpPr txBox="1">
            <a:spLocks noChangeArrowheads="1"/>
          </p:cNvSpPr>
          <p:nvPr/>
        </p:nvSpPr>
        <p:spPr bwMode="auto">
          <a:xfrm>
            <a:off x="323850" y="549275"/>
            <a:ext cx="826135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设 </a:t>
            </a:r>
            <a:r>
              <a:rPr lang="en-US" altLang="zh-CN" sz="280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y=f(x)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是实变量</a:t>
            </a:r>
            <a:r>
              <a:rPr lang="en-US" altLang="zh-CN" sz="280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的单值函数，且已知在给定的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n+1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个互异点处的值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即</a:t>
            </a:r>
          </a:p>
        </p:txBody>
      </p:sp>
      <p:sp>
        <p:nvSpPr>
          <p:cNvPr id="504836" name="Text Box 4"/>
          <p:cNvSpPr txBox="1">
            <a:spLocks noChangeArrowheads="1"/>
          </p:cNvSpPr>
          <p:nvPr/>
        </p:nvSpPr>
        <p:spPr bwMode="auto">
          <a:xfrm>
            <a:off x="323850" y="3141663"/>
            <a:ext cx="8261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插值的基本问题是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寻求多项式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zh-CN" sz="280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(x)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使得</a:t>
            </a:r>
          </a:p>
        </p:txBody>
      </p:sp>
      <p:sp>
        <p:nvSpPr>
          <p:cNvPr id="504837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755650" y="1916113"/>
          <a:ext cx="28130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6" name="公式" r:id="rId3" imgW="761669" imgH="228501" progId="Equation.3">
                  <p:embed/>
                </p:oleObj>
              </mc:Choice>
              <mc:Fallback>
                <p:oleObj name="公式" r:id="rId3" imgW="761669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916113"/>
                        <a:ext cx="28130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39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4284663" y="1987550"/>
          <a:ext cx="28082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7" name="公式" r:id="rId5" imgW="787400" imgH="228600" progId="Equation.3">
                  <p:embed/>
                </p:oleObj>
              </mc:Choice>
              <mc:Fallback>
                <p:oleObj name="公式" r:id="rId5" imgW="7874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987550"/>
                        <a:ext cx="28082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41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04842" name="Object 10"/>
          <p:cNvGraphicFramePr>
            <a:graphicFrameLocks noChangeAspect="1"/>
          </p:cNvGraphicFramePr>
          <p:nvPr/>
        </p:nvGraphicFramePr>
        <p:xfrm>
          <a:off x="2195513" y="4076700"/>
          <a:ext cx="417671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8" name="公式" r:id="rId7" imgW="1384300" imgH="228600" progId="Equation.3">
                  <p:embed/>
                </p:oleObj>
              </mc:Choice>
              <mc:Fallback>
                <p:oleObj name="公式" r:id="rId7" imgW="13843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76700"/>
                        <a:ext cx="4176712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4843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4844" name="Rectangle 1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04846" name="Object 14"/>
          <p:cNvGraphicFramePr>
            <a:graphicFrameLocks noChangeAspect="1"/>
          </p:cNvGraphicFramePr>
          <p:nvPr/>
        </p:nvGraphicFramePr>
        <p:xfrm>
          <a:off x="827088" y="4856163"/>
          <a:ext cx="5834062" cy="195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9" name="公式" r:id="rId9" imgW="2057400" imgH="698500" progId="Equation.3">
                  <p:embed/>
                </p:oleObj>
              </mc:Choice>
              <mc:Fallback>
                <p:oleObj name="公式" r:id="rId9" imgW="2057400" imgH="6985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56163"/>
                        <a:ext cx="5834062" cy="195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4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13C7D4-DBF4-4587-B334-3F9F409F8213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2700338" y="1770063"/>
            <a:ext cx="3716337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Linear interpolation</a:t>
            </a:r>
          </a:p>
        </p:txBody>
      </p:sp>
      <p:sp>
        <p:nvSpPr>
          <p:cNvPr id="351237" name="Rectangle 5"/>
          <p:cNvSpPr>
            <a:spLocks noChangeArrowheads="1"/>
          </p:cNvSpPr>
          <p:nvPr/>
        </p:nvSpPr>
        <p:spPr bwMode="auto">
          <a:xfrm>
            <a:off x="2627313" y="2778125"/>
            <a:ext cx="4359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Parabolic Interpolation </a:t>
            </a:r>
            <a:endParaRPr kumimoji="1" lang="zh-CN" altLang="en-US" sz="3200">
              <a:solidFill>
                <a:schemeClr val="tx1"/>
              </a:solidFill>
            </a:endParaRPr>
          </a:p>
        </p:txBody>
      </p:sp>
      <p:sp>
        <p:nvSpPr>
          <p:cNvPr id="351238" name="Rectangle 6"/>
          <p:cNvSpPr>
            <a:spLocks noChangeArrowheads="1"/>
          </p:cNvSpPr>
          <p:nvPr/>
        </p:nvSpPr>
        <p:spPr bwMode="auto">
          <a:xfrm>
            <a:off x="250825" y="1341438"/>
            <a:ext cx="49926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 Lagrange interpolation</a:t>
            </a:r>
            <a:endParaRPr lang="zh-CN" altLang="en-US" sz="32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51246" name="Group 14"/>
          <p:cNvGrpSpPr>
            <a:grpSpLocks/>
          </p:cNvGrpSpPr>
          <p:nvPr/>
        </p:nvGrpSpPr>
        <p:grpSpPr bwMode="auto">
          <a:xfrm>
            <a:off x="179388" y="3500438"/>
            <a:ext cx="4800600" cy="2595562"/>
            <a:chOff x="113" y="2205"/>
            <a:chExt cx="3024" cy="1635"/>
          </a:xfrm>
        </p:grpSpPr>
        <p:sp>
          <p:nvSpPr>
            <p:cNvPr id="351239" name="Rectangle 7"/>
            <p:cNvSpPr>
              <a:spLocks noChangeArrowheads="1"/>
            </p:cNvSpPr>
            <p:nvPr/>
          </p:nvSpPr>
          <p:spPr bwMode="auto">
            <a:xfrm>
              <a:off x="295" y="3475"/>
              <a:ext cx="223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The Aitken method</a:t>
              </a:r>
              <a:endParaRPr lang="zh-CN" altLang="en-US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753" name="Text Box 9"/>
            <p:cNvSpPr txBox="1">
              <a:spLocks noChangeArrowheads="1"/>
            </p:cNvSpPr>
            <p:nvPr/>
          </p:nvSpPr>
          <p:spPr bwMode="auto">
            <a:xfrm>
              <a:off x="113" y="2205"/>
              <a:ext cx="30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kumimoji="1" lang="en-US" altLang="zh-CN" sz="3200">
                  <a:solidFill>
                    <a:schemeClr val="tx1"/>
                  </a:solidFill>
                </a:rPr>
                <a:t>The Newton  Interpolation</a:t>
              </a:r>
            </a:p>
          </p:txBody>
        </p:sp>
        <p:sp>
          <p:nvSpPr>
            <p:cNvPr id="31754" name="Rectangle 10"/>
            <p:cNvSpPr>
              <a:spLocks noChangeArrowheads="1"/>
            </p:cNvSpPr>
            <p:nvPr/>
          </p:nvSpPr>
          <p:spPr bwMode="auto">
            <a:xfrm>
              <a:off x="204" y="2840"/>
              <a:ext cx="2575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3700">
                  <a:solidFill>
                    <a:srgbClr val="000000"/>
                  </a:solidFill>
                </a:rPr>
                <a:t>Hermite </a:t>
              </a:r>
              <a:r>
                <a:rPr kumimoji="1" lang="en-US" altLang="zh-CN" sz="3200">
                  <a:solidFill>
                    <a:schemeClr val="tx1"/>
                  </a:solidFill>
                </a:rPr>
                <a:t>Interpolation</a:t>
              </a:r>
              <a:endParaRPr lang="en-US" altLang="zh-CN">
                <a:solidFill>
                  <a:srgbClr val="000000"/>
                </a:solidFill>
              </a:endParaRPr>
            </a:p>
          </p:txBody>
        </p:sp>
      </p:grpSp>
      <p:sp>
        <p:nvSpPr>
          <p:cNvPr id="31751" name="Rectangle 11"/>
          <p:cNvSpPr>
            <a:spLocks noChangeArrowheads="1"/>
          </p:cNvSpPr>
          <p:nvPr/>
        </p:nvSpPr>
        <p:spPr bwMode="auto">
          <a:xfrm>
            <a:off x="468313" y="428625"/>
            <a:ext cx="1816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  <a:ea typeface="黑体" pitchFamily="49" charset="-122"/>
              </a:rPr>
              <a:t>插值方法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7C14A7-C33E-4EA8-A2FD-C128D6160E2C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827088" y="1989138"/>
            <a:ext cx="7620000" cy="375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Consider a given discrete data set (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kumimoji="1" lang="en-US" altLang="zh-CN" sz="3200" i="1" dirty="0" err="1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1" lang="en-US" altLang="zh-CN" sz="3200" i="1" baseline="-25000" dirty="0" err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) with </a:t>
            </a:r>
            <a:r>
              <a:rPr kumimoji="1" lang="en-US" altLang="zh-CN" sz="3200" i="1" dirty="0" err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=1,2,3,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…,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 n+1. 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The simplest way to obtain the approximation of y for 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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 ,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i+1 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] is to construct a straight line between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 and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i+1 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. Then y is given by </a:t>
            </a:r>
          </a:p>
        </p:txBody>
      </p:sp>
      <p:sp>
        <p:nvSpPr>
          <p:cNvPr id="328718" name="Rectangle 14"/>
          <p:cNvSpPr>
            <a:spLocks noChangeArrowheads="1"/>
          </p:cNvSpPr>
          <p:nvPr/>
        </p:nvSpPr>
        <p:spPr bwMode="auto">
          <a:xfrm>
            <a:off x="2843213" y="549275"/>
            <a:ext cx="3716337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Linear interpolation</a:t>
            </a:r>
          </a:p>
        </p:txBody>
      </p:sp>
      <p:sp>
        <p:nvSpPr>
          <p:cNvPr id="32773" name="Rectangle 15"/>
          <p:cNvSpPr>
            <a:spLocks noChangeArrowheads="1"/>
          </p:cNvSpPr>
          <p:nvPr/>
        </p:nvSpPr>
        <p:spPr bwMode="auto">
          <a:xfrm>
            <a:off x="827088" y="574675"/>
            <a:ext cx="2019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3600">
                <a:solidFill>
                  <a:schemeClr val="tx2"/>
                </a:solidFill>
              </a:rPr>
              <a:t>线性插值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3F371F-650B-411F-93BC-24B02E0E6107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graphicFrame>
        <p:nvGraphicFramePr>
          <p:cNvPr id="33795" name="Object 1029"/>
          <p:cNvGraphicFramePr>
            <a:graphicFrameLocks noChangeAspect="1"/>
          </p:cNvGraphicFramePr>
          <p:nvPr/>
        </p:nvGraphicFramePr>
        <p:xfrm>
          <a:off x="512763" y="627063"/>
          <a:ext cx="7504112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6" name="公式" r:id="rId3" imgW="2514600" imgH="533400" progId="Equation.3">
                  <p:embed/>
                </p:oleObj>
              </mc:Choice>
              <mc:Fallback>
                <p:oleObj name="公式" r:id="rId3" imgW="2514600" imgH="53340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627063"/>
                        <a:ext cx="7504112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2" name="Object 1030"/>
          <p:cNvGraphicFramePr>
            <a:graphicFrameLocks noChangeAspect="1"/>
          </p:cNvGraphicFramePr>
          <p:nvPr/>
        </p:nvGraphicFramePr>
        <p:xfrm>
          <a:off x="1141413" y="2362200"/>
          <a:ext cx="537527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7" name="公式" r:id="rId5" imgW="1765300" imgH="393700" progId="Equation.3">
                  <p:embed/>
                </p:oleObj>
              </mc:Choice>
              <mc:Fallback>
                <p:oleObj name="公式" r:id="rId5" imgW="1765300" imgH="3937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2362200"/>
                        <a:ext cx="537527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3" name="Rectangle 1031"/>
          <p:cNvSpPr>
            <a:spLocks noChangeArrowheads="1"/>
          </p:cNvSpPr>
          <p:nvPr/>
        </p:nvSpPr>
        <p:spPr bwMode="auto">
          <a:xfrm>
            <a:off x="533400" y="3810000"/>
            <a:ext cx="8153400" cy="282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With 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 being a parameter determined by the specific form y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(x)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 of the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 given discrete data set (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, y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).  If one draws a quadratic curve pass through 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f(x), f(x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), f(x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i+1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),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 then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BBC3F3-65C9-4DDB-8AE4-C40532936315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34819" name="Object 2"/>
          <p:cNvGraphicFramePr>
            <a:graphicFrameLocks noChangeAspect="1"/>
          </p:cNvGraphicFramePr>
          <p:nvPr/>
        </p:nvGraphicFramePr>
        <p:xfrm>
          <a:off x="684213" y="1989138"/>
          <a:ext cx="237648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7" name="Equation" r:id="rId3" imgW="660113" imgH="203112" progId="Equation.3">
                  <p:embed/>
                </p:oleObj>
              </mc:Choice>
              <mc:Fallback>
                <p:oleObj name="Equation" r:id="rId3" imgW="660113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2376487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3"/>
          <p:cNvSpPr>
            <a:spLocks noChangeArrowheads="1"/>
          </p:cNvSpPr>
          <p:nvPr/>
        </p:nvSpPr>
        <p:spPr bwMode="auto">
          <a:xfrm>
            <a:off x="3492500" y="2133600"/>
            <a:ext cx="2160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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 , 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i+1 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]</a:t>
            </a:r>
            <a:endParaRPr kumimoji="1" lang="zh-CN" altLang="en-US" sz="320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348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864548"/>
              </p:ext>
            </p:extLst>
          </p:nvPr>
        </p:nvGraphicFramePr>
        <p:xfrm>
          <a:off x="684213" y="2924944"/>
          <a:ext cx="381635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8" name="Equation" r:id="rId5" imgW="1497950" imgH="393529" progId="Equation.3">
                  <p:embed/>
                </p:oleObj>
              </mc:Choice>
              <mc:Fallback>
                <p:oleObj name="Equation" r:id="rId5" imgW="1497950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24944"/>
                        <a:ext cx="381635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5"/>
          <p:cNvGraphicFramePr>
            <a:graphicFrameLocks noChangeAspect="1"/>
          </p:cNvGraphicFramePr>
          <p:nvPr/>
        </p:nvGraphicFramePr>
        <p:xfrm>
          <a:off x="762000" y="304800"/>
          <a:ext cx="6689725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9" r:id="rId7" imgW="1815312" imgH="393529" progId="Equation.3">
                  <p:embed/>
                </p:oleObj>
              </mc:Choice>
              <mc:Fallback>
                <p:oleObj r:id="rId7" imgW="1815312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4800"/>
                        <a:ext cx="6689725" cy="143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187278"/>
              </p:ext>
            </p:extLst>
          </p:nvPr>
        </p:nvGraphicFramePr>
        <p:xfrm>
          <a:off x="5219700" y="3285306"/>
          <a:ext cx="316865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0" name="Equation" r:id="rId9" imgW="1104900" imgH="254000" progId="Equation.3">
                  <p:embed/>
                </p:oleObj>
              </mc:Choice>
              <mc:Fallback>
                <p:oleObj name="Equation" r:id="rId9" imgW="11049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285306"/>
                        <a:ext cx="316865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641292"/>
              </p:ext>
            </p:extLst>
          </p:nvPr>
        </p:nvGraphicFramePr>
        <p:xfrm>
          <a:off x="512763" y="4223519"/>
          <a:ext cx="7504112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1" name="公式" r:id="rId11" imgW="2514600" imgH="533400" progId="Equation.3">
                  <p:embed/>
                </p:oleObj>
              </mc:Choice>
              <mc:Fallback>
                <p:oleObj name="公式" r:id="rId11" imgW="2514600" imgH="533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4223519"/>
                        <a:ext cx="7504112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390681"/>
              </p:ext>
            </p:extLst>
          </p:nvPr>
        </p:nvGraphicFramePr>
        <p:xfrm>
          <a:off x="179388" y="5759276"/>
          <a:ext cx="89154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02" name="Equation" r:id="rId13" imgW="3213100" imgH="419100" progId="Equation.3">
                  <p:embed/>
                </p:oleObj>
              </mc:Choice>
              <mc:Fallback>
                <p:oleObj name="Equation" r:id="rId13" imgW="32131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759276"/>
                        <a:ext cx="89154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49158" y="5917232"/>
            <a:ext cx="1905000" cy="457200"/>
          </a:xfrm>
        </p:spPr>
        <p:txBody>
          <a:bodyPr/>
          <a:lstStyle/>
          <a:p>
            <a:pPr>
              <a:defRPr/>
            </a:pPr>
            <a:fld id="{3CA289D5-F076-42EB-91EB-31CB78546040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35843" name="Rectangle 6"/>
          <p:cNvSpPr>
            <a:spLocks noChangeArrowheads="1"/>
          </p:cNvSpPr>
          <p:nvPr/>
        </p:nvSpPr>
        <p:spPr bwMode="auto">
          <a:xfrm>
            <a:off x="323850" y="188640"/>
            <a:ext cx="1527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Example</a:t>
            </a:r>
            <a:endParaRPr kumimoji="1" lang="zh-CN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5845" name="Rectangle 8"/>
          <p:cNvSpPr>
            <a:spLocks noChangeArrowheads="1"/>
          </p:cNvSpPr>
          <p:nvPr/>
        </p:nvSpPr>
        <p:spPr bwMode="auto">
          <a:xfrm>
            <a:off x="186301" y="5657995"/>
            <a:ext cx="8305800" cy="1155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800" dirty="0">
                <a:solidFill>
                  <a:schemeClr val="tx1"/>
                </a:solidFill>
              </a:rPr>
              <a:t>Let us use linear inter</a:t>
            </a:r>
            <a:r>
              <a:rPr kumimoji="1" lang="en-US" altLang="zh-CN" sz="2800" dirty="0">
                <a:solidFill>
                  <a:schemeClr val="tx1"/>
                </a:solidFill>
                <a:ea typeface="宋体" pitchFamily="2" charset="-122"/>
              </a:rPr>
              <a:t>polation</a:t>
            </a:r>
            <a:r>
              <a:rPr kumimoji="1" lang="en-US" altLang="zh-CN" sz="28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 scheme to find the approximate  value of f(3/8). </a:t>
            </a:r>
            <a:r>
              <a:rPr kumimoji="1" lang="en-US" altLang="zh-CN" sz="2800" i="1" baseline="-25000" dirty="0">
                <a:solidFill>
                  <a:schemeClr val="tx1"/>
                </a:solidFill>
                <a:ea typeface="宋体" pitchFamily="2" charset="-122"/>
              </a:rPr>
              <a:t> </a:t>
            </a:r>
            <a:endParaRPr kumimoji="1" lang="zh-CN" altLang="en-US" sz="2800" i="1" baseline="-25000" dirty="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358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802408"/>
              </p:ext>
            </p:extLst>
          </p:nvPr>
        </p:nvGraphicFramePr>
        <p:xfrm>
          <a:off x="-7120" y="4751321"/>
          <a:ext cx="2778920" cy="837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3" name="公式" r:id="rId3" imgW="837836" imgH="253890" progId="Equation.3">
                  <p:embed/>
                </p:oleObj>
              </mc:Choice>
              <mc:Fallback>
                <p:oleObj name="公式" r:id="rId3" imgW="837836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120" y="4751321"/>
                        <a:ext cx="2778920" cy="837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Rectangle 11"/>
          <p:cNvSpPr>
            <a:spLocks noChangeArrowheads="1"/>
          </p:cNvSpPr>
          <p:nvPr/>
        </p:nvSpPr>
        <p:spPr bwMode="auto">
          <a:xfrm>
            <a:off x="175612" y="3493932"/>
            <a:ext cx="2646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f(/4)=0.7071 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 </a:t>
            </a:r>
            <a:endParaRPr kumimoji="1" lang="zh-CN" altLang="en-US" sz="3200" i="1" baseline="-250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5848" name="Rectangle 12"/>
          <p:cNvSpPr>
            <a:spLocks noChangeArrowheads="1"/>
          </p:cNvSpPr>
          <p:nvPr/>
        </p:nvSpPr>
        <p:spPr bwMode="auto">
          <a:xfrm>
            <a:off x="88188" y="4163738"/>
            <a:ext cx="2646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f(/2)=1.0000 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 </a:t>
            </a:r>
            <a:endParaRPr kumimoji="1" lang="zh-CN" altLang="en-US" sz="3200" i="1" baseline="-25000" dirty="0">
              <a:solidFill>
                <a:schemeClr val="tx1"/>
              </a:solidFill>
              <a:ea typeface="宋体" pitchFamily="2" charset="-122"/>
            </a:endParaRPr>
          </a:p>
        </p:txBody>
      </p:sp>
      <p:pic>
        <p:nvPicPr>
          <p:cNvPr id="3584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202" y="53024"/>
            <a:ext cx="6284470" cy="4888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027D9E47-02F6-4F15-AA20-C1AD0A4E0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06" y="1279911"/>
            <a:ext cx="23535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f(x)=sin(x) ; </a:t>
            </a:r>
          </a:p>
          <a:p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=/4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, </a:t>
            </a:r>
          </a:p>
          <a:p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i+1 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=/2</a:t>
            </a:r>
            <a:r>
              <a:rPr kumimoji="1" lang="en-US" altLang="zh-CN" sz="3200" i="1" baseline="-25000" dirty="0">
                <a:solidFill>
                  <a:schemeClr val="tx1"/>
                </a:solidFill>
                <a:ea typeface="宋体" pitchFamily="2" charset="-122"/>
              </a:rPr>
              <a:t> </a:t>
            </a:r>
            <a:endParaRPr kumimoji="1" lang="zh-CN" altLang="en-US" sz="3200" i="1" baseline="-2500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515A56-D835-49C1-98B5-917560ADBCC5}"/>
              </a:ext>
            </a:extLst>
          </p:cNvPr>
          <p:cNvSpPr/>
          <p:nvPr/>
        </p:nvSpPr>
        <p:spPr>
          <a:xfrm>
            <a:off x="179512" y="2924944"/>
            <a:ext cx="1766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f(3/8)=</a:t>
            </a:r>
            <a:r>
              <a:rPr kumimoji="1" lang="zh-CN" altLang="en-US" sz="2800" i="1" dirty="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？</a:t>
            </a:r>
            <a:endParaRPr lang="zh-CN" altLang="en-US" sz="28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42A004-E980-4AEF-94C7-CADE23CD2726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685800" y="420688"/>
            <a:ext cx="3235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 =f(/4)=0.7071 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 </a:t>
            </a:r>
            <a:endParaRPr kumimoji="1" lang="zh-CN" altLang="en-US" sz="3200" i="1" baseline="-250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4859338" y="404813"/>
            <a:ext cx="3521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i+1</a:t>
            </a:r>
            <a:r>
              <a:rPr kumimoji="1" lang="en-US" altLang="zh-CN" sz="32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 =f(/2)=1.0000 </a:t>
            </a:r>
            <a:r>
              <a:rPr kumimoji="1" lang="en-US" altLang="zh-CN" sz="3200" i="1" baseline="-25000">
                <a:solidFill>
                  <a:schemeClr val="tx1"/>
                </a:solidFill>
                <a:ea typeface="宋体" pitchFamily="2" charset="-122"/>
              </a:rPr>
              <a:t> </a:t>
            </a:r>
            <a:endParaRPr kumimoji="1" lang="zh-CN" altLang="en-US" sz="3200" i="1" baseline="-2500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/>
        </p:nvGraphicFramePr>
        <p:xfrm>
          <a:off x="684213" y="1196975"/>
          <a:ext cx="6335712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2" r:id="rId3" imgW="2654300" imgH="546100" progId="Equation.3">
                  <p:embed/>
                </p:oleObj>
              </mc:Choice>
              <mc:Fallback>
                <p:oleObj r:id="rId3" imgW="2654300" imgH="546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196975"/>
                        <a:ext cx="6335712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3" name="Rectangle 5"/>
          <p:cNvSpPr>
            <a:spLocks noChangeArrowheads="1"/>
          </p:cNvSpPr>
          <p:nvPr/>
        </p:nvSpPr>
        <p:spPr bwMode="auto">
          <a:xfrm>
            <a:off x="468313" y="2565400"/>
            <a:ext cx="7283450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(x)=0.7071+(x- /4) (1.0000-0.7071) /(/2- /4)</a:t>
            </a:r>
          </a:p>
        </p:txBody>
      </p:sp>
      <p:sp>
        <p:nvSpPr>
          <p:cNvPr id="329734" name="Rectangle 6"/>
          <p:cNvSpPr>
            <a:spLocks noChangeArrowheads="1"/>
          </p:cNvSpPr>
          <p:nvPr/>
        </p:nvSpPr>
        <p:spPr bwMode="auto">
          <a:xfrm>
            <a:off x="1692275" y="4292600"/>
            <a:ext cx="2836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Sin (3/8)=0.9239</a:t>
            </a:r>
            <a:endParaRPr kumimoji="1" lang="zh-CN" altLang="en-US" sz="2800" i="1">
              <a:solidFill>
                <a:schemeClr val="tx1"/>
              </a:solidFill>
              <a:ea typeface="宋体" pitchFamily="2" charset="-122"/>
              <a:sym typeface="Symbol" pitchFamily="18" charset="2"/>
            </a:endParaRPr>
          </a:p>
        </p:txBody>
      </p:sp>
      <p:graphicFrame>
        <p:nvGraphicFramePr>
          <p:cNvPr id="329735" name="Object 7"/>
          <p:cNvGraphicFramePr>
            <a:graphicFrameLocks noChangeAspect="1"/>
          </p:cNvGraphicFramePr>
          <p:nvPr/>
        </p:nvGraphicFramePr>
        <p:xfrm>
          <a:off x="468313" y="4868863"/>
          <a:ext cx="34559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3" name="Equation" r:id="rId5" imgW="1497950" imgH="393529" progId="Equation.3">
                  <p:embed/>
                </p:oleObj>
              </mc:Choice>
              <mc:Fallback>
                <p:oleObj name="Equation" r:id="rId5" imgW="1497950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868863"/>
                        <a:ext cx="3455987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6" name="Object 8"/>
          <p:cNvGraphicFramePr>
            <a:graphicFrameLocks noChangeAspect="1"/>
          </p:cNvGraphicFramePr>
          <p:nvPr/>
        </p:nvGraphicFramePr>
        <p:xfrm>
          <a:off x="5292725" y="5013325"/>
          <a:ext cx="25781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4" name="Equation" r:id="rId7" imgW="1104900" imgH="254000" progId="Equation.3">
                  <p:embed/>
                </p:oleObj>
              </mc:Choice>
              <mc:Fallback>
                <p:oleObj name="Equation" r:id="rId7" imgW="1104900" imgH="254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013325"/>
                        <a:ext cx="25781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7" name="Object 9"/>
          <p:cNvGraphicFramePr>
            <a:graphicFrameLocks noChangeAspect="1"/>
          </p:cNvGraphicFramePr>
          <p:nvPr/>
        </p:nvGraphicFramePr>
        <p:xfrm>
          <a:off x="2195513" y="5805488"/>
          <a:ext cx="423386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5" name="Equation" r:id="rId9" imgW="1916868" imgH="393529" progId="Equation.3">
                  <p:embed/>
                </p:oleObj>
              </mc:Choice>
              <mc:Fallback>
                <p:oleObj name="Equation" r:id="rId9" imgW="1916868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805488"/>
                        <a:ext cx="423386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38" name="Object 10"/>
          <p:cNvGraphicFramePr>
            <a:graphicFrameLocks noChangeAspect="1"/>
          </p:cNvGraphicFramePr>
          <p:nvPr/>
        </p:nvGraphicFramePr>
        <p:xfrm>
          <a:off x="5795963" y="4149725"/>
          <a:ext cx="201612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46" name="Equation" r:id="rId11" imgW="863225" imgH="253890" progId="Equation.3">
                  <p:embed/>
                </p:oleObj>
              </mc:Choice>
              <mc:Fallback>
                <p:oleObj name="Equation" r:id="rId11" imgW="863225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149725"/>
                        <a:ext cx="201612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50850" y="3429000"/>
            <a:ext cx="2700338" cy="65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y</a:t>
            </a: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(3/8)</a:t>
            </a:r>
            <a:r>
              <a:rPr kumimoji="1" lang="zh-CN" altLang="en-US" sz="2800" i="1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  = 0.8536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9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3" grpId="0"/>
      <p:bldP spid="329734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A40CFA-DDA9-4D75-9201-BFE0F5C0F334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332803" name="Rectangle 3"/>
          <p:cNvSpPr>
            <a:spLocks noChangeArrowheads="1"/>
          </p:cNvSpPr>
          <p:nvPr/>
        </p:nvSpPr>
        <p:spPr bwMode="auto">
          <a:xfrm>
            <a:off x="323850" y="3500438"/>
            <a:ext cx="4257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Parabolic Interpolation</a:t>
            </a:r>
            <a:endParaRPr lang="zh-CN" altLang="en-US" sz="32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7892" name="Object 5"/>
          <p:cNvGraphicFramePr>
            <a:graphicFrameLocks noChangeAspect="1"/>
          </p:cNvGraphicFramePr>
          <p:nvPr/>
        </p:nvGraphicFramePr>
        <p:xfrm>
          <a:off x="468313" y="1341438"/>
          <a:ext cx="7272337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22" name="公式" r:id="rId3" imgW="2540000" imgH="533400" progId="Equation.3">
                  <p:embed/>
                </p:oleObj>
              </mc:Choice>
              <mc:Fallback>
                <p:oleObj name="公式" r:id="rId3" imgW="25400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341438"/>
                        <a:ext cx="7272337" cy="151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2806" name="Object 6"/>
          <p:cNvGraphicFramePr>
            <a:graphicFrameLocks noChangeAspect="1"/>
          </p:cNvGraphicFramePr>
          <p:nvPr/>
        </p:nvGraphicFramePr>
        <p:xfrm>
          <a:off x="2051050" y="4581525"/>
          <a:ext cx="41973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23" name="公式" r:id="rId5" imgW="1143000" imgH="228600" progId="Equation.3">
                  <p:embed/>
                </p:oleObj>
              </mc:Choice>
              <mc:Fallback>
                <p:oleObj name="公式" r:id="rId5" imgW="1143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581525"/>
                        <a:ext cx="419735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2810" name="Rectangle 10"/>
          <p:cNvSpPr>
            <a:spLocks noChangeArrowheads="1"/>
          </p:cNvSpPr>
          <p:nvPr/>
        </p:nvSpPr>
        <p:spPr bwMode="auto">
          <a:xfrm>
            <a:off x="250825" y="327025"/>
            <a:ext cx="3014663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Linear interpolation</a:t>
            </a:r>
          </a:p>
        </p:txBody>
      </p:sp>
    </p:spTree>
    <p:extLst>
      <p:ext uri="{BB962C8B-B14F-4D97-AF65-F5344CB8AC3E}">
        <p14:creationId xmlns:p14="http://schemas.microsoft.com/office/powerpoint/2010/main" val="16576714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115F8A-3EF4-4FDA-A049-0FDDCE6831A7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graphicFrame>
        <p:nvGraphicFramePr>
          <p:cNvPr id="622594" name="Object 2"/>
          <p:cNvGraphicFramePr>
            <a:graphicFrameLocks noChangeAspect="1"/>
          </p:cNvGraphicFramePr>
          <p:nvPr/>
        </p:nvGraphicFramePr>
        <p:xfrm>
          <a:off x="895350" y="1557338"/>
          <a:ext cx="38227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9" name="公式" r:id="rId3" imgW="1726451" imgH="266584" progId="Equation.3">
                  <p:embed/>
                </p:oleObj>
              </mc:Choice>
              <mc:Fallback>
                <p:oleObj name="公式" r:id="rId3" imgW="1726451" imgH="26658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557338"/>
                        <a:ext cx="38227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595" name="Rectangle 3"/>
          <p:cNvSpPr>
            <a:spLocks noChangeArrowheads="1"/>
          </p:cNvSpPr>
          <p:nvPr/>
        </p:nvSpPr>
        <p:spPr bwMode="auto">
          <a:xfrm>
            <a:off x="98425" y="3786188"/>
            <a:ext cx="4257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Parabolic Interpolation</a:t>
            </a:r>
            <a:endParaRPr lang="zh-CN" altLang="en-US" sz="32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3346450" y="188913"/>
          <a:ext cx="57975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0" name="公式" r:id="rId5" imgW="2540000" imgH="533400" progId="Equation.3">
                  <p:embed/>
                </p:oleObj>
              </mc:Choice>
              <mc:Fallback>
                <p:oleObj name="公式" r:id="rId5" imgW="25400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188913"/>
                        <a:ext cx="579755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597" name="Object 5"/>
          <p:cNvGraphicFramePr>
            <a:graphicFrameLocks noChangeAspect="1"/>
          </p:cNvGraphicFramePr>
          <p:nvPr/>
        </p:nvGraphicFramePr>
        <p:xfrm>
          <a:off x="0" y="4616450"/>
          <a:ext cx="91440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1" name="Equation" r:id="rId7" imgW="5080000" imgH="533400" progId="Equation.3">
                  <p:embed/>
                </p:oleObj>
              </mc:Choice>
              <mc:Fallback>
                <p:oleObj name="Equation" r:id="rId7" imgW="50800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16450"/>
                        <a:ext cx="91440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598" name="Object 6"/>
          <p:cNvGraphicFramePr>
            <a:graphicFrameLocks noChangeAspect="1"/>
          </p:cNvGraphicFramePr>
          <p:nvPr/>
        </p:nvGraphicFramePr>
        <p:xfrm>
          <a:off x="539750" y="5878513"/>
          <a:ext cx="331152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2" name="Equation" r:id="rId9" imgW="1485900" imgH="292100" progId="Equation.3">
                  <p:embed/>
                </p:oleObj>
              </mc:Choice>
              <mc:Fallback>
                <p:oleObj name="Equation" r:id="rId9" imgW="1485900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878513"/>
                        <a:ext cx="3311525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599" name="Object 7"/>
          <p:cNvGraphicFramePr>
            <a:graphicFrameLocks noChangeAspect="1"/>
          </p:cNvGraphicFramePr>
          <p:nvPr/>
        </p:nvGraphicFramePr>
        <p:xfrm>
          <a:off x="5076825" y="5876925"/>
          <a:ext cx="20161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3" name="Equation" r:id="rId11" imgW="799753" imgH="253890" progId="Equation.3">
                  <p:embed/>
                </p:oleObj>
              </mc:Choice>
              <mc:Fallback>
                <p:oleObj name="Equation" r:id="rId11" imgW="799753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876925"/>
                        <a:ext cx="201612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00" name="Rectangle 8"/>
          <p:cNvSpPr>
            <a:spLocks noChangeArrowheads="1"/>
          </p:cNvSpPr>
          <p:nvPr/>
        </p:nvSpPr>
        <p:spPr bwMode="auto">
          <a:xfrm>
            <a:off x="250825" y="327025"/>
            <a:ext cx="3014663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Linear interpolation</a:t>
            </a:r>
          </a:p>
        </p:txBody>
      </p:sp>
      <p:graphicFrame>
        <p:nvGraphicFramePr>
          <p:cNvPr id="38922" name="Object 9"/>
          <p:cNvGraphicFramePr>
            <a:graphicFrameLocks noChangeAspect="1"/>
          </p:cNvGraphicFramePr>
          <p:nvPr/>
        </p:nvGraphicFramePr>
        <p:xfrm>
          <a:off x="5724525" y="1557338"/>
          <a:ext cx="324008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4" name="Equation" r:id="rId13" imgW="1497950" imgH="393529" progId="Equation.3">
                  <p:embed/>
                </p:oleObj>
              </mc:Choice>
              <mc:Fallback>
                <p:oleObj name="Equation" r:id="rId13" imgW="1497950" imgH="39352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557338"/>
                        <a:ext cx="324008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0"/>
          <p:cNvGraphicFramePr>
            <a:graphicFrameLocks noChangeAspect="1"/>
          </p:cNvGraphicFramePr>
          <p:nvPr/>
        </p:nvGraphicFramePr>
        <p:xfrm>
          <a:off x="5867400" y="2565400"/>
          <a:ext cx="24177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5" name="Equation" r:id="rId15" imgW="1104900" imgH="254000" progId="Equation.3">
                  <p:embed/>
                </p:oleObj>
              </mc:Choice>
              <mc:Fallback>
                <p:oleObj name="Equation" r:id="rId15" imgW="1104900" imgH="254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565400"/>
                        <a:ext cx="241776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2603" name="Object 11"/>
          <p:cNvGraphicFramePr>
            <a:graphicFrameLocks noChangeAspect="1"/>
          </p:cNvGraphicFramePr>
          <p:nvPr/>
        </p:nvGraphicFramePr>
        <p:xfrm>
          <a:off x="179388" y="2470150"/>
          <a:ext cx="5256212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6" name="公式" r:id="rId17" imgW="2374900" imgH="533400" progId="Equation.3">
                  <p:embed/>
                </p:oleObj>
              </mc:Choice>
              <mc:Fallback>
                <p:oleObj name="公式" r:id="rId17" imgW="2374900" imgH="533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470150"/>
                        <a:ext cx="5256212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2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2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2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2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2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2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2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2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2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0FCBC-7E2F-4E40-820E-01C965090D80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228600" y="304800"/>
            <a:ext cx="7620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200">
                <a:solidFill>
                  <a:schemeClr val="tx1"/>
                </a:solidFill>
              </a:rPr>
              <a:t>The </a:t>
            </a:r>
            <a:r>
              <a:rPr kumimoji="1" lang="en-US" altLang="zh-CN" sz="3200" i="1">
                <a:solidFill>
                  <a:schemeClr val="tx1"/>
                </a:solidFill>
              </a:rPr>
              <a:t>Lagrange</a:t>
            </a:r>
            <a:r>
              <a:rPr kumimoji="1" lang="en-US" altLang="zh-CN" sz="3200">
                <a:solidFill>
                  <a:schemeClr val="tx1"/>
                </a:solidFill>
              </a:rPr>
              <a:t> 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</a:t>
            </a:r>
          </a:p>
        </p:txBody>
      </p:sp>
      <p:graphicFrame>
        <p:nvGraphicFramePr>
          <p:cNvPr id="39940" name="Object 10"/>
          <p:cNvGraphicFramePr>
            <a:graphicFrameLocks noChangeAspect="1"/>
          </p:cNvGraphicFramePr>
          <p:nvPr/>
        </p:nvGraphicFramePr>
        <p:xfrm>
          <a:off x="20638" y="5257800"/>
          <a:ext cx="90265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9" name="公式" r:id="rId3" imgW="5143500" imgH="533400" progId="Equation.3">
                  <p:embed/>
                </p:oleObj>
              </mc:Choice>
              <mc:Fallback>
                <p:oleObj name="公式" r:id="rId3" imgW="5143500" imgH="533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8" y="5257800"/>
                        <a:ext cx="90265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1"/>
          <p:cNvGraphicFramePr>
            <a:graphicFrameLocks noChangeAspect="1"/>
          </p:cNvGraphicFramePr>
          <p:nvPr/>
        </p:nvGraphicFramePr>
        <p:xfrm>
          <a:off x="1003300" y="3716338"/>
          <a:ext cx="4975225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0" name="公式" r:id="rId5" imgW="2387600" imgH="533400" progId="Equation.3">
                  <p:embed/>
                </p:oleObj>
              </mc:Choice>
              <mc:Fallback>
                <p:oleObj name="公式" r:id="rId5" imgW="2387600" imgH="533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3716338"/>
                        <a:ext cx="4975225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12"/>
          <p:cNvSpPr>
            <a:spLocks noChangeArrowheads="1"/>
          </p:cNvSpPr>
          <p:nvPr/>
        </p:nvSpPr>
        <p:spPr bwMode="auto">
          <a:xfrm>
            <a:off x="395288" y="1196975"/>
            <a:ext cx="7620000" cy="213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200" b="0">
                <a:solidFill>
                  <a:schemeClr val="tx1"/>
                </a:solidFill>
                <a:ea typeface="宋体" pitchFamily="2" charset="-122"/>
              </a:rPr>
              <a:t>Consider a given discrete data set (</a:t>
            </a:r>
            <a:r>
              <a:rPr kumimoji="1" lang="en-US" altLang="zh-CN" sz="3200" b="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3200" b="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b="0" i="1">
                <a:solidFill>
                  <a:schemeClr val="tx1"/>
                </a:solidFill>
                <a:ea typeface="宋体" pitchFamily="2" charset="-122"/>
              </a:rPr>
              <a:t>, y</a:t>
            </a:r>
            <a:r>
              <a:rPr kumimoji="1" lang="en-US" altLang="zh-CN" sz="3200" b="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3200" b="0">
                <a:solidFill>
                  <a:schemeClr val="tx1"/>
                </a:solidFill>
                <a:ea typeface="宋体" pitchFamily="2" charset="-122"/>
              </a:rPr>
              <a:t>) with </a:t>
            </a:r>
            <a:r>
              <a:rPr kumimoji="1" lang="en-US" altLang="zh-CN" sz="3200" b="0" i="1">
                <a:solidFill>
                  <a:schemeClr val="tx1"/>
                </a:solidFill>
                <a:ea typeface="宋体" pitchFamily="2" charset="-122"/>
              </a:rPr>
              <a:t>i=1,2,3, </a:t>
            </a:r>
            <a:r>
              <a:rPr kumimoji="1" lang="en-US" altLang="zh-CN" sz="3200" b="0" i="1">
                <a:solidFill>
                  <a:schemeClr val="tx1"/>
                </a:solidFill>
                <a:ea typeface="宋体" pitchFamily="2" charset="-122"/>
                <a:cs typeface="Times New Roman" pitchFamily="18" charset="0"/>
              </a:rPr>
              <a:t>…,</a:t>
            </a:r>
            <a:r>
              <a:rPr kumimoji="1" lang="en-US" altLang="zh-CN" sz="3200" b="0" i="1">
                <a:solidFill>
                  <a:schemeClr val="tx1"/>
                </a:solidFill>
                <a:ea typeface="宋体" pitchFamily="2" charset="-122"/>
              </a:rPr>
              <a:t> n+1. </a:t>
            </a:r>
            <a:r>
              <a:rPr kumimoji="1" lang="en-US" altLang="zh-CN" sz="3200" b="0">
                <a:solidFill>
                  <a:schemeClr val="tx1"/>
                </a:solidFill>
                <a:ea typeface="宋体" pitchFamily="2" charset="-122"/>
              </a:rPr>
              <a:t>In order to obtain the generalized </a:t>
            </a:r>
            <a:r>
              <a:rPr kumimoji="1" lang="en-US" altLang="zh-CN" sz="3200" b="0">
                <a:solidFill>
                  <a:schemeClr val="tx1"/>
                </a:solidFill>
              </a:rPr>
              <a:t>inter</a:t>
            </a:r>
            <a:r>
              <a:rPr kumimoji="1" lang="en-US" altLang="zh-CN" sz="3200" b="0">
                <a:solidFill>
                  <a:schemeClr val="tx1"/>
                </a:solidFill>
                <a:ea typeface="宋体" pitchFamily="2" charset="-122"/>
              </a:rPr>
              <a:t>polation formula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3AABE5-F9CC-4F6A-99D4-5F59E7E13E3A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392113" y="836613"/>
          <a:ext cx="8828087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8" name="公式" r:id="rId3" imgW="3670300" imgH="2082800" progId="Equation.3">
                  <p:embed/>
                </p:oleObj>
              </mc:Choice>
              <mc:Fallback>
                <p:oleObj name="公式" r:id="rId3" imgW="3670300" imgH="208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836613"/>
                        <a:ext cx="8828087" cy="487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C7A7A6-F912-4143-B718-4C5874AD86CB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250825" y="476250"/>
          <a:ext cx="8828088" cy="487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2" name="公式" r:id="rId3" imgW="3670300" imgH="2082800" progId="Equation.3">
                  <p:embed/>
                </p:oleObj>
              </mc:Choice>
              <mc:Fallback>
                <p:oleObj name="公式" r:id="rId3" imgW="3670300" imgH="2082800" progId="Equation.3">
                  <p:embed/>
                  <p:pic>
                    <p:nvPicPr>
                      <p:cNvPr id="624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76250"/>
                        <a:ext cx="8828088" cy="487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8" name="对象 1"/>
          <p:cNvGraphicFramePr>
            <a:graphicFrameLocks noChangeAspect="1"/>
          </p:cNvGraphicFramePr>
          <p:nvPr/>
        </p:nvGraphicFramePr>
        <p:xfrm>
          <a:off x="900113" y="5632450"/>
          <a:ext cx="691197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3" name="公式" r:id="rId5" imgW="2768600" imgH="419100" progId="Equation.3">
                  <p:embed/>
                </p:oleObj>
              </mc:Choice>
              <mc:Fallback>
                <p:oleObj name="公式" r:id="rId5" imgW="2768600" imgH="419100" progId="Equation.3">
                  <p:embed/>
                  <p:pic>
                    <p:nvPicPr>
                      <p:cNvPr id="62468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32450"/>
                        <a:ext cx="6911975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815318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9173E1-9DC9-4530-84EC-6B27CD5D1438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graphicFrame>
        <p:nvGraphicFramePr>
          <p:cNvPr id="43011" name="Object 2"/>
          <p:cNvGraphicFramePr>
            <a:graphicFrameLocks noChangeAspect="1"/>
          </p:cNvGraphicFramePr>
          <p:nvPr/>
        </p:nvGraphicFramePr>
        <p:xfrm>
          <a:off x="900113" y="419100"/>
          <a:ext cx="691197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3" name="公式" r:id="rId3" imgW="2768600" imgH="419100" progId="Equation.3">
                  <p:embed/>
                </p:oleObj>
              </mc:Choice>
              <mc:Fallback>
                <p:oleObj name="公式" r:id="rId3" imgW="27686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19100"/>
                        <a:ext cx="6911975" cy="1036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3"/>
          <p:cNvGraphicFramePr>
            <a:graphicFrameLocks noChangeAspect="1"/>
          </p:cNvGraphicFramePr>
          <p:nvPr/>
        </p:nvGraphicFramePr>
        <p:xfrm>
          <a:off x="1403350" y="1989138"/>
          <a:ext cx="19446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4" name="Equation" r:id="rId5" imgW="800100" imgH="228600" progId="Equation.3">
                  <p:embed/>
                </p:oleObj>
              </mc:Choice>
              <mc:Fallback>
                <p:oleObj name="Equation" r:id="rId5" imgW="8001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989138"/>
                        <a:ext cx="194468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4643438" y="2060575"/>
            <a:ext cx="19288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a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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28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 , </a:t>
            </a: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2800" i="1" baseline="-25000">
                <a:solidFill>
                  <a:schemeClr val="tx1"/>
                </a:solidFill>
                <a:ea typeface="宋体" pitchFamily="2" charset="-122"/>
              </a:rPr>
              <a:t>i+1 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]</a:t>
            </a:r>
            <a:endParaRPr kumimoji="1" lang="zh-CN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43014" name="Object 5"/>
          <p:cNvGraphicFramePr>
            <a:graphicFrameLocks noChangeAspect="1"/>
          </p:cNvGraphicFramePr>
          <p:nvPr/>
        </p:nvGraphicFramePr>
        <p:xfrm>
          <a:off x="638175" y="3213100"/>
          <a:ext cx="41243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5" name="公式" r:id="rId7" imgW="1498600" imgH="419100" progId="Equation.3">
                  <p:embed/>
                </p:oleObj>
              </mc:Choice>
              <mc:Fallback>
                <p:oleObj name="公式" r:id="rId7" imgW="14986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" y="3213100"/>
                        <a:ext cx="41243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6"/>
          <p:cNvGraphicFramePr>
            <a:graphicFrameLocks noChangeAspect="1"/>
          </p:cNvGraphicFramePr>
          <p:nvPr/>
        </p:nvGraphicFramePr>
        <p:xfrm>
          <a:off x="914400" y="4724400"/>
          <a:ext cx="370998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6" name="公式" r:id="rId9" imgW="1257300" imgH="279400" progId="Equation.3">
                  <p:embed/>
                </p:oleObj>
              </mc:Choice>
              <mc:Fallback>
                <p:oleObj name="公式" r:id="rId9" imgW="12573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724400"/>
                        <a:ext cx="370998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Rectangle 7"/>
          <p:cNvSpPr>
            <a:spLocks noChangeArrowheads="1"/>
          </p:cNvSpPr>
          <p:nvPr/>
        </p:nvSpPr>
        <p:spPr bwMode="auto">
          <a:xfrm>
            <a:off x="5943600" y="5486400"/>
            <a:ext cx="1928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  <a:sym typeface="Symbol" pitchFamily="18" charset="2"/>
              </a:rPr>
              <a:t>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2800" i="1" baseline="-25000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 , </a:t>
            </a:r>
            <a:r>
              <a:rPr kumimoji="1" lang="en-US" altLang="zh-CN" sz="2800" i="1">
                <a:solidFill>
                  <a:schemeClr val="tx1"/>
                </a:solidFill>
                <a:ea typeface="宋体" pitchFamily="2" charset="-122"/>
              </a:rPr>
              <a:t>x</a:t>
            </a:r>
            <a:r>
              <a:rPr kumimoji="1" lang="en-US" altLang="zh-CN" sz="2800" i="1" baseline="-25000">
                <a:solidFill>
                  <a:schemeClr val="tx1"/>
                </a:solidFill>
                <a:ea typeface="宋体" pitchFamily="2" charset="-122"/>
              </a:rPr>
              <a:t>i+1 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]</a:t>
            </a:r>
            <a:endParaRPr kumimoji="1" lang="zh-CN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1223F6-5542-464C-8AF3-D8E8A83AAB27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623618" name="Object 2"/>
          <p:cNvGraphicFramePr>
            <a:graphicFrameLocks noChangeAspect="1"/>
          </p:cNvGraphicFramePr>
          <p:nvPr/>
        </p:nvGraphicFramePr>
        <p:xfrm>
          <a:off x="395288" y="4508500"/>
          <a:ext cx="3024187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5" name="公式" r:id="rId3" imgW="1002865" imgH="431613" progId="Equation.3">
                  <p:embed/>
                </p:oleObj>
              </mc:Choice>
              <mc:Fallback>
                <p:oleObj name="公式" r:id="rId3" imgW="1002865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08500"/>
                        <a:ext cx="3024187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19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3620" name="Rectangle 4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4038" name="Object 5"/>
          <p:cNvGraphicFramePr>
            <a:graphicFrameLocks noChangeAspect="1"/>
          </p:cNvGraphicFramePr>
          <p:nvPr/>
        </p:nvGraphicFramePr>
        <p:xfrm>
          <a:off x="468313" y="620713"/>
          <a:ext cx="7794625" cy="338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6" name="公式" r:id="rId5" imgW="2857500" imgH="1231900" progId="Equation.3">
                  <p:embed/>
                </p:oleObj>
              </mc:Choice>
              <mc:Fallback>
                <p:oleObj name="公式" r:id="rId5" imgW="2857500" imgH="1231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20713"/>
                        <a:ext cx="7794625" cy="338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625" name="Rectangle 9"/>
          <p:cNvSpPr>
            <a:spLocks noChangeArrowheads="1"/>
          </p:cNvSpPr>
          <p:nvPr/>
        </p:nvSpPr>
        <p:spPr bwMode="auto">
          <a:xfrm>
            <a:off x="7251700" y="5646738"/>
            <a:ext cx="9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 b="0">
                <a:solidFill>
                  <a:srgbClr val="000000"/>
                </a:solidFill>
              </a:rPr>
              <a:t> 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623627" name="Object 11"/>
          <p:cNvGraphicFramePr>
            <a:graphicFrameLocks noChangeAspect="1"/>
          </p:cNvGraphicFramePr>
          <p:nvPr/>
        </p:nvGraphicFramePr>
        <p:xfrm>
          <a:off x="4194175" y="3330575"/>
          <a:ext cx="42640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7" name="公式" r:id="rId7" imgW="1549400" imgH="419100" progId="Equation.3">
                  <p:embed/>
                </p:oleObj>
              </mc:Choice>
              <mc:Fallback>
                <p:oleObj name="公式" r:id="rId7" imgW="15494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3330575"/>
                        <a:ext cx="42640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28" name="Object 12"/>
          <p:cNvGraphicFramePr>
            <a:graphicFrameLocks noChangeAspect="1"/>
          </p:cNvGraphicFramePr>
          <p:nvPr/>
        </p:nvGraphicFramePr>
        <p:xfrm>
          <a:off x="4540250" y="4841875"/>
          <a:ext cx="370998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8" name="公式" r:id="rId9" imgW="1257300" imgH="279400" progId="Equation.3">
                  <p:embed/>
                </p:oleObj>
              </mc:Choice>
              <mc:Fallback>
                <p:oleObj name="公式" r:id="rId9" imgW="1257300" imgH="279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4841875"/>
                        <a:ext cx="370998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3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3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3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3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3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3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9A3B81-50CA-4D52-93A0-3DD83AAE2DF6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45059" name="Object 2"/>
          <p:cNvGraphicFramePr>
            <a:graphicFrameLocks noChangeAspect="1"/>
          </p:cNvGraphicFramePr>
          <p:nvPr/>
        </p:nvGraphicFramePr>
        <p:xfrm>
          <a:off x="2268538" y="260350"/>
          <a:ext cx="41036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2" name="公式" r:id="rId3" imgW="1701800" imgH="215900" progId="Equation.3">
                  <p:embed/>
                </p:oleObj>
              </mc:Choice>
              <mc:Fallback>
                <p:oleObj name="公式" r:id="rId3" imgW="17018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0350"/>
                        <a:ext cx="410368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3"/>
          <p:cNvGraphicFramePr>
            <a:graphicFrameLocks noChangeAspect="1"/>
          </p:cNvGraphicFramePr>
          <p:nvPr/>
        </p:nvGraphicFramePr>
        <p:xfrm>
          <a:off x="7308850" y="260350"/>
          <a:ext cx="9366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3" name="公式" r:id="rId5" imgW="330057" imgH="215806" progId="Equation.3">
                  <p:embed/>
                </p:oleObj>
              </mc:Choice>
              <mc:Fallback>
                <p:oleObj name="公式" r:id="rId5" imgW="330057" imgH="21580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60350"/>
                        <a:ext cx="9366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0" name="Object 4"/>
          <p:cNvGraphicFramePr>
            <a:graphicFrameLocks noChangeAspect="1"/>
          </p:cNvGraphicFramePr>
          <p:nvPr/>
        </p:nvGraphicFramePr>
        <p:xfrm>
          <a:off x="2987675" y="1690688"/>
          <a:ext cx="45354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4" name="公式" r:id="rId7" imgW="1422400" imgH="228600" progId="Equation.3">
                  <p:embed/>
                </p:oleObj>
              </mc:Choice>
              <mc:Fallback>
                <p:oleObj name="公式" r:id="rId7" imgW="1422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690688"/>
                        <a:ext cx="453548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1" name="Object 5"/>
          <p:cNvGraphicFramePr>
            <a:graphicFrameLocks noChangeAspect="1"/>
          </p:cNvGraphicFramePr>
          <p:nvPr/>
        </p:nvGraphicFramePr>
        <p:xfrm>
          <a:off x="1835150" y="2565400"/>
          <a:ext cx="51847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5" name="公式" r:id="rId9" imgW="2463800" imgH="431800" progId="Equation.3">
                  <p:embed/>
                </p:oleObj>
              </mc:Choice>
              <mc:Fallback>
                <p:oleObj name="公式" r:id="rId9" imgW="24638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565400"/>
                        <a:ext cx="51847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2" name="Object 6"/>
          <p:cNvGraphicFramePr>
            <a:graphicFrameLocks noChangeAspect="1"/>
          </p:cNvGraphicFramePr>
          <p:nvPr/>
        </p:nvGraphicFramePr>
        <p:xfrm>
          <a:off x="684213" y="5949950"/>
          <a:ext cx="748823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6" name="公式" r:id="rId11" imgW="4140200" imgH="393700" progId="Equation.3">
                  <p:embed/>
                </p:oleObj>
              </mc:Choice>
              <mc:Fallback>
                <p:oleObj name="公式" r:id="rId11" imgW="41402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949950"/>
                        <a:ext cx="748823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7"/>
          <p:cNvGraphicFramePr>
            <a:graphicFrameLocks noChangeAspect="1"/>
          </p:cNvGraphicFramePr>
          <p:nvPr/>
        </p:nvGraphicFramePr>
        <p:xfrm>
          <a:off x="1116013" y="5233988"/>
          <a:ext cx="1143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7" name="公式" r:id="rId13" imgW="114151" imgH="215619" progId="Equation.3">
                  <p:embed/>
                </p:oleObj>
              </mc:Choice>
              <mc:Fallback>
                <p:oleObj name="公式" r:id="rId13" imgW="114151" imgH="21561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233988"/>
                        <a:ext cx="114300" cy="21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395288" y="188913"/>
            <a:ext cx="1517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2800">
                <a:solidFill>
                  <a:schemeClr val="tx1"/>
                </a:solidFill>
                <a:ea typeface="华文中宋" pitchFamily="2" charset="-122"/>
              </a:rPr>
              <a:t>1 </a:t>
            </a:r>
            <a:r>
              <a:rPr lang="zh-CN" altLang="en-US" sz="2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已知</a:t>
            </a:r>
            <a:endParaRPr lang="zh-CN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066" name="Rectangle 9"/>
          <p:cNvSpPr>
            <a:spLocks noChangeArrowheads="1"/>
          </p:cNvSpPr>
          <p:nvPr/>
        </p:nvSpPr>
        <p:spPr bwMode="auto">
          <a:xfrm>
            <a:off x="6227763" y="282575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。求</a:t>
            </a:r>
            <a:endParaRPr lang="zh-CN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45067" name="Rectangle 10"/>
          <p:cNvSpPr>
            <a:spLocks noChangeArrowheads="1"/>
          </p:cNvSpPr>
          <p:nvPr/>
        </p:nvSpPr>
        <p:spPr bwMode="auto">
          <a:xfrm>
            <a:off x="755650" y="765175"/>
            <a:ext cx="4054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76225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r>
              <a:rPr lang="en-US" altLang="zh-CN" sz="2800">
                <a:solidFill>
                  <a:schemeClr val="tx1"/>
                </a:solidFill>
                <a:ea typeface="华文中宋" pitchFamily="2" charset="-122"/>
              </a:rPr>
              <a:t>Lagrange</a:t>
            </a:r>
            <a:r>
              <a:rPr lang="zh-CN" altLang="en-US" sz="2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插值多项式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5068" name="Rectangle 11"/>
          <p:cNvSpPr>
            <a:spLocks noChangeArrowheads="1"/>
          </p:cNvSpPr>
          <p:nvPr/>
        </p:nvSpPr>
        <p:spPr bwMode="auto">
          <a:xfrm>
            <a:off x="1116013" y="1990725"/>
            <a:ext cx="765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200" b="0">
                <a:solidFill>
                  <a:schemeClr val="tx1"/>
                </a:solidFill>
                <a:ea typeface="华文中宋" pitchFamily="2" charset="-122"/>
              </a:rPr>
              <a:t>        </a:t>
            </a:r>
            <a:endParaRPr lang="zh-CN" altLang="en-US" sz="2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05868" name="Rectangle 12"/>
          <p:cNvSpPr>
            <a:spLocks noChangeArrowheads="1"/>
          </p:cNvSpPr>
          <p:nvPr/>
        </p:nvSpPr>
        <p:spPr bwMode="auto">
          <a:xfrm>
            <a:off x="179388" y="2565400"/>
            <a:ext cx="1438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76225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b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从而</a:t>
            </a:r>
            <a:r>
              <a:rPr lang="zh-CN" altLang="en-US" sz="2800" b="0">
                <a:solidFill>
                  <a:schemeClr val="tx1"/>
                </a:solidFill>
                <a:ea typeface="华文中宋" pitchFamily="2" charset="-122"/>
              </a:rPr>
              <a:t>   </a:t>
            </a:r>
            <a:endParaRPr lang="zh-CN" altLang="en-US" sz="2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05869" name="Rectangle 13"/>
          <p:cNvSpPr>
            <a:spLocks noChangeArrowheads="1"/>
          </p:cNvSpPr>
          <p:nvPr/>
        </p:nvSpPr>
        <p:spPr bwMode="auto">
          <a:xfrm>
            <a:off x="1116013" y="5453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5870" name="Rectangle 14"/>
          <p:cNvSpPr>
            <a:spLocks noChangeArrowheads="1"/>
          </p:cNvSpPr>
          <p:nvPr/>
        </p:nvSpPr>
        <p:spPr bwMode="auto">
          <a:xfrm>
            <a:off x="250825" y="1762125"/>
            <a:ext cx="2416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76225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 b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解</a:t>
            </a:r>
            <a:r>
              <a:rPr lang="zh-CN" altLang="en-US" sz="2800" b="0">
                <a:solidFill>
                  <a:schemeClr val="tx1"/>
                </a:solidFill>
                <a:ea typeface="华文中宋" pitchFamily="2" charset="-122"/>
              </a:rPr>
              <a:t>  </a:t>
            </a:r>
            <a:r>
              <a:rPr lang="zh-CN" altLang="en-US" sz="2800" b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依公式有</a:t>
            </a:r>
            <a:endParaRPr lang="zh-CN" altLang="en-US" sz="2800" b="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505871" name="Object 15"/>
          <p:cNvGraphicFramePr>
            <a:graphicFrameLocks noChangeAspect="1"/>
          </p:cNvGraphicFramePr>
          <p:nvPr/>
        </p:nvGraphicFramePr>
        <p:xfrm>
          <a:off x="1763713" y="3716338"/>
          <a:ext cx="590391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8" name="公式" r:id="rId15" imgW="2463800" imgH="431800" progId="Equation.3">
                  <p:embed/>
                </p:oleObj>
              </mc:Choice>
              <mc:Fallback>
                <p:oleObj name="公式" r:id="rId15" imgW="2463800" imgH="431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716338"/>
                        <a:ext cx="590391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2" name="Object 16"/>
          <p:cNvGraphicFramePr>
            <a:graphicFrameLocks noChangeAspect="1"/>
          </p:cNvGraphicFramePr>
          <p:nvPr/>
        </p:nvGraphicFramePr>
        <p:xfrm>
          <a:off x="1692275" y="4868863"/>
          <a:ext cx="5111750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79" name="公式" r:id="rId17" imgW="2171700" imgH="431800" progId="Equation.3">
                  <p:embed/>
                </p:oleObj>
              </mc:Choice>
              <mc:Fallback>
                <p:oleObj name="公式" r:id="rId17" imgW="2171700" imgH="431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868863"/>
                        <a:ext cx="5111750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73" name="Object 17"/>
          <p:cNvGraphicFramePr>
            <a:graphicFrameLocks noChangeAspect="1"/>
          </p:cNvGraphicFramePr>
          <p:nvPr/>
        </p:nvGraphicFramePr>
        <p:xfrm>
          <a:off x="5508625" y="552450"/>
          <a:ext cx="3024188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0" name="公式" r:id="rId19" imgW="1002865" imgH="431613" progId="Equation.3">
                  <p:embed/>
                </p:oleObj>
              </mc:Choice>
              <mc:Fallback>
                <p:oleObj name="公式" r:id="rId19" imgW="1002865" imgH="43161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52450"/>
                        <a:ext cx="3024188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5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5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5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5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5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5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5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5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5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8" grpId="0"/>
      <p:bldP spid="5058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789040"/>
            <a:ext cx="5534025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408738" y="5816600"/>
            <a:ext cx="1905000" cy="457200"/>
          </a:xfrm>
        </p:spPr>
        <p:txBody>
          <a:bodyPr/>
          <a:lstStyle/>
          <a:p>
            <a:pPr>
              <a:defRPr/>
            </a:pPr>
            <a:fld id="{D90DFC0D-1677-4204-A512-C757023220A2}" type="slidenum">
              <a:rPr lang="zh-CN" altLang="en-US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3975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3200" b="1"/>
              <a:t>关于</a:t>
            </a:r>
            <a:r>
              <a:rPr lang="en-US" altLang="zh-CN" sz="3200" b="1"/>
              <a:t>Langrange</a:t>
            </a:r>
            <a:r>
              <a:rPr lang="zh-CN" altLang="en-US" sz="3200" b="1"/>
              <a:t>插值的几点说明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1338" y="1549400"/>
            <a:ext cx="8134350" cy="4114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       仅与已知数据                              有关，与     的原来形式无关，但余式与            密切相关。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若         本身是一个不超过</a:t>
            </a:r>
            <a:r>
              <a:rPr lang="en-US" altLang="zh-CN" sz="2800" b="1"/>
              <a:t>n</a:t>
            </a:r>
            <a:r>
              <a:rPr lang="zh-CN" altLang="en-US" sz="2800" b="1"/>
              <a:t>次多项式，则</a:t>
            </a:r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endParaRPr lang="zh-CN" altLang="en-US" sz="2800" b="1"/>
          </a:p>
        </p:txBody>
      </p:sp>
      <p:graphicFrame>
        <p:nvGraphicFramePr>
          <p:cNvPr id="4608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06813" y="1631950"/>
          <a:ext cx="27368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7" name="公式" r:id="rId4" imgW="1308100" imgH="228600" progId="Equation.3">
                  <p:embed/>
                </p:oleObj>
              </mc:Choice>
              <mc:Fallback>
                <p:oleObj name="公式" r:id="rId4" imgW="1308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1631950"/>
                        <a:ext cx="27368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812088" y="1628775"/>
          <a:ext cx="8763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8" name="公式" r:id="rId6" imgW="342751" imgH="203112" progId="Equation.3">
                  <p:embed/>
                </p:oleObj>
              </mc:Choice>
              <mc:Fallback>
                <p:oleObj name="公式" r:id="rId6" imgW="342751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1628775"/>
                        <a:ext cx="8763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6"/>
          <p:cNvGraphicFramePr>
            <a:graphicFrameLocks noChangeAspect="1"/>
          </p:cNvGraphicFramePr>
          <p:nvPr/>
        </p:nvGraphicFramePr>
        <p:xfrm>
          <a:off x="5291138" y="2205038"/>
          <a:ext cx="8763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9" name="公式" r:id="rId8" imgW="342751" imgH="203112" progId="Equation.3">
                  <p:embed/>
                </p:oleObj>
              </mc:Choice>
              <mc:Fallback>
                <p:oleObj name="公式" r:id="rId8" imgW="342751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38" y="2205038"/>
                        <a:ext cx="8763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7"/>
          <p:cNvGraphicFramePr>
            <a:graphicFrameLocks noChangeAspect="1"/>
          </p:cNvGraphicFramePr>
          <p:nvPr/>
        </p:nvGraphicFramePr>
        <p:xfrm>
          <a:off x="715963" y="1628775"/>
          <a:ext cx="974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0" name="公式" r:id="rId10" imgW="381000" imgH="228600" progId="Equation.3">
                  <p:embed/>
                </p:oleObj>
              </mc:Choice>
              <mc:Fallback>
                <p:oleObj name="公式" r:id="rId10" imgW="381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1628775"/>
                        <a:ext cx="9747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502324"/>
              </p:ext>
            </p:extLst>
          </p:nvPr>
        </p:nvGraphicFramePr>
        <p:xfrm>
          <a:off x="323528" y="3573463"/>
          <a:ext cx="40576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1" name="公式" r:id="rId12" imgW="1587500" imgH="228600" progId="Equation.3">
                  <p:embed/>
                </p:oleObj>
              </mc:Choice>
              <mc:Fallback>
                <p:oleObj name="公式" r:id="rId12" imgW="15875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3573463"/>
                        <a:ext cx="40576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1"/>
          <p:cNvGraphicFramePr>
            <a:graphicFrameLocks noChangeAspect="1"/>
          </p:cNvGraphicFramePr>
          <p:nvPr/>
        </p:nvGraphicFramePr>
        <p:xfrm>
          <a:off x="1331913" y="2852738"/>
          <a:ext cx="8763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2" name="公式" r:id="rId14" imgW="342751" imgH="203112" progId="Equation.3">
                  <p:embed/>
                </p:oleObj>
              </mc:Choice>
              <mc:Fallback>
                <p:oleObj name="公式" r:id="rId14" imgW="342751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852738"/>
                        <a:ext cx="8763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95288" y="4508500"/>
          <a:ext cx="3024187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3" name="公式" r:id="rId15" imgW="1002865" imgH="431613" progId="Equation.3">
                  <p:embed/>
                </p:oleObj>
              </mc:Choice>
              <mc:Fallback>
                <p:oleObj name="公式" r:id="rId15" imgW="1002865" imgH="4316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08500"/>
                        <a:ext cx="3024187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A370CA-A594-4826-9805-61D285141B65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444422" name="Text Box 6"/>
          <p:cNvSpPr txBox="1">
            <a:spLocks noChangeArrowheads="1"/>
          </p:cNvSpPr>
          <p:nvPr/>
        </p:nvSpPr>
        <p:spPr bwMode="auto">
          <a:xfrm>
            <a:off x="323850" y="836613"/>
            <a:ext cx="8640763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Lagrange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插值公式的缺点是，当插值结点的个数有所变动时（例如，为了提高精度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有时需增加插值节点的个数）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Lagrange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因子就要随之发生变化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从而整个公式的结构也要发生变化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这在计算实践中是不方便的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7108" name="Object 10"/>
          <p:cNvGraphicFramePr>
            <a:graphicFrameLocks noChangeAspect="1"/>
          </p:cNvGraphicFramePr>
          <p:nvPr/>
        </p:nvGraphicFramePr>
        <p:xfrm>
          <a:off x="4643438" y="3933825"/>
          <a:ext cx="3152775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8" name="公式" r:id="rId3" imgW="1155700" imgH="558800" progId="Equation.3">
                  <p:embed/>
                </p:oleObj>
              </mc:Choice>
              <mc:Fallback>
                <p:oleObj name="公式" r:id="rId3" imgW="1155700" imgH="558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933825"/>
                        <a:ext cx="3152775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11"/>
          <p:cNvGraphicFramePr>
            <a:graphicFrameLocks noChangeAspect="1"/>
          </p:cNvGraphicFramePr>
          <p:nvPr/>
        </p:nvGraphicFramePr>
        <p:xfrm>
          <a:off x="755650" y="3789363"/>
          <a:ext cx="2881313" cy="12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9" name="公式" r:id="rId5" imgW="1002865" imgH="431613" progId="Equation.3">
                  <p:embed/>
                </p:oleObj>
              </mc:Choice>
              <mc:Fallback>
                <p:oleObj name="公式" r:id="rId5" imgW="1002865" imgH="4316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789363"/>
                        <a:ext cx="2881313" cy="1230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919388-9641-4D3D-8EE9-556E62B9236C}" type="slidenum">
              <a:rPr lang="zh-CN" altLang="en-US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624642" name="Text Box 2"/>
          <p:cNvSpPr txBox="1">
            <a:spLocks noChangeArrowheads="1"/>
          </p:cNvSpPr>
          <p:nvPr/>
        </p:nvSpPr>
        <p:spPr bwMode="auto">
          <a:xfrm>
            <a:off x="323850" y="1341438"/>
            <a:ext cx="8640763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为了克服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Lagrange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插值的上述缺点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在这一节中我们引进了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Newton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形的插值公式。</a:t>
            </a:r>
          </a:p>
        </p:txBody>
      </p:sp>
      <p:graphicFrame>
        <p:nvGraphicFramePr>
          <p:cNvPr id="48132" name="Object 3"/>
          <p:cNvGraphicFramePr>
            <a:graphicFrameLocks noChangeAspect="1"/>
          </p:cNvGraphicFramePr>
          <p:nvPr/>
        </p:nvGraphicFramePr>
        <p:xfrm>
          <a:off x="4787900" y="2276475"/>
          <a:ext cx="3152775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6" name="公式" r:id="rId3" imgW="1155700" imgH="558800" progId="Equation.3">
                  <p:embed/>
                </p:oleObj>
              </mc:Choice>
              <mc:Fallback>
                <p:oleObj name="公式" r:id="rId3" imgW="11557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276475"/>
                        <a:ext cx="3152775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4"/>
          <p:cNvGraphicFramePr>
            <a:graphicFrameLocks noChangeAspect="1"/>
          </p:cNvGraphicFramePr>
          <p:nvPr/>
        </p:nvGraphicFramePr>
        <p:xfrm>
          <a:off x="1258888" y="2492375"/>
          <a:ext cx="25717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7" name="公式" r:id="rId5" imgW="1002865" imgH="431613" progId="Equation.3">
                  <p:embed/>
                </p:oleObj>
              </mc:Choice>
              <mc:Fallback>
                <p:oleObj name="公式" r:id="rId5" imgW="1002865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492375"/>
                        <a:ext cx="257175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45" name="Text Box 5"/>
          <p:cNvSpPr txBox="1">
            <a:spLocks noChangeArrowheads="1"/>
          </p:cNvSpPr>
          <p:nvPr/>
        </p:nvSpPr>
        <p:spPr bwMode="auto">
          <a:xfrm>
            <a:off x="684213" y="501650"/>
            <a:ext cx="6946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Newton</a:t>
            </a:r>
            <a:r>
              <a:rPr lang="zh-CN" altLang="en-US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插值 </a:t>
            </a:r>
            <a:r>
              <a:rPr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kumimoji="1" lang="en-US" altLang="zh-CN" sz="3200">
                <a:solidFill>
                  <a:schemeClr val="tx1"/>
                </a:solidFill>
              </a:rPr>
              <a:t>Newton  Interpolation)</a:t>
            </a:r>
          </a:p>
        </p:txBody>
      </p:sp>
      <p:sp>
        <p:nvSpPr>
          <p:cNvPr id="624646" name="Text Box 6"/>
          <p:cNvSpPr txBox="1">
            <a:spLocks noChangeArrowheads="1"/>
          </p:cNvSpPr>
          <p:nvPr/>
        </p:nvSpPr>
        <p:spPr bwMode="auto">
          <a:xfrm>
            <a:off x="323850" y="3573463"/>
            <a:ext cx="86407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显然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 n+1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个结点上的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次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Lagrange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插值多项式也可以写成下列形式：</a:t>
            </a:r>
          </a:p>
        </p:txBody>
      </p:sp>
      <p:graphicFrame>
        <p:nvGraphicFramePr>
          <p:cNvPr id="624647" name="Object 7"/>
          <p:cNvGraphicFramePr>
            <a:graphicFrameLocks noChangeAspect="1"/>
          </p:cNvGraphicFramePr>
          <p:nvPr/>
        </p:nvGraphicFramePr>
        <p:xfrm>
          <a:off x="611188" y="5094288"/>
          <a:ext cx="6507162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38" name="公式" r:id="rId7" imgW="2006600" imgH="457200" progId="Equation.3">
                  <p:embed/>
                </p:oleObj>
              </mc:Choice>
              <mc:Fallback>
                <p:oleObj name="公式" r:id="rId7" imgW="2006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094288"/>
                        <a:ext cx="6507162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6BE5A8-2199-4042-8C30-53872917F1A1}" type="slidenum">
              <a:rPr lang="zh-CN" altLang="en-US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49155" name="Object 5"/>
          <p:cNvGraphicFramePr>
            <a:graphicFrameLocks noChangeAspect="1"/>
          </p:cNvGraphicFramePr>
          <p:nvPr/>
        </p:nvGraphicFramePr>
        <p:xfrm>
          <a:off x="1187450" y="404813"/>
          <a:ext cx="6507163" cy="222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1" name="公式" r:id="rId3" imgW="2006600" imgH="685800" progId="Equation.3">
                  <p:embed/>
                </p:oleObj>
              </mc:Choice>
              <mc:Fallback>
                <p:oleObj name="公式" r:id="rId3" imgW="20066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4813"/>
                        <a:ext cx="6507163" cy="222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6890" name="Group 10"/>
          <p:cNvGrpSpPr>
            <a:grpSpLocks/>
          </p:cNvGrpSpPr>
          <p:nvPr/>
        </p:nvGrpSpPr>
        <p:grpSpPr bwMode="auto">
          <a:xfrm>
            <a:off x="755650" y="3500438"/>
            <a:ext cx="7916863" cy="2376487"/>
            <a:chOff x="646" y="2093"/>
            <a:chExt cx="4362" cy="1232"/>
          </a:xfrm>
        </p:grpSpPr>
        <p:sp>
          <p:nvSpPr>
            <p:cNvPr id="506891" name="Line 11"/>
            <p:cNvSpPr>
              <a:spLocks noChangeShapeType="1"/>
            </p:cNvSpPr>
            <p:nvPr/>
          </p:nvSpPr>
          <p:spPr bwMode="auto">
            <a:xfrm>
              <a:off x="2024" y="2408"/>
              <a:ext cx="61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6892" name="Line 12"/>
            <p:cNvSpPr>
              <a:spLocks noChangeShapeType="1"/>
            </p:cNvSpPr>
            <p:nvPr/>
          </p:nvSpPr>
          <p:spPr bwMode="auto">
            <a:xfrm>
              <a:off x="3574" y="2408"/>
              <a:ext cx="636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06893" name="Line 13"/>
            <p:cNvSpPr>
              <a:spLocks noChangeShapeType="1"/>
            </p:cNvSpPr>
            <p:nvPr/>
          </p:nvSpPr>
          <p:spPr bwMode="auto">
            <a:xfrm>
              <a:off x="1913" y="3063"/>
              <a:ext cx="7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160" name="Rectangle 14"/>
            <p:cNvSpPr>
              <a:spLocks noChangeArrowheads="1"/>
            </p:cNvSpPr>
            <p:nvPr/>
          </p:nvSpPr>
          <p:spPr bwMode="auto">
            <a:xfrm>
              <a:off x="4169" y="2914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1" name="Rectangle 15"/>
            <p:cNvSpPr>
              <a:spLocks noChangeArrowheads="1"/>
            </p:cNvSpPr>
            <p:nvPr/>
          </p:nvSpPr>
          <p:spPr bwMode="auto">
            <a:xfrm>
              <a:off x="3966" y="2914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2" name="Rectangle 16"/>
            <p:cNvSpPr>
              <a:spLocks noChangeArrowheads="1"/>
            </p:cNvSpPr>
            <p:nvPr/>
          </p:nvSpPr>
          <p:spPr bwMode="auto">
            <a:xfrm>
              <a:off x="3333" y="2914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3" name="Rectangle 17"/>
            <p:cNvSpPr>
              <a:spLocks noChangeArrowheads="1"/>
            </p:cNvSpPr>
            <p:nvPr/>
          </p:nvSpPr>
          <p:spPr bwMode="auto">
            <a:xfrm>
              <a:off x="2720" y="2914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4" name="Rectangle 18"/>
            <p:cNvSpPr>
              <a:spLocks noChangeArrowheads="1"/>
            </p:cNvSpPr>
            <p:nvPr/>
          </p:nvSpPr>
          <p:spPr bwMode="auto">
            <a:xfrm>
              <a:off x="2326" y="3096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!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5" name="Rectangle 19"/>
            <p:cNvSpPr>
              <a:spLocks noChangeArrowheads="1"/>
            </p:cNvSpPr>
            <p:nvPr/>
          </p:nvSpPr>
          <p:spPr bwMode="auto">
            <a:xfrm>
              <a:off x="2595" y="2767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6" name="Rectangle 20"/>
            <p:cNvSpPr>
              <a:spLocks noChangeArrowheads="1"/>
            </p:cNvSpPr>
            <p:nvPr/>
          </p:nvSpPr>
          <p:spPr bwMode="auto">
            <a:xfrm>
              <a:off x="2305" y="2767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7" name="Rectangle 21"/>
            <p:cNvSpPr>
              <a:spLocks noChangeArrowheads="1"/>
            </p:cNvSpPr>
            <p:nvPr/>
          </p:nvSpPr>
          <p:spPr bwMode="auto">
            <a:xfrm>
              <a:off x="1540" y="2914"/>
              <a:ext cx="15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...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8" name="Rectangle 22"/>
            <p:cNvSpPr>
              <a:spLocks noChangeArrowheads="1"/>
            </p:cNvSpPr>
            <p:nvPr/>
          </p:nvSpPr>
          <p:spPr bwMode="auto">
            <a:xfrm>
              <a:off x="4860" y="2259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69" name="Rectangle 23"/>
            <p:cNvSpPr>
              <a:spLocks noChangeArrowheads="1"/>
            </p:cNvSpPr>
            <p:nvPr/>
          </p:nvSpPr>
          <p:spPr bwMode="auto">
            <a:xfrm>
              <a:off x="4247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0" name="Rectangle 24"/>
            <p:cNvSpPr>
              <a:spLocks noChangeArrowheads="1"/>
            </p:cNvSpPr>
            <p:nvPr/>
          </p:nvSpPr>
          <p:spPr bwMode="auto">
            <a:xfrm>
              <a:off x="3918" y="2440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!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1" name="Rectangle 25"/>
            <p:cNvSpPr>
              <a:spLocks noChangeArrowheads="1"/>
            </p:cNvSpPr>
            <p:nvPr/>
          </p:nvSpPr>
          <p:spPr bwMode="auto">
            <a:xfrm>
              <a:off x="3820" y="2440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2" name="Rectangle 26"/>
            <p:cNvSpPr>
              <a:spLocks noChangeArrowheads="1"/>
            </p:cNvSpPr>
            <p:nvPr/>
          </p:nvSpPr>
          <p:spPr bwMode="auto">
            <a:xfrm>
              <a:off x="4122" y="2112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3" name="Rectangle 27"/>
            <p:cNvSpPr>
              <a:spLocks noChangeArrowheads="1"/>
            </p:cNvSpPr>
            <p:nvPr/>
          </p:nvSpPr>
          <p:spPr bwMode="auto">
            <a:xfrm>
              <a:off x="3832" y="2112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4" name="Rectangle 28"/>
            <p:cNvSpPr>
              <a:spLocks noChangeArrowheads="1"/>
            </p:cNvSpPr>
            <p:nvPr/>
          </p:nvSpPr>
          <p:spPr bwMode="auto">
            <a:xfrm>
              <a:off x="3284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5" name="Rectangle 29"/>
            <p:cNvSpPr>
              <a:spLocks noChangeArrowheads="1"/>
            </p:cNvSpPr>
            <p:nvPr/>
          </p:nvSpPr>
          <p:spPr bwMode="auto">
            <a:xfrm>
              <a:off x="2671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6" name="Rectangle 30"/>
            <p:cNvSpPr>
              <a:spLocks noChangeArrowheads="1"/>
            </p:cNvSpPr>
            <p:nvPr/>
          </p:nvSpPr>
          <p:spPr bwMode="auto">
            <a:xfrm>
              <a:off x="2333" y="2440"/>
              <a:ext cx="6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!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7" name="Rectangle 31"/>
            <p:cNvSpPr>
              <a:spLocks noChangeArrowheads="1"/>
            </p:cNvSpPr>
            <p:nvPr/>
          </p:nvSpPr>
          <p:spPr bwMode="auto">
            <a:xfrm>
              <a:off x="2253" y="2440"/>
              <a:ext cx="1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1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8" name="Rectangle 32"/>
            <p:cNvSpPr>
              <a:spLocks noChangeArrowheads="1"/>
            </p:cNvSpPr>
            <p:nvPr/>
          </p:nvSpPr>
          <p:spPr bwMode="auto">
            <a:xfrm>
              <a:off x="2547" y="2112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79" name="Rectangle 33"/>
            <p:cNvSpPr>
              <a:spLocks noChangeArrowheads="1"/>
            </p:cNvSpPr>
            <p:nvPr/>
          </p:nvSpPr>
          <p:spPr bwMode="auto">
            <a:xfrm>
              <a:off x="2257" y="2112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0" name="Rectangle 34"/>
            <p:cNvSpPr>
              <a:spLocks noChangeArrowheads="1"/>
            </p:cNvSpPr>
            <p:nvPr/>
          </p:nvSpPr>
          <p:spPr bwMode="auto">
            <a:xfrm>
              <a:off x="1734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1" name="Rectangle 35"/>
            <p:cNvSpPr>
              <a:spLocks noChangeArrowheads="1"/>
            </p:cNvSpPr>
            <p:nvPr/>
          </p:nvSpPr>
          <p:spPr bwMode="auto">
            <a:xfrm>
              <a:off x="1444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2" name="Rectangle 36"/>
            <p:cNvSpPr>
              <a:spLocks noChangeArrowheads="1"/>
            </p:cNvSpPr>
            <p:nvPr/>
          </p:nvSpPr>
          <p:spPr bwMode="auto">
            <a:xfrm>
              <a:off x="968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3" name="Rectangle 37"/>
            <p:cNvSpPr>
              <a:spLocks noChangeArrowheads="1"/>
            </p:cNvSpPr>
            <p:nvPr/>
          </p:nvSpPr>
          <p:spPr bwMode="auto">
            <a:xfrm>
              <a:off x="765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4" name="Rectangle 38"/>
            <p:cNvSpPr>
              <a:spLocks noChangeArrowheads="1"/>
            </p:cNvSpPr>
            <p:nvPr/>
          </p:nvSpPr>
          <p:spPr bwMode="auto">
            <a:xfrm>
              <a:off x="3239" y="3057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5" name="Rectangle 39"/>
            <p:cNvSpPr>
              <a:spLocks noChangeArrowheads="1"/>
            </p:cNvSpPr>
            <p:nvPr/>
          </p:nvSpPr>
          <p:spPr bwMode="auto">
            <a:xfrm>
              <a:off x="2501" y="2910"/>
              <a:ext cx="6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6" name="Rectangle 40"/>
            <p:cNvSpPr>
              <a:spLocks noChangeArrowheads="1"/>
            </p:cNvSpPr>
            <p:nvPr/>
          </p:nvSpPr>
          <p:spPr bwMode="auto">
            <a:xfrm>
              <a:off x="2232" y="2748"/>
              <a:ext cx="4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7" name="Rectangle 41"/>
            <p:cNvSpPr>
              <a:spLocks noChangeArrowheads="1"/>
            </p:cNvSpPr>
            <p:nvPr/>
          </p:nvSpPr>
          <p:spPr bwMode="auto">
            <a:xfrm>
              <a:off x="2099" y="2748"/>
              <a:ext cx="4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8" name="Rectangle 42"/>
            <p:cNvSpPr>
              <a:spLocks noChangeArrowheads="1"/>
            </p:cNvSpPr>
            <p:nvPr/>
          </p:nvSpPr>
          <p:spPr bwMode="auto">
            <a:xfrm>
              <a:off x="4949" y="2240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89" name="Rectangle 43"/>
            <p:cNvSpPr>
              <a:spLocks noChangeArrowheads="1"/>
            </p:cNvSpPr>
            <p:nvPr/>
          </p:nvSpPr>
          <p:spPr bwMode="auto">
            <a:xfrm>
              <a:off x="4766" y="2402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0" name="Rectangle 44"/>
            <p:cNvSpPr>
              <a:spLocks noChangeArrowheads="1"/>
            </p:cNvSpPr>
            <p:nvPr/>
          </p:nvSpPr>
          <p:spPr bwMode="auto">
            <a:xfrm>
              <a:off x="4028" y="2255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1" name="Rectangle 45"/>
            <p:cNvSpPr>
              <a:spLocks noChangeArrowheads="1"/>
            </p:cNvSpPr>
            <p:nvPr/>
          </p:nvSpPr>
          <p:spPr bwMode="auto">
            <a:xfrm>
              <a:off x="3785" y="2093"/>
              <a:ext cx="3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'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2" name="Rectangle 46"/>
            <p:cNvSpPr>
              <a:spLocks noChangeArrowheads="1"/>
            </p:cNvSpPr>
            <p:nvPr/>
          </p:nvSpPr>
          <p:spPr bwMode="auto">
            <a:xfrm>
              <a:off x="3760" y="2093"/>
              <a:ext cx="3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'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3" name="Rectangle 47"/>
            <p:cNvSpPr>
              <a:spLocks noChangeArrowheads="1"/>
            </p:cNvSpPr>
            <p:nvPr/>
          </p:nvSpPr>
          <p:spPr bwMode="auto">
            <a:xfrm>
              <a:off x="3191" y="2402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4" name="Rectangle 48"/>
            <p:cNvSpPr>
              <a:spLocks noChangeArrowheads="1"/>
            </p:cNvSpPr>
            <p:nvPr/>
          </p:nvSpPr>
          <p:spPr bwMode="auto">
            <a:xfrm>
              <a:off x="2453" y="2255"/>
              <a:ext cx="6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5" name="Rectangle 49"/>
            <p:cNvSpPr>
              <a:spLocks noChangeArrowheads="1"/>
            </p:cNvSpPr>
            <p:nvPr/>
          </p:nvSpPr>
          <p:spPr bwMode="auto">
            <a:xfrm>
              <a:off x="2209" y="2093"/>
              <a:ext cx="3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'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6" name="Rectangle 50"/>
            <p:cNvSpPr>
              <a:spLocks noChangeArrowheads="1"/>
            </p:cNvSpPr>
            <p:nvPr/>
          </p:nvSpPr>
          <p:spPr bwMode="auto">
            <a:xfrm>
              <a:off x="1640" y="2402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7" name="Rectangle 51"/>
            <p:cNvSpPr>
              <a:spLocks noChangeArrowheads="1"/>
            </p:cNvSpPr>
            <p:nvPr/>
          </p:nvSpPr>
          <p:spPr bwMode="auto">
            <a:xfrm>
              <a:off x="4060" y="2914"/>
              <a:ext cx="1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8" name="Rectangle 52"/>
            <p:cNvSpPr>
              <a:spLocks noChangeArrowheads="1"/>
            </p:cNvSpPr>
            <p:nvPr/>
          </p:nvSpPr>
          <p:spPr bwMode="auto">
            <a:xfrm>
              <a:off x="3732" y="2914"/>
              <a:ext cx="135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R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199" name="Rectangle 53"/>
            <p:cNvSpPr>
              <a:spLocks noChangeArrowheads="1"/>
            </p:cNvSpPr>
            <p:nvPr/>
          </p:nvSpPr>
          <p:spPr bwMode="auto">
            <a:xfrm>
              <a:off x="3137" y="2914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0" name="Rectangle 54"/>
            <p:cNvSpPr>
              <a:spLocks noChangeArrowheads="1"/>
            </p:cNvSpPr>
            <p:nvPr/>
          </p:nvSpPr>
          <p:spPr bwMode="auto">
            <a:xfrm>
              <a:off x="2814" y="2914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1" name="Rectangle 55"/>
            <p:cNvSpPr>
              <a:spLocks noChangeArrowheads="1"/>
            </p:cNvSpPr>
            <p:nvPr/>
          </p:nvSpPr>
          <p:spPr bwMode="auto">
            <a:xfrm>
              <a:off x="2224" y="3096"/>
              <a:ext cx="11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2" name="Rectangle 56"/>
            <p:cNvSpPr>
              <a:spLocks noChangeArrowheads="1"/>
            </p:cNvSpPr>
            <p:nvPr/>
          </p:nvSpPr>
          <p:spPr bwMode="auto">
            <a:xfrm>
              <a:off x="2399" y="2767"/>
              <a:ext cx="1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3" name="Rectangle 57"/>
            <p:cNvSpPr>
              <a:spLocks noChangeArrowheads="1"/>
            </p:cNvSpPr>
            <p:nvPr/>
          </p:nvSpPr>
          <p:spPr bwMode="auto">
            <a:xfrm>
              <a:off x="1973" y="2767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4" name="Rectangle 58"/>
            <p:cNvSpPr>
              <a:spLocks noChangeArrowheads="1"/>
            </p:cNvSpPr>
            <p:nvPr/>
          </p:nvSpPr>
          <p:spPr bwMode="auto">
            <a:xfrm>
              <a:off x="4664" y="2259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5" name="Rectangle 59"/>
            <p:cNvSpPr>
              <a:spLocks noChangeArrowheads="1"/>
            </p:cNvSpPr>
            <p:nvPr/>
          </p:nvSpPr>
          <p:spPr bwMode="auto">
            <a:xfrm>
              <a:off x="4341" y="2259"/>
              <a:ext cx="1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6" name="Rectangle 60"/>
            <p:cNvSpPr>
              <a:spLocks noChangeArrowheads="1"/>
            </p:cNvSpPr>
            <p:nvPr/>
          </p:nvSpPr>
          <p:spPr bwMode="auto">
            <a:xfrm>
              <a:off x="3926" y="2112"/>
              <a:ext cx="1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7" name="Rectangle 61"/>
            <p:cNvSpPr>
              <a:spLocks noChangeArrowheads="1"/>
            </p:cNvSpPr>
            <p:nvPr/>
          </p:nvSpPr>
          <p:spPr bwMode="auto">
            <a:xfrm>
              <a:off x="3634" y="2112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8" name="Rectangle 62"/>
            <p:cNvSpPr>
              <a:spLocks noChangeArrowheads="1"/>
            </p:cNvSpPr>
            <p:nvPr/>
          </p:nvSpPr>
          <p:spPr bwMode="auto">
            <a:xfrm>
              <a:off x="3088" y="2259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09" name="Rectangle 63"/>
            <p:cNvSpPr>
              <a:spLocks noChangeArrowheads="1"/>
            </p:cNvSpPr>
            <p:nvPr/>
          </p:nvSpPr>
          <p:spPr bwMode="auto">
            <a:xfrm>
              <a:off x="2766" y="2259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0" name="Rectangle 64"/>
            <p:cNvSpPr>
              <a:spLocks noChangeArrowheads="1"/>
            </p:cNvSpPr>
            <p:nvPr/>
          </p:nvSpPr>
          <p:spPr bwMode="auto">
            <a:xfrm>
              <a:off x="2351" y="2112"/>
              <a:ext cx="10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1" name="Rectangle 65"/>
            <p:cNvSpPr>
              <a:spLocks noChangeArrowheads="1"/>
            </p:cNvSpPr>
            <p:nvPr/>
          </p:nvSpPr>
          <p:spPr bwMode="auto">
            <a:xfrm>
              <a:off x="2083" y="2112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2" name="Rectangle 66"/>
            <p:cNvSpPr>
              <a:spLocks noChangeArrowheads="1"/>
            </p:cNvSpPr>
            <p:nvPr/>
          </p:nvSpPr>
          <p:spPr bwMode="auto">
            <a:xfrm>
              <a:off x="1538" y="2259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3" name="Rectangle 67"/>
            <p:cNvSpPr>
              <a:spLocks noChangeArrowheads="1"/>
            </p:cNvSpPr>
            <p:nvPr/>
          </p:nvSpPr>
          <p:spPr bwMode="auto">
            <a:xfrm>
              <a:off x="1324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4" name="Rectangle 68"/>
            <p:cNvSpPr>
              <a:spLocks noChangeArrowheads="1"/>
            </p:cNvSpPr>
            <p:nvPr/>
          </p:nvSpPr>
          <p:spPr bwMode="auto">
            <a:xfrm>
              <a:off x="860" y="2259"/>
              <a:ext cx="1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5" name="Rectangle 69"/>
            <p:cNvSpPr>
              <a:spLocks noChangeArrowheads="1"/>
            </p:cNvSpPr>
            <p:nvPr/>
          </p:nvSpPr>
          <p:spPr bwMode="auto">
            <a:xfrm>
              <a:off x="646" y="2259"/>
              <a:ext cx="6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6" name="Rectangle 70"/>
            <p:cNvSpPr>
              <a:spLocks noChangeArrowheads="1"/>
            </p:cNvSpPr>
            <p:nvPr/>
          </p:nvSpPr>
          <p:spPr bwMode="auto">
            <a:xfrm>
              <a:off x="3869" y="3058"/>
              <a:ext cx="6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7" name="Rectangle 71"/>
            <p:cNvSpPr>
              <a:spLocks noChangeArrowheads="1"/>
            </p:cNvSpPr>
            <p:nvPr/>
          </p:nvSpPr>
          <p:spPr bwMode="auto">
            <a:xfrm>
              <a:off x="3422" y="2896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8" name="Rectangle 72"/>
            <p:cNvSpPr>
              <a:spLocks noChangeArrowheads="1"/>
            </p:cNvSpPr>
            <p:nvPr/>
          </p:nvSpPr>
          <p:spPr bwMode="auto">
            <a:xfrm>
              <a:off x="2155" y="2749"/>
              <a:ext cx="6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19" name="Rectangle 73"/>
            <p:cNvSpPr>
              <a:spLocks noChangeArrowheads="1"/>
            </p:cNvSpPr>
            <p:nvPr/>
          </p:nvSpPr>
          <p:spPr bwMode="auto">
            <a:xfrm>
              <a:off x="3554" y="2888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0" name="Rectangle 74"/>
            <p:cNvSpPr>
              <a:spLocks noChangeArrowheads="1"/>
            </p:cNvSpPr>
            <p:nvPr/>
          </p:nvSpPr>
          <p:spPr bwMode="auto">
            <a:xfrm>
              <a:off x="2959" y="2888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1" name="Rectangle 75"/>
            <p:cNvSpPr>
              <a:spLocks noChangeArrowheads="1"/>
            </p:cNvSpPr>
            <p:nvPr/>
          </p:nvSpPr>
          <p:spPr bwMode="auto">
            <a:xfrm>
              <a:off x="1739" y="2888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2" name="Rectangle 76"/>
            <p:cNvSpPr>
              <a:spLocks noChangeArrowheads="1"/>
            </p:cNvSpPr>
            <p:nvPr/>
          </p:nvSpPr>
          <p:spPr bwMode="auto">
            <a:xfrm>
              <a:off x="1384" y="2888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3" name="Rectangle 77"/>
            <p:cNvSpPr>
              <a:spLocks noChangeArrowheads="1"/>
            </p:cNvSpPr>
            <p:nvPr/>
          </p:nvSpPr>
          <p:spPr bwMode="auto">
            <a:xfrm>
              <a:off x="4486" y="2233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4" name="Rectangle 78"/>
            <p:cNvSpPr>
              <a:spLocks noChangeArrowheads="1"/>
            </p:cNvSpPr>
            <p:nvPr/>
          </p:nvSpPr>
          <p:spPr bwMode="auto">
            <a:xfrm>
              <a:off x="3400" y="2233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5" name="Rectangle 79"/>
            <p:cNvSpPr>
              <a:spLocks noChangeArrowheads="1"/>
            </p:cNvSpPr>
            <p:nvPr/>
          </p:nvSpPr>
          <p:spPr bwMode="auto">
            <a:xfrm>
              <a:off x="2911" y="2233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6" name="Rectangle 80"/>
            <p:cNvSpPr>
              <a:spLocks noChangeArrowheads="1"/>
            </p:cNvSpPr>
            <p:nvPr/>
          </p:nvSpPr>
          <p:spPr bwMode="auto">
            <a:xfrm>
              <a:off x="1850" y="2233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227" name="Rectangle 81"/>
            <p:cNvSpPr>
              <a:spLocks noChangeArrowheads="1"/>
            </p:cNvSpPr>
            <p:nvPr/>
          </p:nvSpPr>
          <p:spPr bwMode="auto">
            <a:xfrm>
              <a:off x="1099" y="2233"/>
              <a:ext cx="11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=</a:t>
              </a:r>
              <a:endParaRPr lang="en-US" altLang="zh-CN" sz="180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B27539-8050-4776-B87E-F9F52CAC16FD}" type="slidenum">
              <a:rPr lang="zh-CN" altLang="en-US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564231" name="Rectangle 7"/>
          <p:cNvSpPr>
            <a:spLocks noChangeArrowheads="1"/>
          </p:cNvSpPr>
          <p:nvPr/>
        </p:nvSpPr>
        <p:spPr bwMode="auto">
          <a:xfrm>
            <a:off x="395288" y="260350"/>
            <a:ext cx="12239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zh-CN" altLang="en-US" sz="34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差商</a:t>
            </a:r>
            <a:r>
              <a:rPr lang="en-US" altLang="zh-CN" sz="34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: 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4234" name="Rectangle 10"/>
          <p:cNvSpPr>
            <a:spLocks noChangeArrowheads="1"/>
          </p:cNvSpPr>
          <p:nvPr/>
        </p:nvSpPr>
        <p:spPr bwMode="auto">
          <a:xfrm>
            <a:off x="4257675" y="712788"/>
            <a:ext cx="1079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400">
                <a:solidFill>
                  <a:srgbClr val="000000"/>
                </a:solidFill>
              </a:rPr>
              <a:t> 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0181" name="Group 96"/>
          <p:cNvGrpSpPr>
            <a:grpSpLocks/>
          </p:cNvGrpSpPr>
          <p:nvPr/>
        </p:nvGrpSpPr>
        <p:grpSpPr bwMode="auto">
          <a:xfrm>
            <a:off x="2757488" y="3481388"/>
            <a:ext cx="5000625" cy="1054100"/>
            <a:chOff x="1737" y="2110"/>
            <a:chExt cx="3150" cy="664"/>
          </a:xfrm>
        </p:grpSpPr>
        <p:sp>
          <p:nvSpPr>
            <p:cNvPr id="564239" name="Line 15"/>
            <p:cNvSpPr>
              <a:spLocks noChangeShapeType="1"/>
            </p:cNvSpPr>
            <p:nvPr/>
          </p:nvSpPr>
          <p:spPr bwMode="auto">
            <a:xfrm>
              <a:off x="1737" y="2433"/>
              <a:ext cx="175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4248" name="Rectangle 24"/>
            <p:cNvSpPr>
              <a:spLocks noChangeArrowheads="1"/>
            </p:cNvSpPr>
            <p:nvPr/>
          </p:nvSpPr>
          <p:spPr bwMode="auto">
            <a:xfrm>
              <a:off x="4810" y="2284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9" name="Rectangle 25"/>
            <p:cNvSpPr>
              <a:spLocks noChangeArrowheads="1"/>
            </p:cNvSpPr>
            <p:nvPr/>
          </p:nvSpPr>
          <p:spPr bwMode="auto">
            <a:xfrm>
              <a:off x="4435" y="2284"/>
              <a:ext cx="5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0" name="Rectangle 26"/>
            <p:cNvSpPr>
              <a:spLocks noChangeArrowheads="1"/>
            </p:cNvSpPr>
            <p:nvPr/>
          </p:nvSpPr>
          <p:spPr bwMode="auto">
            <a:xfrm>
              <a:off x="4036" y="2284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1" name="Rectangle 27"/>
            <p:cNvSpPr>
              <a:spLocks noChangeArrowheads="1"/>
            </p:cNvSpPr>
            <p:nvPr/>
          </p:nvSpPr>
          <p:spPr bwMode="auto">
            <a:xfrm>
              <a:off x="3373" y="213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2" name="Rectangle 28"/>
            <p:cNvSpPr>
              <a:spLocks noChangeArrowheads="1"/>
            </p:cNvSpPr>
            <p:nvPr/>
          </p:nvSpPr>
          <p:spPr bwMode="auto">
            <a:xfrm>
              <a:off x="3004" y="213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3" name="Rectangle 29"/>
            <p:cNvSpPr>
              <a:spLocks noChangeArrowheads="1"/>
            </p:cNvSpPr>
            <p:nvPr/>
          </p:nvSpPr>
          <p:spPr bwMode="auto">
            <a:xfrm>
              <a:off x="2388" y="213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4" name="Rectangle 30"/>
            <p:cNvSpPr>
              <a:spLocks noChangeArrowheads="1"/>
            </p:cNvSpPr>
            <p:nvPr/>
          </p:nvSpPr>
          <p:spPr bwMode="auto">
            <a:xfrm>
              <a:off x="1984" y="213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2" name="Rectangle 38"/>
            <p:cNvSpPr>
              <a:spLocks noChangeArrowheads="1"/>
            </p:cNvSpPr>
            <p:nvPr/>
          </p:nvSpPr>
          <p:spPr bwMode="auto">
            <a:xfrm>
              <a:off x="4694" y="242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3" name="Rectangle 39"/>
            <p:cNvSpPr>
              <a:spLocks noChangeArrowheads="1"/>
            </p:cNvSpPr>
            <p:nvPr/>
          </p:nvSpPr>
          <p:spPr bwMode="auto">
            <a:xfrm>
              <a:off x="4311" y="242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4" name="Rectangle 40"/>
            <p:cNvSpPr>
              <a:spLocks noChangeArrowheads="1"/>
            </p:cNvSpPr>
            <p:nvPr/>
          </p:nvSpPr>
          <p:spPr bwMode="auto">
            <a:xfrm>
              <a:off x="2918" y="261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5" name="Rectangle 41"/>
            <p:cNvSpPr>
              <a:spLocks noChangeArrowheads="1"/>
            </p:cNvSpPr>
            <p:nvPr/>
          </p:nvSpPr>
          <p:spPr bwMode="auto">
            <a:xfrm>
              <a:off x="2369" y="261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6" name="Rectangle 42"/>
            <p:cNvSpPr>
              <a:spLocks noChangeArrowheads="1"/>
            </p:cNvSpPr>
            <p:nvPr/>
          </p:nvSpPr>
          <p:spPr bwMode="auto">
            <a:xfrm>
              <a:off x="3258" y="228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7" name="Rectangle 43"/>
            <p:cNvSpPr>
              <a:spLocks noChangeArrowheads="1"/>
            </p:cNvSpPr>
            <p:nvPr/>
          </p:nvSpPr>
          <p:spPr bwMode="auto">
            <a:xfrm>
              <a:off x="2259" y="228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9" name="Rectangle 65"/>
            <p:cNvSpPr>
              <a:spLocks noChangeArrowheads="1"/>
            </p:cNvSpPr>
            <p:nvPr/>
          </p:nvSpPr>
          <p:spPr bwMode="auto">
            <a:xfrm>
              <a:off x="4571" y="2284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0" name="Rectangle 66"/>
            <p:cNvSpPr>
              <a:spLocks noChangeArrowheads="1"/>
            </p:cNvSpPr>
            <p:nvPr/>
          </p:nvSpPr>
          <p:spPr bwMode="auto">
            <a:xfrm>
              <a:off x="4167" y="2284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1" name="Rectangle 67"/>
            <p:cNvSpPr>
              <a:spLocks noChangeArrowheads="1"/>
            </p:cNvSpPr>
            <p:nvPr/>
          </p:nvSpPr>
          <p:spPr bwMode="auto">
            <a:xfrm>
              <a:off x="3891" y="2284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2" name="Rectangle 68"/>
            <p:cNvSpPr>
              <a:spLocks noChangeArrowheads="1"/>
            </p:cNvSpPr>
            <p:nvPr/>
          </p:nvSpPr>
          <p:spPr bwMode="auto">
            <a:xfrm>
              <a:off x="2794" y="2466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3" name="Rectangle 69"/>
            <p:cNvSpPr>
              <a:spLocks noChangeArrowheads="1"/>
            </p:cNvSpPr>
            <p:nvPr/>
          </p:nvSpPr>
          <p:spPr bwMode="auto">
            <a:xfrm>
              <a:off x="2225" y="2466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4" name="Rectangle 70"/>
            <p:cNvSpPr>
              <a:spLocks noChangeArrowheads="1"/>
            </p:cNvSpPr>
            <p:nvPr/>
          </p:nvSpPr>
          <p:spPr bwMode="auto">
            <a:xfrm>
              <a:off x="3135" y="2137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5" name="Rectangle 71"/>
            <p:cNvSpPr>
              <a:spLocks noChangeArrowheads="1"/>
            </p:cNvSpPr>
            <p:nvPr/>
          </p:nvSpPr>
          <p:spPr bwMode="auto">
            <a:xfrm>
              <a:off x="2839" y="213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6" name="Rectangle 72"/>
            <p:cNvSpPr>
              <a:spLocks noChangeArrowheads="1"/>
            </p:cNvSpPr>
            <p:nvPr/>
          </p:nvSpPr>
          <p:spPr bwMode="auto">
            <a:xfrm>
              <a:off x="2114" y="2137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7" name="Rectangle 73"/>
            <p:cNvSpPr>
              <a:spLocks noChangeArrowheads="1"/>
            </p:cNvSpPr>
            <p:nvPr/>
          </p:nvSpPr>
          <p:spPr bwMode="auto">
            <a:xfrm>
              <a:off x="1819" y="213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0" name="Rectangle 86"/>
            <p:cNvSpPr>
              <a:spLocks noChangeArrowheads="1"/>
            </p:cNvSpPr>
            <p:nvPr/>
          </p:nvSpPr>
          <p:spPr bwMode="auto">
            <a:xfrm>
              <a:off x="3581" y="2257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1" name="Rectangle 87"/>
            <p:cNvSpPr>
              <a:spLocks noChangeArrowheads="1"/>
            </p:cNvSpPr>
            <p:nvPr/>
          </p:nvSpPr>
          <p:spPr bwMode="auto">
            <a:xfrm>
              <a:off x="2549" y="2439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2" name="Rectangle 88"/>
            <p:cNvSpPr>
              <a:spLocks noChangeArrowheads="1"/>
            </p:cNvSpPr>
            <p:nvPr/>
          </p:nvSpPr>
          <p:spPr bwMode="auto">
            <a:xfrm>
              <a:off x="2549" y="2110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0182" name="Group 95"/>
          <p:cNvGrpSpPr>
            <a:grpSpLocks/>
          </p:cNvGrpSpPr>
          <p:nvPr/>
        </p:nvGrpSpPr>
        <p:grpSpPr bwMode="auto">
          <a:xfrm>
            <a:off x="2627313" y="2230438"/>
            <a:ext cx="4989512" cy="1054100"/>
            <a:chOff x="1737" y="1424"/>
            <a:chExt cx="3143" cy="664"/>
          </a:xfrm>
        </p:grpSpPr>
        <p:sp>
          <p:nvSpPr>
            <p:cNvPr id="564238" name="Line 14"/>
            <p:cNvSpPr>
              <a:spLocks noChangeShapeType="1"/>
            </p:cNvSpPr>
            <p:nvPr/>
          </p:nvSpPr>
          <p:spPr bwMode="auto">
            <a:xfrm>
              <a:off x="1737" y="1748"/>
              <a:ext cx="175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4255" name="Rectangle 31"/>
            <p:cNvSpPr>
              <a:spLocks noChangeArrowheads="1"/>
            </p:cNvSpPr>
            <p:nvPr/>
          </p:nvSpPr>
          <p:spPr bwMode="auto">
            <a:xfrm>
              <a:off x="4803" y="159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6" name="Rectangle 32"/>
            <p:cNvSpPr>
              <a:spLocks noChangeArrowheads="1"/>
            </p:cNvSpPr>
            <p:nvPr/>
          </p:nvSpPr>
          <p:spPr bwMode="auto">
            <a:xfrm>
              <a:off x="4397" y="1598"/>
              <a:ext cx="5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7" name="Rectangle 33"/>
            <p:cNvSpPr>
              <a:spLocks noChangeArrowheads="1"/>
            </p:cNvSpPr>
            <p:nvPr/>
          </p:nvSpPr>
          <p:spPr bwMode="auto">
            <a:xfrm>
              <a:off x="4033" y="159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8" name="Rectangle 34"/>
            <p:cNvSpPr>
              <a:spLocks noChangeArrowheads="1"/>
            </p:cNvSpPr>
            <p:nvPr/>
          </p:nvSpPr>
          <p:spPr bwMode="auto">
            <a:xfrm>
              <a:off x="3370" y="145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59" name="Rectangle 35"/>
            <p:cNvSpPr>
              <a:spLocks noChangeArrowheads="1"/>
            </p:cNvSpPr>
            <p:nvPr/>
          </p:nvSpPr>
          <p:spPr bwMode="auto">
            <a:xfrm>
              <a:off x="2969" y="145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0" name="Rectangle 36"/>
            <p:cNvSpPr>
              <a:spLocks noChangeArrowheads="1"/>
            </p:cNvSpPr>
            <p:nvPr/>
          </p:nvSpPr>
          <p:spPr bwMode="auto">
            <a:xfrm>
              <a:off x="2353" y="145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1" name="Rectangle 37"/>
            <p:cNvSpPr>
              <a:spLocks noChangeArrowheads="1"/>
            </p:cNvSpPr>
            <p:nvPr/>
          </p:nvSpPr>
          <p:spPr bwMode="auto">
            <a:xfrm>
              <a:off x="1984" y="145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8" name="Rectangle 44"/>
            <p:cNvSpPr>
              <a:spLocks noChangeArrowheads="1"/>
            </p:cNvSpPr>
            <p:nvPr/>
          </p:nvSpPr>
          <p:spPr bwMode="auto">
            <a:xfrm>
              <a:off x="4673" y="174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69" name="Rectangle 45"/>
            <p:cNvSpPr>
              <a:spLocks noChangeArrowheads="1"/>
            </p:cNvSpPr>
            <p:nvPr/>
          </p:nvSpPr>
          <p:spPr bwMode="auto">
            <a:xfrm>
              <a:off x="4287" y="174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0" name="Rectangle 46"/>
            <p:cNvSpPr>
              <a:spLocks noChangeArrowheads="1"/>
            </p:cNvSpPr>
            <p:nvPr/>
          </p:nvSpPr>
          <p:spPr bwMode="auto">
            <a:xfrm>
              <a:off x="2900" y="19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1" name="Rectangle 47"/>
            <p:cNvSpPr>
              <a:spLocks noChangeArrowheads="1"/>
            </p:cNvSpPr>
            <p:nvPr/>
          </p:nvSpPr>
          <p:spPr bwMode="auto">
            <a:xfrm>
              <a:off x="2348" y="19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2" name="Rectangle 48"/>
            <p:cNvSpPr>
              <a:spLocks noChangeArrowheads="1"/>
            </p:cNvSpPr>
            <p:nvPr/>
          </p:nvSpPr>
          <p:spPr bwMode="auto">
            <a:xfrm>
              <a:off x="3241" y="159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3" name="Rectangle 49"/>
            <p:cNvSpPr>
              <a:spLocks noChangeArrowheads="1"/>
            </p:cNvSpPr>
            <p:nvPr/>
          </p:nvSpPr>
          <p:spPr bwMode="auto">
            <a:xfrm>
              <a:off x="2238" y="159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8" name="Rectangle 74"/>
            <p:cNvSpPr>
              <a:spLocks noChangeArrowheads="1"/>
            </p:cNvSpPr>
            <p:nvPr/>
          </p:nvSpPr>
          <p:spPr bwMode="auto">
            <a:xfrm>
              <a:off x="4532" y="159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99" name="Rectangle 75"/>
            <p:cNvSpPr>
              <a:spLocks noChangeArrowheads="1"/>
            </p:cNvSpPr>
            <p:nvPr/>
          </p:nvSpPr>
          <p:spPr bwMode="auto">
            <a:xfrm>
              <a:off x="4163" y="159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0" name="Rectangle 76"/>
            <p:cNvSpPr>
              <a:spLocks noChangeArrowheads="1"/>
            </p:cNvSpPr>
            <p:nvPr/>
          </p:nvSpPr>
          <p:spPr bwMode="auto">
            <a:xfrm>
              <a:off x="3888" y="159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1" name="Rectangle 77"/>
            <p:cNvSpPr>
              <a:spLocks noChangeArrowheads="1"/>
            </p:cNvSpPr>
            <p:nvPr/>
          </p:nvSpPr>
          <p:spPr bwMode="auto">
            <a:xfrm>
              <a:off x="2759" y="178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2" name="Rectangle 78"/>
            <p:cNvSpPr>
              <a:spLocks noChangeArrowheads="1"/>
            </p:cNvSpPr>
            <p:nvPr/>
          </p:nvSpPr>
          <p:spPr bwMode="auto">
            <a:xfrm>
              <a:off x="2225" y="178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3" name="Rectangle 79"/>
            <p:cNvSpPr>
              <a:spLocks noChangeArrowheads="1"/>
            </p:cNvSpPr>
            <p:nvPr/>
          </p:nvSpPr>
          <p:spPr bwMode="auto">
            <a:xfrm>
              <a:off x="3100" y="145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4" name="Rectangle 80"/>
            <p:cNvSpPr>
              <a:spLocks noChangeArrowheads="1"/>
            </p:cNvSpPr>
            <p:nvPr/>
          </p:nvSpPr>
          <p:spPr bwMode="auto">
            <a:xfrm>
              <a:off x="2804" y="145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5" name="Rectangle 81"/>
            <p:cNvSpPr>
              <a:spLocks noChangeArrowheads="1"/>
            </p:cNvSpPr>
            <p:nvPr/>
          </p:nvSpPr>
          <p:spPr bwMode="auto">
            <a:xfrm>
              <a:off x="2114" y="145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6" name="Rectangle 82"/>
            <p:cNvSpPr>
              <a:spLocks noChangeArrowheads="1"/>
            </p:cNvSpPr>
            <p:nvPr/>
          </p:nvSpPr>
          <p:spPr bwMode="auto">
            <a:xfrm>
              <a:off x="1819" y="145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3" name="Rectangle 89"/>
            <p:cNvSpPr>
              <a:spLocks noChangeArrowheads="1"/>
            </p:cNvSpPr>
            <p:nvPr/>
          </p:nvSpPr>
          <p:spPr bwMode="auto">
            <a:xfrm>
              <a:off x="3577" y="1571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4" name="Rectangle 90"/>
            <p:cNvSpPr>
              <a:spLocks noChangeArrowheads="1"/>
            </p:cNvSpPr>
            <p:nvPr/>
          </p:nvSpPr>
          <p:spPr bwMode="auto">
            <a:xfrm>
              <a:off x="2513" y="1754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5" name="Rectangle 91"/>
            <p:cNvSpPr>
              <a:spLocks noChangeArrowheads="1"/>
            </p:cNvSpPr>
            <p:nvPr/>
          </p:nvSpPr>
          <p:spPr bwMode="auto">
            <a:xfrm>
              <a:off x="2513" y="1424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64318" name="Group 94"/>
          <p:cNvGrpSpPr>
            <a:grpSpLocks/>
          </p:cNvGrpSpPr>
          <p:nvPr/>
        </p:nvGrpSpPr>
        <p:grpSpPr bwMode="auto">
          <a:xfrm>
            <a:off x="827088" y="4995863"/>
            <a:ext cx="6919912" cy="1601787"/>
            <a:chOff x="521" y="2842"/>
            <a:chExt cx="4359" cy="1009"/>
          </a:xfrm>
        </p:grpSpPr>
        <p:sp>
          <p:nvSpPr>
            <p:cNvPr id="564240" name="Line 16"/>
            <p:cNvSpPr>
              <a:spLocks noChangeShapeType="1"/>
            </p:cNvSpPr>
            <p:nvPr/>
          </p:nvSpPr>
          <p:spPr bwMode="auto">
            <a:xfrm>
              <a:off x="1737" y="3510"/>
              <a:ext cx="175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4241" name="Rectangle 17"/>
            <p:cNvSpPr>
              <a:spLocks noChangeArrowheads="1"/>
            </p:cNvSpPr>
            <p:nvPr/>
          </p:nvSpPr>
          <p:spPr bwMode="auto">
            <a:xfrm>
              <a:off x="4803" y="336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2" name="Rectangle 18"/>
            <p:cNvSpPr>
              <a:spLocks noChangeArrowheads="1"/>
            </p:cNvSpPr>
            <p:nvPr/>
          </p:nvSpPr>
          <p:spPr bwMode="auto">
            <a:xfrm>
              <a:off x="4391" y="3361"/>
              <a:ext cx="5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3" name="Rectangle 19"/>
            <p:cNvSpPr>
              <a:spLocks noChangeArrowheads="1"/>
            </p:cNvSpPr>
            <p:nvPr/>
          </p:nvSpPr>
          <p:spPr bwMode="auto">
            <a:xfrm>
              <a:off x="4033" y="336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4" name="Rectangle 20"/>
            <p:cNvSpPr>
              <a:spLocks noChangeArrowheads="1"/>
            </p:cNvSpPr>
            <p:nvPr/>
          </p:nvSpPr>
          <p:spPr bwMode="auto">
            <a:xfrm>
              <a:off x="3370" y="3185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5" name="Rectangle 21"/>
            <p:cNvSpPr>
              <a:spLocks noChangeArrowheads="1"/>
            </p:cNvSpPr>
            <p:nvPr/>
          </p:nvSpPr>
          <p:spPr bwMode="auto">
            <a:xfrm>
              <a:off x="2963" y="3185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6" name="Rectangle 22"/>
            <p:cNvSpPr>
              <a:spLocks noChangeArrowheads="1"/>
            </p:cNvSpPr>
            <p:nvPr/>
          </p:nvSpPr>
          <p:spPr bwMode="auto">
            <a:xfrm>
              <a:off x="2347" y="3185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47" name="Rectangle 23"/>
            <p:cNvSpPr>
              <a:spLocks noChangeArrowheads="1"/>
            </p:cNvSpPr>
            <p:nvPr/>
          </p:nvSpPr>
          <p:spPr bwMode="auto">
            <a:xfrm>
              <a:off x="1984" y="3185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4" name="Rectangle 50"/>
            <p:cNvSpPr>
              <a:spLocks noChangeArrowheads="1"/>
            </p:cNvSpPr>
            <p:nvPr/>
          </p:nvSpPr>
          <p:spPr bwMode="auto">
            <a:xfrm>
              <a:off x="4705" y="3505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5" name="Rectangle 51"/>
            <p:cNvSpPr>
              <a:spLocks noChangeArrowheads="1"/>
            </p:cNvSpPr>
            <p:nvPr/>
          </p:nvSpPr>
          <p:spPr bwMode="auto">
            <a:xfrm>
              <a:off x="4302" y="3505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6" name="Rectangle 52"/>
            <p:cNvSpPr>
              <a:spLocks noChangeArrowheads="1"/>
            </p:cNvSpPr>
            <p:nvPr/>
          </p:nvSpPr>
          <p:spPr bwMode="auto">
            <a:xfrm>
              <a:off x="2932" y="3688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7" name="Rectangle 53"/>
            <p:cNvSpPr>
              <a:spLocks noChangeArrowheads="1"/>
            </p:cNvSpPr>
            <p:nvPr/>
          </p:nvSpPr>
          <p:spPr bwMode="auto">
            <a:xfrm>
              <a:off x="2363" y="3688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8" name="Rectangle 54"/>
            <p:cNvSpPr>
              <a:spLocks noChangeArrowheads="1"/>
            </p:cNvSpPr>
            <p:nvPr/>
          </p:nvSpPr>
          <p:spPr bwMode="auto">
            <a:xfrm>
              <a:off x="3272" y="3329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79" name="Rectangle 55"/>
            <p:cNvSpPr>
              <a:spLocks noChangeArrowheads="1"/>
            </p:cNvSpPr>
            <p:nvPr/>
          </p:nvSpPr>
          <p:spPr bwMode="auto">
            <a:xfrm>
              <a:off x="2253" y="3329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0" name="Rectangle 56"/>
            <p:cNvSpPr>
              <a:spLocks noChangeArrowheads="1"/>
            </p:cNvSpPr>
            <p:nvPr/>
          </p:nvSpPr>
          <p:spPr bwMode="auto">
            <a:xfrm>
              <a:off x="4526" y="336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1" name="Rectangle 57"/>
            <p:cNvSpPr>
              <a:spLocks noChangeArrowheads="1"/>
            </p:cNvSpPr>
            <p:nvPr/>
          </p:nvSpPr>
          <p:spPr bwMode="auto">
            <a:xfrm>
              <a:off x="4163" y="336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2" name="Rectangle 58"/>
            <p:cNvSpPr>
              <a:spLocks noChangeArrowheads="1"/>
            </p:cNvSpPr>
            <p:nvPr/>
          </p:nvSpPr>
          <p:spPr bwMode="auto">
            <a:xfrm>
              <a:off x="3888" y="3361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3" name="Rectangle 59"/>
            <p:cNvSpPr>
              <a:spLocks noChangeArrowheads="1"/>
            </p:cNvSpPr>
            <p:nvPr/>
          </p:nvSpPr>
          <p:spPr bwMode="auto">
            <a:xfrm>
              <a:off x="2753" y="3543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4" name="Rectangle 60"/>
            <p:cNvSpPr>
              <a:spLocks noChangeArrowheads="1"/>
            </p:cNvSpPr>
            <p:nvPr/>
          </p:nvSpPr>
          <p:spPr bwMode="auto">
            <a:xfrm>
              <a:off x="2225" y="3543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5" name="Rectangle 61"/>
            <p:cNvSpPr>
              <a:spLocks noChangeArrowheads="1"/>
            </p:cNvSpPr>
            <p:nvPr/>
          </p:nvSpPr>
          <p:spPr bwMode="auto">
            <a:xfrm>
              <a:off x="3094" y="3185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6" name="Rectangle 62"/>
            <p:cNvSpPr>
              <a:spLocks noChangeArrowheads="1"/>
            </p:cNvSpPr>
            <p:nvPr/>
          </p:nvSpPr>
          <p:spPr bwMode="auto">
            <a:xfrm>
              <a:off x="2798" y="3185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7" name="Rectangle 63"/>
            <p:cNvSpPr>
              <a:spLocks noChangeArrowheads="1"/>
            </p:cNvSpPr>
            <p:nvPr/>
          </p:nvSpPr>
          <p:spPr bwMode="auto">
            <a:xfrm>
              <a:off x="2114" y="3185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288" name="Rectangle 64"/>
            <p:cNvSpPr>
              <a:spLocks noChangeArrowheads="1"/>
            </p:cNvSpPr>
            <p:nvPr/>
          </p:nvSpPr>
          <p:spPr bwMode="auto">
            <a:xfrm>
              <a:off x="1819" y="3185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7" name="Rectangle 83"/>
            <p:cNvSpPr>
              <a:spLocks noChangeArrowheads="1"/>
            </p:cNvSpPr>
            <p:nvPr/>
          </p:nvSpPr>
          <p:spPr bwMode="auto">
            <a:xfrm>
              <a:off x="3577" y="3334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8" name="Rectangle 84"/>
            <p:cNvSpPr>
              <a:spLocks noChangeArrowheads="1"/>
            </p:cNvSpPr>
            <p:nvPr/>
          </p:nvSpPr>
          <p:spPr bwMode="auto">
            <a:xfrm>
              <a:off x="2508" y="351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09" name="Rectangle 85"/>
            <p:cNvSpPr>
              <a:spLocks noChangeArrowheads="1"/>
            </p:cNvSpPr>
            <p:nvPr/>
          </p:nvSpPr>
          <p:spPr bwMode="auto">
            <a:xfrm>
              <a:off x="2508" y="3158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316" name="Rectangle 92"/>
            <p:cNvSpPr>
              <a:spLocks noChangeArrowheads="1"/>
            </p:cNvSpPr>
            <p:nvPr/>
          </p:nvSpPr>
          <p:spPr bwMode="auto">
            <a:xfrm>
              <a:off x="521" y="2842"/>
              <a:ext cx="209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一般地，一阶差商：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50184" name="Rectangle 93"/>
          <p:cNvSpPr>
            <a:spLocks noChangeArrowheads="1"/>
          </p:cNvSpPr>
          <p:nvPr/>
        </p:nvSpPr>
        <p:spPr bwMode="auto">
          <a:xfrm>
            <a:off x="2268538" y="260350"/>
            <a:ext cx="448786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由导数的概念引入差商：</a:t>
            </a:r>
          </a:p>
        </p:txBody>
      </p:sp>
      <p:pic>
        <p:nvPicPr>
          <p:cNvPr id="50185" name="Picture 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942975"/>
            <a:ext cx="4495800" cy="104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4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4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F06975-5F86-4BBA-ABBB-A108CA931573}" type="slidenum">
              <a:rPr lang="zh-CN" altLang="en-US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65254" name="Line 6"/>
          <p:cNvSpPr>
            <a:spLocks noChangeShapeType="1"/>
          </p:cNvSpPr>
          <p:nvPr/>
        </p:nvSpPr>
        <p:spPr bwMode="auto">
          <a:xfrm>
            <a:off x="1238250" y="1778000"/>
            <a:ext cx="2938463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5281" name="Rectangle 33"/>
          <p:cNvSpPr>
            <a:spLocks noChangeArrowheads="1"/>
          </p:cNvSpPr>
          <p:nvPr/>
        </p:nvSpPr>
        <p:spPr bwMode="auto">
          <a:xfrm>
            <a:off x="6119813" y="1566863"/>
            <a:ext cx="10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]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2" name="Rectangle 34"/>
          <p:cNvSpPr>
            <a:spLocks noChangeArrowheads="1"/>
          </p:cNvSpPr>
          <p:nvPr/>
        </p:nvSpPr>
        <p:spPr bwMode="auto">
          <a:xfrm>
            <a:off x="5656263" y="1566863"/>
            <a:ext cx="8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,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3" name="Rectangle 35"/>
          <p:cNvSpPr>
            <a:spLocks noChangeArrowheads="1"/>
          </p:cNvSpPr>
          <p:nvPr/>
        </p:nvSpPr>
        <p:spPr bwMode="auto">
          <a:xfrm>
            <a:off x="5237163" y="1566863"/>
            <a:ext cx="8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,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4" name="Rectangle 36"/>
          <p:cNvSpPr>
            <a:spLocks noChangeArrowheads="1"/>
          </p:cNvSpPr>
          <p:nvPr/>
        </p:nvSpPr>
        <p:spPr bwMode="auto">
          <a:xfrm>
            <a:off x="4789488" y="1566863"/>
            <a:ext cx="10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[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5" name="Rectangle 37"/>
          <p:cNvSpPr>
            <a:spLocks noChangeArrowheads="1"/>
          </p:cNvSpPr>
          <p:nvPr/>
        </p:nvSpPr>
        <p:spPr bwMode="auto">
          <a:xfrm>
            <a:off x="4056063" y="1355725"/>
            <a:ext cx="10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]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6" name="Rectangle 38"/>
          <p:cNvSpPr>
            <a:spLocks noChangeArrowheads="1"/>
          </p:cNvSpPr>
          <p:nvPr/>
        </p:nvSpPr>
        <p:spPr bwMode="auto">
          <a:xfrm>
            <a:off x="3592513" y="1355725"/>
            <a:ext cx="82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,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7" name="Rectangle 39"/>
          <p:cNvSpPr>
            <a:spLocks noChangeArrowheads="1"/>
          </p:cNvSpPr>
          <p:nvPr/>
        </p:nvSpPr>
        <p:spPr bwMode="auto">
          <a:xfrm>
            <a:off x="3179763" y="1355725"/>
            <a:ext cx="10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[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8" name="Rectangle 40"/>
          <p:cNvSpPr>
            <a:spLocks noChangeArrowheads="1"/>
          </p:cNvSpPr>
          <p:nvPr/>
        </p:nvSpPr>
        <p:spPr bwMode="auto">
          <a:xfrm>
            <a:off x="2520950" y="1355725"/>
            <a:ext cx="10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]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289" name="Rectangle 41"/>
          <p:cNvSpPr>
            <a:spLocks noChangeArrowheads="1"/>
          </p:cNvSpPr>
          <p:nvPr/>
        </p:nvSpPr>
        <p:spPr bwMode="auto">
          <a:xfrm>
            <a:off x="1495425" y="1355725"/>
            <a:ext cx="10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</a:rPr>
              <a:t>[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0" name="Rectangle 52"/>
          <p:cNvSpPr>
            <a:spLocks noChangeArrowheads="1"/>
          </p:cNvSpPr>
          <p:nvPr/>
        </p:nvSpPr>
        <p:spPr bwMode="auto">
          <a:xfrm>
            <a:off x="5972175" y="1770063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2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1" name="Rectangle 53"/>
          <p:cNvSpPr>
            <a:spLocks noChangeArrowheads="1"/>
          </p:cNvSpPr>
          <p:nvPr/>
        </p:nvSpPr>
        <p:spPr bwMode="auto">
          <a:xfrm>
            <a:off x="5530850" y="1770063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2" name="Rectangle 54"/>
          <p:cNvSpPr>
            <a:spLocks noChangeArrowheads="1"/>
          </p:cNvSpPr>
          <p:nvPr/>
        </p:nvSpPr>
        <p:spPr bwMode="auto">
          <a:xfrm>
            <a:off x="5097463" y="1770063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3" name="Rectangle 55"/>
          <p:cNvSpPr>
            <a:spLocks noChangeArrowheads="1"/>
          </p:cNvSpPr>
          <p:nvPr/>
        </p:nvSpPr>
        <p:spPr bwMode="auto">
          <a:xfrm>
            <a:off x="3051175" y="202882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2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4" name="Rectangle 56"/>
          <p:cNvSpPr>
            <a:spLocks noChangeArrowheads="1"/>
          </p:cNvSpPr>
          <p:nvPr/>
        </p:nvSpPr>
        <p:spPr bwMode="auto">
          <a:xfrm>
            <a:off x="2405063" y="202882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5" name="Rectangle 57"/>
          <p:cNvSpPr>
            <a:spLocks noChangeArrowheads="1"/>
          </p:cNvSpPr>
          <p:nvPr/>
        </p:nvSpPr>
        <p:spPr bwMode="auto">
          <a:xfrm>
            <a:off x="3908425" y="155892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2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6" name="Rectangle 58"/>
          <p:cNvSpPr>
            <a:spLocks noChangeArrowheads="1"/>
          </p:cNvSpPr>
          <p:nvPr/>
        </p:nvSpPr>
        <p:spPr bwMode="auto">
          <a:xfrm>
            <a:off x="3467100" y="155892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7" name="Rectangle 59"/>
          <p:cNvSpPr>
            <a:spLocks noChangeArrowheads="1"/>
          </p:cNvSpPr>
          <p:nvPr/>
        </p:nvSpPr>
        <p:spPr bwMode="auto">
          <a:xfrm>
            <a:off x="2390775" y="155892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08" name="Rectangle 60"/>
          <p:cNvSpPr>
            <a:spLocks noChangeArrowheads="1"/>
          </p:cNvSpPr>
          <p:nvPr/>
        </p:nvSpPr>
        <p:spPr bwMode="auto">
          <a:xfrm>
            <a:off x="1803400" y="155892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1500">
                <a:solidFill>
                  <a:srgbClr val="000000"/>
                </a:solidFill>
              </a:rPr>
              <a:t>0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2" name="Rectangle 104"/>
          <p:cNvSpPr>
            <a:spLocks noChangeArrowheads="1"/>
          </p:cNvSpPr>
          <p:nvPr/>
        </p:nvSpPr>
        <p:spPr bwMode="auto">
          <a:xfrm>
            <a:off x="5808663" y="1566863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3" name="Rectangle 105"/>
          <p:cNvSpPr>
            <a:spLocks noChangeArrowheads="1"/>
          </p:cNvSpPr>
          <p:nvPr/>
        </p:nvSpPr>
        <p:spPr bwMode="auto">
          <a:xfrm>
            <a:off x="5391150" y="1566863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4" name="Rectangle 106"/>
          <p:cNvSpPr>
            <a:spLocks noChangeArrowheads="1"/>
          </p:cNvSpPr>
          <p:nvPr/>
        </p:nvSpPr>
        <p:spPr bwMode="auto">
          <a:xfrm>
            <a:off x="4937125" y="1566863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5" name="Rectangle 107"/>
          <p:cNvSpPr>
            <a:spLocks noChangeArrowheads="1"/>
          </p:cNvSpPr>
          <p:nvPr/>
        </p:nvSpPr>
        <p:spPr bwMode="auto">
          <a:xfrm>
            <a:off x="4624388" y="1566863"/>
            <a:ext cx="10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f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6" name="Rectangle 108"/>
          <p:cNvSpPr>
            <a:spLocks noChangeArrowheads="1"/>
          </p:cNvSpPr>
          <p:nvPr/>
        </p:nvSpPr>
        <p:spPr bwMode="auto">
          <a:xfrm>
            <a:off x="2887663" y="1825625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7" name="Rectangle 109"/>
          <p:cNvSpPr>
            <a:spLocks noChangeArrowheads="1"/>
          </p:cNvSpPr>
          <p:nvPr/>
        </p:nvSpPr>
        <p:spPr bwMode="auto">
          <a:xfrm>
            <a:off x="2246313" y="1825625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8" name="Rectangle 110"/>
          <p:cNvSpPr>
            <a:spLocks noChangeArrowheads="1"/>
          </p:cNvSpPr>
          <p:nvPr/>
        </p:nvSpPr>
        <p:spPr bwMode="auto">
          <a:xfrm>
            <a:off x="3744913" y="1355725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59" name="Rectangle 111"/>
          <p:cNvSpPr>
            <a:spLocks noChangeArrowheads="1"/>
          </p:cNvSpPr>
          <p:nvPr/>
        </p:nvSpPr>
        <p:spPr bwMode="auto">
          <a:xfrm>
            <a:off x="3327400" y="1355725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60" name="Rectangle 112"/>
          <p:cNvSpPr>
            <a:spLocks noChangeArrowheads="1"/>
          </p:cNvSpPr>
          <p:nvPr/>
        </p:nvSpPr>
        <p:spPr bwMode="auto">
          <a:xfrm>
            <a:off x="3014663" y="1355725"/>
            <a:ext cx="1095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f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61" name="Rectangle 113"/>
          <p:cNvSpPr>
            <a:spLocks noChangeArrowheads="1"/>
          </p:cNvSpPr>
          <p:nvPr/>
        </p:nvSpPr>
        <p:spPr bwMode="auto">
          <a:xfrm>
            <a:off x="2251075" y="1355725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62" name="Rectangle 114"/>
          <p:cNvSpPr>
            <a:spLocks noChangeArrowheads="1"/>
          </p:cNvSpPr>
          <p:nvPr/>
        </p:nvSpPr>
        <p:spPr bwMode="auto">
          <a:xfrm>
            <a:off x="1643063" y="1355725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63" name="Rectangle 115"/>
          <p:cNvSpPr>
            <a:spLocks noChangeArrowheads="1"/>
          </p:cNvSpPr>
          <p:nvPr/>
        </p:nvSpPr>
        <p:spPr bwMode="auto">
          <a:xfrm>
            <a:off x="1330325" y="1355725"/>
            <a:ext cx="1095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i="1">
                <a:solidFill>
                  <a:srgbClr val="000000"/>
                </a:solidFill>
              </a:rPr>
              <a:t>f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65380" name="Group 132"/>
          <p:cNvGrpSpPr>
            <a:grpSpLocks/>
          </p:cNvGrpSpPr>
          <p:nvPr/>
        </p:nvGrpSpPr>
        <p:grpSpPr bwMode="auto">
          <a:xfrm>
            <a:off x="528638" y="5295900"/>
            <a:ext cx="7886700" cy="941388"/>
            <a:chOff x="333" y="2736"/>
            <a:chExt cx="4968" cy="593"/>
          </a:xfrm>
        </p:grpSpPr>
        <p:sp>
          <p:nvSpPr>
            <p:cNvPr id="565256" name="Line 8"/>
            <p:cNvSpPr>
              <a:spLocks noChangeShapeType="1"/>
            </p:cNvSpPr>
            <p:nvPr/>
          </p:nvSpPr>
          <p:spPr bwMode="auto">
            <a:xfrm>
              <a:off x="333" y="3026"/>
              <a:ext cx="282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5257" name="Rectangle 9"/>
            <p:cNvSpPr>
              <a:spLocks noChangeArrowheads="1"/>
            </p:cNvSpPr>
            <p:nvPr/>
          </p:nvSpPr>
          <p:spPr bwMode="auto">
            <a:xfrm>
              <a:off x="5232" y="2892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58" name="Rectangle 10"/>
            <p:cNvSpPr>
              <a:spLocks noChangeArrowheads="1"/>
            </p:cNvSpPr>
            <p:nvPr/>
          </p:nvSpPr>
          <p:spPr bwMode="auto">
            <a:xfrm>
              <a:off x="4938" y="2892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59" name="Rectangle 11"/>
            <p:cNvSpPr>
              <a:spLocks noChangeArrowheads="1"/>
            </p:cNvSpPr>
            <p:nvPr/>
          </p:nvSpPr>
          <p:spPr bwMode="auto">
            <a:xfrm>
              <a:off x="4383" y="2892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0" name="Rectangle 12"/>
            <p:cNvSpPr>
              <a:spLocks noChangeArrowheads="1"/>
            </p:cNvSpPr>
            <p:nvPr/>
          </p:nvSpPr>
          <p:spPr bwMode="auto">
            <a:xfrm>
              <a:off x="4094" y="2892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1" name="Rectangle 13"/>
            <p:cNvSpPr>
              <a:spLocks noChangeArrowheads="1"/>
            </p:cNvSpPr>
            <p:nvPr/>
          </p:nvSpPr>
          <p:spPr bwMode="auto">
            <a:xfrm>
              <a:off x="3831" y="2892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2" name="Rectangle 14"/>
            <p:cNvSpPr>
              <a:spLocks noChangeArrowheads="1"/>
            </p:cNvSpPr>
            <p:nvPr/>
          </p:nvSpPr>
          <p:spPr bwMode="auto">
            <a:xfrm>
              <a:off x="3549" y="2892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3" name="Rectangle 15"/>
            <p:cNvSpPr>
              <a:spLocks noChangeArrowheads="1"/>
            </p:cNvSpPr>
            <p:nvPr/>
          </p:nvSpPr>
          <p:spPr bwMode="auto">
            <a:xfrm>
              <a:off x="3086" y="2760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4" name="Rectangle 16"/>
            <p:cNvSpPr>
              <a:spLocks noChangeArrowheads="1"/>
            </p:cNvSpPr>
            <p:nvPr/>
          </p:nvSpPr>
          <p:spPr bwMode="auto">
            <a:xfrm>
              <a:off x="2563" y="2760"/>
              <a:ext cx="2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,...,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5" name="Rectangle 17"/>
            <p:cNvSpPr>
              <a:spLocks noChangeArrowheads="1"/>
            </p:cNvSpPr>
            <p:nvPr/>
          </p:nvSpPr>
          <p:spPr bwMode="auto">
            <a:xfrm>
              <a:off x="2275" y="2760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6" name="Rectangle 18"/>
            <p:cNvSpPr>
              <a:spLocks noChangeArrowheads="1"/>
            </p:cNvSpPr>
            <p:nvPr/>
          </p:nvSpPr>
          <p:spPr bwMode="auto">
            <a:xfrm>
              <a:off x="2015" y="2760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7" name="Rectangle 19"/>
            <p:cNvSpPr>
              <a:spLocks noChangeArrowheads="1"/>
            </p:cNvSpPr>
            <p:nvPr/>
          </p:nvSpPr>
          <p:spPr bwMode="auto">
            <a:xfrm>
              <a:off x="1600" y="2760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8" name="Rectangle 20"/>
            <p:cNvSpPr>
              <a:spLocks noChangeArrowheads="1"/>
            </p:cNvSpPr>
            <p:nvPr/>
          </p:nvSpPr>
          <p:spPr bwMode="auto">
            <a:xfrm>
              <a:off x="1041" y="2760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69" name="Rectangle 21"/>
            <p:cNvSpPr>
              <a:spLocks noChangeArrowheads="1"/>
            </p:cNvSpPr>
            <p:nvPr/>
          </p:nvSpPr>
          <p:spPr bwMode="auto">
            <a:xfrm>
              <a:off x="778" y="2760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0" name="Rectangle 22"/>
            <p:cNvSpPr>
              <a:spLocks noChangeArrowheads="1"/>
            </p:cNvSpPr>
            <p:nvPr/>
          </p:nvSpPr>
          <p:spPr bwMode="auto">
            <a:xfrm>
              <a:off x="495" y="2760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0" name="Rectangle 42"/>
            <p:cNvSpPr>
              <a:spLocks noChangeArrowheads="1"/>
            </p:cNvSpPr>
            <p:nvPr/>
          </p:nvSpPr>
          <p:spPr bwMode="auto">
            <a:xfrm>
              <a:off x="4859" y="3021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1" name="Rectangle 43"/>
            <p:cNvSpPr>
              <a:spLocks noChangeArrowheads="1"/>
            </p:cNvSpPr>
            <p:nvPr/>
          </p:nvSpPr>
          <p:spPr bwMode="auto">
            <a:xfrm>
              <a:off x="4294" y="3021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2" name="Rectangle 44"/>
            <p:cNvSpPr>
              <a:spLocks noChangeArrowheads="1"/>
            </p:cNvSpPr>
            <p:nvPr/>
          </p:nvSpPr>
          <p:spPr bwMode="auto">
            <a:xfrm>
              <a:off x="4016" y="3021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3" name="Rectangle 45"/>
            <p:cNvSpPr>
              <a:spLocks noChangeArrowheads="1"/>
            </p:cNvSpPr>
            <p:nvPr/>
          </p:nvSpPr>
          <p:spPr bwMode="auto">
            <a:xfrm>
              <a:off x="3742" y="3021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4" name="Rectangle 46"/>
            <p:cNvSpPr>
              <a:spLocks noChangeArrowheads="1"/>
            </p:cNvSpPr>
            <p:nvPr/>
          </p:nvSpPr>
          <p:spPr bwMode="auto">
            <a:xfrm>
              <a:off x="1556" y="3184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5" name="Rectangle 47"/>
            <p:cNvSpPr>
              <a:spLocks noChangeArrowheads="1"/>
            </p:cNvSpPr>
            <p:nvPr/>
          </p:nvSpPr>
          <p:spPr bwMode="auto">
            <a:xfrm>
              <a:off x="2474" y="288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6" name="Rectangle 48"/>
            <p:cNvSpPr>
              <a:spLocks noChangeArrowheads="1"/>
            </p:cNvSpPr>
            <p:nvPr/>
          </p:nvSpPr>
          <p:spPr bwMode="auto">
            <a:xfrm>
              <a:off x="2196" y="288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7" name="Rectangle 49"/>
            <p:cNvSpPr>
              <a:spLocks noChangeArrowheads="1"/>
            </p:cNvSpPr>
            <p:nvPr/>
          </p:nvSpPr>
          <p:spPr bwMode="auto">
            <a:xfrm>
              <a:off x="1518" y="288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8" name="Rectangle 50"/>
            <p:cNvSpPr>
              <a:spLocks noChangeArrowheads="1"/>
            </p:cNvSpPr>
            <p:nvPr/>
          </p:nvSpPr>
          <p:spPr bwMode="auto">
            <a:xfrm>
              <a:off x="962" y="288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99" name="Rectangle 51"/>
            <p:cNvSpPr>
              <a:spLocks noChangeArrowheads="1"/>
            </p:cNvSpPr>
            <p:nvPr/>
          </p:nvSpPr>
          <p:spPr bwMode="auto">
            <a:xfrm>
              <a:off x="689" y="2888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09" name="Rectangle 61"/>
            <p:cNvSpPr>
              <a:spLocks noChangeArrowheads="1"/>
            </p:cNvSpPr>
            <p:nvPr/>
          </p:nvSpPr>
          <p:spPr bwMode="auto">
            <a:xfrm>
              <a:off x="5138" y="302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0" name="Rectangle 62"/>
            <p:cNvSpPr>
              <a:spLocks noChangeArrowheads="1"/>
            </p:cNvSpPr>
            <p:nvPr/>
          </p:nvSpPr>
          <p:spPr bwMode="auto">
            <a:xfrm>
              <a:off x="4718" y="302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1" name="Rectangle 63"/>
            <p:cNvSpPr>
              <a:spLocks noChangeArrowheads="1"/>
            </p:cNvSpPr>
            <p:nvPr/>
          </p:nvSpPr>
          <p:spPr bwMode="auto">
            <a:xfrm>
              <a:off x="1963" y="318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2" name="Rectangle 64"/>
            <p:cNvSpPr>
              <a:spLocks noChangeArrowheads="1"/>
            </p:cNvSpPr>
            <p:nvPr/>
          </p:nvSpPr>
          <p:spPr bwMode="auto">
            <a:xfrm>
              <a:off x="2991" y="288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3" name="Rectangle 65"/>
            <p:cNvSpPr>
              <a:spLocks noChangeArrowheads="1"/>
            </p:cNvSpPr>
            <p:nvPr/>
          </p:nvSpPr>
          <p:spPr bwMode="auto">
            <a:xfrm>
              <a:off x="1377" y="288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3" name="Rectangle 75"/>
            <p:cNvSpPr>
              <a:spLocks noChangeArrowheads="1"/>
            </p:cNvSpPr>
            <p:nvPr/>
          </p:nvSpPr>
          <p:spPr bwMode="auto">
            <a:xfrm>
              <a:off x="5035" y="289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4" name="Rectangle 76"/>
            <p:cNvSpPr>
              <a:spLocks noChangeArrowheads="1"/>
            </p:cNvSpPr>
            <p:nvPr/>
          </p:nvSpPr>
          <p:spPr bwMode="auto">
            <a:xfrm>
              <a:off x="4615" y="289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5" name="Rectangle 77"/>
            <p:cNvSpPr>
              <a:spLocks noChangeArrowheads="1"/>
            </p:cNvSpPr>
            <p:nvPr/>
          </p:nvSpPr>
          <p:spPr bwMode="auto">
            <a:xfrm>
              <a:off x="4191" y="289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6" name="Rectangle 78"/>
            <p:cNvSpPr>
              <a:spLocks noChangeArrowheads="1"/>
            </p:cNvSpPr>
            <p:nvPr/>
          </p:nvSpPr>
          <p:spPr bwMode="auto">
            <a:xfrm>
              <a:off x="3927" y="289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7" name="Rectangle 79"/>
            <p:cNvSpPr>
              <a:spLocks noChangeArrowheads="1"/>
            </p:cNvSpPr>
            <p:nvPr/>
          </p:nvSpPr>
          <p:spPr bwMode="auto">
            <a:xfrm>
              <a:off x="3641" y="2892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8" name="Rectangle 80"/>
            <p:cNvSpPr>
              <a:spLocks noChangeArrowheads="1"/>
            </p:cNvSpPr>
            <p:nvPr/>
          </p:nvSpPr>
          <p:spPr bwMode="auto">
            <a:xfrm>
              <a:off x="3445" y="2892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9" name="Rectangle 81"/>
            <p:cNvSpPr>
              <a:spLocks noChangeArrowheads="1"/>
            </p:cNvSpPr>
            <p:nvPr/>
          </p:nvSpPr>
          <p:spPr bwMode="auto">
            <a:xfrm>
              <a:off x="1860" y="305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0" name="Rectangle 82"/>
            <p:cNvSpPr>
              <a:spLocks noChangeArrowheads="1"/>
            </p:cNvSpPr>
            <p:nvPr/>
          </p:nvSpPr>
          <p:spPr bwMode="auto">
            <a:xfrm>
              <a:off x="1456" y="305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1" name="Rectangle 83"/>
            <p:cNvSpPr>
              <a:spLocks noChangeArrowheads="1"/>
            </p:cNvSpPr>
            <p:nvPr/>
          </p:nvSpPr>
          <p:spPr bwMode="auto">
            <a:xfrm>
              <a:off x="2888" y="276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2" name="Rectangle 84"/>
            <p:cNvSpPr>
              <a:spLocks noChangeArrowheads="1"/>
            </p:cNvSpPr>
            <p:nvPr/>
          </p:nvSpPr>
          <p:spPr bwMode="auto">
            <a:xfrm>
              <a:off x="2371" y="276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3" name="Rectangle 85"/>
            <p:cNvSpPr>
              <a:spLocks noChangeArrowheads="1"/>
            </p:cNvSpPr>
            <p:nvPr/>
          </p:nvSpPr>
          <p:spPr bwMode="auto">
            <a:xfrm>
              <a:off x="2108" y="276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4" name="Rectangle 86"/>
            <p:cNvSpPr>
              <a:spLocks noChangeArrowheads="1"/>
            </p:cNvSpPr>
            <p:nvPr/>
          </p:nvSpPr>
          <p:spPr bwMode="auto">
            <a:xfrm>
              <a:off x="1911" y="2760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5" name="Rectangle 87"/>
            <p:cNvSpPr>
              <a:spLocks noChangeArrowheads="1"/>
            </p:cNvSpPr>
            <p:nvPr/>
          </p:nvSpPr>
          <p:spPr bwMode="auto">
            <a:xfrm>
              <a:off x="1273" y="276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6" name="Rectangle 88"/>
            <p:cNvSpPr>
              <a:spLocks noChangeArrowheads="1"/>
            </p:cNvSpPr>
            <p:nvPr/>
          </p:nvSpPr>
          <p:spPr bwMode="auto">
            <a:xfrm>
              <a:off x="874" y="276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7" name="Rectangle 89"/>
            <p:cNvSpPr>
              <a:spLocks noChangeArrowheads="1"/>
            </p:cNvSpPr>
            <p:nvPr/>
          </p:nvSpPr>
          <p:spPr bwMode="auto">
            <a:xfrm>
              <a:off x="588" y="2760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38" name="Rectangle 90"/>
            <p:cNvSpPr>
              <a:spLocks noChangeArrowheads="1"/>
            </p:cNvSpPr>
            <p:nvPr/>
          </p:nvSpPr>
          <p:spPr bwMode="auto">
            <a:xfrm>
              <a:off x="392" y="2760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64" name="Rectangle 116"/>
            <p:cNvSpPr>
              <a:spLocks noChangeArrowheads="1"/>
            </p:cNvSpPr>
            <p:nvPr/>
          </p:nvSpPr>
          <p:spPr bwMode="auto">
            <a:xfrm>
              <a:off x="4793" y="3008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65" name="Rectangle 117"/>
            <p:cNvSpPr>
              <a:spLocks noChangeArrowheads="1"/>
            </p:cNvSpPr>
            <p:nvPr/>
          </p:nvSpPr>
          <p:spPr bwMode="auto">
            <a:xfrm>
              <a:off x="1452" y="2875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66" name="Rectangle 118"/>
            <p:cNvSpPr>
              <a:spLocks noChangeArrowheads="1"/>
            </p:cNvSpPr>
            <p:nvPr/>
          </p:nvSpPr>
          <p:spPr bwMode="auto">
            <a:xfrm>
              <a:off x="3223" y="2868"/>
              <a:ext cx="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67" name="Rectangle 119"/>
            <p:cNvSpPr>
              <a:spLocks noChangeArrowheads="1"/>
            </p:cNvSpPr>
            <p:nvPr/>
          </p:nvSpPr>
          <p:spPr bwMode="auto">
            <a:xfrm>
              <a:off x="1685" y="3032"/>
              <a:ext cx="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68" name="Rectangle 120"/>
            <p:cNvSpPr>
              <a:spLocks noChangeArrowheads="1"/>
            </p:cNvSpPr>
            <p:nvPr/>
          </p:nvSpPr>
          <p:spPr bwMode="auto">
            <a:xfrm>
              <a:off x="1704" y="2736"/>
              <a:ext cx="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65382" name="Group 134"/>
          <p:cNvGrpSpPr>
            <a:grpSpLocks/>
          </p:cNvGrpSpPr>
          <p:nvPr/>
        </p:nvGrpSpPr>
        <p:grpSpPr bwMode="auto">
          <a:xfrm>
            <a:off x="2484438" y="3429000"/>
            <a:ext cx="4892675" cy="982663"/>
            <a:chOff x="780" y="1772"/>
            <a:chExt cx="3082" cy="619"/>
          </a:xfrm>
        </p:grpSpPr>
        <p:sp>
          <p:nvSpPr>
            <p:cNvPr id="565255" name="Line 7"/>
            <p:cNvSpPr>
              <a:spLocks noChangeShapeType="1"/>
            </p:cNvSpPr>
            <p:nvPr/>
          </p:nvSpPr>
          <p:spPr bwMode="auto">
            <a:xfrm>
              <a:off x="780" y="2087"/>
              <a:ext cx="1785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5271" name="Rectangle 23"/>
            <p:cNvSpPr>
              <a:spLocks noChangeArrowheads="1"/>
            </p:cNvSpPr>
            <p:nvPr/>
          </p:nvSpPr>
          <p:spPr bwMode="auto">
            <a:xfrm>
              <a:off x="3793" y="1954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2" name="Rectangle 24"/>
            <p:cNvSpPr>
              <a:spLocks noChangeArrowheads="1"/>
            </p:cNvSpPr>
            <p:nvPr/>
          </p:nvSpPr>
          <p:spPr bwMode="auto">
            <a:xfrm>
              <a:off x="3497" y="1954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3" name="Rectangle 25"/>
            <p:cNvSpPr>
              <a:spLocks noChangeArrowheads="1"/>
            </p:cNvSpPr>
            <p:nvPr/>
          </p:nvSpPr>
          <p:spPr bwMode="auto">
            <a:xfrm>
              <a:off x="3207" y="1954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4" name="Rectangle 26"/>
            <p:cNvSpPr>
              <a:spLocks noChangeArrowheads="1"/>
            </p:cNvSpPr>
            <p:nvPr/>
          </p:nvSpPr>
          <p:spPr bwMode="auto">
            <a:xfrm>
              <a:off x="2951" y="1954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5" name="Rectangle 27"/>
            <p:cNvSpPr>
              <a:spLocks noChangeArrowheads="1"/>
            </p:cNvSpPr>
            <p:nvPr/>
          </p:nvSpPr>
          <p:spPr bwMode="auto">
            <a:xfrm>
              <a:off x="2489" y="1796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6" name="Rectangle 28"/>
            <p:cNvSpPr>
              <a:spLocks noChangeArrowheads="1"/>
            </p:cNvSpPr>
            <p:nvPr/>
          </p:nvSpPr>
          <p:spPr bwMode="auto">
            <a:xfrm>
              <a:off x="2193" y="1796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7" name="Rectangle 29"/>
            <p:cNvSpPr>
              <a:spLocks noChangeArrowheads="1"/>
            </p:cNvSpPr>
            <p:nvPr/>
          </p:nvSpPr>
          <p:spPr bwMode="auto">
            <a:xfrm>
              <a:off x="1906" y="1796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8" name="Rectangle 30"/>
            <p:cNvSpPr>
              <a:spLocks noChangeArrowheads="1"/>
            </p:cNvSpPr>
            <p:nvPr/>
          </p:nvSpPr>
          <p:spPr bwMode="auto">
            <a:xfrm>
              <a:off x="1492" y="1796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79" name="Rectangle 31"/>
            <p:cNvSpPr>
              <a:spLocks noChangeArrowheads="1"/>
            </p:cNvSpPr>
            <p:nvPr/>
          </p:nvSpPr>
          <p:spPr bwMode="auto">
            <a:xfrm>
              <a:off x="1198" y="1796"/>
              <a:ext cx="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280" name="Rectangle 32"/>
            <p:cNvSpPr>
              <a:spLocks noChangeArrowheads="1"/>
            </p:cNvSpPr>
            <p:nvPr/>
          </p:nvSpPr>
          <p:spPr bwMode="auto">
            <a:xfrm>
              <a:off x="942" y="1796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4" name="Rectangle 66"/>
            <p:cNvSpPr>
              <a:spLocks noChangeArrowheads="1"/>
            </p:cNvSpPr>
            <p:nvPr/>
          </p:nvSpPr>
          <p:spPr bwMode="auto">
            <a:xfrm>
              <a:off x="3697" y="208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k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5" name="Rectangle 67"/>
            <p:cNvSpPr>
              <a:spLocks noChangeArrowheads="1"/>
            </p:cNvSpPr>
            <p:nvPr/>
          </p:nvSpPr>
          <p:spPr bwMode="auto">
            <a:xfrm>
              <a:off x="3431" y="2083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6" name="Rectangle 68"/>
            <p:cNvSpPr>
              <a:spLocks noChangeArrowheads="1"/>
            </p:cNvSpPr>
            <p:nvPr/>
          </p:nvSpPr>
          <p:spPr bwMode="auto">
            <a:xfrm>
              <a:off x="3143" y="2083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7" name="Rectangle 69"/>
            <p:cNvSpPr>
              <a:spLocks noChangeArrowheads="1"/>
            </p:cNvSpPr>
            <p:nvPr/>
          </p:nvSpPr>
          <p:spPr bwMode="auto">
            <a:xfrm>
              <a:off x="1873" y="2247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k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8" name="Rectangle 70"/>
            <p:cNvSpPr>
              <a:spLocks noChangeArrowheads="1"/>
            </p:cNvSpPr>
            <p:nvPr/>
          </p:nvSpPr>
          <p:spPr bwMode="auto">
            <a:xfrm>
              <a:off x="1492" y="2247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19" name="Rectangle 71"/>
            <p:cNvSpPr>
              <a:spLocks noChangeArrowheads="1"/>
            </p:cNvSpPr>
            <p:nvPr/>
          </p:nvSpPr>
          <p:spPr bwMode="auto">
            <a:xfrm>
              <a:off x="2393" y="192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k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0" name="Rectangle 72"/>
            <p:cNvSpPr>
              <a:spLocks noChangeArrowheads="1"/>
            </p:cNvSpPr>
            <p:nvPr/>
          </p:nvSpPr>
          <p:spPr bwMode="auto">
            <a:xfrm>
              <a:off x="2127" y="1925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1" name="Rectangle 73"/>
            <p:cNvSpPr>
              <a:spLocks noChangeArrowheads="1"/>
            </p:cNvSpPr>
            <p:nvPr/>
          </p:nvSpPr>
          <p:spPr bwMode="auto">
            <a:xfrm>
              <a:off x="1422" y="1925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22" name="Rectangle 74"/>
            <p:cNvSpPr>
              <a:spLocks noChangeArrowheads="1"/>
            </p:cNvSpPr>
            <p:nvPr/>
          </p:nvSpPr>
          <p:spPr bwMode="auto">
            <a:xfrm>
              <a:off x="1134" y="1925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0" name="Rectangle 92"/>
            <p:cNvSpPr>
              <a:spLocks noChangeArrowheads="1"/>
            </p:cNvSpPr>
            <p:nvPr/>
          </p:nvSpPr>
          <p:spPr bwMode="auto">
            <a:xfrm>
              <a:off x="3594" y="1954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1" name="Rectangle 93"/>
            <p:cNvSpPr>
              <a:spLocks noChangeArrowheads="1"/>
            </p:cNvSpPr>
            <p:nvPr/>
          </p:nvSpPr>
          <p:spPr bwMode="auto">
            <a:xfrm>
              <a:off x="3304" y="1954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2" name="Rectangle 94"/>
            <p:cNvSpPr>
              <a:spLocks noChangeArrowheads="1"/>
            </p:cNvSpPr>
            <p:nvPr/>
          </p:nvSpPr>
          <p:spPr bwMode="auto">
            <a:xfrm>
              <a:off x="3044" y="1954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3" name="Rectangle 95"/>
            <p:cNvSpPr>
              <a:spLocks noChangeArrowheads="1"/>
            </p:cNvSpPr>
            <p:nvPr/>
          </p:nvSpPr>
          <p:spPr bwMode="auto">
            <a:xfrm>
              <a:off x="2848" y="1954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4" name="Rectangle 96"/>
            <p:cNvSpPr>
              <a:spLocks noChangeArrowheads="1"/>
            </p:cNvSpPr>
            <p:nvPr/>
          </p:nvSpPr>
          <p:spPr bwMode="auto">
            <a:xfrm>
              <a:off x="1770" y="2117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5" name="Rectangle 97"/>
            <p:cNvSpPr>
              <a:spLocks noChangeArrowheads="1"/>
            </p:cNvSpPr>
            <p:nvPr/>
          </p:nvSpPr>
          <p:spPr bwMode="auto">
            <a:xfrm>
              <a:off x="1393" y="2117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6" name="Rectangle 98"/>
            <p:cNvSpPr>
              <a:spLocks noChangeArrowheads="1"/>
            </p:cNvSpPr>
            <p:nvPr/>
          </p:nvSpPr>
          <p:spPr bwMode="auto">
            <a:xfrm>
              <a:off x="2289" y="179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7" name="Rectangle 99"/>
            <p:cNvSpPr>
              <a:spLocks noChangeArrowheads="1"/>
            </p:cNvSpPr>
            <p:nvPr/>
          </p:nvSpPr>
          <p:spPr bwMode="auto">
            <a:xfrm>
              <a:off x="1999" y="179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8" name="Rectangle 100"/>
            <p:cNvSpPr>
              <a:spLocks noChangeArrowheads="1"/>
            </p:cNvSpPr>
            <p:nvPr/>
          </p:nvSpPr>
          <p:spPr bwMode="auto">
            <a:xfrm>
              <a:off x="1803" y="1796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49" name="Rectangle 101"/>
            <p:cNvSpPr>
              <a:spLocks noChangeArrowheads="1"/>
            </p:cNvSpPr>
            <p:nvPr/>
          </p:nvSpPr>
          <p:spPr bwMode="auto">
            <a:xfrm>
              <a:off x="1294" y="179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50" name="Rectangle 102"/>
            <p:cNvSpPr>
              <a:spLocks noChangeArrowheads="1"/>
            </p:cNvSpPr>
            <p:nvPr/>
          </p:nvSpPr>
          <p:spPr bwMode="auto">
            <a:xfrm>
              <a:off x="1035" y="179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51" name="Rectangle 103"/>
            <p:cNvSpPr>
              <a:spLocks noChangeArrowheads="1"/>
            </p:cNvSpPr>
            <p:nvPr/>
          </p:nvSpPr>
          <p:spPr bwMode="auto">
            <a:xfrm>
              <a:off x="838" y="1796"/>
              <a:ext cx="6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69" name="Rectangle 121"/>
            <p:cNvSpPr>
              <a:spLocks noChangeArrowheads="1"/>
            </p:cNvSpPr>
            <p:nvPr/>
          </p:nvSpPr>
          <p:spPr bwMode="auto">
            <a:xfrm>
              <a:off x="2626" y="1930"/>
              <a:ext cx="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70" name="Rectangle 122"/>
            <p:cNvSpPr>
              <a:spLocks noChangeArrowheads="1"/>
            </p:cNvSpPr>
            <p:nvPr/>
          </p:nvSpPr>
          <p:spPr bwMode="auto">
            <a:xfrm>
              <a:off x="1595" y="2093"/>
              <a:ext cx="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71" name="Rectangle 123"/>
            <p:cNvSpPr>
              <a:spLocks noChangeArrowheads="1"/>
            </p:cNvSpPr>
            <p:nvPr/>
          </p:nvSpPr>
          <p:spPr bwMode="auto">
            <a:xfrm>
              <a:off x="1595" y="1772"/>
              <a:ext cx="1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565372" name="Rectangle 124"/>
          <p:cNvSpPr>
            <a:spLocks noChangeArrowheads="1"/>
          </p:cNvSpPr>
          <p:nvPr/>
        </p:nvSpPr>
        <p:spPr bwMode="auto">
          <a:xfrm>
            <a:off x="4273550" y="1528763"/>
            <a:ext cx="180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  <a:latin typeface="Symbol" pitchFamily="18" charset="2"/>
              </a:rPr>
              <a:t>=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73" name="Rectangle 125"/>
          <p:cNvSpPr>
            <a:spLocks noChangeArrowheads="1"/>
          </p:cNvSpPr>
          <p:nvPr/>
        </p:nvSpPr>
        <p:spPr bwMode="auto">
          <a:xfrm>
            <a:off x="2608263" y="1787525"/>
            <a:ext cx="180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  <a:latin typeface="Symbol" pitchFamily="18" charset="2"/>
              </a:rPr>
              <a:t>-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5374" name="Rectangle 126"/>
          <p:cNvSpPr>
            <a:spLocks noChangeArrowheads="1"/>
          </p:cNvSpPr>
          <p:nvPr/>
        </p:nvSpPr>
        <p:spPr bwMode="auto">
          <a:xfrm>
            <a:off x="2686050" y="1317625"/>
            <a:ext cx="180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>
                <a:solidFill>
                  <a:srgbClr val="000000"/>
                </a:solidFill>
                <a:latin typeface="Symbol" pitchFamily="18" charset="2"/>
              </a:rPr>
              <a:t>-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65381" name="Group 133"/>
          <p:cNvGrpSpPr>
            <a:grpSpLocks/>
          </p:cNvGrpSpPr>
          <p:nvPr/>
        </p:nvGrpSpPr>
        <p:grpSpPr bwMode="auto">
          <a:xfrm>
            <a:off x="407988" y="4579938"/>
            <a:ext cx="2082800" cy="504825"/>
            <a:chOff x="257" y="2403"/>
            <a:chExt cx="1312" cy="318"/>
          </a:xfrm>
        </p:grpSpPr>
        <p:sp>
          <p:nvSpPr>
            <p:cNvPr id="565339" name="Rectangle 91"/>
            <p:cNvSpPr>
              <a:spLocks noChangeArrowheads="1"/>
            </p:cNvSpPr>
            <p:nvPr/>
          </p:nvSpPr>
          <p:spPr bwMode="auto">
            <a:xfrm>
              <a:off x="257" y="2403"/>
              <a:ext cx="14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i="1">
                  <a:solidFill>
                    <a:srgbClr val="000000"/>
                  </a:solidFill>
                </a:rPr>
                <a:t>n</a:t>
              </a:r>
              <a:endPara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375" name="Rectangle 127"/>
            <p:cNvSpPr>
              <a:spLocks noChangeArrowheads="1"/>
            </p:cNvSpPr>
            <p:nvPr/>
          </p:nvSpPr>
          <p:spPr bwMode="auto">
            <a:xfrm>
              <a:off x="444" y="2452"/>
              <a:ext cx="1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rgbClr val="000000"/>
                  </a:solidFill>
                  <a:latin typeface="宋体" pitchFamily="2" charset="-122"/>
                  <a:ea typeface="黑体" pitchFamily="49" charset="-122"/>
                </a:rPr>
                <a:t>阶差商为：</a:t>
              </a:r>
              <a:endPara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49" charset="-122"/>
              </a:endParaRPr>
            </a:p>
          </p:txBody>
        </p:sp>
      </p:grpSp>
      <p:sp>
        <p:nvSpPr>
          <p:cNvPr id="565376" name="Rectangle 128"/>
          <p:cNvSpPr>
            <a:spLocks noChangeArrowheads="1"/>
          </p:cNvSpPr>
          <p:nvPr/>
        </p:nvSpPr>
        <p:spPr bwMode="auto">
          <a:xfrm>
            <a:off x="395288" y="2565400"/>
            <a:ext cx="32146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00"/>
                </a:solidFill>
                <a:latin typeface="宋体" pitchFamily="2" charset="-122"/>
                <a:ea typeface="黑体" pitchFamily="49" charset="-122"/>
              </a:rPr>
              <a:t>一般地，二阶差商：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565377" name="Rectangle 129"/>
          <p:cNvSpPr>
            <a:spLocks noChangeArrowheads="1"/>
          </p:cNvSpPr>
          <p:nvPr/>
        </p:nvSpPr>
        <p:spPr bwMode="auto">
          <a:xfrm>
            <a:off x="1887538" y="1365250"/>
            <a:ext cx="33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6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42" name="Rectangle 131"/>
          <p:cNvSpPr>
            <a:spLocks noChangeArrowheads="1"/>
          </p:cNvSpPr>
          <p:nvPr/>
        </p:nvSpPr>
        <p:spPr bwMode="auto">
          <a:xfrm>
            <a:off x="539750" y="620713"/>
            <a:ext cx="42862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000000"/>
                </a:solidFill>
                <a:latin typeface="宋体" pitchFamily="2" charset="-122"/>
                <a:ea typeface="黑体" pitchFamily="49" charset="-122"/>
              </a:rPr>
              <a:t>二阶差商是一阶差商的差商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5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5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5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5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37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8E2809-193D-4A25-B175-DF558F9E828D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graphicFrame>
        <p:nvGraphicFramePr>
          <p:cNvPr id="566275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258888" y="1268413"/>
          <a:ext cx="4392612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3" name="文档" r:id="rId3" imgW="2296901" imgH="790811" progId="Word.Document.8">
                  <p:embed/>
                </p:oleObj>
              </mc:Choice>
              <mc:Fallback>
                <p:oleObj name="文档" r:id="rId3" imgW="2296901" imgH="790811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268413"/>
                        <a:ext cx="4392612" cy="151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71550" y="2852738"/>
          <a:ext cx="72009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4" name="文档" r:id="rId5" imgW="2549870" imgH="395405" progId="Word.Document.8">
                  <p:embed/>
                </p:oleObj>
              </mc:Choice>
              <mc:Fallback>
                <p:oleObj name="文档" r:id="rId5" imgW="2549870" imgH="39540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52738"/>
                        <a:ext cx="72009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58888" y="4076700"/>
          <a:ext cx="4751387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5" name="文档" r:id="rId7" imgW="2238196" imgH="652703" progId="Word.Document.8">
                  <p:embed/>
                </p:oleObj>
              </mc:Choice>
              <mc:Fallback>
                <p:oleObj name="文档" r:id="rId7" imgW="2238196" imgH="652703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076700"/>
                        <a:ext cx="4751387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8" name="Object 6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611188" y="5013325"/>
          <a:ext cx="8137525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6" name="文档" r:id="rId9" imgW="2706969" imgH="406095" progId="Word.Document.8">
                  <p:embed/>
                </p:oleObj>
              </mc:Choice>
              <mc:Fallback>
                <p:oleObj name="文档" r:id="rId9" imgW="2706969" imgH="40609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013325"/>
                        <a:ext cx="8137525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81" name="Rectangle 9"/>
          <p:cNvSpPr>
            <a:spLocks noChangeArrowheads="1"/>
          </p:cNvSpPr>
          <p:nvPr/>
        </p:nvSpPr>
        <p:spPr bwMode="auto">
          <a:xfrm>
            <a:off x="827088" y="549275"/>
            <a:ext cx="1331912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rgbClr val="000000"/>
                </a:solidFill>
              </a:rPr>
              <a:t>Newton</a:t>
            </a:r>
            <a:endParaRPr lang="en-US" altLang="zh-CN" sz="3200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6282" name="Rectangle 10"/>
          <p:cNvSpPr>
            <a:spLocks noChangeArrowheads="1"/>
          </p:cNvSpPr>
          <p:nvPr/>
        </p:nvSpPr>
        <p:spPr bwMode="auto">
          <a:xfrm>
            <a:off x="2195513" y="549275"/>
            <a:ext cx="163195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插值公式</a:t>
            </a:r>
            <a:endParaRPr lang="zh-CN" altLang="en-US" sz="3200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6283" name="Rectangle 11"/>
          <p:cNvSpPr>
            <a:spLocks noChangeArrowheads="1"/>
          </p:cNvSpPr>
          <p:nvPr/>
        </p:nvSpPr>
        <p:spPr bwMode="auto">
          <a:xfrm>
            <a:off x="3656013" y="1116013"/>
            <a:ext cx="66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100">
                <a:solidFill>
                  <a:srgbClr val="000000"/>
                </a:solidFill>
              </a:rPr>
              <a:t> 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66284" name="Group 12"/>
          <p:cNvGrpSpPr>
            <a:grpSpLocks/>
          </p:cNvGrpSpPr>
          <p:nvPr/>
        </p:nvGrpSpPr>
        <p:grpSpPr bwMode="auto">
          <a:xfrm>
            <a:off x="1570038" y="6175375"/>
            <a:ext cx="3473450" cy="439738"/>
            <a:chOff x="280" y="915"/>
            <a:chExt cx="2053" cy="237"/>
          </a:xfrm>
        </p:grpSpPr>
        <p:sp>
          <p:nvSpPr>
            <p:cNvPr id="566285" name="Rectangle 13"/>
            <p:cNvSpPr>
              <a:spLocks noChangeArrowheads="1"/>
            </p:cNvSpPr>
            <p:nvPr/>
          </p:nvSpPr>
          <p:spPr bwMode="auto">
            <a:xfrm>
              <a:off x="1421" y="915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1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6286" name="Rectangle 14"/>
            <p:cNvSpPr>
              <a:spLocks noChangeArrowheads="1"/>
            </p:cNvSpPr>
            <p:nvPr/>
          </p:nvSpPr>
          <p:spPr bwMode="auto">
            <a:xfrm>
              <a:off x="477" y="915"/>
              <a:ext cx="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6287" name="Rectangle 15"/>
            <p:cNvSpPr>
              <a:spLocks noChangeArrowheads="1"/>
            </p:cNvSpPr>
            <p:nvPr/>
          </p:nvSpPr>
          <p:spPr bwMode="auto">
            <a:xfrm>
              <a:off x="362" y="915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2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6288" name="Rectangle 16"/>
            <p:cNvSpPr>
              <a:spLocks noChangeArrowheads="1"/>
            </p:cNvSpPr>
            <p:nvPr/>
          </p:nvSpPr>
          <p:spPr bwMode="auto">
            <a:xfrm>
              <a:off x="280" y="915"/>
              <a:ext cx="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(</a:t>
              </a:r>
              <a:endPara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6289" name="Rectangle 17"/>
            <p:cNvSpPr>
              <a:spLocks noChangeArrowheads="1"/>
            </p:cNvSpPr>
            <p:nvPr/>
          </p:nvSpPr>
          <p:spPr bwMode="auto">
            <a:xfrm>
              <a:off x="1488" y="922"/>
              <a:ext cx="84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）式得：</a:t>
              </a:r>
              <a:endPara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6290" name="Rectangle 18"/>
            <p:cNvSpPr>
              <a:spLocks noChangeArrowheads="1"/>
            </p:cNvSpPr>
            <p:nvPr/>
          </p:nvSpPr>
          <p:spPr bwMode="auto">
            <a:xfrm>
              <a:off x="552" y="922"/>
              <a:ext cx="84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式代入（</a:t>
              </a:r>
              <a:endPara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46D5C0-EE79-48A7-B74F-FBB5629DCF55}" type="slidenum">
              <a:rPr lang="zh-CN" altLang="en-US"/>
              <a:pPr>
                <a:defRPr/>
              </a:pPr>
              <a:t>24</a:t>
            </a:fld>
            <a:endParaRPr lang="en-US" altLang="zh-CN"/>
          </a:p>
        </p:txBody>
      </p:sp>
      <p:grpSp>
        <p:nvGrpSpPr>
          <p:cNvPr id="567453" name="Group 157"/>
          <p:cNvGrpSpPr>
            <a:grpSpLocks/>
          </p:cNvGrpSpPr>
          <p:nvPr/>
        </p:nvGrpSpPr>
        <p:grpSpPr bwMode="auto">
          <a:xfrm>
            <a:off x="468313" y="5157788"/>
            <a:ext cx="8424862" cy="598487"/>
            <a:chOff x="627" y="2998"/>
            <a:chExt cx="4828" cy="268"/>
          </a:xfrm>
        </p:grpSpPr>
        <p:sp>
          <p:nvSpPr>
            <p:cNvPr id="567302" name="Rectangle 6"/>
            <p:cNvSpPr>
              <a:spLocks noChangeArrowheads="1"/>
            </p:cNvSpPr>
            <p:nvPr/>
          </p:nvSpPr>
          <p:spPr bwMode="auto">
            <a:xfrm>
              <a:off x="5389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3" name="Rectangle 7"/>
            <p:cNvSpPr>
              <a:spLocks noChangeArrowheads="1"/>
            </p:cNvSpPr>
            <p:nvPr/>
          </p:nvSpPr>
          <p:spPr bwMode="auto">
            <a:xfrm>
              <a:off x="5275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4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4" name="Rectangle 8"/>
            <p:cNvSpPr>
              <a:spLocks noChangeArrowheads="1"/>
            </p:cNvSpPr>
            <p:nvPr/>
          </p:nvSpPr>
          <p:spPr bwMode="auto">
            <a:xfrm>
              <a:off x="5193" y="3022"/>
              <a:ext cx="6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5" name="Rectangle 9"/>
            <p:cNvSpPr>
              <a:spLocks noChangeArrowheads="1"/>
            </p:cNvSpPr>
            <p:nvPr/>
          </p:nvSpPr>
          <p:spPr bwMode="auto">
            <a:xfrm>
              <a:off x="4904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6" name="Rectangle 10"/>
            <p:cNvSpPr>
              <a:spLocks noChangeArrowheads="1"/>
            </p:cNvSpPr>
            <p:nvPr/>
          </p:nvSpPr>
          <p:spPr bwMode="auto">
            <a:xfrm>
              <a:off x="4612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7" name="Rectangle 11"/>
            <p:cNvSpPr>
              <a:spLocks noChangeArrowheads="1"/>
            </p:cNvSpPr>
            <p:nvPr/>
          </p:nvSpPr>
          <p:spPr bwMode="auto">
            <a:xfrm>
              <a:off x="4348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8" name="Rectangle 12"/>
            <p:cNvSpPr>
              <a:spLocks noChangeArrowheads="1"/>
            </p:cNvSpPr>
            <p:nvPr/>
          </p:nvSpPr>
          <p:spPr bwMode="auto">
            <a:xfrm>
              <a:off x="4062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09" name="Rectangle 13"/>
            <p:cNvSpPr>
              <a:spLocks noChangeArrowheads="1"/>
            </p:cNvSpPr>
            <p:nvPr/>
          </p:nvSpPr>
          <p:spPr bwMode="auto">
            <a:xfrm>
              <a:off x="3866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0" name="Rectangle 14"/>
            <p:cNvSpPr>
              <a:spLocks noChangeArrowheads="1"/>
            </p:cNvSpPr>
            <p:nvPr/>
          </p:nvSpPr>
          <p:spPr bwMode="auto">
            <a:xfrm>
              <a:off x="3637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1" name="Rectangle 15"/>
            <p:cNvSpPr>
              <a:spLocks noChangeArrowheads="1"/>
            </p:cNvSpPr>
            <p:nvPr/>
          </p:nvSpPr>
          <p:spPr bwMode="auto">
            <a:xfrm>
              <a:off x="3030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2" name="Rectangle 16"/>
            <p:cNvSpPr>
              <a:spLocks noChangeArrowheads="1"/>
            </p:cNvSpPr>
            <p:nvPr/>
          </p:nvSpPr>
          <p:spPr bwMode="auto">
            <a:xfrm>
              <a:off x="2762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3" name="Rectangle 17"/>
            <p:cNvSpPr>
              <a:spLocks noChangeArrowheads="1"/>
            </p:cNvSpPr>
            <p:nvPr/>
          </p:nvSpPr>
          <p:spPr bwMode="auto">
            <a:xfrm>
              <a:off x="2470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4" name="Rectangle 18"/>
            <p:cNvSpPr>
              <a:spLocks noChangeArrowheads="1"/>
            </p:cNvSpPr>
            <p:nvPr/>
          </p:nvSpPr>
          <p:spPr bwMode="auto">
            <a:xfrm>
              <a:off x="2207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5" name="Rectangle 19"/>
            <p:cNvSpPr>
              <a:spLocks noChangeArrowheads="1"/>
            </p:cNvSpPr>
            <p:nvPr/>
          </p:nvSpPr>
          <p:spPr bwMode="auto">
            <a:xfrm>
              <a:off x="1924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6" name="Rectangle 20"/>
            <p:cNvSpPr>
              <a:spLocks noChangeArrowheads="1"/>
            </p:cNvSpPr>
            <p:nvPr/>
          </p:nvSpPr>
          <p:spPr bwMode="auto">
            <a:xfrm>
              <a:off x="1481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7" name="Rectangle 21"/>
            <p:cNvSpPr>
              <a:spLocks noChangeArrowheads="1"/>
            </p:cNvSpPr>
            <p:nvPr/>
          </p:nvSpPr>
          <p:spPr bwMode="auto">
            <a:xfrm>
              <a:off x="1214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8" name="Rectangle 22"/>
            <p:cNvSpPr>
              <a:spLocks noChangeArrowheads="1"/>
            </p:cNvSpPr>
            <p:nvPr/>
          </p:nvSpPr>
          <p:spPr bwMode="auto">
            <a:xfrm>
              <a:off x="928" y="3022"/>
              <a:ext cx="4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19" name="Rectangle 23"/>
            <p:cNvSpPr>
              <a:spLocks noChangeArrowheads="1"/>
            </p:cNvSpPr>
            <p:nvPr/>
          </p:nvSpPr>
          <p:spPr bwMode="auto">
            <a:xfrm>
              <a:off x="731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56" name="Rectangle 60"/>
            <p:cNvSpPr>
              <a:spLocks noChangeArrowheads="1"/>
            </p:cNvSpPr>
            <p:nvPr/>
          </p:nvSpPr>
          <p:spPr bwMode="auto">
            <a:xfrm>
              <a:off x="4811" y="3156"/>
              <a:ext cx="5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57" name="Rectangle 61"/>
            <p:cNvSpPr>
              <a:spLocks noChangeArrowheads="1"/>
            </p:cNvSpPr>
            <p:nvPr/>
          </p:nvSpPr>
          <p:spPr bwMode="auto">
            <a:xfrm>
              <a:off x="4533" y="3156"/>
              <a:ext cx="55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58" name="Rectangle 62"/>
            <p:cNvSpPr>
              <a:spLocks noChangeArrowheads="1"/>
            </p:cNvSpPr>
            <p:nvPr/>
          </p:nvSpPr>
          <p:spPr bwMode="auto">
            <a:xfrm>
              <a:off x="4259" y="3156"/>
              <a:ext cx="5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59" name="Rectangle 63"/>
            <p:cNvSpPr>
              <a:spLocks noChangeArrowheads="1"/>
            </p:cNvSpPr>
            <p:nvPr/>
          </p:nvSpPr>
          <p:spPr bwMode="auto">
            <a:xfrm>
              <a:off x="3544" y="3156"/>
              <a:ext cx="5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0" name="Rectangle 64"/>
            <p:cNvSpPr>
              <a:spLocks noChangeArrowheads="1"/>
            </p:cNvSpPr>
            <p:nvPr/>
          </p:nvSpPr>
          <p:spPr bwMode="auto">
            <a:xfrm>
              <a:off x="2670" y="3156"/>
              <a:ext cx="55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1" name="Rectangle 65"/>
            <p:cNvSpPr>
              <a:spLocks noChangeArrowheads="1"/>
            </p:cNvSpPr>
            <p:nvPr/>
          </p:nvSpPr>
          <p:spPr bwMode="auto">
            <a:xfrm>
              <a:off x="2391" y="3156"/>
              <a:ext cx="5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2" name="Rectangle 66"/>
            <p:cNvSpPr>
              <a:spLocks noChangeArrowheads="1"/>
            </p:cNvSpPr>
            <p:nvPr/>
          </p:nvSpPr>
          <p:spPr bwMode="auto">
            <a:xfrm>
              <a:off x="2118" y="3156"/>
              <a:ext cx="5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3" name="Rectangle 67"/>
            <p:cNvSpPr>
              <a:spLocks noChangeArrowheads="1"/>
            </p:cNvSpPr>
            <p:nvPr/>
          </p:nvSpPr>
          <p:spPr bwMode="auto">
            <a:xfrm>
              <a:off x="1399" y="3156"/>
              <a:ext cx="55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4" name="Rectangle 68"/>
            <p:cNvSpPr>
              <a:spLocks noChangeArrowheads="1"/>
            </p:cNvSpPr>
            <p:nvPr/>
          </p:nvSpPr>
          <p:spPr bwMode="auto">
            <a:xfrm>
              <a:off x="1125" y="3156"/>
              <a:ext cx="58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3" name="Rectangle 87"/>
            <p:cNvSpPr>
              <a:spLocks noChangeArrowheads="1"/>
            </p:cNvSpPr>
            <p:nvPr/>
          </p:nvSpPr>
          <p:spPr bwMode="auto">
            <a:xfrm>
              <a:off x="4708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4" name="Rectangle 88"/>
            <p:cNvSpPr>
              <a:spLocks noChangeArrowheads="1"/>
            </p:cNvSpPr>
            <p:nvPr/>
          </p:nvSpPr>
          <p:spPr bwMode="auto">
            <a:xfrm>
              <a:off x="4445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5" name="Rectangle 89"/>
            <p:cNvSpPr>
              <a:spLocks noChangeArrowheads="1"/>
            </p:cNvSpPr>
            <p:nvPr/>
          </p:nvSpPr>
          <p:spPr bwMode="auto">
            <a:xfrm>
              <a:off x="4159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6" name="Rectangle 90"/>
            <p:cNvSpPr>
              <a:spLocks noChangeArrowheads="1"/>
            </p:cNvSpPr>
            <p:nvPr/>
          </p:nvSpPr>
          <p:spPr bwMode="auto">
            <a:xfrm>
              <a:off x="3959" y="3022"/>
              <a:ext cx="9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7" name="Rectangle 91"/>
            <p:cNvSpPr>
              <a:spLocks noChangeArrowheads="1"/>
            </p:cNvSpPr>
            <p:nvPr/>
          </p:nvSpPr>
          <p:spPr bwMode="auto">
            <a:xfrm>
              <a:off x="3762" y="3022"/>
              <a:ext cx="65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8" name="Rectangle 92"/>
            <p:cNvSpPr>
              <a:spLocks noChangeArrowheads="1"/>
            </p:cNvSpPr>
            <p:nvPr/>
          </p:nvSpPr>
          <p:spPr bwMode="auto">
            <a:xfrm>
              <a:off x="3441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9" name="Rectangle 93"/>
            <p:cNvSpPr>
              <a:spLocks noChangeArrowheads="1"/>
            </p:cNvSpPr>
            <p:nvPr/>
          </p:nvSpPr>
          <p:spPr bwMode="auto">
            <a:xfrm>
              <a:off x="3123" y="3022"/>
              <a:ext cx="9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0" name="Rectangle 94"/>
            <p:cNvSpPr>
              <a:spLocks noChangeArrowheads="1"/>
            </p:cNvSpPr>
            <p:nvPr/>
          </p:nvSpPr>
          <p:spPr bwMode="auto">
            <a:xfrm>
              <a:off x="2567" y="3022"/>
              <a:ext cx="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1" name="Rectangle 95"/>
            <p:cNvSpPr>
              <a:spLocks noChangeArrowheads="1"/>
            </p:cNvSpPr>
            <p:nvPr/>
          </p:nvSpPr>
          <p:spPr bwMode="auto">
            <a:xfrm>
              <a:off x="2303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2" name="Rectangle 96"/>
            <p:cNvSpPr>
              <a:spLocks noChangeArrowheads="1"/>
            </p:cNvSpPr>
            <p:nvPr/>
          </p:nvSpPr>
          <p:spPr bwMode="auto">
            <a:xfrm>
              <a:off x="2017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3" name="Rectangle 97"/>
            <p:cNvSpPr>
              <a:spLocks noChangeArrowheads="1"/>
            </p:cNvSpPr>
            <p:nvPr/>
          </p:nvSpPr>
          <p:spPr bwMode="auto">
            <a:xfrm>
              <a:off x="1820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4" name="Rectangle 98"/>
            <p:cNvSpPr>
              <a:spLocks noChangeArrowheads="1"/>
            </p:cNvSpPr>
            <p:nvPr/>
          </p:nvSpPr>
          <p:spPr bwMode="auto">
            <a:xfrm>
              <a:off x="1310" y="3022"/>
              <a:ext cx="9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5" name="Rectangle 99"/>
            <p:cNvSpPr>
              <a:spLocks noChangeArrowheads="1"/>
            </p:cNvSpPr>
            <p:nvPr/>
          </p:nvSpPr>
          <p:spPr bwMode="auto">
            <a:xfrm>
              <a:off x="1024" y="3022"/>
              <a:ext cx="9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6" name="Rectangle 100"/>
            <p:cNvSpPr>
              <a:spLocks noChangeArrowheads="1"/>
            </p:cNvSpPr>
            <p:nvPr/>
          </p:nvSpPr>
          <p:spPr bwMode="auto">
            <a:xfrm>
              <a:off x="824" y="3022"/>
              <a:ext cx="9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7" name="Rectangle 101"/>
            <p:cNvSpPr>
              <a:spLocks noChangeArrowheads="1"/>
            </p:cNvSpPr>
            <p:nvPr/>
          </p:nvSpPr>
          <p:spPr bwMode="auto">
            <a:xfrm>
              <a:off x="627" y="3022"/>
              <a:ext cx="66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1" name="Rectangle 135"/>
            <p:cNvSpPr>
              <a:spLocks noChangeArrowheads="1"/>
            </p:cNvSpPr>
            <p:nvPr/>
          </p:nvSpPr>
          <p:spPr bwMode="auto">
            <a:xfrm>
              <a:off x="3266" y="2998"/>
              <a:ext cx="1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2" name="Rectangle 136"/>
            <p:cNvSpPr>
              <a:spLocks noChangeArrowheads="1"/>
            </p:cNvSpPr>
            <p:nvPr/>
          </p:nvSpPr>
          <p:spPr bwMode="auto">
            <a:xfrm>
              <a:off x="2866" y="2998"/>
              <a:ext cx="1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3" name="Rectangle 137"/>
            <p:cNvSpPr>
              <a:spLocks noChangeArrowheads="1"/>
            </p:cNvSpPr>
            <p:nvPr/>
          </p:nvSpPr>
          <p:spPr bwMode="auto">
            <a:xfrm>
              <a:off x="1599" y="2998"/>
              <a:ext cx="108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67452" name="Group 156"/>
          <p:cNvGrpSpPr>
            <a:grpSpLocks/>
          </p:cNvGrpSpPr>
          <p:nvPr/>
        </p:nvGrpSpPr>
        <p:grpSpPr bwMode="auto">
          <a:xfrm>
            <a:off x="1165225" y="3573463"/>
            <a:ext cx="6138863" cy="1104900"/>
            <a:chOff x="734" y="2355"/>
            <a:chExt cx="3734" cy="596"/>
          </a:xfrm>
        </p:grpSpPr>
        <p:sp>
          <p:nvSpPr>
            <p:cNvPr id="567301" name="Line 5"/>
            <p:cNvSpPr>
              <a:spLocks noChangeShapeType="1"/>
            </p:cNvSpPr>
            <p:nvPr/>
          </p:nvSpPr>
          <p:spPr bwMode="auto">
            <a:xfrm>
              <a:off x="734" y="2654"/>
              <a:ext cx="224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7320" name="Rectangle 24"/>
            <p:cNvSpPr>
              <a:spLocks noChangeArrowheads="1"/>
            </p:cNvSpPr>
            <p:nvPr/>
          </p:nvSpPr>
          <p:spPr bwMode="auto">
            <a:xfrm>
              <a:off x="4399" y="2516"/>
              <a:ext cx="6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1" name="Rectangle 25"/>
            <p:cNvSpPr>
              <a:spLocks noChangeArrowheads="1"/>
            </p:cNvSpPr>
            <p:nvPr/>
          </p:nvSpPr>
          <p:spPr bwMode="auto">
            <a:xfrm>
              <a:off x="4107" y="2516"/>
              <a:ext cx="5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2" name="Rectangle 26"/>
            <p:cNvSpPr>
              <a:spLocks noChangeArrowheads="1"/>
            </p:cNvSpPr>
            <p:nvPr/>
          </p:nvSpPr>
          <p:spPr bwMode="auto">
            <a:xfrm>
              <a:off x="3844" y="2516"/>
              <a:ext cx="5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3" name="Rectangle 27"/>
            <p:cNvSpPr>
              <a:spLocks noChangeArrowheads="1"/>
            </p:cNvSpPr>
            <p:nvPr/>
          </p:nvSpPr>
          <p:spPr bwMode="auto">
            <a:xfrm>
              <a:off x="3558" y="2516"/>
              <a:ext cx="4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4" name="Rectangle 28"/>
            <p:cNvSpPr>
              <a:spLocks noChangeArrowheads="1"/>
            </p:cNvSpPr>
            <p:nvPr/>
          </p:nvSpPr>
          <p:spPr bwMode="auto">
            <a:xfrm>
              <a:off x="3361" y="2516"/>
              <a:ext cx="6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5" name="Rectangle 29"/>
            <p:cNvSpPr>
              <a:spLocks noChangeArrowheads="1"/>
            </p:cNvSpPr>
            <p:nvPr/>
          </p:nvSpPr>
          <p:spPr bwMode="auto">
            <a:xfrm>
              <a:off x="2898" y="2379"/>
              <a:ext cx="7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6" name="Rectangle 30"/>
            <p:cNvSpPr>
              <a:spLocks noChangeArrowheads="1"/>
            </p:cNvSpPr>
            <p:nvPr/>
          </p:nvSpPr>
          <p:spPr bwMode="auto">
            <a:xfrm>
              <a:off x="2606" y="2379"/>
              <a:ext cx="5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7" name="Rectangle 31"/>
            <p:cNvSpPr>
              <a:spLocks noChangeArrowheads="1"/>
            </p:cNvSpPr>
            <p:nvPr/>
          </p:nvSpPr>
          <p:spPr bwMode="auto">
            <a:xfrm>
              <a:off x="2343" y="2379"/>
              <a:ext cx="5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8" name="Rectangle 32"/>
            <p:cNvSpPr>
              <a:spLocks noChangeArrowheads="1"/>
            </p:cNvSpPr>
            <p:nvPr/>
          </p:nvSpPr>
          <p:spPr bwMode="auto">
            <a:xfrm>
              <a:off x="2061" y="2379"/>
              <a:ext cx="7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29" name="Rectangle 33"/>
            <p:cNvSpPr>
              <a:spLocks noChangeArrowheads="1"/>
            </p:cNvSpPr>
            <p:nvPr/>
          </p:nvSpPr>
          <p:spPr bwMode="auto">
            <a:xfrm>
              <a:off x="1646" y="2379"/>
              <a:ext cx="7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0" name="Rectangle 34"/>
            <p:cNvSpPr>
              <a:spLocks noChangeArrowheads="1"/>
            </p:cNvSpPr>
            <p:nvPr/>
          </p:nvSpPr>
          <p:spPr bwMode="auto">
            <a:xfrm>
              <a:off x="1379" y="2379"/>
              <a:ext cx="5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1" name="Rectangle 35"/>
            <p:cNvSpPr>
              <a:spLocks noChangeArrowheads="1"/>
            </p:cNvSpPr>
            <p:nvPr/>
          </p:nvSpPr>
          <p:spPr bwMode="auto">
            <a:xfrm>
              <a:off x="1093" y="2379"/>
              <a:ext cx="5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2" name="Rectangle 36"/>
            <p:cNvSpPr>
              <a:spLocks noChangeArrowheads="1"/>
            </p:cNvSpPr>
            <p:nvPr/>
          </p:nvSpPr>
          <p:spPr bwMode="auto">
            <a:xfrm>
              <a:off x="896" y="2379"/>
              <a:ext cx="70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5" name="Rectangle 69"/>
            <p:cNvSpPr>
              <a:spLocks noChangeArrowheads="1"/>
            </p:cNvSpPr>
            <p:nvPr/>
          </p:nvSpPr>
          <p:spPr bwMode="auto">
            <a:xfrm>
              <a:off x="4307" y="2650"/>
              <a:ext cx="62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6" name="Rectangle 70"/>
            <p:cNvSpPr>
              <a:spLocks noChangeArrowheads="1"/>
            </p:cNvSpPr>
            <p:nvPr/>
          </p:nvSpPr>
          <p:spPr bwMode="auto">
            <a:xfrm>
              <a:off x="4028" y="2650"/>
              <a:ext cx="70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7" name="Rectangle 71"/>
            <p:cNvSpPr>
              <a:spLocks noChangeArrowheads="1"/>
            </p:cNvSpPr>
            <p:nvPr/>
          </p:nvSpPr>
          <p:spPr bwMode="auto">
            <a:xfrm>
              <a:off x="3755" y="2650"/>
              <a:ext cx="62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8" name="Rectangle 72"/>
            <p:cNvSpPr>
              <a:spLocks noChangeArrowheads="1"/>
            </p:cNvSpPr>
            <p:nvPr/>
          </p:nvSpPr>
          <p:spPr bwMode="auto">
            <a:xfrm>
              <a:off x="2028" y="2819"/>
              <a:ext cx="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69" name="Rectangle 73"/>
            <p:cNvSpPr>
              <a:spLocks noChangeArrowheads="1"/>
            </p:cNvSpPr>
            <p:nvPr/>
          </p:nvSpPr>
          <p:spPr bwMode="auto">
            <a:xfrm>
              <a:off x="2806" y="2513"/>
              <a:ext cx="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0" name="Rectangle 74"/>
            <p:cNvSpPr>
              <a:spLocks noChangeArrowheads="1"/>
            </p:cNvSpPr>
            <p:nvPr/>
          </p:nvSpPr>
          <p:spPr bwMode="auto">
            <a:xfrm>
              <a:off x="2528" y="2513"/>
              <a:ext cx="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1" name="Rectangle 75"/>
            <p:cNvSpPr>
              <a:spLocks noChangeArrowheads="1"/>
            </p:cNvSpPr>
            <p:nvPr/>
          </p:nvSpPr>
          <p:spPr bwMode="auto">
            <a:xfrm>
              <a:off x="2254" y="2513"/>
              <a:ext cx="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2" name="Rectangle 76"/>
            <p:cNvSpPr>
              <a:spLocks noChangeArrowheads="1"/>
            </p:cNvSpPr>
            <p:nvPr/>
          </p:nvSpPr>
          <p:spPr bwMode="auto">
            <a:xfrm>
              <a:off x="1564" y="2513"/>
              <a:ext cx="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3" name="Rectangle 77"/>
            <p:cNvSpPr>
              <a:spLocks noChangeArrowheads="1"/>
            </p:cNvSpPr>
            <p:nvPr/>
          </p:nvSpPr>
          <p:spPr bwMode="auto">
            <a:xfrm>
              <a:off x="1290" y="2513"/>
              <a:ext cx="62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8" name="Rectangle 102"/>
            <p:cNvSpPr>
              <a:spLocks noChangeArrowheads="1"/>
            </p:cNvSpPr>
            <p:nvPr/>
          </p:nvSpPr>
          <p:spPr bwMode="auto">
            <a:xfrm>
              <a:off x="4203" y="2516"/>
              <a:ext cx="9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99" name="Rectangle 103"/>
            <p:cNvSpPr>
              <a:spLocks noChangeArrowheads="1"/>
            </p:cNvSpPr>
            <p:nvPr/>
          </p:nvSpPr>
          <p:spPr bwMode="auto">
            <a:xfrm>
              <a:off x="3940" y="2516"/>
              <a:ext cx="9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0" name="Rectangle 104"/>
            <p:cNvSpPr>
              <a:spLocks noChangeArrowheads="1"/>
            </p:cNvSpPr>
            <p:nvPr/>
          </p:nvSpPr>
          <p:spPr bwMode="auto">
            <a:xfrm>
              <a:off x="3654" y="2516"/>
              <a:ext cx="9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1" name="Rectangle 105"/>
            <p:cNvSpPr>
              <a:spLocks noChangeArrowheads="1"/>
            </p:cNvSpPr>
            <p:nvPr/>
          </p:nvSpPr>
          <p:spPr bwMode="auto">
            <a:xfrm>
              <a:off x="3454" y="2516"/>
              <a:ext cx="9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2" name="Rectangle 106"/>
            <p:cNvSpPr>
              <a:spLocks noChangeArrowheads="1"/>
            </p:cNvSpPr>
            <p:nvPr/>
          </p:nvSpPr>
          <p:spPr bwMode="auto">
            <a:xfrm>
              <a:off x="3257" y="2516"/>
              <a:ext cx="5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3" name="Rectangle 107"/>
            <p:cNvSpPr>
              <a:spLocks noChangeArrowheads="1"/>
            </p:cNvSpPr>
            <p:nvPr/>
          </p:nvSpPr>
          <p:spPr bwMode="auto">
            <a:xfrm>
              <a:off x="1925" y="2684"/>
              <a:ext cx="98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4" name="Rectangle 108"/>
            <p:cNvSpPr>
              <a:spLocks noChangeArrowheads="1"/>
            </p:cNvSpPr>
            <p:nvPr/>
          </p:nvSpPr>
          <p:spPr bwMode="auto">
            <a:xfrm>
              <a:off x="1606" y="2684"/>
              <a:ext cx="93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5" name="Rectangle 109"/>
            <p:cNvSpPr>
              <a:spLocks noChangeArrowheads="1"/>
            </p:cNvSpPr>
            <p:nvPr/>
          </p:nvSpPr>
          <p:spPr bwMode="auto">
            <a:xfrm>
              <a:off x="2703" y="2379"/>
              <a:ext cx="9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6" name="Rectangle 110"/>
            <p:cNvSpPr>
              <a:spLocks noChangeArrowheads="1"/>
            </p:cNvSpPr>
            <p:nvPr/>
          </p:nvSpPr>
          <p:spPr bwMode="auto">
            <a:xfrm>
              <a:off x="2440" y="2379"/>
              <a:ext cx="9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7" name="Rectangle 111"/>
            <p:cNvSpPr>
              <a:spLocks noChangeArrowheads="1"/>
            </p:cNvSpPr>
            <p:nvPr/>
          </p:nvSpPr>
          <p:spPr bwMode="auto">
            <a:xfrm>
              <a:off x="2154" y="2379"/>
              <a:ext cx="9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8" name="Rectangle 112"/>
            <p:cNvSpPr>
              <a:spLocks noChangeArrowheads="1"/>
            </p:cNvSpPr>
            <p:nvPr/>
          </p:nvSpPr>
          <p:spPr bwMode="auto">
            <a:xfrm>
              <a:off x="1957" y="2379"/>
              <a:ext cx="5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09" name="Rectangle 113"/>
            <p:cNvSpPr>
              <a:spLocks noChangeArrowheads="1"/>
            </p:cNvSpPr>
            <p:nvPr/>
          </p:nvSpPr>
          <p:spPr bwMode="auto">
            <a:xfrm>
              <a:off x="1475" y="2379"/>
              <a:ext cx="9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0" name="Rectangle 114"/>
            <p:cNvSpPr>
              <a:spLocks noChangeArrowheads="1"/>
            </p:cNvSpPr>
            <p:nvPr/>
          </p:nvSpPr>
          <p:spPr bwMode="auto">
            <a:xfrm>
              <a:off x="1189" y="2379"/>
              <a:ext cx="9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1" name="Rectangle 115"/>
            <p:cNvSpPr>
              <a:spLocks noChangeArrowheads="1"/>
            </p:cNvSpPr>
            <p:nvPr/>
          </p:nvSpPr>
          <p:spPr bwMode="auto">
            <a:xfrm>
              <a:off x="989" y="2379"/>
              <a:ext cx="9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2" name="Rectangle 116"/>
            <p:cNvSpPr>
              <a:spLocks noChangeArrowheads="1"/>
            </p:cNvSpPr>
            <p:nvPr/>
          </p:nvSpPr>
          <p:spPr bwMode="auto">
            <a:xfrm>
              <a:off x="792" y="2379"/>
              <a:ext cx="58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4" name="Rectangle 138"/>
            <p:cNvSpPr>
              <a:spLocks noChangeArrowheads="1"/>
            </p:cNvSpPr>
            <p:nvPr/>
          </p:nvSpPr>
          <p:spPr bwMode="auto">
            <a:xfrm>
              <a:off x="3035" y="2492"/>
              <a:ext cx="11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5" name="Rectangle 139"/>
            <p:cNvSpPr>
              <a:spLocks noChangeArrowheads="1"/>
            </p:cNvSpPr>
            <p:nvPr/>
          </p:nvSpPr>
          <p:spPr bwMode="auto">
            <a:xfrm>
              <a:off x="1750" y="2660"/>
              <a:ext cx="11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6" name="Rectangle 140"/>
            <p:cNvSpPr>
              <a:spLocks noChangeArrowheads="1"/>
            </p:cNvSpPr>
            <p:nvPr/>
          </p:nvSpPr>
          <p:spPr bwMode="auto">
            <a:xfrm>
              <a:off x="1750" y="2355"/>
              <a:ext cx="115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3253" name="Group 154"/>
          <p:cNvGrpSpPr>
            <a:grpSpLocks/>
          </p:cNvGrpSpPr>
          <p:nvPr/>
        </p:nvGrpSpPr>
        <p:grpSpPr bwMode="auto">
          <a:xfrm>
            <a:off x="1227138" y="692150"/>
            <a:ext cx="6511925" cy="1714500"/>
            <a:chOff x="773" y="1215"/>
            <a:chExt cx="3442" cy="731"/>
          </a:xfrm>
        </p:grpSpPr>
        <p:sp>
          <p:nvSpPr>
            <p:cNvPr id="567333" name="Rectangle 37"/>
            <p:cNvSpPr>
              <a:spLocks noChangeArrowheads="1"/>
            </p:cNvSpPr>
            <p:nvPr/>
          </p:nvSpPr>
          <p:spPr bwMode="auto">
            <a:xfrm>
              <a:off x="4155" y="1708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4" name="Rectangle 38"/>
            <p:cNvSpPr>
              <a:spLocks noChangeArrowheads="1"/>
            </p:cNvSpPr>
            <p:nvPr/>
          </p:nvSpPr>
          <p:spPr bwMode="auto">
            <a:xfrm>
              <a:off x="4048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3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5" name="Rectangle 39"/>
            <p:cNvSpPr>
              <a:spLocks noChangeArrowheads="1"/>
            </p:cNvSpPr>
            <p:nvPr/>
          </p:nvSpPr>
          <p:spPr bwMode="auto">
            <a:xfrm>
              <a:off x="3973" y="1708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6" name="Rectangle 40"/>
            <p:cNvSpPr>
              <a:spLocks noChangeArrowheads="1"/>
            </p:cNvSpPr>
            <p:nvPr/>
          </p:nvSpPr>
          <p:spPr bwMode="auto">
            <a:xfrm>
              <a:off x="3774" y="1708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7" name="Rectangle 41"/>
            <p:cNvSpPr>
              <a:spLocks noChangeArrowheads="1"/>
            </p:cNvSpPr>
            <p:nvPr/>
          </p:nvSpPr>
          <p:spPr bwMode="auto">
            <a:xfrm>
              <a:off x="3507" y="1708"/>
              <a:ext cx="4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8" name="Rectangle 42"/>
            <p:cNvSpPr>
              <a:spLocks noChangeArrowheads="1"/>
            </p:cNvSpPr>
            <p:nvPr/>
          </p:nvSpPr>
          <p:spPr bwMode="auto">
            <a:xfrm>
              <a:off x="3221" y="1708"/>
              <a:ext cx="4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39" name="Rectangle 43"/>
            <p:cNvSpPr>
              <a:spLocks noChangeArrowheads="1"/>
            </p:cNvSpPr>
            <p:nvPr/>
          </p:nvSpPr>
          <p:spPr bwMode="auto">
            <a:xfrm>
              <a:off x="3025" y="1708"/>
              <a:ext cx="6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0" name="Rectangle 44"/>
            <p:cNvSpPr>
              <a:spLocks noChangeArrowheads="1"/>
            </p:cNvSpPr>
            <p:nvPr/>
          </p:nvSpPr>
          <p:spPr bwMode="auto">
            <a:xfrm>
              <a:off x="2796" y="1708"/>
              <a:ext cx="6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1" name="Rectangle 45"/>
            <p:cNvSpPr>
              <a:spLocks noChangeArrowheads="1"/>
            </p:cNvSpPr>
            <p:nvPr/>
          </p:nvSpPr>
          <p:spPr bwMode="auto">
            <a:xfrm>
              <a:off x="2139" y="1708"/>
              <a:ext cx="12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2" name="Rectangle 46"/>
            <p:cNvSpPr>
              <a:spLocks noChangeArrowheads="1"/>
            </p:cNvSpPr>
            <p:nvPr/>
          </p:nvSpPr>
          <p:spPr bwMode="auto">
            <a:xfrm>
              <a:off x="1535" y="1708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3" name="Rectangle 47"/>
            <p:cNvSpPr>
              <a:spLocks noChangeArrowheads="1"/>
            </p:cNvSpPr>
            <p:nvPr/>
          </p:nvSpPr>
          <p:spPr bwMode="auto">
            <a:xfrm>
              <a:off x="3507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4" name="Rectangle 48"/>
            <p:cNvSpPr>
              <a:spLocks noChangeArrowheads="1"/>
            </p:cNvSpPr>
            <p:nvPr/>
          </p:nvSpPr>
          <p:spPr bwMode="auto">
            <a:xfrm>
              <a:off x="3240" y="1239"/>
              <a:ext cx="4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5" name="Rectangle 49"/>
            <p:cNvSpPr>
              <a:spLocks noChangeArrowheads="1"/>
            </p:cNvSpPr>
            <p:nvPr/>
          </p:nvSpPr>
          <p:spPr bwMode="auto">
            <a:xfrm>
              <a:off x="2958" y="1239"/>
              <a:ext cx="6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6" name="Rectangle 50"/>
            <p:cNvSpPr>
              <a:spLocks noChangeArrowheads="1"/>
            </p:cNvSpPr>
            <p:nvPr/>
          </p:nvSpPr>
          <p:spPr bwMode="auto">
            <a:xfrm>
              <a:off x="2729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7" name="Rectangle 51"/>
            <p:cNvSpPr>
              <a:spLocks noChangeArrowheads="1"/>
            </p:cNvSpPr>
            <p:nvPr/>
          </p:nvSpPr>
          <p:spPr bwMode="auto">
            <a:xfrm>
              <a:off x="2125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8" name="Rectangle 52"/>
            <p:cNvSpPr>
              <a:spLocks noChangeArrowheads="1"/>
            </p:cNvSpPr>
            <p:nvPr/>
          </p:nvSpPr>
          <p:spPr bwMode="auto">
            <a:xfrm>
              <a:off x="1846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49" name="Rectangle 53"/>
            <p:cNvSpPr>
              <a:spLocks noChangeArrowheads="1"/>
            </p:cNvSpPr>
            <p:nvPr/>
          </p:nvSpPr>
          <p:spPr bwMode="auto">
            <a:xfrm>
              <a:off x="1560" y="1239"/>
              <a:ext cx="6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50" name="Rectangle 54"/>
            <p:cNvSpPr>
              <a:spLocks noChangeArrowheads="1"/>
            </p:cNvSpPr>
            <p:nvPr/>
          </p:nvSpPr>
          <p:spPr bwMode="auto">
            <a:xfrm>
              <a:off x="1092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51" name="Rectangle 55"/>
            <p:cNvSpPr>
              <a:spLocks noChangeArrowheads="1"/>
            </p:cNvSpPr>
            <p:nvPr/>
          </p:nvSpPr>
          <p:spPr bwMode="auto">
            <a:xfrm>
              <a:off x="891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5" name="Rectangle 79"/>
            <p:cNvSpPr>
              <a:spLocks noChangeArrowheads="1"/>
            </p:cNvSpPr>
            <p:nvPr/>
          </p:nvSpPr>
          <p:spPr bwMode="auto">
            <a:xfrm>
              <a:off x="3692" y="1842"/>
              <a:ext cx="54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6" name="Rectangle 80"/>
            <p:cNvSpPr>
              <a:spLocks noChangeArrowheads="1"/>
            </p:cNvSpPr>
            <p:nvPr/>
          </p:nvSpPr>
          <p:spPr bwMode="auto">
            <a:xfrm>
              <a:off x="3419" y="1842"/>
              <a:ext cx="5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7" name="Rectangle 81"/>
            <p:cNvSpPr>
              <a:spLocks noChangeArrowheads="1"/>
            </p:cNvSpPr>
            <p:nvPr/>
          </p:nvSpPr>
          <p:spPr bwMode="auto">
            <a:xfrm>
              <a:off x="2714" y="1842"/>
              <a:ext cx="5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8" name="Rectangle 82"/>
            <p:cNvSpPr>
              <a:spLocks noChangeArrowheads="1"/>
            </p:cNvSpPr>
            <p:nvPr/>
          </p:nvSpPr>
          <p:spPr bwMode="auto">
            <a:xfrm>
              <a:off x="2047" y="1842"/>
              <a:ext cx="5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79" name="Rectangle 83"/>
            <p:cNvSpPr>
              <a:spLocks noChangeArrowheads="1"/>
            </p:cNvSpPr>
            <p:nvPr/>
          </p:nvSpPr>
          <p:spPr bwMode="auto">
            <a:xfrm>
              <a:off x="3425" y="1373"/>
              <a:ext cx="5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0" name="Rectangle 84"/>
            <p:cNvSpPr>
              <a:spLocks noChangeArrowheads="1"/>
            </p:cNvSpPr>
            <p:nvPr/>
          </p:nvSpPr>
          <p:spPr bwMode="auto">
            <a:xfrm>
              <a:off x="3152" y="1373"/>
              <a:ext cx="5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1" name="Rectangle 85"/>
            <p:cNvSpPr>
              <a:spLocks noChangeArrowheads="1"/>
            </p:cNvSpPr>
            <p:nvPr/>
          </p:nvSpPr>
          <p:spPr bwMode="auto">
            <a:xfrm>
              <a:off x="2637" y="1373"/>
              <a:ext cx="5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382" name="Rectangle 86"/>
            <p:cNvSpPr>
              <a:spLocks noChangeArrowheads="1"/>
            </p:cNvSpPr>
            <p:nvPr/>
          </p:nvSpPr>
          <p:spPr bwMode="auto">
            <a:xfrm>
              <a:off x="1754" y="1373"/>
              <a:ext cx="54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4" name="Rectangle 118"/>
            <p:cNvSpPr>
              <a:spLocks noChangeArrowheads="1"/>
            </p:cNvSpPr>
            <p:nvPr/>
          </p:nvSpPr>
          <p:spPr bwMode="auto">
            <a:xfrm>
              <a:off x="3604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5" name="Rectangle 119"/>
            <p:cNvSpPr>
              <a:spLocks noChangeArrowheads="1"/>
            </p:cNvSpPr>
            <p:nvPr/>
          </p:nvSpPr>
          <p:spPr bwMode="auto">
            <a:xfrm>
              <a:off x="3318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6" name="Rectangle 120"/>
            <p:cNvSpPr>
              <a:spLocks noChangeArrowheads="1"/>
            </p:cNvSpPr>
            <p:nvPr/>
          </p:nvSpPr>
          <p:spPr bwMode="auto">
            <a:xfrm>
              <a:off x="3118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7" name="Rectangle 121"/>
            <p:cNvSpPr>
              <a:spLocks noChangeArrowheads="1"/>
            </p:cNvSpPr>
            <p:nvPr/>
          </p:nvSpPr>
          <p:spPr bwMode="auto">
            <a:xfrm>
              <a:off x="2921" y="1708"/>
              <a:ext cx="6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8" name="Rectangle 122"/>
            <p:cNvSpPr>
              <a:spLocks noChangeArrowheads="1"/>
            </p:cNvSpPr>
            <p:nvPr/>
          </p:nvSpPr>
          <p:spPr bwMode="auto">
            <a:xfrm>
              <a:off x="2625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9" name="Rectangle 123"/>
            <p:cNvSpPr>
              <a:spLocks noChangeArrowheads="1"/>
            </p:cNvSpPr>
            <p:nvPr/>
          </p:nvSpPr>
          <p:spPr bwMode="auto">
            <a:xfrm>
              <a:off x="2307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0" name="Rectangle 124"/>
            <p:cNvSpPr>
              <a:spLocks noChangeArrowheads="1"/>
            </p:cNvSpPr>
            <p:nvPr/>
          </p:nvSpPr>
          <p:spPr bwMode="auto">
            <a:xfrm>
              <a:off x="1946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1" name="Rectangle 125"/>
            <p:cNvSpPr>
              <a:spLocks noChangeArrowheads="1"/>
            </p:cNvSpPr>
            <p:nvPr/>
          </p:nvSpPr>
          <p:spPr bwMode="auto">
            <a:xfrm>
              <a:off x="1628" y="1708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2" name="Rectangle 126"/>
            <p:cNvSpPr>
              <a:spLocks noChangeArrowheads="1"/>
            </p:cNvSpPr>
            <p:nvPr/>
          </p:nvSpPr>
          <p:spPr bwMode="auto">
            <a:xfrm>
              <a:off x="3337" y="1239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3" name="Rectangle 127"/>
            <p:cNvSpPr>
              <a:spLocks noChangeArrowheads="1"/>
            </p:cNvSpPr>
            <p:nvPr/>
          </p:nvSpPr>
          <p:spPr bwMode="auto">
            <a:xfrm>
              <a:off x="3051" y="1239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4" name="Rectangle 128"/>
            <p:cNvSpPr>
              <a:spLocks noChangeArrowheads="1"/>
            </p:cNvSpPr>
            <p:nvPr/>
          </p:nvSpPr>
          <p:spPr bwMode="auto">
            <a:xfrm>
              <a:off x="2854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5" name="Rectangle 129"/>
            <p:cNvSpPr>
              <a:spLocks noChangeArrowheads="1"/>
            </p:cNvSpPr>
            <p:nvPr/>
          </p:nvSpPr>
          <p:spPr bwMode="auto">
            <a:xfrm>
              <a:off x="2536" y="1239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6" name="Rectangle 130"/>
            <p:cNvSpPr>
              <a:spLocks noChangeArrowheads="1"/>
            </p:cNvSpPr>
            <p:nvPr/>
          </p:nvSpPr>
          <p:spPr bwMode="auto">
            <a:xfrm>
              <a:off x="2218" y="1239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7" name="Rectangle 131"/>
            <p:cNvSpPr>
              <a:spLocks noChangeArrowheads="1"/>
            </p:cNvSpPr>
            <p:nvPr/>
          </p:nvSpPr>
          <p:spPr bwMode="auto">
            <a:xfrm>
              <a:off x="1653" y="1239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8" name="Rectangle 132"/>
            <p:cNvSpPr>
              <a:spLocks noChangeArrowheads="1"/>
            </p:cNvSpPr>
            <p:nvPr/>
          </p:nvSpPr>
          <p:spPr bwMode="auto">
            <a:xfrm>
              <a:off x="1442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29" name="Rectangle 133"/>
            <p:cNvSpPr>
              <a:spLocks noChangeArrowheads="1"/>
            </p:cNvSpPr>
            <p:nvPr/>
          </p:nvSpPr>
          <p:spPr bwMode="auto">
            <a:xfrm>
              <a:off x="984" y="1239"/>
              <a:ext cx="9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0" name="Rectangle 134"/>
            <p:cNvSpPr>
              <a:spLocks noChangeArrowheads="1"/>
            </p:cNvSpPr>
            <p:nvPr/>
          </p:nvSpPr>
          <p:spPr bwMode="auto">
            <a:xfrm>
              <a:off x="773" y="1239"/>
              <a:ext cx="6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7" name="Rectangle 141"/>
            <p:cNvSpPr>
              <a:spLocks noChangeArrowheads="1"/>
            </p:cNvSpPr>
            <p:nvPr/>
          </p:nvSpPr>
          <p:spPr bwMode="auto">
            <a:xfrm>
              <a:off x="2450" y="1684"/>
              <a:ext cx="9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8" name="Rectangle 142"/>
            <p:cNvSpPr>
              <a:spLocks noChangeArrowheads="1"/>
            </p:cNvSpPr>
            <p:nvPr/>
          </p:nvSpPr>
          <p:spPr bwMode="auto">
            <a:xfrm>
              <a:off x="1771" y="1684"/>
              <a:ext cx="102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39" name="Rectangle 143"/>
            <p:cNvSpPr>
              <a:spLocks noChangeArrowheads="1"/>
            </p:cNvSpPr>
            <p:nvPr/>
          </p:nvSpPr>
          <p:spPr bwMode="auto">
            <a:xfrm>
              <a:off x="1371" y="1684"/>
              <a:ext cx="10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40" name="Rectangle 144"/>
            <p:cNvSpPr>
              <a:spLocks noChangeArrowheads="1"/>
            </p:cNvSpPr>
            <p:nvPr/>
          </p:nvSpPr>
          <p:spPr bwMode="auto">
            <a:xfrm>
              <a:off x="2361" y="1215"/>
              <a:ext cx="102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41" name="Rectangle 145"/>
            <p:cNvSpPr>
              <a:spLocks noChangeArrowheads="1"/>
            </p:cNvSpPr>
            <p:nvPr/>
          </p:nvSpPr>
          <p:spPr bwMode="auto">
            <a:xfrm>
              <a:off x="1960" y="1215"/>
              <a:ext cx="10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42" name="Rectangle 146"/>
            <p:cNvSpPr>
              <a:spLocks noChangeArrowheads="1"/>
            </p:cNvSpPr>
            <p:nvPr/>
          </p:nvSpPr>
          <p:spPr bwMode="auto">
            <a:xfrm>
              <a:off x="1220" y="1215"/>
              <a:ext cx="100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567443" name="Rectangle 147"/>
          <p:cNvSpPr>
            <a:spLocks noChangeArrowheads="1"/>
          </p:cNvSpPr>
          <p:nvPr/>
        </p:nvSpPr>
        <p:spPr bwMode="auto">
          <a:xfrm>
            <a:off x="395288" y="4437063"/>
            <a:ext cx="3429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700" b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得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67451" name="Group 155"/>
          <p:cNvGrpSpPr>
            <a:grpSpLocks/>
          </p:cNvGrpSpPr>
          <p:nvPr/>
        </p:nvGrpSpPr>
        <p:grpSpPr bwMode="auto">
          <a:xfrm>
            <a:off x="427038" y="2708275"/>
            <a:ext cx="4956175" cy="457200"/>
            <a:chOff x="269" y="2051"/>
            <a:chExt cx="3122" cy="288"/>
          </a:xfrm>
        </p:grpSpPr>
        <p:sp>
          <p:nvSpPr>
            <p:cNvPr id="567374" name="Rectangle 78"/>
            <p:cNvSpPr>
              <a:spLocks noChangeArrowheads="1"/>
            </p:cNvSpPr>
            <p:nvPr/>
          </p:nvSpPr>
          <p:spPr bwMode="auto">
            <a:xfrm>
              <a:off x="2889" y="2185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13" name="Rectangle 117"/>
            <p:cNvSpPr>
              <a:spLocks noChangeArrowheads="1"/>
            </p:cNvSpPr>
            <p:nvPr/>
          </p:nvSpPr>
          <p:spPr bwMode="auto">
            <a:xfrm>
              <a:off x="2786" y="2051"/>
              <a:ext cx="185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3265" name="Rectangle 148"/>
            <p:cNvSpPr>
              <a:spLocks noChangeArrowheads="1"/>
            </p:cNvSpPr>
            <p:nvPr/>
          </p:nvSpPr>
          <p:spPr bwMode="auto">
            <a:xfrm>
              <a:off x="2943" y="2058"/>
              <a:ext cx="4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2800" b="0">
                  <a:solidFill>
                    <a:srgbClr val="000000"/>
                  </a:solidFill>
                  <a:latin typeface="宋体" pitchFamily="2" charset="-122"/>
                  <a:ea typeface="黑体" pitchFamily="49" charset="-122"/>
                </a:rPr>
                <a:t>，则</a:t>
              </a:r>
            </a:p>
          </p:txBody>
        </p:sp>
        <p:sp>
          <p:nvSpPr>
            <p:cNvPr id="53266" name="Rectangle 150"/>
            <p:cNvSpPr>
              <a:spLocks noChangeArrowheads="1"/>
            </p:cNvSpPr>
            <p:nvPr/>
          </p:nvSpPr>
          <p:spPr bwMode="auto">
            <a:xfrm>
              <a:off x="269" y="2058"/>
              <a:ext cx="246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2800" b="0">
                  <a:solidFill>
                    <a:srgbClr val="000000"/>
                  </a:solidFill>
                  <a:latin typeface="宋体" pitchFamily="2" charset="-122"/>
                  <a:ea typeface="黑体" pitchFamily="49" charset="-122"/>
                </a:rPr>
                <a:t>为了提高精度，增加节</a:t>
              </a:r>
              <a:r>
                <a:rPr lang="zh-CN" altLang="en-US" sz="2800" b="0">
                  <a:solidFill>
                    <a:srgbClr val="000000"/>
                  </a:solidFill>
                  <a:ea typeface="黑体" pitchFamily="49" charset="-122"/>
                </a:rPr>
                <a:t>点</a:t>
              </a:r>
            </a:p>
          </p:txBody>
        </p:sp>
      </p:grpSp>
      <p:grpSp>
        <p:nvGrpSpPr>
          <p:cNvPr id="567454" name="Group 158"/>
          <p:cNvGrpSpPr>
            <a:grpSpLocks/>
          </p:cNvGrpSpPr>
          <p:nvPr/>
        </p:nvGrpSpPr>
        <p:grpSpPr bwMode="auto">
          <a:xfrm>
            <a:off x="847725" y="6086475"/>
            <a:ext cx="3363913" cy="438150"/>
            <a:chOff x="516" y="1375"/>
            <a:chExt cx="2119" cy="276"/>
          </a:xfrm>
        </p:grpSpPr>
        <p:sp>
          <p:nvSpPr>
            <p:cNvPr id="567455" name="Rectangle 159"/>
            <p:cNvSpPr>
              <a:spLocks noChangeArrowheads="1"/>
            </p:cNvSpPr>
            <p:nvPr/>
          </p:nvSpPr>
          <p:spPr bwMode="auto">
            <a:xfrm>
              <a:off x="1739" y="1382"/>
              <a:ext cx="89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）式得：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56" name="Rectangle 160"/>
            <p:cNvSpPr>
              <a:spLocks noChangeArrowheads="1"/>
            </p:cNvSpPr>
            <p:nvPr/>
          </p:nvSpPr>
          <p:spPr bwMode="auto">
            <a:xfrm>
              <a:off x="784" y="1382"/>
              <a:ext cx="89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式代入（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57" name="Rectangle 161"/>
            <p:cNvSpPr>
              <a:spLocks noChangeArrowheads="1"/>
            </p:cNvSpPr>
            <p:nvPr/>
          </p:nvSpPr>
          <p:spPr bwMode="auto">
            <a:xfrm>
              <a:off x="1661" y="137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b="0">
                  <a:solidFill>
                    <a:srgbClr val="000000"/>
                  </a:solidFill>
                </a:rPr>
                <a:t>3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58" name="Rectangle 162"/>
            <p:cNvSpPr>
              <a:spLocks noChangeArrowheads="1"/>
            </p:cNvSpPr>
            <p:nvPr/>
          </p:nvSpPr>
          <p:spPr bwMode="auto">
            <a:xfrm>
              <a:off x="710" y="1375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b="0">
                  <a:solidFill>
                    <a:srgbClr val="000000"/>
                  </a:solidFill>
                </a:rPr>
                <a:t>)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59" name="Rectangle 163"/>
            <p:cNvSpPr>
              <a:spLocks noChangeArrowheads="1"/>
            </p:cNvSpPr>
            <p:nvPr/>
          </p:nvSpPr>
          <p:spPr bwMode="auto">
            <a:xfrm>
              <a:off x="597" y="137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b="0">
                  <a:solidFill>
                    <a:srgbClr val="000000"/>
                  </a:solidFill>
                </a:rPr>
                <a:t>4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460" name="Rectangle 164"/>
            <p:cNvSpPr>
              <a:spLocks noChangeArrowheads="1"/>
            </p:cNvSpPr>
            <p:nvPr/>
          </p:nvSpPr>
          <p:spPr bwMode="auto">
            <a:xfrm>
              <a:off x="516" y="1375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b="0">
                  <a:solidFill>
                    <a:srgbClr val="000000"/>
                  </a:solidFill>
                </a:rPr>
                <a:t>(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7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7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7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7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7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7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7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7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4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AE5697-7B1F-4B6D-B2C0-E003546A3368}" type="slidenum">
              <a:rPr lang="zh-CN" altLang="en-US"/>
              <a:pPr>
                <a:defRPr/>
              </a:pPr>
              <a:t>25</a:t>
            </a:fld>
            <a:endParaRPr lang="en-US" altLang="zh-CN"/>
          </a:p>
        </p:txBody>
      </p:sp>
      <p:grpSp>
        <p:nvGrpSpPr>
          <p:cNvPr id="568425" name="Group 105"/>
          <p:cNvGrpSpPr>
            <a:grpSpLocks/>
          </p:cNvGrpSpPr>
          <p:nvPr/>
        </p:nvGrpSpPr>
        <p:grpSpPr bwMode="auto">
          <a:xfrm>
            <a:off x="433388" y="1700808"/>
            <a:ext cx="5178425" cy="479425"/>
            <a:chOff x="273" y="2714"/>
            <a:chExt cx="3262" cy="302"/>
          </a:xfrm>
        </p:grpSpPr>
        <p:sp>
          <p:nvSpPr>
            <p:cNvPr id="568326" name="Rectangle 6"/>
            <p:cNvSpPr>
              <a:spLocks noChangeArrowheads="1"/>
            </p:cNvSpPr>
            <p:nvPr/>
          </p:nvSpPr>
          <p:spPr bwMode="auto">
            <a:xfrm>
              <a:off x="3085" y="2721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上有</a:t>
              </a:r>
              <a:endPara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27" name="Rectangle 7"/>
            <p:cNvSpPr>
              <a:spLocks noChangeArrowheads="1"/>
            </p:cNvSpPr>
            <p:nvPr/>
          </p:nvSpPr>
          <p:spPr bwMode="auto">
            <a:xfrm>
              <a:off x="273" y="2721"/>
              <a:ext cx="15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一般的，在节点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0" name="Rectangle 10"/>
            <p:cNvSpPr>
              <a:spLocks noChangeArrowheads="1"/>
            </p:cNvSpPr>
            <p:nvPr/>
          </p:nvSpPr>
          <p:spPr bwMode="auto">
            <a:xfrm>
              <a:off x="3012" y="2853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1" name="Rectangle 11"/>
            <p:cNvSpPr>
              <a:spLocks noChangeArrowheads="1"/>
            </p:cNvSpPr>
            <p:nvPr/>
          </p:nvSpPr>
          <p:spPr bwMode="auto">
            <a:xfrm>
              <a:off x="2910" y="271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2" name="Rectangle 12"/>
            <p:cNvSpPr>
              <a:spLocks noChangeArrowheads="1"/>
            </p:cNvSpPr>
            <p:nvPr/>
          </p:nvSpPr>
          <p:spPr bwMode="auto">
            <a:xfrm>
              <a:off x="2399" y="271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3" name="Rectangle 13"/>
            <p:cNvSpPr>
              <a:spLocks noChangeArrowheads="1"/>
            </p:cNvSpPr>
            <p:nvPr/>
          </p:nvSpPr>
          <p:spPr bwMode="auto">
            <a:xfrm>
              <a:off x="2139" y="271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4" name="Rectangle 14"/>
            <p:cNvSpPr>
              <a:spLocks noChangeArrowheads="1"/>
            </p:cNvSpPr>
            <p:nvPr/>
          </p:nvSpPr>
          <p:spPr bwMode="auto">
            <a:xfrm>
              <a:off x="1856" y="271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3" name="Rectangle 43"/>
            <p:cNvSpPr>
              <a:spLocks noChangeArrowheads="1"/>
            </p:cNvSpPr>
            <p:nvPr/>
          </p:nvSpPr>
          <p:spPr bwMode="auto">
            <a:xfrm>
              <a:off x="2589" y="2714"/>
              <a:ext cx="28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,...,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4" name="Rectangle 44"/>
            <p:cNvSpPr>
              <a:spLocks noChangeArrowheads="1"/>
            </p:cNvSpPr>
            <p:nvPr/>
          </p:nvSpPr>
          <p:spPr bwMode="auto">
            <a:xfrm>
              <a:off x="2303" y="271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5" name="Rectangle 45"/>
            <p:cNvSpPr>
              <a:spLocks noChangeArrowheads="1"/>
            </p:cNvSpPr>
            <p:nvPr/>
          </p:nvSpPr>
          <p:spPr bwMode="auto">
            <a:xfrm>
              <a:off x="2043" y="2714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95" name="Rectangle 75"/>
            <p:cNvSpPr>
              <a:spLocks noChangeArrowheads="1"/>
            </p:cNvSpPr>
            <p:nvPr/>
          </p:nvSpPr>
          <p:spPr bwMode="auto">
            <a:xfrm>
              <a:off x="2501" y="285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96" name="Rectangle 76"/>
            <p:cNvSpPr>
              <a:spLocks noChangeArrowheads="1"/>
            </p:cNvSpPr>
            <p:nvPr/>
          </p:nvSpPr>
          <p:spPr bwMode="auto">
            <a:xfrm>
              <a:off x="2226" y="285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97" name="Rectangle 77"/>
            <p:cNvSpPr>
              <a:spLocks noChangeArrowheads="1"/>
            </p:cNvSpPr>
            <p:nvPr/>
          </p:nvSpPr>
          <p:spPr bwMode="auto">
            <a:xfrm>
              <a:off x="1955" y="285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4276" name="Group 103"/>
          <p:cNvGrpSpPr>
            <a:grpSpLocks/>
          </p:cNvGrpSpPr>
          <p:nvPr/>
        </p:nvGrpSpPr>
        <p:grpSpPr bwMode="auto">
          <a:xfrm>
            <a:off x="1116013" y="1052736"/>
            <a:ext cx="5413375" cy="522288"/>
            <a:chOff x="763" y="743"/>
            <a:chExt cx="3410" cy="329"/>
          </a:xfrm>
        </p:grpSpPr>
        <p:sp>
          <p:nvSpPr>
            <p:cNvPr id="568335" name="Rectangle 15"/>
            <p:cNvSpPr>
              <a:spLocks noChangeArrowheads="1"/>
            </p:cNvSpPr>
            <p:nvPr/>
          </p:nvSpPr>
          <p:spPr bwMode="auto">
            <a:xfrm>
              <a:off x="3904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6" name="Rectangle 16"/>
            <p:cNvSpPr>
              <a:spLocks noChangeArrowheads="1"/>
            </p:cNvSpPr>
            <p:nvPr/>
          </p:nvSpPr>
          <p:spPr bwMode="auto">
            <a:xfrm>
              <a:off x="3644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7" name="Rectangle 17"/>
            <p:cNvSpPr>
              <a:spLocks noChangeArrowheads="1"/>
            </p:cNvSpPr>
            <p:nvPr/>
          </p:nvSpPr>
          <p:spPr bwMode="auto">
            <a:xfrm>
              <a:off x="3361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8" name="Rectangle 18"/>
            <p:cNvSpPr>
              <a:spLocks noChangeArrowheads="1"/>
            </p:cNvSpPr>
            <p:nvPr/>
          </p:nvSpPr>
          <p:spPr bwMode="auto">
            <a:xfrm>
              <a:off x="3163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39" name="Rectangle 19"/>
            <p:cNvSpPr>
              <a:spLocks noChangeArrowheads="1"/>
            </p:cNvSpPr>
            <p:nvPr/>
          </p:nvSpPr>
          <p:spPr bwMode="auto">
            <a:xfrm>
              <a:off x="2969" y="769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0" name="Rectangle 20"/>
            <p:cNvSpPr>
              <a:spLocks noChangeArrowheads="1"/>
            </p:cNvSpPr>
            <p:nvPr/>
          </p:nvSpPr>
          <p:spPr bwMode="auto">
            <a:xfrm>
              <a:off x="2652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1" name="Rectangle 21"/>
            <p:cNvSpPr>
              <a:spLocks noChangeArrowheads="1"/>
            </p:cNvSpPr>
            <p:nvPr/>
          </p:nvSpPr>
          <p:spPr bwMode="auto">
            <a:xfrm>
              <a:off x="2338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2" name="Rectangle 22"/>
            <p:cNvSpPr>
              <a:spLocks noChangeArrowheads="1"/>
            </p:cNvSpPr>
            <p:nvPr/>
          </p:nvSpPr>
          <p:spPr bwMode="auto">
            <a:xfrm>
              <a:off x="2003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3" name="Rectangle 23"/>
            <p:cNvSpPr>
              <a:spLocks noChangeArrowheads="1"/>
            </p:cNvSpPr>
            <p:nvPr/>
          </p:nvSpPr>
          <p:spPr bwMode="auto">
            <a:xfrm>
              <a:off x="1689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4" name="Rectangle 24"/>
            <p:cNvSpPr>
              <a:spLocks noChangeArrowheads="1"/>
            </p:cNvSpPr>
            <p:nvPr/>
          </p:nvSpPr>
          <p:spPr bwMode="auto">
            <a:xfrm>
              <a:off x="1332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5" name="Rectangle 25"/>
            <p:cNvSpPr>
              <a:spLocks noChangeArrowheads="1"/>
            </p:cNvSpPr>
            <p:nvPr/>
          </p:nvSpPr>
          <p:spPr bwMode="auto">
            <a:xfrm>
              <a:off x="1017" y="76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6" name="Rectangle 46"/>
            <p:cNvSpPr>
              <a:spLocks noChangeArrowheads="1"/>
            </p:cNvSpPr>
            <p:nvPr/>
          </p:nvSpPr>
          <p:spPr bwMode="auto">
            <a:xfrm>
              <a:off x="4098" y="769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7" name="Rectangle 47"/>
            <p:cNvSpPr>
              <a:spLocks noChangeArrowheads="1"/>
            </p:cNvSpPr>
            <p:nvPr/>
          </p:nvSpPr>
          <p:spPr bwMode="auto">
            <a:xfrm>
              <a:off x="3809" y="76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8" name="Rectangle 48"/>
            <p:cNvSpPr>
              <a:spLocks noChangeArrowheads="1"/>
            </p:cNvSpPr>
            <p:nvPr/>
          </p:nvSpPr>
          <p:spPr bwMode="auto">
            <a:xfrm>
              <a:off x="3549" y="76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9" name="Rectangle 49"/>
            <p:cNvSpPr>
              <a:spLocks noChangeArrowheads="1"/>
            </p:cNvSpPr>
            <p:nvPr/>
          </p:nvSpPr>
          <p:spPr bwMode="auto">
            <a:xfrm>
              <a:off x="3266" y="76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0" name="Rectangle 50"/>
            <p:cNvSpPr>
              <a:spLocks noChangeArrowheads="1"/>
            </p:cNvSpPr>
            <p:nvPr/>
          </p:nvSpPr>
          <p:spPr bwMode="auto">
            <a:xfrm>
              <a:off x="3072" y="769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1" name="Rectangle 51"/>
            <p:cNvSpPr>
              <a:spLocks noChangeArrowheads="1"/>
            </p:cNvSpPr>
            <p:nvPr/>
          </p:nvSpPr>
          <p:spPr bwMode="auto">
            <a:xfrm>
              <a:off x="2845" y="769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2" name="Rectangle 52"/>
            <p:cNvSpPr>
              <a:spLocks noChangeArrowheads="1"/>
            </p:cNvSpPr>
            <p:nvPr/>
          </p:nvSpPr>
          <p:spPr bwMode="auto">
            <a:xfrm>
              <a:off x="2172" y="769"/>
              <a:ext cx="1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3" name="Rectangle 53"/>
            <p:cNvSpPr>
              <a:spLocks noChangeArrowheads="1"/>
            </p:cNvSpPr>
            <p:nvPr/>
          </p:nvSpPr>
          <p:spPr bwMode="auto">
            <a:xfrm>
              <a:off x="1522" y="769"/>
              <a:ext cx="1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4" name="Rectangle 54"/>
            <p:cNvSpPr>
              <a:spLocks noChangeArrowheads="1"/>
            </p:cNvSpPr>
            <p:nvPr/>
          </p:nvSpPr>
          <p:spPr bwMode="auto">
            <a:xfrm>
              <a:off x="925" y="769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98" name="Rectangle 78"/>
            <p:cNvSpPr>
              <a:spLocks noChangeArrowheads="1"/>
            </p:cNvSpPr>
            <p:nvPr/>
          </p:nvSpPr>
          <p:spPr bwMode="auto">
            <a:xfrm>
              <a:off x="4006" y="90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99" name="Rectangle 79"/>
            <p:cNvSpPr>
              <a:spLocks noChangeArrowheads="1"/>
            </p:cNvSpPr>
            <p:nvPr/>
          </p:nvSpPr>
          <p:spPr bwMode="auto">
            <a:xfrm>
              <a:off x="3731" y="90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0" name="Rectangle 80"/>
            <p:cNvSpPr>
              <a:spLocks noChangeArrowheads="1"/>
            </p:cNvSpPr>
            <p:nvPr/>
          </p:nvSpPr>
          <p:spPr bwMode="auto">
            <a:xfrm>
              <a:off x="3461" y="90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1" name="Rectangle 81"/>
            <p:cNvSpPr>
              <a:spLocks noChangeArrowheads="1"/>
            </p:cNvSpPr>
            <p:nvPr/>
          </p:nvSpPr>
          <p:spPr bwMode="auto">
            <a:xfrm>
              <a:off x="2754" y="90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2" name="Rectangle 82"/>
            <p:cNvSpPr>
              <a:spLocks noChangeArrowheads="1"/>
            </p:cNvSpPr>
            <p:nvPr/>
          </p:nvSpPr>
          <p:spPr bwMode="auto">
            <a:xfrm>
              <a:off x="2090" y="90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3" name="Rectangle 83"/>
            <p:cNvSpPr>
              <a:spLocks noChangeArrowheads="1"/>
            </p:cNvSpPr>
            <p:nvPr/>
          </p:nvSpPr>
          <p:spPr bwMode="auto">
            <a:xfrm>
              <a:off x="1431" y="90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2" name="Rectangle 92"/>
            <p:cNvSpPr>
              <a:spLocks noChangeArrowheads="1"/>
            </p:cNvSpPr>
            <p:nvPr/>
          </p:nvSpPr>
          <p:spPr bwMode="auto">
            <a:xfrm>
              <a:off x="2479" y="74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3" name="Rectangle 93"/>
            <p:cNvSpPr>
              <a:spLocks noChangeArrowheads="1"/>
            </p:cNvSpPr>
            <p:nvPr/>
          </p:nvSpPr>
          <p:spPr bwMode="auto">
            <a:xfrm>
              <a:off x="1830" y="74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4" name="Rectangle 94"/>
            <p:cNvSpPr>
              <a:spLocks noChangeArrowheads="1"/>
            </p:cNvSpPr>
            <p:nvPr/>
          </p:nvSpPr>
          <p:spPr bwMode="auto">
            <a:xfrm>
              <a:off x="1158" y="74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5" name="Rectangle 95"/>
            <p:cNvSpPr>
              <a:spLocks noChangeArrowheads="1"/>
            </p:cNvSpPr>
            <p:nvPr/>
          </p:nvSpPr>
          <p:spPr bwMode="auto">
            <a:xfrm>
              <a:off x="763" y="743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4277" name="Group 270"/>
          <p:cNvGrpSpPr>
            <a:grpSpLocks/>
          </p:cNvGrpSpPr>
          <p:nvPr/>
        </p:nvGrpSpPr>
        <p:grpSpPr bwMode="auto">
          <a:xfrm>
            <a:off x="726132" y="2359621"/>
            <a:ext cx="7734300" cy="2711450"/>
            <a:chOff x="412" y="1849"/>
            <a:chExt cx="4872" cy="1708"/>
          </a:xfrm>
        </p:grpSpPr>
        <p:sp>
          <p:nvSpPr>
            <p:cNvPr id="568427" name="Rectangle 107"/>
            <p:cNvSpPr>
              <a:spLocks noChangeArrowheads="1"/>
            </p:cNvSpPr>
            <p:nvPr/>
          </p:nvSpPr>
          <p:spPr bwMode="auto">
            <a:xfrm>
              <a:off x="206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28" name="Rectangle 108"/>
            <p:cNvSpPr>
              <a:spLocks noChangeArrowheads="1"/>
            </p:cNvSpPr>
            <p:nvPr/>
          </p:nvSpPr>
          <p:spPr bwMode="auto">
            <a:xfrm>
              <a:off x="188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29" name="Rectangle 109"/>
            <p:cNvSpPr>
              <a:spLocks noChangeArrowheads="1"/>
            </p:cNvSpPr>
            <p:nvPr/>
          </p:nvSpPr>
          <p:spPr bwMode="auto">
            <a:xfrm>
              <a:off x="1412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0" name="Rectangle 110"/>
            <p:cNvSpPr>
              <a:spLocks noChangeArrowheads="1"/>
            </p:cNvSpPr>
            <p:nvPr/>
          </p:nvSpPr>
          <p:spPr bwMode="auto">
            <a:xfrm>
              <a:off x="123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1" name="Rectangle 111"/>
            <p:cNvSpPr>
              <a:spLocks noChangeArrowheads="1"/>
            </p:cNvSpPr>
            <p:nvPr/>
          </p:nvSpPr>
          <p:spPr bwMode="auto">
            <a:xfrm>
              <a:off x="5144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]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2" name="Rectangle 112"/>
            <p:cNvSpPr>
              <a:spLocks noChangeArrowheads="1"/>
            </p:cNvSpPr>
            <p:nvPr/>
          </p:nvSpPr>
          <p:spPr bwMode="auto">
            <a:xfrm>
              <a:off x="4779" y="2844"/>
              <a:ext cx="2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3" name="Rectangle 113"/>
            <p:cNvSpPr>
              <a:spLocks noChangeArrowheads="1"/>
            </p:cNvSpPr>
            <p:nvPr/>
          </p:nvSpPr>
          <p:spPr bwMode="auto">
            <a:xfrm>
              <a:off x="4541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4" name="Rectangle 114"/>
            <p:cNvSpPr>
              <a:spLocks noChangeArrowheads="1"/>
            </p:cNvSpPr>
            <p:nvPr/>
          </p:nvSpPr>
          <p:spPr bwMode="auto">
            <a:xfrm>
              <a:off x="4283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5" name="Rectangle 115"/>
            <p:cNvSpPr>
              <a:spLocks noChangeArrowheads="1"/>
            </p:cNvSpPr>
            <p:nvPr/>
          </p:nvSpPr>
          <p:spPr bwMode="auto">
            <a:xfrm>
              <a:off x="4106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[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6" name="Rectangle 116"/>
            <p:cNvSpPr>
              <a:spLocks noChangeArrowheads="1"/>
            </p:cNvSpPr>
            <p:nvPr/>
          </p:nvSpPr>
          <p:spPr bwMode="auto">
            <a:xfrm>
              <a:off x="3921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7" name="Rectangle 117"/>
            <p:cNvSpPr>
              <a:spLocks noChangeArrowheads="1"/>
            </p:cNvSpPr>
            <p:nvPr/>
          </p:nvSpPr>
          <p:spPr bwMode="auto">
            <a:xfrm>
              <a:off x="3183" y="287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8" name="Rectangle 118"/>
            <p:cNvSpPr>
              <a:spLocks noChangeArrowheads="1"/>
            </p:cNvSpPr>
            <p:nvPr/>
          </p:nvSpPr>
          <p:spPr bwMode="auto">
            <a:xfrm>
              <a:off x="2311" y="2844"/>
              <a:ext cx="2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)...(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39" name="Rectangle 119"/>
            <p:cNvSpPr>
              <a:spLocks noChangeArrowheads="1"/>
            </p:cNvSpPr>
            <p:nvPr/>
          </p:nvSpPr>
          <p:spPr bwMode="auto">
            <a:xfrm>
              <a:off x="1719" y="284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0" name="Rectangle 120"/>
            <p:cNvSpPr>
              <a:spLocks noChangeArrowheads="1"/>
            </p:cNvSpPr>
            <p:nvPr/>
          </p:nvSpPr>
          <p:spPr bwMode="auto">
            <a:xfrm>
              <a:off x="1175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1" name="Rectangle 121"/>
            <p:cNvSpPr>
              <a:spLocks noChangeArrowheads="1"/>
            </p:cNvSpPr>
            <p:nvPr/>
          </p:nvSpPr>
          <p:spPr bwMode="auto">
            <a:xfrm>
              <a:off x="4717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2" name="Rectangle 122"/>
            <p:cNvSpPr>
              <a:spLocks noChangeArrowheads="1"/>
            </p:cNvSpPr>
            <p:nvPr/>
          </p:nvSpPr>
          <p:spPr bwMode="auto">
            <a:xfrm>
              <a:off x="4213" y="2312"/>
              <a:ext cx="2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3" name="Rectangle 123"/>
            <p:cNvSpPr>
              <a:spLocks noChangeArrowheads="1"/>
            </p:cNvSpPr>
            <p:nvPr/>
          </p:nvSpPr>
          <p:spPr bwMode="auto">
            <a:xfrm>
              <a:off x="3976" y="2312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4" name="Rectangle 124"/>
            <p:cNvSpPr>
              <a:spLocks noChangeArrowheads="1"/>
            </p:cNvSpPr>
            <p:nvPr/>
          </p:nvSpPr>
          <p:spPr bwMode="auto">
            <a:xfrm>
              <a:off x="3721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5" name="Rectangle 125"/>
            <p:cNvSpPr>
              <a:spLocks noChangeArrowheads="1"/>
            </p:cNvSpPr>
            <p:nvPr/>
          </p:nvSpPr>
          <p:spPr bwMode="auto">
            <a:xfrm>
              <a:off x="3515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6" name="Rectangle 126"/>
            <p:cNvSpPr>
              <a:spLocks noChangeArrowheads="1"/>
            </p:cNvSpPr>
            <p:nvPr/>
          </p:nvSpPr>
          <p:spPr bwMode="auto">
            <a:xfrm>
              <a:off x="2627" y="2312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7" name="Rectangle 127"/>
            <p:cNvSpPr>
              <a:spLocks noChangeArrowheads="1"/>
            </p:cNvSpPr>
            <p:nvPr/>
          </p:nvSpPr>
          <p:spPr bwMode="auto">
            <a:xfrm>
              <a:off x="2036" y="2312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8" name="Rectangle 128"/>
            <p:cNvSpPr>
              <a:spLocks noChangeArrowheads="1"/>
            </p:cNvSpPr>
            <p:nvPr/>
          </p:nvSpPr>
          <p:spPr bwMode="auto">
            <a:xfrm>
              <a:off x="1490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49" name="Rectangle 129"/>
            <p:cNvSpPr>
              <a:spLocks noChangeArrowheads="1"/>
            </p:cNvSpPr>
            <p:nvPr/>
          </p:nvSpPr>
          <p:spPr bwMode="auto">
            <a:xfrm>
              <a:off x="1164" y="2312"/>
              <a:ext cx="1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0" name="Rectangle 130"/>
            <p:cNvSpPr>
              <a:spLocks noChangeArrowheads="1"/>
            </p:cNvSpPr>
            <p:nvPr/>
          </p:nvSpPr>
          <p:spPr bwMode="auto">
            <a:xfrm>
              <a:off x="521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1" name="Rectangle 131"/>
            <p:cNvSpPr>
              <a:spLocks noChangeArrowheads="1"/>
            </p:cNvSpPr>
            <p:nvPr/>
          </p:nvSpPr>
          <p:spPr bwMode="auto">
            <a:xfrm>
              <a:off x="4954" y="1876"/>
              <a:ext cx="5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2" name="Rectangle 132"/>
            <p:cNvSpPr>
              <a:spLocks noChangeArrowheads="1"/>
            </p:cNvSpPr>
            <p:nvPr/>
          </p:nvSpPr>
          <p:spPr bwMode="auto">
            <a:xfrm>
              <a:off x="471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3" name="Rectangle 133"/>
            <p:cNvSpPr>
              <a:spLocks noChangeArrowheads="1"/>
            </p:cNvSpPr>
            <p:nvPr/>
          </p:nvSpPr>
          <p:spPr bwMode="auto">
            <a:xfrm>
              <a:off x="4462" y="1876"/>
              <a:ext cx="6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4" name="Rectangle 134"/>
            <p:cNvSpPr>
              <a:spLocks noChangeArrowheads="1"/>
            </p:cNvSpPr>
            <p:nvPr/>
          </p:nvSpPr>
          <p:spPr bwMode="auto">
            <a:xfrm>
              <a:off x="425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5" name="Rectangle 135"/>
            <p:cNvSpPr>
              <a:spLocks noChangeArrowheads="1"/>
            </p:cNvSpPr>
            <p:nvPr/>
          </p:nvSpPr>
          <p:spPr bwMode="auto">
            <a:xfrm>
              <a:off x="3663" y="1876"/>
              <a:ext cx="13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6" name="Rectangle 136"/>
            <p:cNvSpPr>
              <a:spLocks noChangeArrowheads="1"/>
            </p:cNvSpPr>
            <p:nvPr/>
          </p:nvSpPr>
          <p:spPr bwMode="auto">
            <a:xfrm>
              <a:off x="311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7" name="Rectangle 137"/>
            <p:cNvSpPr>
              <a:spLocks noChangeArrowheads="1"/>
            </p:cNvSpPr>
            <p:nvPr/>
          </p:nvSpPr>
          <p:spPr bwMode="auto">
            <a:xfrm>
              <a:off x="287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8" name="Rectangle 138"/>
            <p:cNvSpPr>
              <a:spLocks noChangeArrowheads="1"/>
            </p:cNvSpPr>
            <p:nvPr/>
          </p:nvSpPr>
          <p:spPr bwMode="auto">
            <a:xfrm>
              <a:off x="263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59" name="Rectangle 139"/>
            <p:cNvSpPr>
              <a:spLocks noChangeArrowheads="1"/>
            </p:cNvSpPr>
            <p:nvPr/>
          </p:nvSpPr>
          <p:spPr bwMode="auto">
            <a:xfrm>
              <a:off x="238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0" name="Rectangle 140"/>
            <p:cNvSpPr>
              <a:spLocks noChangeArrowheads="1"/>
            </p:cNvSpPr>
            <p:nvPr/>
          </p:nvSpPr>
          <p:spPr bwMode="auto">
            <a:xfrm>
              <a:off x="217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1" name="Rectangle 141"/>
            <p:cNvSpPr>
              <a:spLocks noChangeArrowheads="1"/>
            </p:cNvSpPr>
            <p:nvPr/>
          </p:nvSpPr>
          <p:spPr bwMode="auto">
            <a:xfrm>
              <a:off x="1630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2" name="Rectangle 142"/>
            <p:cNvSpPr>
              <a:spLocks noChangeArrowheads="1"/>
            </p:cNvSpPr>
            <p:nvPr/>
          </p:nvSpPr>
          <p:spPr bwMode="auto">
            <a:xfrm>
              <a:off x="137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3" name="Rectangle 143"/>
            <p:cNvSpPr>
              <a:spLocks noChangeArrowheads="1"/>
            </p:cNvSpPr>
            <p:nvPr/>
          </p:nvSpPr>
          <p:spPr bwMode="auto">
            <a:xfrm>
              <a:off x="1121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4" name="Rectangle 144"/>
            <p:cNvSpPr>
              <a:spLocks noChangeArrowheads="1"/>
            </p:cNvSpPr>
            <p:nvPr/>
          </p:nvSpPr>
          <p:spPr bwMode="auto">
            <a:xfrm>
              <a:off x="69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5" name="Rectangle 145"/>
            <p:cNvSpPr>
              <a:spLocks noChangeArrowheads="1"/>
            </p:cNvSpPr>
            <p:nvPr/>
          </p:nvSpPr>
          <p:spPr bwMode="auto">
            <a:xfrm>
              <a:off x="518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6" name="Rectangle 146"/>
            <p:cNvSpPr>
              <a:spLocks noChangeArrowheads="1"/>
            </p:cNvSpPr>
            <p:nvPr/>
          </p:nvSpPr>
          <p:spPr bwMode="auto">
            <a:xfrm>
              <a:off x="4722" y="2982"/>
              <a:ext cx="6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7" name="Rectangle 147"/>
            <p:cNvSpPr>
              <a:spLocks noChangeArrowheads="1"/>
            </p:cNvSpPr>
            <p:nvPr/>
          </p:nvSpPr>
          <p:spPr bwMode="auto">
            <a:xfrm flipH="1">
              <a:off x="4463" y="2975"/>
              <a:ext cx="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8" name="Rectangle 148"/>
            <p:cNvSpPr>
              <a:spLocks noChangeArrowheads="1"/>
            </p:cNvSpPr>
            <p:nvPr/>
          </p:nvSpPr>
          <p:spPr bwMode="auto">
            <a:xfrm>
              <a:off x="3125" y="2982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69" name="Rectangle 149"/>
            <p:cNvSpPr>
              <a:spLocks noChangeArrowheads="1"/>
            </p:cNvSpPr>
            <p:nvPr/>
          </p:nvSpPr>
          <p:spPr bwMode="auto">
            <a:xfrm>
              <a:off x="2237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0" name="Rectangle 150"/>
            <p:cNvSpPr>
              <a:spLocks noChangeArrowheads="1"/>
            </p:cNvSpPr>
            <p:nvPr/>
          </p:nvSpPr>
          <p:spPr bwMode="auto">
            <a:xfrm>
              <a:off x="1636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1" name="Rectangle 151"/>
            <p:cNvSpPr>
              <a:spLocks noChangeArrowheads="1"/>
            </p:cNvSpPr>
            <p:nvPr/>
          </p:nvSpPr>
          <p:spPr bwMode="auto">
            <a:xfrm>
              <a:off x="4643" y="2450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2" name="Rectangle 152"/>
            <p:cNvSpPr>
              <a:spLocks noChangeArrowheads="1"/>
            </p:cNvSpPr>
            <p:nvPr/>
          </p:nvSpPr>
          <p:spPr bwMode="auto">
            <a:xfrm>
              <a:off x="4143" y="2450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3" name="Rectangle 153"/>
            <p:cNvSpPr>
              <a:spLocks noChangeArrowheads="1"/>
            </p:cNvSpPr>
            <p:nvPr/>
          </p:nvSpPr>
          <p:spPr bwMode="auto">
            <a:xfrm>
              <a:off x="3896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4" name="Rectangle 154"/>
            <p:cNvSpPr>
              <a:spLocks noChangeArrowheads="1"/>
            </p:cNvSpPr>
            <p:nvPr/>
          </p:nvSpPr>
          <p:spPr bwMode="auto">
            <a:xfrm>
              <a:off x="3440" y="2450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5" name="Rectangle 155"/>
            <p:cNvSpPr>
              <a:spLocks noChangeArrowheads="1"/>
            </p:cNvSpPr>
            <p:nvPr/>
          </p:nvSpPr>
          <p:spPr bwMode="auto">
            <a:xfrm>
              <a:off x="2553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6" name="Rectangle 156"/>
            <p:cNvSpPr>
              <a:spLocks noChangeArrowheads="1"/>
            </p:cNvSpPr>
            <p:nvPr/>
          </p:nvSpPr>
          <p:spPr bwMode="auto">
            <a:xfrm>
              <a:off x="1952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7" name="Rectangle 157"/>
            <p:cNvSpPr>
              <a:spLocks noChangeArrowheads="1"/>
            </p:cNvSpPr>
            <p:nvPr/>
          </p:nvSpPr>
          <p:spPr bwMode="auto">
            <a:xfrm>
              <a:off x="5134" y="2013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8" name="Rectangle 158"/>
            <p:cNvSpPr>
              <a:spLocks noChangeArrowheads="1"/>
            </p:cNvSpPr>
            <p:nvPr/>
          </p:nvSpPr>
          <p:spPr bwMode="auto">
            <a:xfrm>
              <a:off x="4883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79" name="Rectangle 159"/>
            <p:cNvSpPr>
              <a:spLocks noChangeArrowheads="1"/>
            </p:cNvSpPr>
            <p:nvPr/>
          </p:nvSpPr>
          <p:spPr bwMode="auto">
            <a:xfrm>
              <a:off x="4636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0" name="Rectangle 160"/>
            <p:cNvSpPr>
              <a:spLocks noChangeArrowheads="1"/>
            </p:cNvSpPr>
            <p:nvPr/>
          </p:nvSpPr>
          <p:spPr bwMode="auto">
            <a:xfrm>
              <a:off x="4181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1" name="Rectangle 161"/>
            <p:cNvSpPr>
              <a:spLocks noChangeArrowheads="1"/>
            </p:cNvSpPr>
            <p:nvPr/>
          </p:nvSpPr>
          <p:spPr bwMode="auto">
            <a:xfrm>
              <a:off x="3580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2" name="Rectangle 162"/>
            <p:cNvSpPr>
              <a:spLocks noChangeArrowheads="1"/>
            </p:cNvSpPr>
            <p:nvPr/>
          </p:nvSpPr>
          <p:spPr bwMode="auto">
            <a:xfrm>
              <a:off x="280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3" name="Rectangle 163"/>
            <p:cNvSpPr>
              <a:spLocks noChangeArrowheads="1"/>
            </p:cNvSpPr>
            <p:nvPr/>
          </p:nvSpPr>
          <p:spPr bwMode="auto">
            <a:xfrm>
              <a:off x="2557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4" name="Rectangle 164"/>
            <p:cNvSpPr>
              <a:spLocks noChangeArrowheads="1"/>
            </p:cNvSpPr>
            <p:nvPr/>
          </p:nvSpPr>
          <p:spPr bwMode="auto">
            <a:xfrm>
              <a:off x="209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5" name="Rectangle 165"/>
            <p:cNvSpPr>
              <a:spLocks noChangeArrowheads="1"/>
            </p:cNvSpPr>
            <p:nvPr/>
          </p:nvSpPr>
          <p:spPr bwMode="auto">
            <a:xfrm>
              <a:off x="1295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6" name="Rectangle 166"/>
            <p:cNvSpPr>
              <a:spLocks noChangeArrowheads="1"/>
            </p:cNvSpPr>
            <p:nvPr/>
          </p:nvSpPr>
          <p:spPr bwMode="auto">
            <a:xfrm>
              <a:off x="1795" y="341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7" name="Rectangle 167"/>
            <p:cNvSpPr>
              <a:spLocks noChangeArrowheads="1"/>
            </p:cNvSpPr>
            <p:nvPr/>
          </p:nvSpPr>
          <p:spPr bwMode="auto">
            <a:xfrm>
              <a:off x="1146" y="341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8" name="Rectangle 168"/>
            <p:cNvSpPr>
              <a:spLocks noChangeArrowheads="1"/>
            </p:cNvSpPr>
            <p:nvPr/>
          </p:nvSpPr>
          <p:spPr bwMode="auto">
            <a:xfrm>
              <a:off x="5081" y="298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89" name="Rectangle 169"/>
            <p:cNvSpPr>
              <a:spLocks noChangeArrowheads="1"/>
            </p:cNvSpPr>
            <p:nvPr/>
          </p:nvSpPr>
          <p:spPr bwMode="auto">
            <a:xfrm>
              <a:off x="3766" y="296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0" name="Rectangle 170"/>
            <p:cNvSpPr>
              <a:spLocks noChangeArrowheads="1"/>
            </p:cNvSpPr>
            <p:nvPr/>
          </p:nvSpPr>
          <p:spPr bwMode="auto">
            <a:xfrm>
              <a:off x="2997" y="298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1" name="Rectangle 171"/>
            <p:cNvSpPr>
              <a:spLocks noChangeArrowheads="1"/>
            </p:cNvSpPr>
            <p:nvPr/>
          </p:nvSpPr>
          <p:spPr bwMode="auto">
            <a:xfrm>
              <a:off x="4515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2" name="Rectangle 172"/>
            <p:cNvSpPr>
              <a:spLocks noChangeArrowheads="1"/>
            </p:cNvSpPr>
            <p:nvPr/>
          </p:nvSpPr>
          <p:spPr bwMode="auto">
            <a:xfrm>
              <a:off x="3313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3" name="Rectangle 173"/>
            <p:cNvSpPr>
              <a:spLocks noChangeArrowheads="1"/>
            </p:cNvSpPr>
            <p:nvPr/>
          </p:nvSpPr>
          <p:spPr bwMode="auto">
            <a:xfrm>
              <a:off x="1965" y="32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4" name="Rectangle 174"/>
            <p:cNvSpPr>
              <a:spLocks noChangeArrowheads="1"/>
            </p:cNvSpPr>
            <p:nvPr/>
          </p:nvSpPr>
          <p:spPr bwMode="auto">
            <a:xfrm>
              <a:off x="1673" y="3276"/>
              <a:ext cx="1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R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5" name="Rectangle 175"/>
            <p:cNvSpPr>
              <a:spLocks noChangeArrowheads="1"/>
            </p:cNvSpPr>
            <p:nvPr/>
          </p:nvSpPr>
          <p:spPr bwMode="auto">
            <a:xfrm>
              <a:off x="1315" y="32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6" name="Rectangle 176"/>
            <p:cNvSpPr>
              <a:spLocks noChangeArrowheads="1"/>
            </p:cNvSpPr>
            <p:nvPr/>
          </p:nvSpPr>
          <p:spPr bwMode="auto">
            <a:xfrm>
              <a:off x="995" y="3276"/>
              <a:ext cx="1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7" name="Rectangle 177"/>
            <p:cNvSpPr>
              <a:spLocks noChangeArrowheads="1"/>
            </p:cNvSpPr>
            <p:nvPr/>
          </p:nvSpPr>
          <p:spPr bwMode="auto">
            <a:xfrm>
              <a:off x="498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8" name="Rectangle 178"/>
            <p:cNvSpPr>
              <a:spLocks noChangeArrowheads="1"/>
            </p:cNvSpPr>
            <p:nvPr/>
          </p:nvSpPr>
          <p:spPr bwMode="auto">
            <a:xfrm>
              <a:off x="4628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99" name="Rectangle 179"/>
            <p:cNvSpPr>
              <a:spLocks noChangeArrowheads="1"/>
            </p:cNvSpPr>
            <p:nvPr/>
          </p:nvSpPr>
          <p:spPr bwMode="auto">
            <a:xfrm>
              <a:off x="437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0" name="Rectangle 180"/>
            <p:cNvSpPr>
              <a:spLocks noChangeArrowheads="1"/>
            </p:cNvSpPr>
            <p:nvPr/>
          </p:nvSpPr>
          <p:spPr bwMode="auto">
            <a:xfrm>
              <a:off x="419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1" name="Rectangle 181"/>
            <p:cNvSpPr>
              <a:spLocks noChangeArrowheads="1"/>
            </p:cNvSpPr>
            <p:nvPr/>
          </p:nvSpPr>
          <p:spPr bwMode="auto">
            <a:xfrm>
              <a:off x="4012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2" name="Rectangle 182"/>
            <p:cNvSpPr>
              <a:spLocks noChangeArrowheads="1"/>
            </p:cNvSpPr>
            <p:nvPr/>
          </p:nvSpPr>
          <p:spPr bwMode="auto">
            <a:xfrm>
              <a:off x="363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3" name="Rectangle 183"/>
            <p:cNvSpPr>
              <a:spLocks noChangeArrowheads="1"/>
            </p:cNvSpPr>
            <p:nvPr/>
          </p:nvSpPr>
          <p:spPr bwMode="auto">
            <a:xfrm>
              <a:off x="335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4" name="Rectangle 184"/>
            <p:cNvSpPr>
              <a:spLocks noChangeArrowheads="1"/>
            </p:cNvSpPr>
            <p:nvPr/>
          </p:nvSpPr>
          <p:spPr bwMode="auto">
            <a:xfrm>
              <a:off x="290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5" name="Rectangle 185"/>
            <p:cNvSpPr>
              <a:spLocks noChangeArrowheads="1"/>
            </p:cNvSpPr>
            <p:nvPr/>
          </p:nvSpPr>
          <p:spPr bwMode="auto">
            <a:xfrm>
              <a:off x="261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6" name="Rectangle 186"/>
            <p:cNvSpPr>
              <a:spLocks noChangeArrowheads="1"/>
            </p:cNvSpPr>
            <p:nvPr/>
          </p:nvSpPr>
          <p:spPr bwMode="auto">
            <a:xfrm>
              <a:off x="215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7" name="Rectangle 187"/>
            <p:cNvSpPr>
              <a:spLocks noChangeArrowheads="1"/>
            </p:cNvSpPr>
            <p:nvPr/>
          </p:nvSpPr>
          <p:spPr bwMode="auto">
            <a:xfrm>
              <a:off x="1871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8" name="Rectangle 188"/>
            <p:cNvSpPr>
              <a:spLocks noChangeArrowheads="1"/>
            </p:cNvSpPr>
            <p:nvPr/>
          </p:nvSpPr>
          <p:spPr bwMode="auto">
            <a:xfrm>
              <a:off x="154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09" name="Rectangle 189"/>
            <p:cNvSpPr>
              <a:spLocks noChangeArrowheads="1"/>
            </p:cNvSpPr>
            <p:nvPr/>
          </p:nvSpPr>
          <p:spPr bwMode="auto">
            <a:xfrm>
              <a:off x="1259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0" name="Rectangle 190"/>
            <p:cNvSpPr>
              <a:spLocks noChangeArrowheads="1"/>
            </p:cNvSpPr>
            <p:nvPr/>
          </p:nvSpPr>
          <p:spPr bwMode="auto">
            <a:xfrm>
              <a:off x="442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1" name="Rectangle 191"/>
            <p:cNvSpPr>
              <a:spLocks noChangeArrowheads="1"/>
            </p:cNvSpPr>
            <p:nvPr/>
          </p:nvSpPr>
          <p:spPr bwMode="auto">
            <a:xfrm>
              <a:off x="406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2" name="Rectangle 192"/>
            <p:cNvSpPr>
              <a:spLocks noChangeArrowheads="1"/>
            </p:cNvSpPr>
            <p:nvPr/>
          </p:nvSpPr>
          <p:spPr bwMode="auto">
            <a:xfrm>
              <a:off x="3805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3" name="Rectangle 193"/>
            <p:cNvSpPr>
              <a:spLocks noChangeArrowheads="1"/>
            </p:cNvSpPr>
            <p:nvPr/>
          </p:nvSpPr>
          <p:spPr bwMode="auto">
            <a:xfrm>
              <a:off x="3628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4" name="Rectangle 194"/>
            <p:cNvSpPr>
              <a:spLocks noChangeArrowheads="1"/>
            </p:cNvSpPr>
            <p:nvPr/>
          </p:nvSpPr>
          <p:spPr bwMode="auto">
            <a:xfrm>
              <a:off x="3220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5" name="Rectangle 195"/>
            <p:cNvSpPr>
              <a:spLocks noChangeArrowheads="1"/>
            </p:cNvSpPr>
            <p:nvPr/>
          </p:nvSpPr>
          <p:spPr bwMode="auto">
            <a:xfrm>
              <a:off x="293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6" name="Rectangle 196"/>
            <p:cNvSpPr>
              <a:spLocks noChangeArrowheads="1"/>
            </p:cNvSpPr>
            <p:nvPr/>
          </p:nvSpPr>
          <p:spPr bwMode="auto">
            <a:xfrm>
              <a:off x="24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7" name="Rectangle 197"/>
            <p:cNvSpPr>
              <a:spLocks noChangeArrowheads="1"/>
            </p:cNvSpPr>
            <p:nvPr/>
          </p:nvSpPr>
          <p:spPr bwMode="auto">
            <a:xfrm>
              <a:off x="2187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8" name="Rectangle 198"/>
            <p:cNvSpPr>
              <a:spLocks noChangeArrowheads="1"/>
            </p:cNvSpPr>
            <p:nvPr/>
          </p:nvSpPr>
          <p:spPr bwMode="auto">
            <a:xfrm>
              <a:off x="1862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19" name="Rectangle 199"/>
            <p:cNvSpPr>
              <a:spLocks noChangeArrowheads="1"/>
            </p:cNvSpPr>
            <p:nvPr/>
          </p:nvSpPr>
          <p:spPr bwMode="auto">
            <a:xfrm>
              <a:off x="15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0" name="Rectangle 200"/>
            <p:cNvSpPr>
              <a:spLocks noChangeArrowheads="1"/>
            </p:cNvSpPr>
            <p:nvPr/>
          </p:nvSpPr>
          <p:spPr bwMode="auto">
            <a:xfrm>
              <a:off x="504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1" name="Rectangle 201"/>
            <p:cNvSpPr>
              <a:spLocks noChangeArrowheads="1"/>
            </p:cNvSpPr>
            <p:nvPr/>
          </p:nvSpPr>
          <p:spPr bwMode="auto">
            <a:xfrm>
              <a:off x="480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2" name="Rectangle 202"/>
            <p:cNvSpPr>
              <a:spLocks noChangeArrowheads="1"/>
            </p:cNvSpPr>
            <p:nvPr/>
          </p:nvSpPr>
          <p:spPr bwMode="auto">
            <a:xfrm>
              <a:off x="454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3" name="Rectangle 203"/>
            <p:cNvSpPr>
              <a:spLocks noChangeArrowheads="1"/>
            </p:cNvSpPr>
            <p:nvPr/>
          </p:nvSpPr>
          <p:spPr bwMode="auto">
            <a:xfrm>
              <a:off x="436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4" name="Rectangle 204"/>
            <p:cNvSpPr>
              <a:spLocks noChangeArrowheads="1"/>
            </p:cNvSpPr>
            <p:nvPr/>
          </p:nvSpPr>
          <p:spPr bwMode="auto">
            <a:xfrm>
              <a:off x="41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5" name="Rectangle 205"/>
            <p:cNvSpPr>
              <a:spLocks noChangeArrowheads="1"/>
            </p:cNvSpPr>
            <p:nvPr/>
          </p:nvSpPr>
          <p:spPr bwMode="auto">
            <a:xfrm>
              <a:off x="381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6" name="Rectangle 206"/>
            <p:cNvSpPr>
              <a:spLocks noChangeArrowheads="1"/>
            </p:cNvSpPr>
            <p:nvPr/>
          </p:nvSpPr>
          <p:spPr bwMode="auto">
            <a:xfrm>
              <a:off x="3489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7" name="Rectangle 207"/>
            <p:cNvSpPr>
              <a:spLocks noChangeArrowheads="1"/>
            </p:cNvSpPr>
            <p:nvPr/>
          </p:nvSpPr>
          <p:spPr bwMode="auto">
            <a:xfrm>
              <a:off x="3203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8" name="Rectangle 208"/>
            <p:cNvSpPr>
              <a:spLocks noChangeArrowheads="1"/>
            </p:cNvSpPr>
            <p:nvPr/>
          </p:nvSpPr>
          <p:spPr bwMode="auto">
            <a:xfrm>
              <a:off x="272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29" name="Rectangle 209"/>
            <p:cNvSpPr>
              <a:spLocks noChangeArrowheads="1"/>
            </p:cNvSpPr>
            <p:nvPr/>
          </p:nvSpPr>
          <p:spPr bwMode="auto">
            <a:xfrm>
              <a:off x="246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0" name="Rectangle 210"/>
            <p:cNvSpPr>
              <a:spLocks noChangeArrowheads="1"/>
            </p:cNvSpPr>
            <p:nvPr/>
          </p:nvSpPr>
          <p:spPr bwMode="auto">
            <a:xfrm>
              <a:off x="228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1" name="Rectangle 211"/>
            <p:cNvSpPr>
              <a:spLocks noChangeArrowheads="1"/>
            </p:cNvSpPr>
            <p:nvPr/>
          </p:nvSpPr>
          <p:spPr bwMode="auto">
            <a:xfrm>
              <a:off x="200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2" name="Rectangle 212"/>
            <p:cNvSpPr>
              <a:spLocks noChangeArrowheads="1"/>
            </p:cNvSpPr>
            <p:nvPr/>
          </p:nvSpPr>
          <p:spPr bwMode="auto">
            <a:xfrm>
              <a:off x="171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3" name="Rectangle 213"/>
            <p:cNvSpPr>
              <a:spLocks noChangeArrowheads="1"/>
            </p:cNvSpPr>
            <p:nvPr/>
          </p:nvSpPr>
          <p:spPr bwMode="auto">
            <a:xfrm>
              <a:off x="120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4" name="Rectangle 214"/>
            <p:cNvSpPr>
              <a:spLocks noChangeArrowheads="1"/>
            </p:cNvSpPr>
            <p:nvPr/>
          </p:nvSpPr>
          <p:spPr bwMode="auto">
            <a:xfrm>
              <a:off x="101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5" name="Rectangle 215"/>
            <p:cNvSpPr>
              <a:spLocks noChangeArrowheads="1"/>
            </p:cNvSpPr>
            <p:nvPr/>
          </p:nvSpPr>
          <p:spPr bwMode="auto">
            <a:xfrm>
              <a:off x="6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6" name="Rectangle 216"/>
            <p:cNvSpPr>
              <a:spLocks noChangeArrowheads="1"/>
            </p:cNvSpPr>
            <p:nvPr/>
          </p:nvSpPr>
          <p:spPr bwMode="auto">
            <a:xfrm>
              <a:off x="41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7" name="Rectangle 217"/>
            <p:cNvSpPr>
              <a:spLocks noChangeArrowheads="1"/>
            </p:cNvSpPr>
            <p:nvPr/>
          </p:nvSpPr>
          <p:spPr bwMode="auto">
            <a:xfrm>
              <a:off x="1516" y="3249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8" name="Rectangle 218"/>
            <p:cNvSpPr>
              <a:spLocks noChangeArrowheads="1"/>
            </p:cNvSpPr>
            <p:nvPr/>
          </p:nvSpPr>
          <p:spPr bwMode="auto">
            <a:xfrm>
              <a:off x="824" y="3249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39" name="Rectangle 219"/>
            <p:cNvSpPr>
              <a:spLocks noChangeArrowheads="1"/>
            </p:cNvSpPr>
            <p:nvPr/>
          </p:nvSpPr>
          <p:spPr bwMode="auto">
            <a:xfrm>
              <a:off x="3479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0" name="Rectangle 220"/>
            <p:cNvSpPr>
              <a:spLocks noChangeArrowheads="1"/>
            </p:cNvSpPr>
            <p:nvPr/>
          </p:nvSpPr>
          <p:spPr bwMode="auto">
            <a:xfrm>
              <a:off x="274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1" name="Rectangle 221"/>
            <p:cNvSpPr>
              <a:spLocks noChangeArrowheads="1"/>
            </p:cNvSpPr>
            <p:nvPr/>
          </p:nvSpPr>
          <p:spPr bwMode="auto">
            <a:xfrm>
              <a:off x="2000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2" name="Rectangle 222"/>
            <p:cNvSpPr>
              <a:spLocks noChangeArrowheads="1"/>
            </p:cNvSpPr>
            <p:nvPr/>
          </p:nvSpPr>
          <p:spPr bwMode="auto">
            <a:xfrm>
              <a:off x="1388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3" name="Rectangle 223"/>
            <p:cNvSpPr>
              <a:spLocks noChangeArrowheads="1"/>
            </p:cNvSpPr>
            <p:nvPr/>
          </p:nvSpPr>
          <p:spPr bwMode="auto">
            <a:xfrm>
              <a:off x="102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4" name="Rectangle 224"/>
            <p:cNvSpPr>
              <a:spLocks noChangeArrowheads="1"/>
            </p:cNvSpPr>
            <p:nvPr/>
          </p:nvSpPr>
          <p:spPr bwMode="auto">
            <a:xfrm>
              <a:off x="3062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5" name="Rectangle 225"/>
            <p:cNvSpPr>
              <a:spLocks noChangeArrowheads="1"/>
            </p:cNvSpPr>
            <p:nvPr/>
          </p:nvSpPr>
          <p:spPr bwMode="auto">
            <a:xfrm>
              <a:off x="2315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6" name="Rectangle 226"/>
            <p:cNvSpPr>
              <a:spLocks noChangeArrowheads="1"/>
            </p:cNvSpPr>
            <p:nvPr/>
          </p:nvSpPr>
          <p:spPr bwMode="auto">
            <a:xfrm>
              <a:off x="1703" y="228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7" name="Rectangle 227"/>
            <p:cNvSpPr>
              <a:spLocks noChangeArrowheads="1"/>
            </p:cNvSpPr>
            <p:nvPr/>
          </p:nvSpPr>
          <p:spPr bwMode="auto">
            <a:xfrm>
              <a:off x="1343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8" name="Rectangle 228"/>
            <p:cNvSpPr>
              <a:spLocks noChangeArrowheads="1"/>
            </p:cNvSpPr>
            <p:nvPr/>
          </p:nvSpPr>
          <p:spPr bwMode="auto">
            <a:xfrm>
              <a:off x="1026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49" name="Rectangle 229"/>
            <p:cNvSpPr>
              <a:spLocks noChangeArrowheads="1"/>
            </p:cNvSpPr>
            <p:nvPr/>
          </p:nvSpPr>
          <p:spPr bwMode="auto">
            <a:xfrm>
              <a:off x="3944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0" name="Rectangle 230"/>
            <p:cNvSpPr>
              <a:spLocks noChangeArrowheads="1"/>
            </p:cNvSpPr>
            <p:nvPr/>
          </p:nvSpPr>
          <p:spPr bwMode="auto">
            <a:xfrm>
              <a:off x="3332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1" name="Rectangle 231"/>
            <p:cNvSpPr>
              <a:spLocks noChangeArrowheads="1"/>
            </p:cNvSpPr>
            <p:nvPr/>
          </p:nvSpPr>
          <p:spPr bwMode="auto">
            <a:xfrm>
              <a:off x="2970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2" name="Rectangle 232"/>
            <p:cNvSpPr>
              <a:spLocks noChangeArrowheads="1"/>
            </p:cNvSpPr>
            <p:nvPr/>
          </p:nvSpPr>
          <p:spPr bwMode="auto">
            <a:xfrm>
              <a:off x="184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3" name="Rectangle 233"/>
            <p:cNvSpPr>
              <a:spLocks noChangeArrowheads="1"/>
            </p:cNvSpPr>
            <p:nvPr/>
          </p:nvSpPr>
          <p:spPr bwMode="auto">
            <a:xfrm>
              <a:off x="148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4" name="Rectangle 234"/>
            <p:cNvSpPr>
              <a:spLocks noChangeArrowheads="1"/>
            </p:cNvSpPr>
            <p:nvPr/>
          </p:nvSpPr>
          <p:spPr bwMode="auto">
            <a:xfrm>
              <a:off x="815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5" name="Rectangle 235"/>
            <p:cNvSpPr>
              <a:spLocks noChangeArrowheads="1"/>
            </p:cNvSpPr>
            <p:nvPr/>
          </p:nvSpPr>
          <p:spPr bwMode="auto">
            <a:xfrm>
              <a:off x="3065" y="2967"/>
              <a:ext cx="6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6" name="Rectangle 236"/>
            <p:cNvSpPr>
              <a:spLocks noChangeArrowheads="1"/>
            </p:cNvSpPr>
            <p:nvPr/>
          </p:nvSpPr>
          <p:spPr bwMode="auto">
            <a:xfrm>
              <a:off x="4583" y="243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57" name="Rectangle 237"/>
            <p:cNvSpPr>
              <a:spLocks noChangeArrowheads="1"/>
            </p:cNvSpPr>
            <p:nvPr/>
          </p:nvSpPr>
          <p:spPr bwMode="auto">
            <a:xfrm>
              <a:off x="3381" y="2436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68558" name="Group 238"/>
          <p:cNvGrpSpPr>
            <a:grpSpLocks/>
          </p:cNvGrpSpPr>
          <p:nvPr/>
        </p:nvGrpSpPr>
        <p:grpSpPr bwMode="auto">
          <a:xfrm>
            <a:off x="793750" y="5824538"/>
            <a:ext cx="7154863" cy="917575"/>
            <a:chOff x="500" y="3119"/>
            <a:chExt cx="4507" cy="578"/>
          </a:xfrm>
        </p:grpSpPr>
        <p:sp>
          <p:nvSpPr>
            <p:cNvPr id="568559" name="Rectangle 239"/>
            <p:cNvSpPr>
              <a:spLocks noChangeArrowheads="1"/>
            </p:cNvSpPr>
            <p:nvPr/>
          </p:nvSpPr>
          <p:spPr bwMode="auto">
            <a:xfrm>
              <a:off x="500" y="3457"/>
              <a:ext cx="160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5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插值公式和余项。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0" name="Rectangle 240"/>
            <p:cNvSpPr>
              <a:spLocks noChangeArrowheads="1"/>
            </p:cNvSpPr>
            <p:nvPr/>
          </p:nvSpPr>
          <p:spPr bwMode="auto">
            <a:xfrm>
              <a:off x="3949" y="3141"/>
              <a:ext cx="40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5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上的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1" name="Rectangle 241"/>
            <p:cNvSpPr>
              <a:spLocks noChangeArrowheads="1"/>
            </p:cNvSpPr>
            <p:nvPr/>
          </p:nvSpPr>
          <p:spPr bwMode="auto">
            <a:xfrm>
              <a:off x="2962" y="3141"/>
              <a:ext cx="60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5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在节点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2" name="Rectangle 242"/>
            <p:cNvSpPr>
              <a:spLocks noChangeArrowheads="1"/>
            </p:cNvSpPr>
            <p:nvPr/>
          </p:nvSpPr>
          <p:spPr bwMode="auto">
            <a:xfrm>
              <a:off x="2011" y="3141"/>
              <a:ext cx="60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5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分别为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3" name="Rectangle 243"/>
            <p:cNvSpPr>
              <a:spLocks noChangeArrowheads="1"/>
            </p:cNvSpPr>
            <p:nvPr/>
          </p:nvSpPr>
          <p:spPr bwMode="auto">
            <a:xfrm>
              <a:off x="1364" y="3141"/>
              <a:ext cx="2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5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、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4" name="Rectangle 244"/>
            <p:cNvSpPr>
              <a:spLocks noChangeArrowheads="1"/>
            </p:cNvSpPr>
            <p:nvPr/>
          </p:nvSpPr>
          <p:spPr bwMode="auto">
            <a:xfrm>
              <a:off x="500" y="3141"/>
              <a:ext cx="40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5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其中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5" name="Rectangle 245"/>
            <p:cNvSpPr>
              <a:spLocks noChangeArrowheads="1"/>
            </p:cNvSpPr>
            <p:nvPr/>
          </p:nvSpPr>
          <p:spPr bwMode="auto">
            <a:xfrm>
              <a:off x="4352" y="3135"/>
              <a:ext cx="65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Newton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6" name="Rectangle 246"/>
            <p:cNvSpPr>
              <a:spLocks noChangeArrowheads="1"/>
            </p:cNvSpPr>
            <p:nvPr/>
          </p:nvSpPr>
          <p:spPr bwMode="auto">
            <a:xfrm>
              <a:off x="3776" y="3135"/>
              <a:ext cx="7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}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7" name="Rectangle 247"/>
            <p:cNvSpPr>
              <a:spLocks noChangeArrowheads="1"/>
            </p:cNvSpPr>
            <p:nvPr/>
          </p:nvSpPr>
          <p:spPr bwMode="auto">
            <a:xfrm>
              <a:off x="3542" y="3135"/>
              <a:ext cx="7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{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8" name="Rectangle 248"/>
            <p:cNvSpPr>
              <a:spLocks noChangeArrowheads="1"/>
            </p:cNvSpPr>
            <p:nvPr/>
          </p:nvSpPr>
          <p:spPr bwMode="auto">
            <a:xfrm>
              <a:off x="2896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69" name="Rectangle 249"/>
            <p:cNvSpPr>
              <a:spLocks noChangeArrowheads="1"/>
            </p:cNvSpPr>
            <p:nvPr/>
          </p:nvSpPr>
          <p:spPr bwMode="auto">
            <a:xfrm>
              <a:off x="2720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0" name="Rectangle 250"/>
            <p:cNvSpPr>
              <a:spLocks noChangeArrowheads="1"/>
            </p:cNvSpPr>
            <p:nvPr/>
          </p:nvSpPr>
          <p:spPr bwMode="auto">
            <a:xfrm>
              <a:off x="1945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1" name="Rectangle 251"/>
            <p:cNvSpPr>
              <a:spLocks noChangeArrowheads="1"/>
            </p:cNvSpPr>
            <p:nvPr/>
          </p:nvSpPr>
          <p:spPr bwMode="auto">
            <a:xfrm>
              <a:off x="1769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2" name="Rectangle 252"/>
            <p:cNvSpPr>
              <a:spLocks noChangeArrowheads="1"/>
            </p:cNvSpPr>
            <p:nvPr/>
          </p:nvSpPr>
          <p:spPr bwMode="auto">
            <a:xfrm>
              <a:off x="1311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3" name="Rectangle 253"/>
            <p:cNvSpPr>
              <a:spLocks noChangeArrowheads="1"/>
            </p:cNvSpPr>
            <p:nvPr/>
          </p:nvSpPr>
          <p:spPr bwMode="auto">
            <a:xfrm>
              <a:off x="1135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4" name="Rectangle 254"/>
            <p:cNvSpPr>
              <a:spLocks noChangeArrowheads="1"/>
            </p:cNvSpPr>
            <p:nvPr/>
          </p:nvSpPr>
          <p:spPr bwMode="auto">
            <a:xfrm>
              <a:off x="3867" y="3259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5" name="Rectangle 255"/>
            <p:cNvSpPr>
              <a:spLocks noChangeArrowheads="1"/>
            </p:cNvSpPr>
            <p:nvPr/>
          </p:nvSpPr>
          <p:spPr bwMode="auto">
            <a:xfrm>
              <a:off x="3869" y="311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6" name="Rectangle 256"/>
            <p:cNvSpPr>
              <a:spLocks noChangeArrowheads="1"/>
            </p:cNvSpPr>
            <p:nvPr/>
          </p:nvSpPr>
          <p:spPr bwMode="auto">
            <a:xfrm>
              <a:off x="3730" y="3259"/>
              <a:ext cx="3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i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7" name="Rectangle 257"/>
            <p:cNvSpPr>
              <a:spLocks noChangeArrowheads="1"/>
            </p:cNvSpPr>
            <p:nvPr/>
          </p:nvSpPr>
          <p:spPr bwMode="auto">
            <a:xfrm>
              <a:off x="1686" y="325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8" name="Rectangle 258"/>
            <p:cNvSpPr>
              <a:spLocks noChangeArrowheads="1"/>
            </p:cNvSpPr>
            <p:nvPr/>
          </p:nvSpPr>
          <p:spPr bwMode="auto">
            <a:xfrm>
              <a:off x="1051" y="325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79" name="Rectangle 259"/>
            <p:cNvSpPr>
              <a:spLocks noChangeArrowheads="1"/>
            </p:cNvSpPr>
            <p:nvPr/>
          </p:nvSpPr>
          <p:spPr bwMode="auto">
            <a:xfrm>
              <a:off x="3642" y="3135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0" name="Rectangle 260"/>
            <p:cNvSpPr>
              <a:spLocks noChangeArrowheads="1"/>
            </p:cNvSpPr>
            <p:nvPr/>
          </p:nvSpPr>
          <p:spPr bwMode="auto">
            <a:xfrm>
              <a:off x="2802" y="3135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1" name="Rectangle 261"/>
            <p:cNvSpPr>
              <a:spLocks noChangeArrowheads="1"/>
            </p:cNvSpPr>
            <p:nvPr/>
          </p:nvSpPr>
          <p:spPr bwMode="auto">
            <a:xfrm>
              <a:off x="2616" y="3135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2" name="Rectangle 262"/>
            <p:cNvSpPr>
              <a:spLocks noChangeArrowheads="1"/>
            </p:cNvSpPr>
            <p:nvPr/>
          </p:nvSpPr>
          <p:spPr bwMode="auto">
            <a:xfrm>
              <a:off x="1851" y="3135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3" name="Rectangle 263"/>
            <p:cNvSpPr>
              <a:spLocks noChangeArrowheads="1"/>
            </p:cNvSpPr>
            <p:nvPr/>
          </p:nvSpPr>
          <p:spPr bwMode="auto">
            <a:xfrm>
              <a:off x="1566" y="3135"/>
              <a:ext cx="1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R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4" name="Rectangle 264"/>
            <p:cNvSpPr>
              <a:spLocks noChangeArrowheads="1"/>
            </p:cNvSpPr>
            <p:nvPr/>
          </p:nvSpPr>
          <p:spPr bwMode="auto">
            <a:xfrm>
              <a:off x="1216" y="3135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5" name="Rectangle 265"/>
            <p:cNvSpPr>
              <a:spLocks noChangeArrowheads="1"/>
            </p:cNvSpPr>
            <p:nvPr/>
          </p:nvSpPr>
          <p:spPr bwMode="auto">
            <a:xfrm>
              <a:off x="903" y="3135"/>
              <a:ext cx="1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4279" name="Group 269"/>
          <p:cNvGrpSpPr>
            <a:grpSpLocks/>
          </p:cNvGrpSpPr>
          <p:nvPr/>
        </p:nvGrpSpPr>
        <p:grpSpPr bwMode="auto">
          <a:xfrm>
            <a:off x="323850" y="332656"/>
            <a:ext cx="8569325" cy="547688"/>
            <a:chOff x="204" y="300"/>
            <a:chExt cx="5398" cy="345"/>
          </a:xfrm>
        </p:grpSpPr>
        <p:sp>
          <p:nvSpPr>
            <p:cNvPr id="568346" name="Rectangle 26"/>
            <p:cNvSpPr>
              <a:spLocks noChangeArrowheads="1"/>
            </p:cNvSpPr>
            <p:nvPr/>
          </p:nvSpPr>
          <p:spPr bwMode="auto">
            <a:xfrm>
              <a:off x="5040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7" name="Rectangle 27"/>
            <p:cNvSpPr>
              <a:spLocks noChangeArrowheads="1"/>
            </p:cNvSpPr>
            <p:nvPr/>
          </p:nvSpPr>
          <p:spPr bwMode="auto">
            <a:xfrm>
              <a:off x="4757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49" name="Rectangle 29"/>
            <p:cNvSpPr>
              <a:spLocks noChangeArrowheads="1"/>
            </p:cNvSpPr>
            <p:nvPr/>
          </p:nvSpPr>
          <p:spPr bwMode="auto">
            <a:xfrm>
              <a:off x="4541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0" name="Rectangle 30"/>
            <p:cNvSpPr>
              <a:spLocks noChangeArrowheads="1"/>
            </p:cNvSpPr>
            <p:nvPr/>
          </p:nvSpPr>
          <p:spPr bwMode="auto">
            <a:xfrm>
              <a:off x="4249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1" name="Rectangle 31"/>
            <p:cNvSpPr>
              <a:spLocks noChangeArrowheads="1"/>
            </p:cNvSpPr>
            <p:nvPr/>
          </p:nvSpPr>
          <p:spPr bwMode="auto">
            <a:xfrm>
              <a:off x="3934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2" name="Rectangle 32"/>
            <p:cNvSpPr>
              <a:spLocks noChangeArrowheads="1"/>
            </p:cNvSpPr>
            <p:nvPr/>
          </p:nvSpPr>
          <p:spPr bwMode="auto">
            <a:xfrm>
              <a:off x="3577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3" name="Rectangle 33"/>
            <p:cNvSpPr>
              <a:spLocks noChangeArrowheads="1"/>
            </p:cNvSpPr>
            <p:nvPr/>
          </p:nvSpPr>
          <p:spPr bwMode="auto">
            <a:xfrm>
              <a:off x="3263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4" name="Rectangle 34"/>
            <p:cNvSpPr>
              <a:spLocks noChangeArrowheads="1"/>
            </p:cNvSpPr>
            <p:nvPr/>
          </p:nvSpPr>
          <p:spPr bwMode="auto">
            <a:xfrm>
              <a:off x="2738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5" name="Rectangle 35"/>
            <p:cNvSpPr>
              <a:spLocks noChangeArrowheads="1"/>
            </p:cNvSpPr>
            <p:nvPr/>
          </p:nvSpPr>
          <p:spPr bwMode="auto">
            <a:xfrm>
              <a:off x="2455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6" name="Rectangle 36"/>
            <p:cNvSpPr>
              <a:spLocks noChangeArrowheads="1"/>
            </p:cNvSpPr>
            <p:nvPr/>
          </p:nvSpPr>
          <p:spPr bwMode="auto">
            <a:xfrm>
              <a:off x="2260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7" name="Rectangle 37"/>
            <p:cNvSpPr>
              <a:spLocks noChangeArrowheads="1"/>
            </p:cNvSpPr>
            <p:nvPr/>
          </p:nvSpPr>
          <p:spPr bwMode="auto">
            <a:xfrm>
              <a:off x="1946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8" name="Rectangle 38"/>
            <p:cNvSpPr>
              <a:spLocks noChangeArrowheads="1"/>
            </p:cNvSpPr>
            <p:nvPr/>
          </p:nvSpPr>
          <p:spPr bwMode="auto">
            <a:xfrm>
              <a:off x="1631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59" name="Rectangle 39"/>
            <p:cNvSpPr>
              <a:spLocks noChangeArrowheads="1"/>
            </p:cNvSpPr>
            <p:nvPr/>
          </p:nvSpPr>
          <p:spPr bwMode="auto">
            <a:xfrm>
              <a:off x="1073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0" name="Rectangle 40"/>
            <p:cNvSpPr>
              <a:spLocks noChangeArrowheads="1"/>
            </p:cNvSpPr>
            <p:nvPr/>
          </p:nvSpPr>
          <p:spPr bwMode="auto">
            <a:xfrm>
              <a:off x="864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1" name="Rectangle 41"/>
            <p:cNvSpPr>
              <a:spLocks noChangeArrowheads="1"/>
            </p:cNvSpPr>
            <p:nvPr/>
          </p:nvSpPr>
          <p:spPr bwMode="auto">
            <a:xfrm>
              <a:off x="412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62" name="Rectangle 42"/>
            <p:cNvSpPr>
              <a:spLocks noChangeArrowheads="1"/>
            </p:cNvSpPr>
            <p:nvPr/>
          </p:nvSpPr>
          <p:spPr bwMode="auto">
            <a:xfrm>
              <a:off x="204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5" name="Rectangle 55"/>
            <p:cNvSpPr>
              <a:spLocks noChangeArrowheads="1"/>
            </p:cNvSpPr>
            <p:nvPr/>
          </p:nvSpPr>
          <p:spPr bwMode="auto">
            <a:xfrm>
              <a:off x="5527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6" name="Rectangle 56"/>
            <p:cNvSpPr>
              <a:spLocks noChangeArrowheads="1"/>
            </p:cNvSpPr>
            <p:nvPr/>
          </p:nvSpPr>
          <p:spPr bwMode="auto">
            <a:xfrm>
              <a:off x="4945" y="326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7" name="Rectangle 57"/>
            <p:cNvSpPr>
              <a:spLocks noChangeArrowheads="1"/>
            </p:cNvSpPr>
            <p:nvPr/>
          </p:nvSpPr>
          <p:spPr bwMode="auto">
            <a:xfrm>
              <a:off x="5193" y="349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8" name="Rectangle 58"/>
            <p:cNvSpPr>
              <a:spLocks noChangeArrowheads="1"/>
            </p:cNvSpPr>
            <p:nvPr/>
          </p:nvSpPr>
          <p:spPr bwMode="auto">
            <a:xfrm>
              <a:off x="4644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79" name="Rectangle 59"/>
            <p:cNvSpPr>
              <a:spLocks noChangeArrowheads="1"/>
            </p:cNvSpPr>
            <p:nvPr/>
          </p:nvSpPr>
          <p:spPr bwMode="auto">
            <a:xfrm>
              <a:off x="4417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0" name="Rectangle 60"/>
            <p:cNvSpPr>
              <a:spLocks noChangeArrowheads="1"/>
            </p:cNvSpPr>
            <p:nvPr/>
          </p:nvSpPr>
          <p:spPr bwMode="auto">
            <a:xfrm>
              <a:off x="3768" y="326"/>
              <a:ext cx="1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1" name="Rectangle 61"/>
            <p:cNvSpPr>
              <a:spLocks noChangeArrowheads="1"/>
            </p:cNvSpPr>
            <p:nvPr/>
          </p:nvSpPr>
          <p:spPr bwMode="auto">
            <a:xfrm>
              <a:off x="3171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2" name="Rectangle 62"/>
            <p:cNvSpPr>
              <a:spLocks noChangeArrowheads="1"/>
            </p:cNvSpPr>
            <p:nvPr/>
          </p:nvSpPr>
          <p:spPr bwMode="auto">
            <a:xfrm>
              <a:off x="2906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3" name="Rectangle 63"/>
            <p:cNvSpPr>
              <a:spLocks noChangeArrowheads="1"/>
            </p:cNvSpPr>
            <p:nvPr/>
          </p:nvSpPr>
          <p:spPr bwMode="auto">
            <a:xfrm>
              <a:off x="2642" y="326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4" name="Rectangle 64"/>
            <p:cNvSpPr>
              <a:spLocks noChangeArrowheads="1"/>
            </p:cNvSpPr>
            <p:nvPr/>
          </p:nvSpPr>
          <p:spPr bwMode="auto">
            <a:xfrm>
              <a:off x="2363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5" name="Rectangle 65"/>
            <p:cNvSpPr>
              <a:spLocks noChangeArrowheads="1"/>
            </p:cNvSpPr>
            <p:nvPr/>
          </p:nvSpPr>
          <p:spPr bwMode="auto">
            <a:xfrm>
              <a:off x="2137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6" name="Rectangle 66"/>
            <p:cNvSpPr>
              <a:spLocks noChangeArrowheads="1"/>
            </p:cNvSpPr>
            <p:nvPr/>
          </p:nvSpPr>
          <p:spPr bwMode="auto">
            <a:xfrm>
              <a:off x="1539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7" name="Rectangle 67"/>
            <p:cNvSpPr>
              <a:spLocks noChangeArrowheads="1"/>
            </p:cNvSpPr>
            <p:nvPr/>
          </p:nvSpPr>
          <p:spPr bwMode="auto">
            <a:xfrm>
              <a:off x="1264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8" name="Rectangle 68"/>
            <p:cNvSpPr>
              <a:spLocks noChangeArrowheads="1"/>
            </p:cNvSpPr>
            <p:nvPr/>
          </p:nvSpPr>
          <p:spPr bwMode="auto">
            <a:xfrm>
              <a:off x="981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89" name="Rectangle 69"/>
            <p:cNvSpPr>
              <a:spLocks noChangeArrowheads="1"/>
            </p:cNvSpPr>
            <p:nvPr/>
          </p:nvSpPr>
          <p:spPr bwMode="auto">
            <a:xfrm>
              <a:off x="518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390" name="Rectangle 70"/>
            <p:cNvSpPr>
              <a:spLocks noChangeArrowheads="1"/>
            </p:cNvSpPr>
            <p:nvPr/>
          </p:nvSpPr>
          <p:spPr bwMode="auto">
            <a:xfrm>
              <a:off x="320" y="326"/>
              <a:ext cx="7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4" name="Rectangle 84"/>
            <p:cNvSpPr>
              <a:spLocks noChangeArrowheads="1"/>
            </p:cNvSpPr>
            <p:nvPr/>
          </p:nvSpPr>
          <p:spPr bwMode="auto">
            <a:xfrm>
              <a:off x="5127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5" name="Rectangle 85"/>
            <p:cNvSpPr>
              <a:spLocks noChangeArrowheads="1"/>
            </p:cNvSpPr>
            <p:nvPr/>
          </p:nvSpPr>
          <p:spPr bwMode="auto">
            <a:xfrm>
              <a:off x="4857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6" name="Rectangle 86"/>
            <p:cNvSpPr>
              <a:spLocks noChangeArrowheads="1"/>
            </p:cNvSpPr>
            <p:nvPr/>
          </p:nvSpPr>
          <p:spPr bwMode="auto">
            <a:xfrm>
              <a:off x="4336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7" name="Rectangle 87"/>
            <p:cNvSpPr>
              <a:spLocks noChangeArrowheads="1"/>
            </p:cNvSpPr>
            <p:nvPr/>
          </p:nvSpPr>
          <p:spPr bwMode="auto">
            <a:xfrm>
              <a:off x="3677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8" name="Rectangle 88"/>
            <p:cNvSpPr>
              <a:spLocks noChangeArrowheads="1"/>
            </p:cNvSpPr>
            <p:nvPr/>
          </p:nvSpPr>
          <p:spPr bwMode="auto">
            <a:xfrm>
              <a:off x="2825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09" name="Rectangle 89"/>
            <p:cNvSpPr>
              <a:spLocks noChangeArrowheads="1"/>
            </p:cNvSpPr>
            <p:nvPr/>
          </p:nvSpPr>
          <p:spPr bwMode="auto">
            <a:xfrm>
              <a:off x="2554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0" name="Rectangle 90"/>
            <p:cNvSpPr>
              <a:spLocks noChangeArrowheads="1"/>
            </p:cNvSpPr>
            <p:nvPr/>
          </p:nvSpPr>
          <p:spPr bwMode="auto">
            <a:xfrm>
              <a:off x="2045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1" name="Rectangle 91"/>
            <p:cNvSpPr>
              <a:spLocks noChangeArrowheads="1"/>
            </p:cNvSpPr>
            <p:nvPr/>
          </p:nvSpPr>
          <p:spPr bwMode="auto">
            <a:xfrm>
              <a:off x="1173" y="46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6" name="Rectangle 96"/>
            <p:cNvSpPr>
              <a:spLocks noChangeArrowheads="1"/>
            </p:cNvSpPr>
            <p:nvPr/>
          </p:nvSpPr>
          <p:spPr bwMode="auto">
            <a:xfrm>
              <a:off x="4076" y="30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7" name="Rectangle 97"/>
            <p:cNvSpPr>
              <a:spLocks noChangeArrowheads="1"/>
            </p:cNvSpPr>
            <p:nvPr/>
          </p:nvSpPr>
          <p:spPr bwMode="auto">
            <a:xfrm>
              <a:off x="3404" y="30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8" name="Rectangle 98"/>
            <p:cNvSpPr>
              <a:spLocks noChangeArrowheads="1"/>
            </p:cNvSpPr>
            <p:nvPr/>
          </p:nvSpPr>
          <p:spPr bwMode="auto">
            <a:xfrm>
              <a:off x="3008" y="30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19" name="Rectangle 99"/>
            <p:cNvSpPr>
              <a:spLocks noChangeArrowheads="1"/>
            </p:cNvSpPr>
            <p:nvPr/>
          </p:nvSpPr>
          <p:spPr bwMode="auto">
            <a:xfrm>
              <a:off x="1773" y="30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20" name="Rectangle 100"/>
            <p:cNvSpPr>
              <a:spLocks noChangeArrowheads="1"/>
            </p:cNvSpPr>
            <p:nvPr/>
          </p:nvSpPr>
          <p:spPr bwMode="auto">
            <a:xfrm>
              <a:off x="1377" y="30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421" name="Rectangle 101"/>
            <p:cNvSpPr>
              <a:spLocks noChangeArrowheads="1"/>
            </p:cNvSpPr>
            <p:nvPr/>
          </p:nvSpPr>
          <p:spPr bwMode="auto">
            <a:xfrm>
              <a:off x="645" y="300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7" name="Rectangle 267"/>
            <p:cNvSpPr>
              <a:spLocks noChangeArrowheads="1"/>
            </p:cNvSpPr>
            <p:nvPr/>
          </p:nvSpPr>
          <p:spPr bwMode="auto">
            <a:xfrm>
              <a:off x="5279" y="32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588" name="Rectangle 268"/>
            <p:cNvSpPr>
              <a:spLocks noChangeArrowheads="1"/>
            </p:cNvSpPr>
            <p:nvPr/>
          </p:nvSpPr>
          <p:spPr bwMode="auto">
            <a:xfrm>
              <a:off x="5420" y="48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8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8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8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8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3C1598-DEF1-40DA-887F-2219F5C17E3E}" type="slidenum">
              <a:rPr lang="zh-CN" altLang="en-US"/>
              <a:pPr>
                <a:defRPr/>
              </a:pPr>
              <a:t>26</a:t>
            </a:fld>
            <a:endParaRPr lang="en-US" altLang="zh-CN"/>
          </a:p>
        </p:txBody>
      </p:sp>
      <p:grpSp>
        <p:nvGrpSpPr>
          <p:cNvPr id="55299" name="Group 166"/>
          <p:cNvGrpSpPr>
            <a:grpSpLocks/>
          </p:cNvGrpSpPr>
          <p:nvPr/>
        </p:nvGrpSpPr>
        <p:grpSpPr bwMode="auto">
          <a:xfrm>
            <a:off x="755650" y="4508500"/>
            <a:ext cx="7126288" cy="1784350"/>
            <a:chOff x="646" y="2093"/>
            <a:chExt cx="4369" cy="1333"/>
          </a:xfrm>
        </p:grpSpPr>
        <p:sp>
          <p:nvSpPr>
            <p:cNvPr id="569511" name="Line 167"/>
            <p:cNvSpPr>
              <a:spLocks noChangeShapeType="1"/>
            </p:cNvSpPr>
            <p:nvPr/>
          </p:nvSpPr>
          <p:spPr bwMode="auto">
            <a:xfrm>
              <a:off x="2024" y="2408"/>
              <a:ext cx="61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9512" name="Line 168"/>
            <p:cNvSpPr>
              <a:spLocks noChangeShapeType="1"/>
            </p:cNvSpPr>
            <p:nvPr/>
          </p:nvSpPr>
          <p:spPr bwMode="auto">
            <a:xfrm>
              <a:off x="3574" y="2408"/>
              <a:ext cx="637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9513" name="Line 169"/>
            <p:cNvSpPr>
              <a:spLocks noChangeShapeType="1"/>
            </p:cNvSpPr>
            <p:nvPr/>
          </p:nvSpPr>
          <p:spPr bwMode="auto">
            <a:xfrm>
              <a:off x="1913" y="3063"/>
              <a:ext cx="7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435" name="Rectangle 170"/>
            <p:cNvSpPr>
              <a:spLocks noChangeArrowheads="1"/>
            </p:cNvSpPr>
            <p:nvPr/>
          </p:nvSpPr>
          <p:spPr bwMode="auto">
            <a:xfrm>
              <a:off x="4169" y="2914"/>
              <a:ext cx="7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36" name="Rectangle 171"/>
            <p:cNvSpPr>
              <a:spLocks noChangeArrowheads="1"/>
            </p:cNvSpPr>
            <p:nvPr/>
          </p:nvSpPr>
          <p:spPr bwMode="auto">
            <a:xfrm>
              <a:off x="3966" y="2914"/>
              <a:ext cx="7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37" name="Rectangle 172"/>
            <p:cNvSpPr>
              <a:spLocks noChangeArrowheads="1"/>
            </p:cNvSpPr>
            <p:nvPr/>
          </p:nvSpPr>
          <p:spPr bwMode="auto">
            <a:xfrm>
              <a:off x="3333" y="2914"/>
              <a:ext cx="7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38" name="Rectangle 173"/>
            <p:cNvSpPr>
              <a:spLocks noChangeArrowheads="1"/>
            </p:cNvSpPr>
            <p:nvPr/>
          </p:nvSpPr>
          <p:spPr bwMode="auto">
            <a:xfrm>
              <a:off x="2720" y="2914"/>
              <a:ext cx="7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39" name="Rectangle 174"/>
            <p:cNvSpPr>
              <a:spLocks noChangeArrowheads="1"/>
            </p:cNvSpPr>
            <p:nvPr/>
          </p:nvSpPr>
          <p:spPr bwMode="auto">
            <a:xfrm>
              <a:off x="2326" y="3096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!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0" name="Rectangle 175"/>
            <p:cNvSpPr>
              <a:spLocks noChangeArrowheads="1"/>
            </p:cNvSpPr>
            <p:nvPr/>
          </p:nvSpPr>
          <p:spPr bwMode="auto">
            <a:xfrm>
              <a:off x="2595" y="2767"/>
              <a:ext cx="7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1" name="Rectangle 176"/>
            <p:cNvSpPr>
              <a:spLocks noChangeArrowheads="1"/>
            </p:cNvSpPr>
            <p:nvPr/>
          </p:nvSpPr>
          <p:spPr bwMode="auto">
            <a:xfrm>
              <a:off x="2305" y="2767"/>
              <a:ext cx="7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2" name="Rectangle 177"/>
            <p:cNvSpPr>
              <a:spLocks noChangeArrowheads="1"/>
            </p:cNvSpPr>
            <p:nvPr/>
          </p:nvSpPr>
          <p:spPr bwMode="auto">
            <a:xfrm>
              <a:off x="1540" y="2914"/>
              <a:ext cx="17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...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3" name="Rectangle 178"/>
            <p:cNvSpPr>
              <a:spLocks noChangeArrowheads="1"/>
            </p:cNvSpPr>
            <p:nvPr/>
          </p:nvSpPr>
          <p:spPr bwMode="auto">
            <a:xfrm>
              <a:off x="4860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4" name="Rectangle 179"/>
            <p:cNvSpPr>
              <a:spLocks noChangeArrowheads="1"/>
            </p:cNvSpPr>
            <p:nvPr/>
          </p:nvSpPr>
          <p:spPr bwMode="auto">
            <a:xfrm>
              <a:off x="4247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5" name="Rectangle 180"/>
            <p:cNvSpPr>
              <a:spLocks noChangeArrowheads="1"/>
            </p:cNvSpPr>
            <p:nvPr/>
          </p:nvSpPr>
          <p:spPr bwMode="auto">
            <a:xfrm>
              <a:off x="3918" y="2440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!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6" name="Rectangle 181"/>
            <p:cNvSpPr>
              <a:spLocks noChangeArrowheads="1"/>
            </p:cNvSpPr>
            <p:nvPr/>
          </p:nvSpPr>
          <p:spPr bwMode="auto">
            <a:xfrm>
              <a:off x="3820" y="2440"/>
              <a:ext cx="1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7" name="Rectangle 182"/>
            <p:cNvSpPr>
              <a:spLocks noChangeArrowheads="1"/>
            </p:cNvSpPr>
            <p:nvPr/>
          </p:nvSpPr>
          <p:spPr bwMode="auto">
            <a:xfrm>
              <a:off x="4122" y="2112"/>
              <a:ext cx="7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8" name="Rectangle 183"/>
            <p:cNvSpPr>
              <a:spLocks noChangeArrowheads="1"/>
            </p:cNvSpPr>
            <p:nvPr/>
          </p:nvSpPr>
          <p:spPr bwMode="auto">
            <a:xfrm>
              <a:off x="3832" y="2112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49" name="Rectangle 184"/>
            <p:cNvSpPr>
              <a:spLocks noChangeArrowheads="1"/>
            </p:cNvSpPr>
            <p:nvPr/>
          </p:nvSpPr>
          <p:spPr bwMode="auto">
            <a:xfrm>
              <a:off x="3284" y="2258"/>
              <a:ext cx="7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0" name="Rectangle 185"/>
            <p:cNvSpPr>
              <a:spLocks noChangeArrowheads="1"/>
            </p:cNvSpPr>
            <p:nvPr/>
          </p:nvSpPr>
          <p:spPr bwMode="auto">
            <a:xfrm>
              <a:off x="2671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1" name="Rectangle 186"/>
            <p:cNvSpPr>
              <a:spLocks noChangeArrowheads="1"/>
            </p:cNvSpPr>
            <p:nvPr/>
          </p:nvSpPr>
          <p:spPr bwMode="auto">
            <a:xfrm>
              <a:off x="2333" y="2440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!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2" name="Rectangle 187"/>
            <p:cNvSpPr>
              <a:spLocks noChangeArrowheads="1"/>
            </p:cNvSpPr>
            <p:nvPr/>
          </p:nvSpPr>
          <p:spPr bwMode="auto">
            <a:xfrm>
              <a:off x="2253" y="2440"/>
              <a:ext cx="1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1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3" name="Rectangle 188"/>
            <p:cNvSpPr>
              <a:spLocks noChangeArrowheads="1"/>
            </p:cNvSpPr>
            <p:nvPr/>
          </p:nvSpPr>
          <p:spPr bwMode="auto">
            <a:xfrm>
              <a:off x="2547" y="2112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4" name="Rectangle 189"/>
            <p:cNvSpPr>
              <a:spLocks noChangeArrowheads="1"/>
            </p:cNvSpPr>
            <p:nvPr/>
          </p:nvSpPr>
          <p:spPr bwMode="auto">
            <a:xfrm>
              <a:off x="2257" y="2112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5" name="Rectangle 190"/>
            <p:cNvSpPr>
              <a:spLocks noChangeArrowheads="1"/>
            </p:cNvSpPr>
            <p:nvPr/>
          </p:nvSpPr>
          <p:spPr bwMode="auto">
            <a:xfrm>
              <a:off x="1734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6" name="Rectangle 191"/>
            <p:cNvSpPr>
              <a:spLocks noChangeArrowheads="1"/>
            </p:cNvSpPr>
            <p:nvPr/>
          </p:nvSpPr>
          <p:spPr bwMode="auto">
            <a:xfrm>
              <a:off x="1444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7" name="Rectangle 192"/>
            <p:cNvSpPr>
              <a:spLocks noChangeArrowheads="1"/>
            </p:cNvSpPr>
            <p:nvPr/>
          </p:nvSpPr>
          <p:spPr bwMode="auto">
            <a:xfrm>
              <a:off x="968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8" name="Rectangle 193"/>
            <p:cNvSpPr>
              <a:spLocks noChangeArrowheads="1"/>
            </p:cNvSpPr>
            <p:nvPr/>
          </p:nvSpPr>
          <p:spPr bwMode="auto">
            <a:xfrm>
              <a:off x="765" y="2258"/>
              <a:ext cx="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59" name="Rectangle 194"/>
            <p:cNvSpPr>
              <a:spLocks noChangeArrowheads="1"/>
            </p:cNvSpPr>
            <p:nvPr/>
          </p:nvSpPr>
          <p:spPr bwMode="auto">
            <a:xfrm>
              <a:off x="3239" y="3057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0" name="Rectangle 195"/>
            <p:cNvSpPr>
              <a:spLocks noChangeArrowheads="1"/>
            </p:cNvSpPr>
            <p:nvPr/>
          </p:nvSpPr>
          <p:spPr bwMode="auto">
            <a:xfrm>
              <a:off x="2501" y="2910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1" name="Rectangle 196"/>
            <p:cNvSpPr>
              <a:spLocks noChangeArrowheads="1"/>
            </p:cNvSpPr>
            <p:nvPr/>
          </p:nvSpPr>
          <p:spPr bwMode="auto">
            <a:xfrm>
              <a:off x="2232" y="2746"/>
              <a:ext cx="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2" name="Rectangle 197"/>
            <p:cNvSpPr>
              <a:spLocks noChangeArrowheads="1"/>
            </p:cNvSpPr>
            <p:nvPr/>
          </p:nvSpPr>
          <p:spPr bwMode="auto">
            <a:xfrm>
              <a:off x="2099" y="2746"/>
              <a:ext cx="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3" name="Rectangle 198"/>
            <p:cNvSpPr>
              <a:spLocks noChangeArrowheads="1"/>
            </p:cNvSpPr>
            <p:nvPr/>
          </p:nvSpPr>
          <p:spPr bwMode="auto">
            <a:xfrm>
              <a:off x="4949" y="2240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4" name="Rectangle 199"/>
            <p:cNvSpPr>
              <a:spLocks noChangeArrowheads="1"/>
            </p:cNvSpPr>
            <p:nvPr/>
          </p:nvSpPr>
          <p:spPr bwMode="auto">
            <a:xfrm>
              <a:off x="4766" y="2403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5" name="Rectangle 200"/>
            <p:cNvSpPr>
              <a:spLocks noChangeArrowheads="1"/>
            </p:cNvSpPr>
            <p:nvPr/>
          </p:nvSpPr>
          <p:spPr bwMode="auto">
            <a:xfrm>
              <a:off x="4028" y="2255"/>
              <a:ext cx="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6" name="Rectangle 201"/>
            <p:cNvSpPr>
              <a:spLocks noChangeArrowheads="1"/>
            </p:cNvSpPr>
            <p:nvPr/>
          </p:nvSpPr>
          <p:spPr bwMode="auto">
            <a:xfrm>
              <a:off x="3785" y="2093"/>
              <a:ext cx="24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'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7" name="Rectangle 202"/>
            <p:cNvSpPr>
              <a:spLocks noChangeArrowheads="1"/>
            </p:cNvSpPr>
            <p:nvPr/>
          </p:nvSpPr>
          <p:spPr bwMode="auto">
            <a:xfrm>
              <a:off x="3760" y="2093"/>
              <a:ext cx="24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'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8" name="Rectangle 203"/>
            <p:cNvSpPr>
              <a:spLocks noChangeArrowheads="1"/>
            </p:cNvSpPr>
            <p:nvPr/>
          </p:nvSpPr>
          <p:spPr bwMode="auto">
            <a:xfrm>
              <a:off x="3191" y="2403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69" name="Rectangle 204"/>
            <p:cNvSpPr>
              <a:spLocks noChangeArrowheads="1"/>
            </p:cNvSpPr>
            <p:nvPr/>
          </p:nvSpPr>
          <p:spPr bwMode="auto">
            <a:xfrm>
              <a:off x="2453" y="2255"/>
              <a:ext cx="6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0" name="Rectangle 205"/>
            <p:cNvSpPr>
              <a:spLocks noChangeArrowheads="1"/>
            </p:cNvSpPr>
            <p:nvPr/>
          </p:nvSpPr>
          <p:spPr bwMode="auto">
            <a:xfrm>
              <a:off x="2209" y="2093"/>
              <a:ext cx="24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'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1" name="Rectangle 206"/>
            <p:cNvSpPr>
              <a:spLocks noChangeArrowheads="1"/>
            </p:cNvSpPr>
            <p:nvPr/>
          </p:nvSpPr>
          <p:spPr bwMode="auto">
            <a:xfrm>
              <a:off x="1640" y="2403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>
                  <a:solidFill>
                    <a:srgbClr val="000000"/>
                  </a:solidFill>
                  <a:ea typeface="宋体" pitchFamily="2" charset="-122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2" name="Rectangle 207"/>
            <p:cNvSpPr>
              <a:spLocks noChangeArrowheads="1"/>
            </p:cNvSpPr>
            <p:nvPr/>
          </p:nvSpPr>
          <p:spPr bwMode="auto">
            <a:xfrm>
              <a:off x="4060" y="2914"/>
              <a:ext cx="10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3" name="Rectangle 208"/>
            <p:cNvSpPr>
              <a:spLocks noChangeArrowheads="1"/>
            </p:cNvSpPr>
            <p:nvPr/>
          </p:nvSpPr>
          <p:spPr bwMode="auto">
            <a:xfrm>
              <a:off x="3732" y="2914"/>
              <a:ext cx="1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R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4" name="Rectangle 209"/>
            <p:cNvSpPr>
              <a:spLocks noChangeArrowheads="1"/>
            </p:cNvSpPr>
            <p:nvPr/>
          </p:nvSpPr>
          <p:spPr bwMode="auto">
            <a:xfrm>
              <a:off x="3137" y="2914"/>
              <a:ext cx="10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5" name="Rectangle 210"/>
            <p:cNvSpPr>
              <a:spLocks noChangeArrowheads="1"/>
            </p:cNvSpPr>
            <p:nvPr/>
          </p:nvSpPr>
          <p:spPr bwMode="auto">
            <a:xfrm>
              <a:off x="2814" y="2914"/>
              <a:ext cx="10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6" name="Rectangle 211"/>
            <p:cNvSpPr>
              <a:spLocks noChangeArrowheads="1"/>
            </p:cNvSpPr>
            <p:nvPr/>
          </p:nvSpPr>
          <p:spPr bwMode="auto">
            <a:xfrm>
              <a:off x="2224" y="3095"/>
              <a:ext cx="1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7" name="Rectangle 212"/>
            <p:cNvSpPr>
              <a:spLocks noChangeArrowheads="1"/>
            </p:cNvSpPr>
            <p:nvPr/>
          </p:nvSpPr>
          <p:spPr bwMode="auto">
            <a:xfrm>
              <a:off x="2399" y="2767"/>
              <a:ext cx="10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8" name="Rectangle 213"/>
            <p:cNvSpPr>
              <a:spLocks noChangeArrowheads="1"/>
            </p:cNvSpPr>
            <p:nvPr/>
          </p:nvSpPr>
          <p:spPr bwMode="auto">
            <a:xfrm>
              <a:off x="1973" y="2767"/>
              <a:ext cx="6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79" name="Rectangle 214"/>
            <p:cNvSpPr>
              <a:spLocks noChangeArrowheads="1"/>
            </p:cNvSpPr>
            <p:nvPr/>
          </p:nvSpPr>
          <p:spPr bwMode="auto">
            <a:xfrm>
              <a:off x="4664" y="2258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0" name="Rectangle 215"/>
            <p:cNvSpPr>
              <a:spLocks noChangeArrowheads="1"/>
            </p:cNvSpPr>
            <p:nvPr/>
          </p:nvSpPr>
          <p:spPr bwMode="auto">
            <a:xfrm>
              <a:off x="4341" y="2258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1" name="Rectangle 216"/>
            <p:cNvSpPr>
              <a:spLocks noChangeArrowheads="1"/>
            </p:cNvSpPr>
            <p:nvPr/>
          </p:nvSpPr>
          <p:spPr bwMode="auto">
            <a:xfrm>
              <a:off x="3926" y="2112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2" name="Rectangle 217"/>
            <p:cNvSpPr>
              <a:spLocks noChangeArrowheads="1"/>
            </p:cNvSpPr>
            <p:nvPr/>
          </p:nvSpPr>
          <p:spPr bwMode="auto">
            <a:xfrm>
              <a:off x="3634" y="2112"/>
              <a:ext cx="6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3" name="Rectangle 218"/>
            <p:cNvSpPr>
              <a:spLocks noChangeArrowheads="1"/>
            </p:cNvSpPr>
            <p:nvPr/>
          </p:nvSpPr>
          <p:spPr bwMode="auto">
            <a:xfrm>
              <a:off x="3088" y="2258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4" name="Rectangle 219"/>
            <p:cNvSpPr>
              <a:spLocks noChangeArrowheads="1"/>
            </p:cNvSpPr>
            <p:nvPr/>
          </p:nvSpPr>
          <p:spPr bwMode="auto">
            <a:xfrm>
              <a:off x="2766" y="2258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5" name="Rectangle 220"/>
            <p:cNvSpPr>
              <a:spLocks noChangeArrowheads="1"/>
            </p:cNvSpPr>
            <p:nvPr/>
          </p:nvSpPr>
          <p:spPr bwMode="auto">
            <a:xfrm>
              <a:off x="2351" y="2112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6" name="Rectangle 221"/>
            <p:cNvSpPr>
              <a:spLocks noChangeArrowheads="1"/>
            </p:cNvSpPr>
            <p:nvPr/>
          </p:nvSpPr>
          <p:spPr bwMode="auto">
            <a:xfrm>
              <a:off x="2083" y="2112"/>
              <a:ext cx="6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7" name="Rectangle 222"/>
            <p:cNvSpPr>
              <a:spLocks noChangeArrowheads="1"/>
            </p:cNvSpPr>
            <p:nvPr/>
          </p:nvSpPr>
          <p:spPr bwMode="auto">
            <a:xfrm>
              <a:off x="1538" y="2258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8" name="Rectangle 223"/>
            <p:cNvSpPr>
              <a:spLocks noChangeArrowheads="1"/>
            </p:cNvSpPr>
            <p:nvPr/>
          </p:nvSpPr>
          <p:spPr bwMode="auto">
            <a:xfrm>
              <a:off x="1324" y="2258"/>
              <a:ext cx="6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89" name="Rectangle 224"/>
            <p:cNvSpPr>
              <a:spLocks noChangeArrowheads="1"/>
            </p:cNvSpPr>
            <p:nvPr/>
          </p:nvSpPr>
          <p:spPr bwMode="auto">
            <a:xfrm>
              <a:off x="860" y="2258"/>
              <a:ext cx="10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0" name="Rectangle 225"/>
            <p:cNvSpPr>
              <a:spLocks noChangeArrowheads="1"/>
            </p:cNvSpPr>
            <p:nvPr/>
          </p:nvSpPr>
          <p:spPr bwMode="auto">
            <a:xfrm>
              <a:off x="646" y="2258"/>
              <a:ext cx="6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1" name="Rectangle 226"/>
            <p:cNvSpPr>
              <a:spLocks noChangeArrowheads="1"/>
            </p:cNvSpPr>
            <p:nvPr/>
          </p:nvSpPr>
          <p:spPr bwMode="auto">
            <a:xfrm>
              <a:off x="3869" y="3058"/>
              <a:ext cx="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2" name="Rectangle 227"/>
            <p:cNvSpPr>
              <a:spLocks noChangeArrowheads="1"/>
            </p:cNvSpPr>
            <p:nvPr/>
          </p:nvSpPr>
          <p:spPr bwMode="auto">
            <a:xfrm>
              <a:off x="3422" y="2895"/>
              <a:ext cx="61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3" name="Rectangle 228"/>
            <p:cNvSpPr>
              <a:spLocks noChangeArrowheads="1"/>
            </p:cNvSpPr>
            <p:nvPr/>
          </p:nvSpPr>
          <p:spPr bwMode="auto">
            <a:xfrm>
              <a:off x="2155" y="2749"/>
              <a:ext cx="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700" b="0" i="1">
                  <a:solidFill>
                    <a:srgbClr val="000000"/>
                  </a:solidFill>
                  <a:ea typeface="宋体" pitchFamily="2" charset="-122"/>
                </a:rPr>
                <a:t>n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4" name="Rectangle 229"/>
            <p:cNvSpPr>
              <a:spLocks noChangeArrowheads="1"/>
            </p:cNvSpPr>
            <p:nvPr/>
          </p:nvSpPr>
          <p:spPr bwMode="auto">
            <a:xfrm>
              <a:off x="3554" y="2888"/>
              <a:ext cx="1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5" name="Rectangle 230"/>
            <p:cNvSpPr>
              <a:spLocks noChangeArrowheads="1"/>
            </p:cNvSpPr>
            <p:nvPr/>
          </p:nvSpPr>
          <p:spPr bwMode="auto">
            <a:xfrm>
              <a:off x="2959" y="2888"/>
              <a:ext cx="1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6" name="Rectangle 231"/>
            <p:cNvSpPr>
              <a:spLocks noChangeArrowheads="1"/>
            </p:cNvSpPr>
            <p:nvPr/>
          </p:nvSpPr>
          <p:spPr bwMode="auto">
            <a:xfrm>
              <a:off x="1739" y="2888"/>
              <a:ext cx="1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7" name="Rectangle 232"/>
            <p:cNvSpPr>
              <a:spLocks noChangeArrowheads="1"/>
            </p:cNvSpPr>
            <p:nvPr/>
          </p:nvSpPr>
          <p:spPr bwMode="auto">
            <a:xfrm>
              <a:off x="1384" y="2888"/>
              <a:ext cx="12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8" name="Rectangle 233"/>
            <p:cNvSpPr>
              <a:spLocks noChangeArrowheads="1"/>
            </p:cNvSpPr>
            <p:nvPr/>
          </p:nvSpPr>
          <p:spPr bwMode="auto">
            <a:xfrm>
              <a:off x="4486" y="2232"/>
              <a:ext cx="12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499" name="Rectangle 234"/>
            <p:cNvSpPr>
              <a:spLocks noChangeArrowheads="1"/>
            </p:cNvSpPr>
            <p:nvPr/>
          </p:nvSpPr>
          <p:spPr bwMode="auto">
            <a:xfrm>
              <a:off x="3400" y="2232"/>
              <a:ext cx="1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500" name="Rectangle 235"/>
            <p:cNvSpPr>
              <a:spLocks noChangeArrowheads="1"/>
            </p:cNvSpPr>
            <p:nvPr/>
          </p:nvSpPr>
          <p:spPr bwMode="auto">
            <a:xfrm>
              <a:off x="2911" y="2232"/>
              <a:ext cx="12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501" name="Rectangle 236"/>
            <p:cNvSpPr>
              <a:spLocks noChangeArrowheads="1"/>
            </p:cNvSpPr>
            <p:nvPr/>
          </p:nvSpPr>
          <p:spPr bwMode="auto">
            <a:xfrm>
              <a:off x="1850" y="2232"/>
              <a:ext cx="1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5502" name="Rectangle 237"/>
            <p:cNvSpPr>
              <a:spLocks noChangeArrowheads="1"/>
            </p:cNvSpPr>
            <p:nvPr/>
          </p:nvSpPr>
          <p:spPr bwMode="auto">
            <a:xfrm>
              <a:off x="1099" y="2232"/>
              <a:ext cx="12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  <a:ea typeface="宋体" pitchFamily="2" charset="-122"/>
                </a:rPr>
                <a:t>=</a:t>
              </a:r>
              <a:endParaRPr lang="en-US" altLang="zh-CN" sz="1800" b="0">
                <a:solidFill>
                  <a:schemeClr val="tx1"/>
                </a:solidFill>
                <a:latin typeface="Tahoma" pitchFamily="34" charset="0"/>
                <a:ea typeface="宋体" pitchFamily="2" charset="-122"/>
              </a:endParaRPr>
            </a:p>
          </p:txBody>
        </p:sp>
      </p:grpSp>
      <p:grpSp>
        <p:nvGrpSpPr>
          <p:cNvPr id="207" name="Group 270"/>
          <p:cNvGrpSpPr>
            <a:grpSpLocks/>
          </p:cNvGrpSpPr>
          <p:nvPr/>
        </p:nvGrpSpPr>
        <p:grpSpPr bwMode="auto">
          <a:xfrm>
            <a:off x="726132" y="548680"/>
            <a:ext cx="7734300" cy="2711450"/>
            <a:chOff x="412" y="1849"/>
            <a:chExt cx="4872" cy="1708"/>
          </a:xfrm>
        </p:grpSpPr>
        <p:sp>
          <p:nvSpPr>
            <p:cNvPr id="339" name="Rectangle 107"/>
            <p:cNvSpPr>
              <a:spLocks noChangeArrowheads="1"/>
            </p:cNvSpPr>
            <p:nvPr/>
          </p:nvSpPr>
          <p:spPr bwMode="auto">
            <a:xfrm>
              <a:off x="206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0" name="Rectangle 108"/>
            <p:cNvSpPr>
              <a:spLocks noChangeArrowheads="1"/>
            </p:cNvSpPr>
            <p:nvPr/>
          </p:nvSpPr>
          <p:spPr bwMode="auto">
            <a:xfrm>
              <a:off x="188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1" name="Rectangle 109"/>
            <p:cNvSpPr>
              <a:spLocks noChangeArrowheads="1"/>
            </p:cNvSpPr>
            <p:nvPr/>
          </p:nvSpPr>
          <p:spPr bwMode="auto">
            <a:xfrm>
              <a:off x="1412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2" name="Rectangle 110"/>
            <p:cNvSpPr>
              <a:spLocks noChangeArrowheads="1"/>
            </p:cNvSpPr>
            <p:nvPr/>
          </p:nvSpPr>
          <p:spPr bwMode="auto">
            <a:xfrm>
              <a:off x="123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3" name="Rectangle 111"/>
            <p:cNvSpPr>
              <a:spLocks noChangeArrowheads="1"/>
            </p:cNvSpPr>
            <p:nvPr/>
          </p:nvSpPr>
          <p:spPr bwMode="auto">
            <a:xfrm>
              <a:off x="5144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]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4" name="Rectangle 112"/>
            <p:cNvSpPr>
              <a:spLocks noChangeArrowheads="1"/>
            </p:cNvSpPr>
            <p:nvPr/>
          </p:nvSpPr>
          <p:spPr bwMode="auto">
            <a:xfrm>
              <a:off x="4779" y="2844"/>
              <a:ext cx="2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5" name="Rectangle 113"/>
            <p:cNvSpPr>
              <a:spLocks noChangeArrowheads="1"/>
            </p:cNvSpPr>
            <p:nvPr/>
          </p:nvSpPr>
          <p:spPr bwMode="auto">
            <a:xfrm>
              <a:off x="4541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6" name="Rectangle 114"/>
            <p:cNvSpPr>
              <a:spLocks noChangeArrowheads="1"/>
            </p:cNvSpPr>
            <p:nvPr/>
          </p:nvSpPr>
          <p:spPr bwMode="auto">
            <a:xfrm>
              <a:off x="4283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7" name="Rectangle 115"/>
            <p:cNvSpPr>
              <a:spLocks noChangeArrowheads="1"/>
            </p:cNvSpPr>
            <p:nvPr/>
          </p:nvSpPr>
          <p:spPr bwMode="auto">
            <a:xfrm>
              <a:off x="4106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[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8" name="Rectangle 116"/>
            <p:cNvSpPr>
              <a:spLocks noChangeArrowheads="1"/>
            </p:cNvSpPr>
            <p:nvPr/>
          </p:nvSpPr>
          <p:spPr bwMode="auto">
            <a:xfrm>
              <a:off x="3921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9" name="Rectangle 117"/>
            <p:cNvSpPr>
              <a:spLocks noChangeArrowheads="1"/>
            </p:cNvSpPr>
            <p:nvPr/>
          </p:nvSpPr>
          <p:spPr bwMode="auto">
            <a:xfrm>
              <a:off x="3183" y="287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0" name="Rectangle 118"/>
            <p:cNvSpPr>
              <a:spLocks noChangeArrowheads="1"/>
            </p:cNvSpPr>
            <p:nvPr/>
          </p:nvSpPr>
          <p:spPr bwMode="auto">
            <a:xfrm>
              <a:off x="2311" y="2844"/>
              <a:ext cx="2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)...(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1" name="Rectangle 119"/>
            <p:cNvSpPr>
              <a:spLocks noChangeArrowheads="1"/>
            </p:cNvSpPr>
            <p:nvPr/>
          </p:nvSpPr>
          <p:spPr bwMode="auto">
            <a:xfrm>
              <a:off x="1719" y="284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2" name="Rectangle 120"/>
            <p:cNvSpPr>
              <a:spLocks noChangeArrowheads="1"/>
            </p:cNvSpPr>
            <p:nvPr/>
          </p:nvSpPr>
          <p:spPr bwMode="auto">
            <a:xfrm>
              <a:off x="1175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3" name="Rectangle 121"/>
            <p:cNvSpPr>
              <a:spLocks noChangeArrowheads="1"/>
            </p:cNvSpPr>
            <p:nvPr/>
          </p:nvSpPr>
          <p:spPr bwMode="auto">
            <a:xfrm>
              <a:off x="4717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4" name="Rectangle 122"/>
            <p:cNvSpPr>
              <a:spLocks noChangeArrowheads="1"/>
            </p:cNvSpPr>
            <p:nvPr/>
          </p:nvSpPr>
          <p:spPr bwMode="auto">
            <a:xfrm>
              <a:off x="4213" y="2312"/>
              <a:ext cx="2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5" name="Rectangle 123"/>
            <p:cNvSpPr>
              <a:spLocks noChangeArrowheads="1"/>
            </p:cNvSpPr>
            <p:nvPr/>
          </p:nvSpPr>
          <p:spPr bwMode="auto">
            <a:xfrm>
              <a:off x="3976" y="2312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6" name="Rectangle 124"/>
            <p:cNvSpPr>
              <a:spLocks noChangeArrowheads="1"/>
            </p:cNvSpPr>
            <p:nvPr/>
          </p:nvSpPr>
          <p:spPr bwMode="auto">
            <a:xfrm>
              <a:off x="3721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7" name="Rectangle 125"/>
            <p:cNvSpPr>
              <a:spLocks noChangeArrowheads="1"/>
            </p:cNvSpPr>
            <p:nvPr/>
          </p:nvSpPr>
          <p:spPr bwMode="auto">
            <a:xfrm>
              <a:off x="3515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8" name="Rectangle 126"/>
            <p:cNvSpPr>
              <a:spLocks noChangeArrowheads="1"/>
            </p:cNvSpPr>
            <p:nvPr/>
          </p:nvSpPr>
          <p:spPr bwMode="auto">
            <a:xfrm>
              <a:off x="2627" y="2312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9" name="Rectangle 127"/>
            <p:cNvSpPr>
              <a:spLocks noChangeArrowheads="1"/>
            </p:cNvSpPr>
            <p:nvPr/>
          </p:nvSpPr>
          <p:spPr bwMode="auto">
            <a:xfrm>
              <a:off x="2036" y="2312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0" name="Rectangle 128"/>
            <p:cNvSpPr>
              <a:spLocks noChangeArrowheads="1"/>
            </p:cNvSpPr>
            <p:nvPr/>
          </p:nvSpPr>
          <p:spPr bwMode="auto">
            <a:xfrm>
              <a:off x="1490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1" name="Rectangle 129"/>
            <p:cNvSpPr>
              <a:spLocks noChangeArrowheads="1"/>
            </p:cNvSpPr>
            <p:nvPr/>
          </p:nvSpPr>
          <p:spPr bwMode="auto">
            <a:xfrm>
              <a:off x="1164" y="2312"/>
              <a:ext cx="1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2" name="Rectangle 130"/>
            <p:cNvSpPr>
              <a:spLocks noChangeArrowheads="1"/>
            </p:cNvSpPr>
            <p:nvPr/>
          </p:nvSpPr>
          <p:spPr bwMode="auto">
            <a:xfrm>
              <a:off x="521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3" name="Rectangle 131"/>
            <p:cNvSpPr>
              <a:spLocks noChangeArrowheads="1"/>
            </p:cNvSpPr>
            <p:nvPr/>
          </p:nvSpPr>
          <p:spPr bwMode="auto">
            <a:xfrm>
              <a:off x="4954" y="1876"/>
              <a:ext cx="5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4" name="Rectangle 132"/>
            <p:cNvSpPr>
              <a:spLocks noChangeArrowheads="1"/>
            </p:cNvSpPr>
            <p:nvPr/>
          </p:nvSpPr>
          <p:spPr bwMode="auto">
            <a:xfrm>
              <a:off x="471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5" name="Rectangle 133"/>
            <p:cNvSpPr>
              <a:spLocks noChangeArrowheads="1"/>
            </p:cNvSpPr>
            <p:nvPr/>
          </p:nvSpPr>
          <p:spPr bwMode="auto">
            <a:xfrm>
              <a:off x="4462" y="1876"/>
              <a:ext cx="6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6" name="Rectangle 134"/>
            <p:cNvSpPr>
              <a:spLocks noChangeArrowheads="1"/>
            </p:cNvSpPr>
            <p:nvPr/>
          </p:nvSpPr>
          <p:spPr bwMode="auto">
            <a:xfrm>
              <a:off x="425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7" name="Rectangle 135"/>
            <p:cNvSpPr>
              <a:spLocks noChangeArrowheads="1"/>
            </p:cNvSpPr>
            <p:nvPr/>
          </p:nvSpPr>
          <p:spPr bwMode="auto">
            <a:xfrm>
              <a:off x="3663" y="1876"/>
              <a:ext cx="13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8" name="Rectangle 136"/>
            <p:cNvSpPr>
              <a:spLocks noChangeArrowheads="1"/>
            </p:cNvSpPr>
            <p:nvPr/>
          </p:nvSpPr>
          <p:spPr bwMode="auto">
            <a:xfrm>
              <a:off x="311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9" name="Rectangle 137"/>
            <p:cNvSpPr>
              <a:spLocks noChangeArrowheads="1"/>
            </p:cNvSpPr>
            <p:nvPr/>
          </p:nvSpPr>
          <p:spPr bwMode="auto">
            <a:xfrm>
              <a:off x="287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0" name="Rectangle 138"/>
            <p:cNvSpPr>
              <a:spLocks noChangeArrowheads="1"/>
            </p:cNvSpPr>
            <p:nvPr/>
          </p:nvSpPr>
          <p:spPr bwMode="auto">
            <a:xfrm>
              <a:off x="263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1" name="Rectangle 139"/>
            <p:cNvSpPr>
              <a:spLocks noChangeArrowheads="1"/>
            </p:cNvSpPr>
            <p:nvPr/>
          </p:nvSpPr>
          <p:spPr bwMode="auto">
            <a:xfrm>
              <a:off x="238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2" name="Rectangle 140"/>
            <p:cNvSpPr>
              <a:spLocks noChangeArrowheads="1"/>
            </p:cNvSpPr>
            <p:nvPr/>
          </p:nvSpPr>
          <p:spPr bwMode="auto">
            <a:xfrm>
              <a:off x="217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3" name="Rectangle 141"/>
            <p:cNvSpPr>
              <a:spLocks noChangeArrowheads="1"/>
            </p:cNvSpPr>
            <p:nvPr/>
          </p:nvSpPr>
          <p:spPr bwMode="auto">
            <a:xfrm>
              <a:off x="1630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4" name="Rectangle 142"/>
            <p:cNvSpPr>
              <a:spLocks noChangeArrowheads="1"/>
            </p:cNvSpPr>
            <p:nvPr/>
          </p:nvSpPr>
          <p:spPr bwMode="auto">
            <a:xfrm>
              <a:off x="137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5" name="Rectangle 143"/>
            <p:cNvSpPr>
              <a:spLocks noChangeArrowheads="1"/>
            </p:cNvSpPr>
            <p:nvPr/>
          </p:nvSpPr>
          <p:spPr bwMode="auto">
            <a:xfrm>
              <a:off x="1121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6" name="Rectangle 144"/>
            <p:cNvSpPr>
              <a:spLocks noChangeArrowheads="1"/>
            </p:cNvSpPr>
            <p:nvPr/>
          </p:nvSpPr>
          <p:spPr bwMode="auto">
            <a:xfrm>
              <a:off x="69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7" name="Rectangle 145"/>
            <p:cNvSpPr>
              <a:spLocks noChangeArrowheads="1"/>
            </p:cNvSpPr>
            <p:nvPr/>
          </p:nvSpPr>
          <p:spPr bwMode="auto">
            <a:xfrm>
              <a:off x="518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8" name="Rectangle 146"/>
            <p:cNvSpPr>
              <a:spLocks noChangeArrowheads="1"/>
            </p:cNvSpPr>
            <p:nvPr/>
          </p:nvSpPr>
          <p:spPr bwMode="auto">
            <a:xfrm>
              <a:off x="4722" y="2982"/>
              <a:ext cx="6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9" name="Rectangle 147"/>
            <p:cNvSpPr>
              <a:spLocks noChangeArrowheads="1"/>
            </p:cNvSpPr>
            <p:nvPr/>
          </p:nvSpPr>
          <p:spPr bwMode="auto">
            <a:xfrm flipH="1">
              <a:off x="4463" y="2975"/>
              <a:ext cx="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0" name="Rectangle 148"/>
            <p:cNvSpPr>
              <a:spLocks noChangeArrowheads="1"/>
            </p:cNvSpPr>
            <p:nvPr/>
          </p:nvSpPr>
          <p:spPr bwMode="auto">
            <a:xfrm>
              <a:off x="3125" y="2982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1" name="Rectangle 149"/>
            <p:cNvSpPr>
              <a:spLocks noChangeArrowheads="1"/>
            </p:cNvSpPr>
            <p:nvPr/>
          </p:nvSpPr>
          <p:spPr bwMode="auto">
            <a:xfrm>
              <a:off x="2237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2" name="Rectangle 150"/>
            <p:cNvSpPr>
              <a:spLocks noChangeArrowheads="1"/>
            </p:cNvSpPr>
            <p:nvPr/>
          </p:nvSpPr>
          <p:spPr bwMode="auto">
            <a:xfrm>
              <a:off x="1636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3" name="Rectangle 151"/>
            <p:cNvSpPr>
              <a:spLocks noChangeArrowheads="1"/>
            </p:cNvSpPr>
            <p:nvPr/>
          </p:nvSpPr>
          <p:spPr bwMode="auto">
            <a:xfrm>
              <a:off x="4643" y="2450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4" name="Rectangle 152"/>
            <p:cNvSpPr>
              <a:spLocks noChangeArrowheads="1"/>
            </p:cNvSpPr>
            <p:nvPr/>
          </p:nvSpPr>
          <p:spPr bwMode="auto">
            <a:xfrm>
              <a:off x="4143" y="2450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5" name="Rectangle 153"/>
            <p:cNvSpPr>
              <a:spLocks noChangeArrowheads="1"/>
            </p:cNvSpPr>
            <p:nvPr/>
          </p:nvSpPr>
          <p:spPr bwMode="auto">
            <a:xfrm>
              <a:off x="3896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6" name="Rectangle 154"/>
            <p:cNvSpPr>
              <a:spLocks noChangeArrowheads="1"/>
            </p:cNvSpPr>
            <p:nvPr/>
          </p:nvSpPr>
          <p:spPr bwMode="auto">
            <a:xfrm>
              <a:off x="3440" y="2450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7" name="Rectangle 155"/>
            <p:cNvSpPr>
              <a:spLocks noChangeArrowheads="1"/>
            </p:cNvSpPr>
            <p:nvPr/>
          </p:nvSpPr>
          <p:spPr bwMode="auto">
            <a:xfrm>
              <a:off x="2553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8" name="Rectangle 156"/>
            <p:cNvSpPr>
              <a:spLocks noChangeArrowheads="1"/>
            </p:cNvSpPr>
            <p:nvPr/>
          </p:nvSpPr>
          <p:spPr bwMode="auto">
            <a:xfrm>
              <a:off x="1952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9" name="Rectangle 157"/>
            <p:cNvSpPr>
              <a:spLocks noChangeArrowheads="1"/>
            </p:cNvSpPr>
            <p:nvPr/>
          </p:nvSpPr>
          <p:spPr bwMode="auto">
            <a:xfrm>
              <a:off x="5134" y="2013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0" name="Rectangle 158"/>
            <p:cNvSpPr>
              <a:spLocks noChangeArrowheads="1"/>
            </p:cNvSpPr>
            <p:nvPr/>
          </p:nvSpPr>
          <p:spPr bwMode="auto">
            <a:xfrm>
              <a:off x="4883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1" name="Rectangle 159"/>
            <p:cNvSpPr>
              <a:spLocks noChangeArrowheads="1"/>
            </p:cNvSpPr>
            <p:nvPr/>
          </p:nvSpPr>
          <p:spPr bwMode="auto">
            <a:xfrm>
              <a:off x="4636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2" name="Rectangle 160"/>
            <p:cNvSpPr>
              <a:spLocks noChangeArrowheads="1"/>
            </p:cNvSpPr>
            <p:nvPr/>
          </p:nvSpPr>
          <p:spPr bwMode="auto">
            <a:xfrm>
              <a:off x="4181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3" name="Rectangle 161"/>
            <p:cNvSpPr>
              <a:spLocks noChangeArrowheads="1"/>
            </p:cNvSpPr>
            <p:nvPr/>
          </p:nvSpPr>
          <p:spPr bwMode="auto">
            <a:xfrm>
              <a:off x="3580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4" name="Rectangle 162"/>
            <p:cNvSpPr>
              <a:spLocks noChangeArrowheads="1"/>
            </p:cNvSpPr>
            <p:nvPr/>
          </p:nvSpPr>
          <p:spPr bwMode="auto">
            <a:xfrm>
              <a:off x="280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5" name="Rectangle 163"/>
            <p:cNvSpPr>
              <a:spLocks noChangeArrowheads="1"/>
            </p:cNvSpPr>
            <p:nvPr/>
          </p:nvSpPr>
          <p:spPr bwMode="auto">
            <a:xfrm>
              <a:off x="2557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6" name="Rectangle 164"/>
            <p:cNvSpPr>
              <a:spLocks noChangeArrowheads="1"/>
            </p:cNvSpPr>
            <p:nvPr/>
          </p:nvSpPr>
          <p:spPr bwMode="auto">
            <a:xfrm>
              <a:off x="209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7" name="Rectangle 165"/>
            <p:cNvSpPr>
              <a:spLocks noChangeArrowheads="1"/>
            </p:cNvSpPr>
            <p:nvPr/>
          </p:nvSpPr>
          <p:spPr bwMode="auto">
            <a:xfrm>
              <a:off x="1295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8" name="Rectangle 166"/>
            <p:cNvSpPr>
              <a:spLocks noChangeArrowheads="1"/>
            </p:cNvSpPr>
            <p:nvPr/>
          </p:nvSpPr>
          <p:spPr bwMode="auto">
            <a:xfrm>
              <a:off x="1795" y="341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9" name="Rectangle 167"/>
            <p:cNvSpPr>
              <a:spLocks noChangeArrowheads="1"/>
            </p:cNvSpPr>
            <p:nvPr/>
          </p:nvSpPr>
          <p:spPr bwMode="auto">
            <a:xfrm>
              <a:off x="1146" y="341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0" name="Rectangle 168"/>
            <p:cNvSpPr>
              <a:spLocks noChangeArrowheads="1"/>
            </p:cNvSpPr>
            <p:nvPr/>
          </p:nvSpPr>
          <p:spPr bwMode="auto">
            <a:xfrm>
              <a:off x="5081" y="298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1" name="Rectangle 169"/>
            <p:cNvSpPr>
              <a:spLocks noChangeArrowheads="1"/>
            </p:cNvSpPr>
            <p:nvPr/>
          </p:nvSpPr>
          <p:spPr bwMode="auto">
            <a:xfrm>
              <a:off x="3766" y="296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2" name="Rectangle 170"/>
            <p:cNvSpPr>
              <a:spLocks noChangeArrowheads="1"/>
            </p:cNvSpPr>
            <p:nvPr/>
          </p:nvSpPr>
          <p:spPr bwMode="auto">
            <a:xfrm>
              <a:off x="2997" y="298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3" name="Rectangle 171"/>
            <p:cNvSpPr>
              <a:spLocks noChangeArrowheads="1"/>
            </p:cNvSpPr>
            <p:nvPr/>
          </p:nvSpPr>
          <p:spPr bwMode="auto">
            <a:xfrm>
              <a:off x="4515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4" name="Rectangle 172"/>
            <p:cNvSpPr>
              <a:spLocks noChangeArrowheads="1"/>
            </p:cNvSpPr>
            <p:nvPr/>
          </p:nvSpPr>
          <p:spPr bwMode="auto">
            <a:xfrm>
              <a:off x="3313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5" name="Rectangle 173"/>
            <p:cNvSpPr>
              <a:spLocks noChangeArrowheads="1"/>
            </p:cNvSpPr>
            <p:nvPr/>
          </p:nvSpPr>
          <p:spPr bwMode="auto">
            <a:xfrm>
              <a:off x="1965" y="32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6" name="Rectangle 174"/>
            <p:cNvSpPr>
              <a:spLocks noChangeArrowheads="1"/>
            </p:cNvSpPr>
            <p:nvPr/>
          </p:nvSpPr>
          <p:spPr bwMode="auto">
            <a:xfrm>
              <a:off x="1673" y="3276"/>
              <a:ext cx="1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R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7" name="Rectangle 175"/>
            <p:cNvSpPr>
              <a:spLocks noChangeArrowheads="1"/>
            </p:cNvSpPr>
            <p:nvPr/>
          </p:nvSpPr>
          <p:spPr bwMode="auto">
            <a:xfrm>
              <a:off x="1315" y="32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8" name="Rectangle 176"/>
            <p:cNvSpPr>
              <a:spLocks noChangeArrowheads="1"/>
            </p:cNvSpPr>
            <p:nvPr/>
          </p:nvSpPr>
          <p:spPr bwMode="auto">
            <a:xfrm>
              <a:off x="995" y="3276"/>
              <a:ext cx="1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9" name="Rectangle 177"/>
            <p:cNvSpPr>
              <a:spLocks noChangeArrowheads="1"/>
            </p:cNvSpPr>
            <p:nvPr/>
          </p:nvSpPr>
          <p:spPr bwMode="auto">
            <a:xfrm>
              <a:off x="498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0" name="Rectangle 178"/>
            <p:cNvSpPr>
              <a:spLocks noChangeArrowheads="1"/>
            </p:cNvSpPr>
            <p:nvPr/>
          </p:nvSpPr>
          <p:spPr bwMode="auto">
            <a:xfrm>
              <a:off x="4628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1" name="Rectangle 179"/>
            <p:cNvSpPr>
              <a:spLocks noChangeArrowheads="1"/>
            </p:cNvSpPr>
            <p:nvPr/>
          </p:nvSpPr>
          <p:spPr bwMode="auto">
            <a:xfrm>
              <a:off x="437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2" name="Rectangle 180"/>
            <p:cNvSpPr>
              <a:spLocks noChangeArrowheads="1"/>
            </p:cNvSpPr>
            <p:nvPr/>
          </p:nvSpPr>
          <p:spPr bwMode="auto">
            <a:xfrm>
              <a:off x="419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3" name="Rectangle 181"/>
            <p:cNvSpPr>
              <a:spLocks noChangeArrowheads="1"/>
            </p:cNvSpPr>
            <p:nvPr/>
          </p:nvSpPr>
          <p:spPr bwMode="auto">
            <a:xfrm>
              <a:off x="4012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4" name="Rectangle 182"/>
            <p:cNvSpPr>
              <a:spLocks noChangeArrowheads="1"/>
            </p:cNvSpPr>
            <p:nvPr/>
          </p:nvSpPr>
          <p:spPr bwMode="auto">
            <a:xfrm>
              <a:off x="363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5" name="Rectangle 183"/>
            <p:cNvSpPr>
              <a:spLocks noChangeArrowheads="1"/>
            </p:cNvSpPr>
            <p:nvPr/>
          </p:nvSpPr>
          <p:spPr bwMode="auto">
            <a:xfrm>
              <a:off x="335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6" name="Rectangle 184"/>
            <p:cNvSpPr>
              <a:spLocks noChangeArrowheads="1"/>
            </p:cNvSpPr>
            <p:nvPr/>
          </p:nvSpPr>
          <p:spPr bwMode="auto">
            <a:xfrm>
              <a:off x="290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7" name="Rectangle 185"/>
            <p:cNvSpPr>
              <a:spLocks noChangeArrowheads="1"/>
            </p:cNvSpPr>
            <p:nvPr/>
          </p:nvSpPr>
          <p:spPr bwMode="auto">
            <a:xfrm>
              <a:off x="261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8" name="Rectangle 186"/>
            <p:cNvSpPr>
              <a:spLocks noChangeArrowheads="1"/>
            </p:cNvSpPr>
            <p:nvPr/>
          </p:nvSpPr>
          <p:spPr bwMode="auto">
            <a:xfrm>
              <a:off x="215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9" name="Rectangle 187"/>
            <p:cNvSpPr>
              <a:spLocks noChangeArrowheads="1"/>
            </p:cNvSpPr>
            <p:nvPr/>
          </p:nvSpPr>
          <p:spPr bwMode="auto">
            <a:xfrm>
              <a:off x="1871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0" name="Rectangle 188"/>
            <p:cNvSpPr>
              <a:spLocks noChangeArrowheads="1"/>
            </p:cNvSpPr>
            <p:nvPr/>
          </p:nvSpPr>
          <p:spPr bwMode="auto">
            <a:xfrm>
              <a:off x="154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1" name="Rectangle 189"/>
            <p:cNvSpPr>
              <a:spLocks noChangeArrowheads="1"/>
            </p:cNvSpPr>
            <p:nvPr/>
          </p:nvSpPr>
          <p:spPr bwMode="auto">
            <a:xfrm>
              <a:off x="1259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2" name="Rectangle 190"/>
            <p:cNvSpPr>
              <a:spLocks noChangeArrowheads="1"/>
            </p:cNvSpPr>
            <p:nvPr/>
          </p:nvSpPr>
          <p:spPr bwMode="auto">
            <a:xfrm>
              <a:off x="442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3" name="Rectangle 191"/>
            <p:cNvSpPr>
              <a:spLocks noChangeArrowheads="1"/>
            </p:cNvSpPr>
            <p:nvPr/>
          </p:nvSpPr>
          <p:spPr bwMode="auto">
            <a:xfrm>
              <a:off x="406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4" name="Rectangle 192"/>
            <p:cNvSpPr>
              <a:spLocks noChangeArrowheads="1"/>
            </p:cNvSpPr>
            <p:nvPr/>
          </p:nvSpPr>
          <p:spPr bwMode="auto">
            <a:xfrm>
              <a:off x="3805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5" name="Rectangle 193"/>
            <p:cNvSpPr>
              <a:spLocks noChangeArrowheads="1"/>
            </p:cNvSpPr>
            <p:nvPr/>
          </p:nvSpPr>
          <p:spPr bwMode="auto">
            <a:xfrm>
              <a:off x="3628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6" name="Rectangle 194"/>
            <p:cNvSpPr>
              <a:spLocks noChangeArrowheads="1"/>
            </p:cNvSpPr>
            <p:nvPr/>
          </p:nvSpPr>
          <p:spPr bwMode="auto">
            <a:xfrm>
              <a:off x="3220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7" name="Rectangle 195"/>
            <p:cNvSpPr>
              <a:spLocks noChangeArrowheads="1"/>
            </p:cNvSpPr>
            <p:nvPr/>
          </p:nvSpPr>
          <p:spPr bwMode="auto">
            <a:xfrm>
              <a:off x="293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8" name="Rectangle 196"/>
            <p:cNvSpPr>
              <a:spLocks noChangeArrowheads="1"/>
            </p:cNvSpPr>
            <p:nvPr/>
          </p:nvSpPr>
          <p:spPr bwMode="auto">
            <a:xfrm>
              <a:off x="24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9" name="Rectangle 197"/>
            <p:cNvSpPr>
              <a:spLocks noChangeArrowheads="1"/>
            </p:cNvSpPr>
            <p:nvPr/>
          </p:nvSpPr>
          <p:spPr bwMode="auto">
            <a:xfrm>
              <a:off x="2187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0" name="Rectangle 198"/>
            <p:cNvSpPr>
              <a:spLocks noChangeArrowheads="1"/>
            </p:cNvSpPr>
            <p:nvPr/>
          </p:nvSpPr>
          <p:spPr bwMode="auto">
            <a:xfrm>
              <a:off x="1862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1" name="Rectangle 199"/>
            <p:cNvSpPr>
              <a:spLocks noChangeArrowheads="1"/>
            </p:cNvSpPr>
            <p:nvPr/>
          </p:nvSpPr>
          <p:spPr bwMode="auto">
            <a:xfrm>
              <a:off x="15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2" name="Rectangle 200"/>
            <p:cNvSpPr>
              <a:spLocks noChangeArrowheads="1"/>
            </p:cNvSpPr>
            <p:nvPr/>
          </p:nvSpPr>
          <p:spPr bwMode="auto">
            <a:xfrm>
              <a:off x="504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3" name="Rectangle 201"/>
            <p:cNvSpPr>
              <a:spLocks noChangeArrowheads="1"/>
            </p:cNvSpPr>
            <p:nvPr/>
          </p:nvSpPr>
          <p:spPr bwMode="auto">
            <a:xfrm>
              <a:off x="480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4" name="Rectangle 202"/>
            <p:cNvSpPr>
              <a:spLocks noChangeArrowheads="1"/>
            </p:cNvSpPr>
            <p:nvPr/>
          </p:nvSpPr>
          <p:spPr bwMode="auto">
            <a:xfrm>
              <a:off x="454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5" name="Rectangle 203"/>
            <p:cNvSpPr>
              <a:spLocks noChangeArrowheads="1"/>
            </p:cNvSpPr>
            <p:nvPr/>
          </p:nvSpPr>
          <p:spPr bwMode="auto">
            <a:xfrm>
              <a:off x="436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6" name="Rectangle 204"/>
            <p:cNvSpPr>
              <a:spLocks noChangeArrowheads="1"/>
            </p:cNvSpPr>
            <p:nvPr/>
          </p:nvSpPr>
          <p:spPr bwMode="auto">
            <a:xfrm>
              <a:off x="41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7" name="Rectangle 205"/>
            <p:cNvSpPr>
              <a:spLocks noChangeArrowheads="1"/>
            </p:cNvSpPr>
            <p:nvPr/>
          </p:nvSpPr>
          <p:spPr bwMode="auto">
            <a:xfrm>
              <a:off x="381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8" name="Rectangle 206"/>
            <p:cNvSpPr>
              <a:spLocks noChangeArrowheads="1"/>
            </p:cNvSpPr>
            <p:nvPr/>
          </p:nvSpPr>
          <p:spPr bwMode="auto">
            <a:xfrm>
              <a:off x="3489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9" name="Rectangle 207"/>
            <p:cNvSpPr>
              <a:spLocks noChangeArrowheads="1"/>
            </p:cNvSpPr>
            <p:nvPr/>
          </p:nvSpPr>
          <p:spPr bwMode="auto">
            <a:xfrm>
              <a:off x="3203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0" name="Rectangle 208"/>
            <p:cNvSpPr>
              <a:spLocks noChangeArrowheads="1"/>
            </p:cNvSpPr>
            <p:nvPr/>
          </p:nvSpPr>
          <p:spPr bwMode="auto">
            <a:xfrm>
              <a:off x="272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1" name="Rectangle 209"/>
            <p:cNvSpPr>
              <a:spLocks noChangeArrowheads="1"/>
            </p:cNvSpPr>
            <p:nvPr/>
          </p:nvSpPr>
          <p:spPr bwMode="auto">
            <a:xfrm>
              <a:off x="246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2" name="Rectangle 210"/>
            <p:cNvSpPr>
              <a:spLocks noChangeArrowheads="1"/>
            </p:cNvSpPr>
            <p:nvPr/>
          </p:nvSpPr>
          <p:spPr bwMode="auto">
            <a:xfrm>
              <a:off x="228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3" name="Rectangle 211"/>
            <p:cNvSpPr>
              <a:spLocks noChangeArrowheads="1"/>
            </p:cNvSpPr>
            <p:nvPr/>
          </p:nvSpPr>
          <p:spPr bwMode="auto">
            <a:xfrm>
              <a:off x="200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4" name="Rectangle 212"/>
            <p:cNvSpPr>
              <a:spLocks noChangeArrowheads="1"/>
            </p:cNvSpPr>
            <p:nvPr/>
          </p:nvSpPr>
          <p:spPr bwMode="auto">
            <a:xfrm>
              <a:off x="171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5" name="Rectangle 213"/>
            <p:cNvSpPr>
              <a:spLocks noChangeArrowheads="1"/>
            </p:cNvSpPr>
            <p:nvPr/>
          </p:nvSpPr>
          <p:spPr bwMode="auto">
            <a:xfrm>
              <a:off x="120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6" name="Rectangle 214"/>
            <p:cNvSpPr>
              <a:spLocks noChangeArrowheads="1"/>
            </p:cNvSpPr>
            <p:nvPr/>
          </p:nvSpPr>
          <p:spPr bwMode="auto">
            <a:xfrm>
              <a:off x="101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7" name="Rectangle 215"/>
            <p:cNvSpPr>
              <a:spLocks noChangeArrowheads="1"/>
            </p:cNvSpPr>
            <p:nvPr/>
          </p:nvSpPr>
          <p:spPr bwMode="auto">
            <a:xfrm>
              <a:off x="6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8" name="Rectangle 216"/>
            <p:cNvSpPr>
              <a:spLocks noChangeArrowheads="1"/>
            </p:cNvSpPr>
            <p:nvPr/>
          </p:nvSpPr>
          <p:spPr bwMode="auto">
            <a:xfrm>
              <a:off x="41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9" name="Rectangle 217"/>
            <p:cNvSpPr>
              <a:spLocks noChangeArrowheads="1"/>
            </p:cNvSpPr>
            <p:nvPr/>
          </p:nvSpPr>
          <p:spPr bwMode="auto">
            <a:xfrm>
              <a:off x="1516" y="3249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0" name="Rectangle 218"/>
            <p:cNvSpPr>
              <a:spLocks noChangeArrowheads="1"/>
            </p:cNvSpPr>
            <p:nvPr/>
          </p:nvSpPr>
          <p:spPr bwMode="auto">
            <a:xfrm>
              <a:off x="824" y="3249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1" name="Rectangle 219"/>
            <p:cNvSpPr>
              <a:spLocks noChangeArrowheads="1"/>
            </p:cNvSpPr>
            <p:nvPr/>
          </p:nvSpPr>
          <p:spPr bwMode="auto">
            <a:xfrm>
              <a:off x="3479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2" name="Rectangle 220"/>
            <p:cNvSpPr>
              <a:spLocks noChangeArrowheads="1"/>
            </p:cNvSpPr>
            <p:nvPr/>
          </p:nvSpPr>
          <p:spPr bwMode="auto">
            <a:xfrm>
              <a:off x="274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3" name="Rectangle 221"/>
            <p:cNvSpPr>
              <a:spLocks noChangeArrowheads="1"/>
            </p:cNvSpPr>
            <p:nvPr/>
          </p:nvSpPr>
          <p:spPr bwMode="auto">
            <a:xfrm>
              <a:off x="2000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4" name="Rectangle 222"/>
            <p:cNvSpPr>
              <a:spLocks noChangeArrowheads="1"/>
            </p:cNvSpPr>
            <p:nvPr/>
          </p:nvSpPr>
          <p:spPr bwMode="auto">
            <a:xfrm>
              <a:off x="1388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5" name="Rectangle 223"/>
            <p:cNvSpPr>
              <a:spLocks noChangeArrowheads="1"/>
            </p:cNvSpPr>
            <p:nvPr/>
          </p:nvSpPr>
          <p:spPr bwMode="auto">
            <a:xfrm>
              <a:off x="102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6" name="Rectangle 224"/>
            <p:cNvSpPr>
              <a:spLocks noChangeArrowheads="1"/>
            </p:cNvSpPr>
            <p:nvPr/>
          </p:nvSpPr>
          <p:spPr bwMode="auto">
            <a:xfrm>
              <a:off x="3062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7" name="Rectangle 225"/>
            <p:cNvSpPr>
              <a:spLocks noChangeArrowheads="1"/>
            </p:cNvSpPr>
            <p:nvPr/>
          </p:nvSpPr>
          <p:spPr bwMode="auto">
            <a:xfrm>
              <a:off x="2315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8" name="Rectangle 226"/>
            <p:cNvSpPr>
              <a:spLocks noChangeArrowheads="1"/>
            </p:cNvSpPr>
            <p:nvPr/>
          </p:nvSpPr>
          <p:spPr bwMode="auto">
            <a:xfrm>
              <a:off x="1703" y="228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9" name="Rectangle 227"/>
            <p:cNvSpPr>
              <a:spLocks noChangeArrowheads="1"/>
            </p:cNvSpPr>
            <p:nvPr/>
          </p:nvSpPr>
          <p:spPr bwMode="auto">
            <a:xfrm>
              <a:off x="1343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" name="Rectangle 228"/>
            <p:cNvSpPr>
              <a:spLocks noChangeArrowheads="1"/>
            </p:cNvSpPr>
            <p:nvPr/>
          </p:nvSpPr>
          <p:spPr bwMode="auto">
            <a:xfrm>
              <a:off x="1026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" name="Rectangle 229"/>
            <p:cNvSpPr>
              <a:spLocks noChangeArrowheads="1"/>
            </p:cNvSpPr>
            <p:nvPr/>
          </p:nvSpPr>
          <p:spPr bwMode="auto">
            <a:xfrm>
              <a:off x="3944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2" name="Rectangle 230"/>
            <p:cNvSpPr>
              <a:spLocks noChangeArrowheads="1"/>
            </p:cNvSpPr>
            <p:nvPr/>
          </p:nvSpPr>
          <p:spPr bwMode="auto">
            <a:xfrm>
              <a:off x="3332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" name="Rectangle 231"/>
            <p:cNvSpPr>
              <a:spLocks noChangeArrowheads="1"/>
            </p:cNvSpPr>
            <p:nvPr/>
          </p:nvSpPr>
          <p:spPr bwMode="auto">
            <a:xfrm>
              <a:off x="2970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4" name="Rectangle 232"/>
            <p:cNvSpPr>
              <a:spLocks noChangeArrowheads="1"/>
            </p:cNvSpPr>
            <p:nvPr/>
          </p:nvSpPr>
          <p:spPr bwMode="auto">
            <a:xfrm>
              <a:off x="184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5" name="Rectangle 233"/>
            <p:cNvSpPr>
              <a:spLocks noChangeArrowheads="1"/>
            </p:cNvSpPr>
            <p:nvPr/>
          </p:nvSpPr>
          <p:spPr bwMode="auto">
            <a:xfrm>
              <a:off x="148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6" name="Rectangle 234"/>
            <p:cNvSpPr>
              <a:spLocks noChangeArrowheads="1"/>
            </p:cNvSpPr>
            <p:nvPr/>
          </p:nvSpPr>
          <p:spPr bwMode="auto">
            <a:xfrm>
              <a:off x="815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7" name="Rectangle 235"/>
            <p:cNvSpPr>
              <a:spLocks noChangeArrowheads="1"/>
            </p:cNvSpPr>
            <p:nvPr/>
          </p:nvSpPr>
          <p:spPr bwMode="auto">
            <a:xfrm>
              <a:off x="3065" y="2967"/>
              <a:ext cx="6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8" name="Rectangle 236"/>
            <p:cNvSpPr>
              <a:spLocks noChangeArrowheads="1"/>
            </p:cNvSpPr>
            <p:nvPr/>
          </p:nvSpPr>
          <p:spPr bwMode="auto">
            <a:xfrm>
              <a:off x="4583" y="243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9" name="Rectangle 237"/>
            <p:cNvSpPr>
              <a:spLocks noChangeArrowheads="1"/>
            </p:cNvSpPr>
            <p:nvPr/>
          </p:nvSpPr>
          <p:spPr bwMode="auto">
            <a:xfrm>
              <a:off x="3381" y="2436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4AD8D7-B3AD-4225-BD6A-648267DF2036}" type="slidenum">
              <a:rPr lang="zh-CN" altLang="en-US"/>
              <a:pPr>
                <a:defRPr/>
              </a:pPr>
              <a:t>27</a:t>
            </a:fld>
            <a:endParaRPr lang="en-US" altLang="zh-CN"/>
          </a:p>
        </p:txBody>
      </p:sp>
      <p:graphicFrame>
        <p:nvGraphicFramePr>
          <p:cNvPr id="459824" name="Group 48"/>
          <p:cNvGraphicFramePr>
            <a:graphicFrameLocks noGrp="1"/>
          </p:cNvGraphicFramePr>
          <p:nvPr/>
        </p:nvGraphicFramePr>
        <p:xfrm>
          <a:off x="71438" y="188913"/>
          <a:ext cx="8893175" cy="4679950"/>
        </p:xfrm>
        <a:graphic>
          <a:graphicData uri="http://schemas.openxmlformats.org/drawingml/2006/table">
            <a:tbl>
              <a:tblPr/>
              <a:tblGrid>
                <a:gridCol w="1497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83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9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一阶差商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二阶差商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三阶差商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9808" name="Rectangle 32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344" name="Object 31"/>
          <p:cNvGraphicFramePr>
            <a:graphicFrameLocks noChangeAspect="1"/>
          </p:cNvGraphicFramePr>
          <p:nvPr/>
        </p:nvGraphicFramePr>
        <p:xfrm>
          <a:off x="468313" y="1052513"/>
          <a:ext cx="793750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08" name="公式" r:id="rId3" imgW="190500" imgH="914400" progId="Equation.3">
                  <p:embed/>
                </p:oleObj>
              </mc:Choice>
              <mc:Fallback>
                <p:oleObj name="公式" r:id="rId3" imgW="190500" imgH="9144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052513"/>
                        <a:ext cx="793750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10" name="Rectangle 34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346" name="Object 33"/>
          <p:cNvGraphicFramePr>
            <a:graphicFrameLocks noChangeAspect="1"/>
          </p:cNvGraphicFramePr>
          <p:nvPr/>
        </p:nvGraphicFramePr>
        <p:xfrm>
          <a:off x="1547813" y="1100138"/>
          <a:ext cx="1741487" cy="388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09" name="公式" r:id="rId5" imgW="406224" imgH="914003" progId="Equation.3">
                  <p:embed/>
                </p:oleObj>
              </mc:Choice>
              <mc:Fallback>
                <p:oleObj name="公式" r:id="rId5" imgW="406224" imgH="914003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100138"/>
                        <a:ext cx="1741487" cy="388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12" name="Rectangle 36"/>
          <p:cNvSpPr>
            <a:spLocks noChangeArrowheads="1"/>
          </p:cNvSpPr>
          <p:nvPr/>
        </p:nvSpPr>
        <p:spPr bwMode="auto">
          <a:xfrm>
            <a:off x="0" y="3100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9816" name="Rectangle 40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9820" name="Rectangle 44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6350" name="Object 459"/>
          <p:cNvGraphicFramePr>
            <a:graphicFrameLocks noChangeAspect="1"/>
          </p:cNvGraphicFramePr>
          <p:nvPr/>
        </p:nvGraphicFramePr>
        <p:xfrm>
          <a:off x="3348038" y="1700213"/>
          <a:ext cx="15748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10" name="公式" r:id="rId7" imgW="558800" imgH="228600" progId="Equation.3">
                  <p:embed/>
                </p:oleObj>
              </mc:Choice>
              <mc:Fallback>
                <p:oleObj name="公式" r:id="rId7" imgW="558800" imgH="228600" progId="Equation.3">
                  <p:embed/>
                  <p:pic>
                    <p:nvPicPr>
                      <p:cNvPr id="0" name="Object 4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700213"/>
                        <a:ext cx="15748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1" name="Object 460"/>
          <p:cNvGraphicFramePr>
            <a:graphicFrameLocks noChangeAspect="1"/>
          </p:cNvGraphicFramePr>
          <p:nvPr/>
        </p:nvGraphicFramePr>
        <p:xfrm>
          <a:off x="3357563" y="2708275"/>
          <a:ext cx="1574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11" name="公式" r:id="rId9" imgW="558558" imgH="215806" progId="Equation.3">
                  <p:embed/>
                </p:oleObj>
              </mc:Choice>
              <mc:Fallback>
                <p:oleObj name="公式" r:id="rId9" imgW="558558" imgH="215806" progId="Equation.3">
                  <p:embed/>
                  <p:pic>
                    <p:nvPicPr>
                      <p:cNvPr id="0" name="Object 4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2708275"/>
                        <a:ext cx="1574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2" name="Object 461"/>
          <p:cNvGraphicFramePr>
            <a:graphicFrameLocks noChangeAspect="1"/>
          </p:cNvGraphicFramePr>
          <p:nvPr/>
        </p:nvGraphicFramePr>
        <p:xfrm>
          <a:off x="3348038" y="3860800"/>
          <a:ext cx="16097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12" name="公式" r:id="rId11" imgW="571252" imgH="228501" progId="Equation.3">
                  <p:embed/>
                </p:oleObj>
              </mc:Choice>
              <mc:Fallback>
                <p:oleObj name="公式" r:id="rId11" imgW="571252" imgH="228501" progId="Equation.3">
                  <p:embed/>
                  <p:pic>
                    <p:nvPicPr>
                      <p:cNvPr id="0" name="Object 4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860800"/>
                        <a:ext cx="160972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3" name="Object 462"/>
          <p:cNvGraphicFramePr>
            <a:graphicFrameLocks noChangeAspect="1"/>
          </p:cNvGraphicFramePr>
          <p:nvPr/>
        </p:nvGraphicFramePr>
        <p:xfrm>
          <a:off x="5049838" y="2216150"/>
          <a:ext cx="18526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13" name="公式" r:id="rId13" imgW="749300" imgH="228600" progId="Equation.3">
                  <p:embed/>
                </p:oleObj>
              </mc:Choice>
              <mc:Fallback>
                <p:oleObj name="公式" r:id="rId13" imgW="749300" imgH="228600" progId="Equation.3">
                  <p:embed/>
                  <p:pic>
                    <p:nvPicPr>
                      <p:cNvPr id="0" name="Object 4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9838" y="2216150"/>
                        <a:ext cx="18526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4" name="Object 464"/>
          <p:cNvGraphicFramePr>
            <a:graphicFrameLocks noChangeAspect="1"/>
          </p:cNvGraphicFramePr>
          <p:nvPr/>
        </p:nvGraphicFramePr>
        <p:xfrm>
          <a:off x="5003800" y="3482975"/>
          <a:ext cx="19240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14" name="公式" r:id="rId15" imgW="749300" imgH="228600" progId="Equation.3">
                  <p:embed/>
                </p:oleObj>
              </mc:Choice>
              <mc:Fallback>
                <p:oleObj name="公式" r:id="rId15" imgW="749300" imgH="228600" progId="Equation.3">
                  <p:embed/>
                  <p:pic>
                    <p:nvPicPr>
                      <p:cNvPr id="0" name="Object 4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3482975"/>
                        <a:ext cx="19240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55" name="Object 465"/>
          <p:cNvGraphicFramePr>
            <a:graphicFrameLocks noChangeAspect="1"/>
          </p:cNvGraphicFramePr>
          <p:nvPr/>
        </p:nvGraphicFramePr>
        <p:xfrm>
          <a:off x="6875463" y="2924175"/>
          <a:ext cx="21082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15" name="公式" r:id="rId17" imgW="939800" imgH="228600" progId="Equation.3">
                  <p:embed/>
                </p:oleObj>
              </mc:Choice>
              <mc:Fallback>
                <p:oleObj name="公式" r:id="rId17" imgW="939800" imgH="228600" progId="Equation.3">
                  <p:embed/>
                  <p:pic>
                    <p:nvPicPr>
                      <p:cNvPr id="0" name="Object 4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2924175"/>
                        <a:ext cx="21082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56" name="Group 592"/>
          <p:cNvGrpSpPr>
            <a:grpSpLocks/>
          </p:cNvGrpSpPr>
          <p:nvPr/>
        </p:nvGrpSpPr>
        <p:grpSpPr bwMode="auto">
          <a:xfrm>
            <a:off x="468313" y="5241925"/>
            <a:ext cx="8237537" cy="1139825"/>
            <a:chOff x="295" y="3128"/>
            <a:chExt cx="5189" cy="718"/>
          </a:xfrm>
        </p:grpSpPr>
        <p:sp>
          <p:nvSpPr>
            <p:cNvPr id="460253" name="Rectangle 477"/>
            <p:cNvSpPr>
              <a:spLocks noChangeArrowheads="1"/>
            </p:cNvSpPr>
            <p:nvPr/>
          </p:nvSpPr>
          <p:spPr bwMode="auto">
            <a:xfrm>
              <a:off x="4332" y="3520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54" name="Rectangle 478"/>
            <p:cNvSpPr>
              <a:spLocks noChangeArrowheads="1"/>
            </p:cNvSpPr>
            <p:nvPr/>
          </p:nvSpPr>
          <p:spPr bwMode="auto">
            <a:xfrm>
              <a:off x="3715" y="3520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55" name="Rectangle 479"/>
            <p:cNvSpPr>
              <a:spLocks noChangeArrowheads="1"/>
            </p:cNvSpPr>
            <p:nvPr/>
          </p:nvSpPr>
          <p:spPr bwMode="auto">
            <a:xfrm>
              <a:off x="3462" y="3520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56" name="Rectangle 480"/>
            <p:cNvSpPr>
              <a:spLocks noChangeArrowheads="1"/>
            </p:cNvSpPr>
            <p:nvPr/>
          </p:nvSpPr>
          <p:spPr bwMode="auto">
            <a:xfrm>
              <a:off x="3190" y="3520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57" name="Rectangle 481"/>
            <p:cNvSpPr>
              <a:spLocks noChangeArrowheads="1"/>
            </p:cNvSpPr>
            <p:nvPr/>
          </p:nvSpPr>
          <p:spPr bwMode="auto">
            <a:xfrm>
              <a:off x="2971" y="3520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58" name="Rectangle 482"/>
            <p:cNvSpPr>
              <a:spLocks noChangeArrowheads="1"/>
            </p:cNvSpPr>
            <p:nvPr/>
          </p:nvSpPr>
          <p:spPr bwMode="auto">
            <a:xfrm>
              <a:off x="2323" y="3520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59" name="Rectangle 483"/>
            <p:cNvSpPr>
              <a:spLocks noChangeArrowheads="1"/>
            </p:cNvSpPr>
            <p:nvPr/>
          </p:nvSpPr>
          <p:spPr bwMode="auto">
            <a:xfrm>
              <a:off x="1693" y="3520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0" name="Rectangle 484"/>
            <p:cNvSpPr>
              <a:spLocks noChangeArrowheads="1"/>
            </p:cNvSpPr>
            <p:nvPr/>
          </p:nvSpPr>
          <p:spPr bwMode="auto">
            <a:xfrm>
              <a:off x="1111" y="3520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2" name="Rectangle 486"/>
            <p:cNvSpPr>
              <a:spLocks noChangeArrowheads="1"/>
            </p:cNvSpPr>
            <p:nvPr/>
          </p:nvSpPr>
          <p:spPr bwMode="auto">
            <a:xfrm>
              <a:off x="5417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3" name="Rectangle 487"/>
            <p:cNvSpPr>
              <a:spLocks noChangeArrowheads="1"/>
            </p:cNvSpPr>
            <p:nvPr/>
          </p:nvSpPr>
          <p:spPr bwMode="auto">
            <a:xfrm>
              <a:off x="5137" y="3163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4" name="Rectangle 488"/>
            <p:cNvSpPr>
              <a:spLocks noChangeArrowheads="1"/>
            </p:cNvSpPr>
            <p:nvPr/>
          </p:nvSpPr>
          <p:spPr bwMode="auto">
            <a:xfrm>
              <a:off x="4883" y="3163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5" name="Rectangle 489"/>
            <p:cNvSpPr>
              <a:spLocks noChangeArrowheads="1"/>
            </p:cNvSpPr>
            <p:nvPr/>
          </p:nvSpPr>
          <p:spPr bwMode="auto">
            <a:xfrm>
              <a:off x="4612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6" name="Rectangle 490"/>
            <p:cNvSpPr>
              <a:spLocks noChangeArrowheads="1"/>
            </p:cNvSpPr>
            <p:nvPr/>
          </p:nvSpPr>
          <p:spPr bwMode="auto">
            <a:xfrm>
              <a:off x="4392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7" name="Rectangle 491"/>
            <p:cNvSpPr>
              <a:spLocks noChangeArrowheads="1"/>
            </p:cNvSpPr>
            <p:nvPr/>
          </p:nvSpPr>
          <p:spPr bwMode="auto">
            <a:xfrm>
              <a:off x="3761" y="3163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8" name="Rectangle 492"/>
            <p:cNvSpPr>
              <a:spLocks noChangeArrowheads="1"/>
            </p:cNvSpPr>
            <p:nvPr/>
          </p:nvSpPr>
          <p:spPr bwMode="auto">
            <a:xfrm>
              <a:off x="3181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69" name="Rectangle 493"/>
            <p:cNvSpPr>
              <a:spLocks noChangeArrowheads="1"/>
            </p:cNvSpPr>
            <p:nvPr/>
          </p:nvSpPr>
          <p:spPr bwMode="auto">
            <a:xfrm>
              <a:off x="2922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0" name="Rectangle 494"/>
            <p:cNvSpPr>
              <a:spLocks noChangeArrowheads="1"/>
            </p:cNvSpPr>
            <p:nvPr/>
          </p:nvSpPr>
          <p:spPr bwMode="auto">
            <a:xfrm>
              <a:off x="2667" y="3163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1" name="Rectangle 495"/>
            <p:cNvSpPr>
              <a:spLocks noChangeArrowheads="1"/>
            </p:cNvSpPr>
            <p:nvPr/>
          </p:nvSpPr>
          <p:spPr bwMode="auto">
            <a:xfrm>
              <a:off x="2395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2" name="Rectangle 496"/>
            <p:cNvSpPr>
              <a:spLocks noChangeArrowheads="1"/>
            </p:cNvSpPr>
            <p:nvPr/>
          </p:nvSpPr>
          <p:spPr bwMode="auto">
            <a:xfrm>
              <a:off x="2174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3" name="Rectangle 497"/>
            <p:cNvSpPr>
              <a:spLocks noChangeArrowheads="1"/>
            </p:cNvSpPr>
            <p:nvPr/>
          </p:nvSpPr>
          <p:spPr bwMode="auto">
            <a:xfrm>
              <a:off x="1594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4" name="Rectangle 498"/>
            <p:cNvSpPr>
              <a:spLocks noChangeArrowheads="1"/>
            </p:cNvSpPr>
            <p:nvPr/>
          </p:nvSpPr>
          <p:spPr bwMode="auto">
            <a:xfrm>
              <a:off x="1326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5" name="Rectangle 499"/>
            <p:cNvSpPr>
              <a:spLocks noChangeArrowheads="1"/>
            </p:cNvSpPr>
            <p:nvPr/>
          </p:nvSpPr>
          <p:spPr bwMode="auto">
            <a:xfrm>
              <a:off x="1050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6" name="Rectangle 500"/>
            <p:cNvSpPr>
              <a:spLocks noChangeArrowheads="1"/>
            </p:cNvSpPr>
            <p:nvPr/>
          </p:nvSpPr>
          <p:spPr bwMode="auto">
            <a:xfrm>
              <a:off x="601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77" name="Rectangle 501"/>
            <p:cNvSpPr>
              <a:spLocks noChangeArrowheads="1"/>
            </p:cNvSpPr>
            <p:nvPr/>
          </p:nvSpPr>
          <p:spPr bwMode="auto">
            <a:xfrm>
              <a:off x="408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84" name="Rectangle 508"/>
            <p:cNvSpPr>
              <a:spLocks noChangeArrowheads="1"/>
            </p:cNvSpPr>
            <p:nvPr/>
          </p:nvSpPr>
          <p:spPr bwMode="auto">
            <a:xfrm>
              <a:off x="3640" y="369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85" name="Rectangle 509"/>
            <p:cNvSpPr>
              <a:spLocks noChangeArrowheads="1"/>
            </p:cNvSpPr>
            <p:nvPr/>
          </p:nvSpPr>
          <p:spPr bwMode="auto">
            <a:xfrm>
              <a:off x="3377" y="369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87" name="Rectangle 511"/>
            <p:cNvSpPr>
              <a:spLocks noChangeArrowheads="1"/>
            </p:cNvSpPr>
            <p:nvPr/>
          </p:nvSpPr>
          <p:spPr bwMode="auto">
            <a:xfrm>
              <a:off x="2244" y="369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88" name="Rectangle 512"/>
            <p:cNvSpPr>
              <a:spLocks noChangeArrowheads="1"/>
            </p:cNvSpPr>
            <p:nvPr/>
          </p:nvSpPr>
          <p:spPr bwMode="auto">
            <a:xfrm>
              <a:off x="1604" y="3695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89" name="Rectangle 513"/>
            <p:cNvSpPr>
              <a:spLocks noChangeArrowheads="1"/>
            </p:cNvSpPr>
            <p:nvPr/>
          </p:nvSpPr>
          <p:spPr bwMode="auto">
            <a:xfrm>
              <a:off x="5328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0" name="Rectangle 514"/>
            <p:cNvSpPr>
              <a:spLocks noChangeArrowheads="1"/>
            </p:cNvSpPr>
            <p:nvPr/>
          </p:nvSpPr>
          <p:spPr bwMode="auto">
            <a:xfrm>
              <a:off x="5061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1" name="Rectangle 515"/>
            <p:cNvSpPr>
              <a:spLocks noChangeArrowheads="1"/>
            </p:cNvSpPr>
            <p:nvPr/>
          </p:nvSpPr>
          <p:spPr bwMode="auto">
            <a:xfrm>
              <a:off x="4798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2" name="Rectangle 516"/>
            <p:cNvSpPr>
              <a:spLocks noChangeArrowheads="1"/>
            </p:cNvSpPr>
            <p:nvPr/>
          </p:nvSpPr>
          <p:spPr bwMode="auto">
            <a:xfrm>
              <a:off x="4312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3" name="Rectangle 517"/>
            <p:cNvSpPr>
              <a:spLocks noChangeArrowheads="1"/>
            </p:cNvSpPr>
            <p:nvPr/>
          </p:nvSpPr>
          <p:spPr bwMode="auto">
            <a:xfrm>
              <a:off x="3672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4" name="Rectangle 518"/>
            <p:cNvSpPr>
              <a:spLocks noChangeArrowheads="1"/>
            </p:cNvSpPr>
            <p:nvPr/>
          </p:nvSpPr>
          <p:spPr bwMode="auto">
            <a:xfrm>
              <a:off x="2843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5" name="Rectangle 519"/>
            <p:cNvSpPr>
              <a:spLocks noChangeArrowheads="1"/>
            </p:cNvSpPr>
            <p:nvPr/>
          </p:nvSpPr>
          <p:spPr bwMode="auto">
            <a:xfrm>
              <a:off x="2581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6" name="Rectangle 520"/>
            <p:cNvSpPr>
              <a:spLocks noChangeArrowheads="1"/>
            </p:cNvSpPr>
            <p:nvPr/>
          </p:nvSpPr>
          <p:spPr bwMode="auto">
            <a:xfrm>
              <a:off x="2085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297" name="Rectangle 521"/>
            <p:cNvSpPr>
              <a:spLocks noChangeArrowheads="1"/>
            </p:cNvSpPr>
            <p:nvPr/>
          </p:nvSpPr>
          <p:spPr bwMode="auto">
            <a:xfrm>
              <a:off x="1236" y="3336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16" name="Rectangle 540"/>
            <p:cNvSpPr>
              <a:spLocks noChangeArrowheads="1"/>
            </p:cNvSpPr>
            <p:nvPr/>
          </p:nvSpPr>
          <p:spPr bwMode="auto">
            <a:xfrm>
              <a:off x="4134" y="3520"/>
              <a:ext cx="9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17" name="Rectangle 541"/>
            <p:cNvSpPr>
              <a:spLocks noChangeArrowheads="1"/>
            </p:cNvSpPr>
            <p:nvPr/>
          </p:nvSpPr>
          <p:spPr bwMode="auto">
            <a:xfrm>
              <a:off x="3554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18" name="Rectangle 542"/>
            <p:cNvSpPr>
              <a:spLocks noChangeArrowheads="1"/>
            </p:cNvSpPr>
            <p:nvPr/>
          </p:nvSpPr>
          <p:spPr bwMode="auto">
            <a:xfrm>
              <a:off x="3279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19" name="Rectangle 543"/>
            <p:cNvSpPr>
              <a:spLocks noChangeArrowheads="1"/>
            </p:cNvSpPr>
            <p:nvPr/>
          </p:nvSpPr>
          <p:spPr bwMode="auto">
            <a:xfrm>
              <a:off x="3091" y="3520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0" name="Rectangle 544"/>
            <p:cNvSpPr>
              <a:spLocks noChangeArrowheads="1"/>
            </p:cNvSpPr>
            <p:nvPr/>
          </p:nvSpPr>
          <p:spPr bwMode="auto">
            <a:xfrm>
              <a:off x="2778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1" name="Rectangle 545"/>
            <p:cNvSpPr>
              <a:spLocks noChangeArrowheads="1"/>
            </p:cNvSpPr>
            <p:nvPr/>
          </p:nvSpPr>
          <p:spPr bwMode="auto">
            <a:xfrm>
              <a:off x="2472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2" name="Rectangle 546"/>
            <p:cNvSpPr>
              <a:spLocks noChangeArrowheads="1"/>
            </p:cNvSpPr>
            <p:nvPr/>
          </p:nvSpPr>
          <p:spPr bwMode="auto">
            <a:xfrm>
              <a:off x="2160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3" name="Rectangle 547"/>
            <p:cNvSpPr>
              <a:spLocks noChangeArrowheads="1"/>
            </p:cNvSpPr>
            <p:nvPr/>
          </p:nvSpPr>
          <p:spPr bwMode="auto">
            <a:xfrm>
              <a:off x="1854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4" name="Rectangle 548"/>
            <p:cNvSpPr>
              <a:spLocks noChangeArrowheads="1"/>
            </p:cNvSpPr>
            <p:nvPr/>
          </p:nvSpPr>
          <p:spPr bwMode="auto">
            <a:xfrm>
              <a:off x="1508" y="3520"/>
              <a:ext cx="9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5" name="Rectangle 549"/>
            <p:cNvSpPr>
              <a:spLocks noChangeArrowheads="1"/>
            </p:cNvSpPr>
            <p:nvPr/>
          </p:nvSpPr>
          <p:spPr bwMode="auto">
            <a:xfrm>
              <a:off x="1201" y="3520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6" name="Rectangle 550"/>
            <p:cNvSpPr>
              <a:spLocks noChangeArrowheads="1"/>
            </p:cNvSpPr>
            <p:nvPr/>
          </p:nvSpPr>
          <p:spPr bwMode="auto">
            <a:xfrm>
              <a:off x="5229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7" name="Rectangle 551"/>
            <p:cNvSpPr>
              <a:spLocks noChangeArrowheads="1"/>
            </p:cNvSpPr>
            <p:nvPr/>
          </p:nvSpPr>
          <p:spPr bwMode="auto">
            <a:xfrm>
              <a:off x="4977" y="3163"/>
              <a:ext cx="9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8" name="Rectangle 552"/>
            <p:cNvSpPr>
              <a:spLocks noChangeArrowheads="1"/>
            </p:cNvSpPr>
            <p:nvPr/>
          </p:nvSpPr>
          <p:spPr bwMode="auto">
            <a:xfrm>
              <a:off x="4701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29" name="Rectangle 553"/>
            <p:cNvSpPr>
              <a:spLocks noChangeArrowheads="1"/>
            </p:cNvSpPr>
            <p:nvPr/>
          </p:nvSpPr>
          <p:spPr bwMode="auto">
            <a:xfrm>
              <a:off x="4513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0" name="Rectangle 554"/>
            <p:cNvSpPr>
              <a:spLocks noChangeArrowheads="1"/>
            </p:cNvSpPr>
            <p:nvPr/>
          </p:nvSpPr>
          <p:spPr bwMode="auto">
            <a:xfrm>
              <a:off x="4228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1" name="Rectangle 555"/>
            <p:cNvSpPr>
              <a:spLocks noChangeArrowheads="1"/>
            </p:cNvSpPr>
            <p:nvPr/>
          </p:nvSpPr>
          <p:spPr bwMode="auto">
            <a:xfrm>
              <a:off x="3923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2" name="Rectangle 556"/>
            <p:cNvSpPr>
              <a:spLocks noChangeArrowheads="1"/>
            </p:cNvSpPr>
            <p:nvPr/>
          </p:nvSpPr>
          <p:spPr bwMode="auto">
            <a:xfrm>
              <a:off x="3574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3" name="Rectangle 557"/>
            <p:cNvSpPr>
              <a:spLocks noChangeArrowheads="1"/>
            </p:cNvSpPr>
            <p:nvPr/>
          </p:nvSpPr>
          <p:spPr bwMode="auto">
            <a:xfrm>
              <a:off x="3270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4" name="Rectangle 558"/>
            <p:cNvSpPr>
              <a:spLocks noChangeArrowheads="1"/>
            </p:cNvSpPr>
            <p:nvPr/>
          </p:nvSpPr>
          <p:spPr bwMode="auto">
            <a:xfrm>
              <a:off x="2759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5" name="Rectangle 559"/>
            <p:cNvSpPr>
              <a:spLocks noChangeArrowheads="1"/>
            </p:cNvSpPr>
            <p:nvPr/>
          </p:nvSpPr>
          <p:spPr bwMode="auto">
            <a:xfrm>
              <a:off x="2484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6" name="Rectangle 560"/>
            <p:cNvSpPr>
              <a:spLocks noChangeArrowheads="1"/>
            </p:cNvSpPr>
            <p:nvPr/>
          </p:nvSpPr>
          <p:spPr bwMode="auto">
            <a:xfrm>
              <a:off x="2296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7" name="Rectangle 561"/>
            <p:cNvSpPr>
              <a:spLocks noChangeArrowheads="1"/>
            </p:cNvSpPr>
            <p:nvPr/>
          </p:nvSpPr>
          <p:spPr bwMode="auto">
            <a:xfrm>
              <a:off x="1989" y="3163"/>
              <a:ext cx="9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8" name="Rectangle 562"/>
            <p:cNvSpPr>
              <a:spLocks noChangeArrowheads="1"/>
            </p:cNvSpPr>
            <p:nvPr/>
          </p:nvSpPr>
          <p:spPr bwMode="auto">
            <a:xfrm>
              <a:off x="1683" y="3163"/>
              <a:ext cx="9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39" name="Rectangle 563"/>
            <p:cNvSpPr>
              <a:spLocks noChangeArrowheads="1"/>
            </p:cNvSpPr>
            <p:nvPr/>
          </p:nvSpPr>
          <p:spPr bwMode="auto">
            <a:xfrm>
              <a:off x="1140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40" name="Rectangle 564"/>
            <p:cNvSpPr>
              <a:spLocks noChangeArrowheads="1"/>
            </p:cNvSpPr>
            <p:nvPr/>
          </p:nvSpPr>
          <p:spPr bwMode="auto">
            <a:xfrm>
              <a:off x="937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41" name="Rectangle 565"/>
            <p:cNvSpPr>
              <a:spLocks noChangeArrowheads="1"/>
            </p:cNvSpPr>
            <p:nvPr/>
          </p:nvSpPr>
          <p:spPr bwMode="auto">
            <a:xfrm>
              <a:off x="498" y="3163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42" name="Rectangle 566"/>
            <p:cNvSpPr>
              <a:spLocks noChangeArrowheads="1"/>
            </p:cNvSpPr>
            <p:nvPr/>
          </p:nvSpPr>
          <p:spPr bwMode="auto">
            <a:xfrm>
              <a:off x="295" y="316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48" name="Rectangle 572"/>
            <p:cNvSpPr>
              <a:spLocks noChangeArrowheads="1"/>
            </p:cNvSpPr>
            <p:nvPr/>
          </p:nvSpPr>
          <p:spPr bwMode="auto">
            <a:xfrm>
              <a:off x="2610" y="3486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49" name="Rectangle 573"/>
            <p:cNvSpPr>
              <a:spLocks noChangeArrowheads="1"/>
            </p:cNvSpPr>
            <p:nvPr/>
          </p:nvSpPr>
          <p:spPr bwMode="auto">
            <a:xfrm>
              <a:off x="1991" y="3486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0" name="Rectangle 574"/>
            <p:cNvSpPr>
              <a:spLocks noChangeArrowheads="1"/>
            </p:cNvSpPr>
            <p:nvPr/>
          </p:nvSpPr>
          <p:spPr bwMode="auto">
            <a:xfrm>
              <a:off x="1338" y="3486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2" name="Rectangle 576"/>
            <p:cNvSpPr>
              <a:spLocks noChangeArrowheads="1"/>
            </p:cNvSpPr>
            <p:nvPr/>
          </p:nvSpPr>
          <p:spPr bwMode="auto">
            <a:xfrm>
              <a:off x="949" y="3486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3" name="Rectangle 577"/>
            <p:cNvSpPr>
              <a:spLocks noChangeArrowheads="1"/>
            </p:cNvSpPr>
            <p:nvPr/>
          </p:nvSpPr>
          <p:spPr bwMode="auto">
            <a:xfrm>
              <a:off x="4060" y="312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4" name="Rectangle 578"/>
            <p:cNvSpPr>
              <a:spLocks noChangeArrowheads="1"/>
            </p:cNvSpPr>
            <p:nvPr/>
          </p:nvSpPr>
          <p:spPr bwMode="auto">
            <a:xfrm>
              <a:off x="3408" y="312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5" name="Rectangle 579"/>
            <p:cNvSpPr>
              <a:spLocks noChangeArrowheads="1"/>
            </p:cNvSpPr>
            <p:nvPr/>
          </p:nvSpPr>
          <p:spPr bwMode="auto">
            <a:xfrm>
              <a:off x="3022" y="312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6" name="Rectangle 580"/>
            <p:cNvSpPr>
              <a:spLocks noChangeArrowheads="1"/>
            </p:cNvSpPr>
            <p:nvPr/>
          </p:nvSpPr>
          <p:spPr bwMode="auto">
            <a:xfrm>
              <a:off x="1821" y="3128"/>
              <a:ext cx="10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7" name="Rectangle 581"/>
            <p:cNvSpPr>
              <a:spLocks noChangeArrowheads="1"/>
            </p:cNvSpPr>
            <p:nvPr/>
          </p:nvSpPr>
          <p:spPr bwMode="auto">
            <a:xfrm>
              <a:off x="1437" y="3128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58" name="Rectangle 582"/>
            <p:cNvSpPr>
              <a:spLocks noChangeArrowheads="1"/>
            </p:cNvSpPr>
            <p:nvPr/>
          </p:nvSpPr>
          <p:spPr bwMode="auto">
            <a:xfrm>
              <a:off x="725" y="312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61" name="Rectangle 585"/>
            <p:cNvSpPr>
              <a:spLocks noChangeArrowheads="1"/>
            </p:cNvSpPr>
            <p:nvPr/>
          </p:nvSpPr>
          <p:spPr bwMode="auto">
            <a:xfrm>
              <a:off x="2880" y="3657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63" name="Rectangle 587"/>
            <p:cNvSpPr>
              <a:spLocks noChangeArrowheads="1"/>
            </p:cNvSpPr>
            <p:nvPr/>
          </p:nvSpPr>
          <p:spPr bwMode="auto">
            <a:xfrm>
              <a:off x="4009" y="3521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64" name="Rectangle 588"/>
            <p:cNvSpPr>
              <a:spLocks noChangeArrowheads="1"/>
            </p:cNvSpPr>
            <p:nvPr/>
          </p:nvSpPr>
          <p:spPr bwMode="auto">
            <a:xfrm>
              <a:off x="3919" y="370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65" name="Rectangle 589"/>
            <p:cNvSpPr>
              <a:spLocks noChangeArrowheads="1"/>
            </p:cNvSpPr>
            <p:nvPr/>
          </p:nvSpPr>
          <p:spPr bwMode="auto">
            <a:xfrm>
              <a:off x="3820" y="3529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366" name="Rectangle 590"/>
            <p:cNvSpPr>
              <a:spLocks noChangeArrowheads="1"/>
            </p:cNvSpPr>
            <p:nvPr/>
          </p:nvSpPr>
          <p:spPr bwMode="auto">
            <a:xfrm>
              <a:off x="4241" y="3657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3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EB4BBD-6BD1-43B0-A0A0-FC436C47F476}" type="slidenum">
              <a:rPr lang="zh-CN" altLang="en-US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60804" name="Text Box 4"/>
          <p:cNvSpPr txBox="1">
            <a:spLocks noChangeArrowheads="1"/>
          </p:cNvSpPr>
          <p:nvPr/>
        </p:nvSpPr>
        <p:spPr bwMode="auto">
          <a:xfrm>
            <a:off x="107950" y="692150"/>
            <a:ext cx="9431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32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已知以下列表函数：求这个函数的插值多项式。 </a:t>
            </a:r>
          </a:p>
        </p:txBody>
      </p:sp>
      <p:sp>
        <p:nvSpPr>
          <p:cNvPr id="460807" name="Rectangle 7"/>
          <p:cNvSpPr>
            <a:spLocks noChangeArrowheads="1"/>
          </p:cNvSpPr>
          <p:nvPr/>
        </p:nvSpPr>
        <p:spPr bwMode="auto">
          <a:xfrm>
            <a:off x="1865313" y="2911475"/>
            <a:ext cx="1082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0813" name="Rectangle 13"/>
          <p:cNvSpPr>
            <a:spLocks noChangeArrowheads="1"/>
          </p:cNvSpPr>
          <p:nvPr/>
        </p:nvSpPr>
        <p:spPr bwMode="auto">
          <a:xfrm>
            <a:off x="1865313" y="2911475"/>
            <a:ext cx="1082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60878" name="Group 78"/>
          <p:cNvGraphicFramePr>
            <a:graphicFrameLocks noGrp="1"/>
          </p:cNvGraphicFramePr>
          <p:nvPr/>
        </p:nvGraphicFramePr>
        <p:xfrm>
          <a:off x="611188" y="2347913"/>
          <a:ext cx="7058025" cy="1512887"/>
        </p:xfrm>
        <a:graphic>
          <a:graphicData uri="http://schemas.openxmlformats.org/drawingml/2006/table">
            <a:tbl>
              <a:tblPr/>
              <a:tblGrid>
                <a:gridCol w="1411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２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３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５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６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５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２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３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４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0879" name="Text Box 79"/>
          <p:cNvSpPr txBox="1">
            <a:spLocks noChangeArrowheads="1"/>
          </p:cNvSpPr>
          <p:nvPr/>
        </p:nvSpPr>
        <p:spPr bwMode="auto">
          <a:xfrm>
            <a:off x="2103438" y="1517650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80" name="Rectangle 80"/>
          <p:cNvSpPr>
            <a:spLocks noChangeArrowheads="1"/>
          </p:cNvSpPr>
          <p:nvPr/>
        </p:nvSpPr>
        <p:spPr bwMode="auto">
          <a:xfrm>
            <a:off x="684213" y="1357313"/>
            <a:ext cx="146685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200">
                <a:solidFill>
                  <a:srgbClr val="000000"/>
                </a:solidFill>
              </a:rPr>
              <a:t>(Newton</a:t>
            </a:r>
            <a:endParaRPr lang="en-US" altLang="zh-CN" sz="3200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81" name="Rectangle 81"/>
          <p:cNvSpPr>
            <a:spLocks noChangeArrowheads="1"/>
          </p:cNvSpPr>
          <p:nvPr/>
        </p:nvSpPr>
        <p:spPr bwMode="auto">
          <a:xfrm>
            <a:off x="2195513" y="1357313"/>
            <a:ext cx="1836737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插值公式</a:t>
            </a:r>
            <a:r>
              <a:rPr lang="en-US" altLang="zh-CN" sz="32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endParaRPr lang="en-US" altLang="zh-CN" sz="3200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57374" name="Group 202"/>
          <p:cNvGrpSpPr>
            <a:grpSpLocks/>
          </p:cNvGrpSpPr>
          <p:nvPr/>
        </p:nvGrpSpPr>
        <p:grpSpPr bwMode="auto">
          <a:xfrm>
            <a:off x="323850" y="5013325"/>
            <a:ext cx="8380413" cy="1323975"/>
            <a:chOff x="295" y="3128"/>
            <a:chExt cx="5188" cy="694"/>
          </a:xfrm>
        </p:grpSpPr>
        <p:sp>
          <p:nvSpPr>
            <p:cNvPr id="461003" name="Rectangle 203"/>
            <p:cNvSpPr>
              <a:spLocks noChangeArrowheads="1"/>
            </p:cNvSpPr>
            <p:nvPr/>
          </p:nvSpPr>
          <p:spPr bwMode="auto">
            <a:xfrm>
              <a:off x="4332" y="3520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04" name="Rectangle 204"/>
            <p:cNvSpPr>
              <a:spLocks noChangeArrowheads="1"/>
            </p:cNvSpPr>
            <p:nvPr/>
          </p:nvSpPr>
          <p:spPr bwMode="auto">
            <a:xfrm>
              <a:off x="3715" y="3520"/>
              <a:ext cx="4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05" name="Rectangle 205"/>
            <p:cNvSpPr>
              <a:spLocks noChangeArrowheads="1"/>
            </p:cNvSpPr>
            <p:nvPr/>
          </p:nvSpPr>
          <p:spPr bwMode="auto">
            <a:xfrm>
              <a:off x="3462" y="3520"/>
              <a:ext cx="4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06" name="Rectangle 206"/>
            <p:cNvSpPr>
              <a:spLocks noChangeArrowheads="1"/>
            </p:cNvSpPr>
            <p:nvPr/>
          </p:nvSpPr>
          <p:spPr bwMode="auto">
            <a:xfrm>
              <a:off x="3190" y="3520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07" name="Rectangle 207"/>
            <p:cNvSpPr>
              <a:spLocks noChangeArrowheads="1"/>
            </p:cNvSpPr>
            <p:nvPr/>
          </p:nvSpPr>
          <p:spPr bwMode="auto">
            <a:xfrm>
              <a:off x="2971" y="3520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08" name="Rectangle 208"/>
            <p:cNvSpPr>
              <a:spLocks noChangeArrowheads="1"/>
            </p:cNvSpPr>
            <p:nvPr/>
          </p:nvSpPr>
          <p:spPr bwMode="auto">
            <a:xfrm>
              <a:off x="2323" y="3520"/>
              <a:ext cx="13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09" name="Rectangle 209"/>
            <p:cNvSpPr>
              <a:spLocks noChangeArrowheads="1"/>
            </p:cNvSpPr>
            <p:nvPr/>
          </p:nvSpPr>
          <p:spPr bwMode="auto">
            <a:xfrm>
              <a:off x="1693" y="3520"/>
              <a:ext cx="13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0" name="Rectangle 210"/>
            <p:cNvSpPr>
              <a:spLocks noChangeArrowheads="1"/>
            </p:cNvSpPr>
            <p:nvPr/>
          </p:nvSpPr>
          <p:spPr bwMode="auto">
            <a:xfrm>
              <a:off x="1111" y="3520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1" name="Rectangle 211"/>
            <p:cNvSpPr>
              <a:spLocks noChangeArrowheads="1"/>
            </p:cNvSpPr>
            <p:nvPr/>
          </p:nvSpPr>
          <p:spPr bwMode="auto">
            <a:xfrm>
              <a:off x="5417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2" name="Rectangle 212"/>
            <p:cNvSpPr>
              <a:spLocks noChangeArrowheads="1"/>
            </p:cNvSpPr>
            <p:nvPr/>
          </p:nvSpPr>
          <p:spPr bwMode="auto">
            <a:xfrm>
              <a:off x="5137" y="3163"/>
              <a:ext cx="4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3" name="Rectangle 213"/>
            <p:cNvSpPr>
              <a:spLocks noChangeArrowheads="1"/>
            </p:cNvSpPr>
            <p:nvPr/>
          </p:nvSpPr>
          <p:spPr bwMode="auto">
            <a:xfrm>
              <a:off x="4883" y="3163"/>
              <a:ext cx="4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4" name="Rectangle 214"/>
            <p:cNvSpPr>
              <a:spLocks noChangeArrowheads="1"/>
            </p:cNvSpPr>
            <p:nvPr/>
          </p:nvSpPr>
          <p:spPr bwMode="auto">
            <a:xfrm>
              <a:off x="4612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5" name="Rectangle 215"/>
            <p:cNvSpPr>
              <a:spLocks noChangeArrowheads="1"/>
            </p:cNvSpPr>
            <p:nvPr/>
          </p:nvSpPr>
          <p:spPr bwMode="auto">
            <a:xfrm>
              <a:off x="4392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6" name="Rectangle 216"/>
            <p:cNvSpPr>
              <a:spLocks noChangeArrowheads="1"/>
            </p:cNvSpPr>
            <p:nvPr/>
          </p:nvSpPr>
          <p:spPr bwMode="auto">
            <a:xfrm>
              <a:off x="3761" y="3163"/>
              <a:ext cx="13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7" name="Rectangle 217"/>
            <p:cNvSpPr>
              <a:spLocks noChangeArrowheads="1"/>
            </p:cNvSpPr>
            <p:nvPr/>
          </p:nvSpPr>
          <p:spPr bwMode="auto">
            <a:xfrm>
              <a:off x="3181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8" name="Rectangle 218"/>
            <p:cNvSpPr>
              <a:spLocks noChangeArrowheads="1"/>
            </p:cNvSpPr>
            <p:nvPr/>
          </p:nvSpPr>
          <p:spPr bwMode="auto">
            <a:xfrm>
              <a:off x="2922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19" name="Rectangle 219"/>
            <p:cNvSpPr>
              <a:spLocks noChangeArrowheads="1"/>
            </p:cNvSpPr>
            <p:nvPr/>
          </p:nvSpPr>
          <p:spPr bwMode="auto">
            <a:xfrm>
              <a:off x="2667" y="3163"/>
              <a:ext cx="4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0" name="Rectangle 220"/>
            <p:cNvSpPr>
              <a:spLocks noChangeArrowheads="1"/>
            </p:cNvSpPr>
            <p:nvPr/>
          </p:nvSpPr>
          <p:spPr bwMode="auto">
            <a:xfrm>
              <a:off x="2395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1" name="Rectangle 221"/>
            <p:cNvSpPr>
              <a:spLocks noChangeArrowheads="1"/>
            </p:cNvSpPr>
            <p:nvPr/>
          </p:nvSpPr>
          <p:spPr bwMode="auto">
            <a:xfrm>
              <a:off x="2174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2" name="Rectangle 222"/>
            <p:cNvSpPr>
              <a:spLocks noChangeArrowheads="1"/>
            </p:cNvSpPr>
            <p:nvPr/>
          </p:nvSpPr>
          <p:spPr bwMode="auto">
            <a:xfrm>
              <a:off x="1594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3" name="Rectangle 223"/>
            <p:cNvSpPr>
              <a:spLocks noChangeArrowheads="1"/>
            </p:cNvSpPr>
            <p:nvPr/>
          </p:nvSpPr>
          <p:spPr bwMode="auto">
            <a:xfrm>
              <a:off x="1326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4" name="Rectangle 224"/>
            <p:cNvSpPr>
              <a:spLocks noChangeArrowheads="1"/>
            </p:cNvSpPr>
            <p:nvPr/>
          </p:nvSpPr>
          <p:spPr bwMode="auto">
            <a:xfrm>
              <a:off x="1050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5" name="Rectangle 225"/>
            <p:cNvSpPr>
              <a:spLocks noChangeArrowheads="1"/>
            </p:cNvSpPr>
            <p:nvPr/>
          </p:nvSpPr>
          <p:spPr bwMode="auto">
            <a:xfrm>
              <a:off x="601" y="3163"/>
              <a:ext cx="73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6" name="Rectangle 226"/>
            <p:cNvSpPr>
              <a:spLocks noChangeArrowheads="1"/>
            </p:cNvSpPr>
            <p:nvPr/>
          </p:nvSpPr>
          <p:spPr bwMode="auto">
            <a:xfrm>
              <a:off x="408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7" name="Rectangle 227"/>
            <p:cNvSpPr>
              <a:spLocks noChangeArrowheads="1"/>
            </p:cNvSpPr>
            <p:nvPr/>
          </p:nvSpPr>
          <p:spPr bwMode="auto">
            <a:xfrm>
              <a:off x="3640" y="3695"/>
              <a:ext cx="5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8" name="Rectangle 228"/>
            <p:cNvSpPr>
              <a:spLocks noChangeArrowheads="1"/>
            </p:cNvSpPr>
            <p:nvPr/>
          </p:nvSpPr>
          <p:spPr bwMode="auto">
            <a:xfrm>
              <a:off x="3377" y="3695"/>
              <a:ext cx="5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29" name="Rectangle 229"/>
            <p:cNvSpPr>
              <a:spLocks noChangeArrowheads="1"/>
            </p:cNvSpPr>
            <p:nvPr/>
          </p:nvSpPr>
          <p:spPr bwMode="auto">
            <a:xfrm>
              <a:off x="2244" y="3695"/>
              <a:ext cx="5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0" name="Rectangle 230"/>
            <p:cNvSpPr>
              <a:spLocks noChangeArrowheads="1"/>
            </p:cNvSpPr>
            <p:nvPr/>
          </p:nvSpPr>
          <p:spPr bwMode="auto">
            <a:xfrm>
              <a:off x="1604" y="3695"/>
              <a:ext cx="5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1" name="Rectangle 231"/>
            <p:cNvSpPr>
              <a:spLocks noChangeArrowheads="1"/>
            </p:cNvSpPr>
            <p:nvPr/>
          </p:nvSpPr>
          <p:spPr bwMode="auto">
            <a:xfrm>
              <a:off x="5328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2" name="Rectangle 232"/>
            <p:cNvSpPr>
              <a:spLocks noChangeArrowheads="1"/>
            </p:cNvSpPr>
            <p:nvPr/>
          </p:nvSpPr>
          <p:spPr bwMode="auto">
            <a:xfrm>
              <a:off x="5061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3" name="Rectangle 233"/>
            <p:cNvSpPr>
              <a:spLocks noChangeArrowheads="1"/>
            </p:cNvSpPr>
            <p:nvPr/>
          </p:nvSpPr>
          <p:spPr bwMode="auto">
            <a:xfrm>
              <a:off x="4798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4" name="Rectangle 234"/>
            <p:cNvSpPr>
              <a:spLocks noChangeArrowheads="1"/>
            </p:cNvSpPr>
            <p:nvPr/>
          </p:nvSpPr>
          <p:spPr bwMode="auto">
            <a:xfrm>
              <a:off x="4312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5" name="Rectangle 235"/>
            <p:cNvSpPr>
              <a:spLocks noChangeArrowheads="1"/>
            </p:cNvSpPr>
            <p:nvPr/>
          </p:nvSpPr>
          <p:spPr bwMode="auto">
            <a:xfrm>
              <a:off x="3672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6" name="Rectangle 236"/>
            <p:cNvSpPr>
              <a:spLocks noChangeArrowheads="1"/>
            </p:cNvSpPr>
            <p:nvPr/>
          </p:nvSpPr>
          <p:spPr bwMode="auto">
            <a:xfrm>
              <a:off x="2843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7" name="Rectangle 237"/>
            <p:cNvSpPr>
              <a:spLocks noChangeArrowheads="1"/>
            </p:cNvSpPr>
            <p:nvPr/>
          </p:nvSpPr>
          <p:spPr bwMode="auto">
            <a:xfrm>
              <a:off x="2581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8" name="Rectangle 238"/>
            <p:cNvSpPr>
              <a:spLocks noChangeArrowheads="1"/>
            </p:cNvSpPr>
            <p:nvPr/>
          </p:nvSpPr>
          <p:spPr bwMode="auto">
            <a:xfrm>
              <a:off x="2085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39" name="Rectangle 239"/>
            <p:cNvSpPr>
              <a:spLocks noChangeArrowheads="1"/>
            </p:cNvSpPr>
            <p:nvPr/>
          </p:nvSpPr>
          <p:spPr bwMode="auto">
            <a:xfrm>
              <a:off x="1236" y="3336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0" name="Rectangle 240"/>
            <p:cNvSpPr>
              <a:spLocks noChangeArrowheads="1"/>
            </p:cNvSpPr>
            <p:nvPr/>
          </p:nvSpPr>
          <p:spPr bwMode="auto">
            <a:xfrm>
              <a:off x="4134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1" name="Rectangle 241"/>
            <p:cNvSpPr>
              <a:spLocks noChangeArrowheads="1"/>
            </p:cNvSpPr>
            <p:nvPr/>
          </p:nvSpPr>
          <p:spPr bwMode="auto">
            <a:xfrm>
              <a:off x="3554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2" name="Rectangle 242"/>
            <p:cNvSpPr>
              <a:spLocks noChangeArrowheads="1"/>
            </p:cNvSpPr>
            <p:nvPr/>
          </p:nvSpPr>
          <p:spPr bwMode="auto">
            <a:xfrm>
              <a:off x="3279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3" name="Rectangle 243"/>
            <p:cNvSpPr>
              <a:spLocks noChangeArrowheads="1"/>
            </p:cNvSpPr>
            <p:nvPr/>
          </p:nvSpPr>
          <p:spPr bwMode="auto">
            <a:xfrm>
              <a:off x="3091" y="3520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4" name="Rectangle 244"/>
            <p:cNvSpPr>
              <a:spLocks noChangeArrowheads="1"/>
            </p:cNvSpPr>
            <p:nvPr/>
          </p:nvSpPr>
          <p:spPr bwMode="auto">
            <a:xfrm>
              <a:off x="2778" y="3520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5" name="Rectangle 245"/>
            <p:cNvSpPr>
              <a:spLocks noChangeArrowheads="1"/>
            </p:cNvSpPr>
            <p:nvPr/>
          </p:nvSpPr>
          <p:spPr bwMode="auto">
            <a:xfrm>
              <a:off x="2472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6" name="Rectangle 246"/>
            <p:cNvSpPr>
              <a:spLocks noChangeArrowheads="1"/>
            </p:cNvSpPr>
            <p:nvPr/>
          </p:nvSpPr>
          <p:spPr bwMode="auto">
            <a:xfrm>
              <a:off x="2160" y="3520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7" name="Rectangle 247"/>
            <p:cNvSpPr>
              <a:spLocks noChangeArrowheads="1"/>
            </p:cNvSpPr>
            <p:nvPr/>
          </p:nvSpPr>
          <p:spPr bwMode="auto">
            <a:xfrm>
              <a:off x="1854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8" name="Rectangle 248"/>
            <p:cNvSpPr>
              <a:spLocks noChangeArrowheads="1"/>
            </p:cNvSpPr>
            <p:nvPr/>
          </p:nvSpPr>
          <p:spPr bwMode="auto">
            <a:xfrm>
              <a:off x="1508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49" name="Rectangle 249"/>
            <p:cNvSpPr>
              <a:spLocks noChangeArrowheads="1"/>
            </p:cNvSpPr>
            <p:nvPr/>
          </p:nvSpPr>
          <p:spPr bwMode="auto">
            <a:xfrm>
              <a:off x="1201" y="3520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0" name="Rectangle 250"/>
            <p:cNvSpPr>
              <a:spLocks noChangeArrowheads="1"/>
            </p:cNvSpPr>
            <p:nvPr/>
          </p:nvSpPr>
          <p:spPr bwMode="auto">
            <a:xfrm>
              <a:off x="5229" y="3163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1" name="Rectangle 251"/>
            <p:cNvSpPr>
              <a:spLocks noChangeArrowheads="1"/>
            </p:cNvSpPr>
            <p:nvPr/>
          </p:nvSpPr>
          <p:spPr bwMode="auto">
            <a:xfrm>
              <a:off x="4977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2" name="Rectangle 252"/>
            <p:cNvSpPr>
              <a:spLocks noChangeArrowheads="1"/>
            </p:cNvSpPr>
            <p:nvPr/>
          </p:nvSpPr>
          <p:spPr bwMode="auto">
            <a:xfrm>
              <a:off x="4701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3" name="Rectangle 253"/>
            <p:cNvSpPr>
              <a:spLocks noChangeArrowheads="1"/>
            </p:cNvSpPr>
            <p:nvPr/>
          </p:nvSpPr>
          <p:spPr bwMode="auto">
            <a:xfrm>
              <a:off x="4513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4" name="Rectangle 254"/>
            <p:cNvSpPr>
              <a:spLocks noChangeArrowheads="1"/>
            </p:cNvSpPr>
            <p:nvPr/>
          </p:nvSpPr>
          <p:spPr bwMode="auto">
            <a:xfrm>
              <a:off x="4228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5" name="Rectangle 255"/>
            <p:cNvSpPr>
              <a:spLocks noChangeArrowheads="1"/>
            </p:cNvSpPr>
            <p:nvPr/>
          </p:nvSpPr>
          <p:spPr bwMode="auto">
            <a:xfrm>
              <a:off x="3923" y="3163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6" name="Rectangle 256"/>
            <p:cNvSpPr>
              <a:spLocks noChangeArrowheads="1"/>
            </p:cNvSpPr>
            <p:nvPr/>
          </p:nvSpPr>
          <p:spPr bwMode="auto">
            <a:xfrm>
              <a:off x="3574" y="3163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7" name="Rectangle 257"/>
            <p:cNvSpPr>
              <a:spLocks noChangeArrowheads="1"/>
            </p:cNvSpPr>
            <p:nvPr/>
          </p:nvSpPr>
          <p:spPr bwMode="auto">
            <a:xfrm>
              <a:off x="3270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8" name="Rectangle 258"/>
            <p:cNvSpPr>
              <a:spLocks noChangeArrowheads="1"/>
            </p:cNvSpPr>
            <p:nvPr/>
          </p:nvSpPr>
          <p:spPr bwMode="auto">
            <a:xfrm>
              <a:off x="2759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59" name="Rectangle 259"/>
            <p:cNvSpPr>
              <a:spLocks noChangeArrowheads="1"/>
            </p:cNvSpPr>
            <p:nvPr/>
          </p:nvSpPr>
          <p:spPr bwMode="auto">
            <a:xfrm>
              <a:off x="2484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0" name="Rectangle 260"/>
            <p:cNvSpPr>
              <a:spLocks noChangeArrowheads="1"/>
            </p:cNvSpPr>
            <p:nvPr/>
          </p:nvSpPr>
          <p:spPr bwMode="auto">
            <a:xfrm>
              <a:off x="2296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1" name="Rectangle 261"/>
            <p:cNvSpPr>
              <a:spLocks noChangeArrowheads="1"/>
            </p:cNvSpPr>
            <p:nvPr/>
          </p:nvSpPr>
          <p:spPr bwMode="auto">
            <a:xfrm>
              <a:off x="1989" y="3163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2" name="Rectangle 262"/>
            <p:cNvSpPr>
              <a:spLocks noChangeArrowheads="1"/>
            </p:cNvSpPr>
            <p:nvPr/>
          </p:nvSpPr>
          <p:spPr bwMode="auto">
            <a:xfrm>
              <a:off x="1683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3" name="Rectangle 263"/>
            <p:cNvSpPr>
              <a:spLocks noChangeArrowheads="1"/>
            </p:cNvSpPr>
            <p:nvPr/>
          </p:nvSpPr>
          <p:spPr bwMode="auto">
            <a:xfrm>
              <a:off x="1140" y="3163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4" name="Rectangle 264"/>
            <p:cNvSpPr>
              <a:spLocks noChangeArrowheads="1"/>
            </p:cNvSpPr>
            <p:nvPr/>
          </p:nvSpPr>
          <p:spPr bwMode="auto">
            <a:xfrm>
              <a:off x="937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5" name="Rectangle 265"/>
            <p:cNvSpPr>
              <a:spLocks noChangeArrowheads="1"/>
            </p:cNvSpPr>
            <p:nvPr/>
          </p:nvSpPr>
          <p:spPr bwMode="auto">
            <a:xfrm>
              <a:off x="498" y="3163"/>
              <a:ext cx="9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6" name="Rectangle 266"/>
            <p:cNvSpPr>
              <a:spLocks noChangeArrowheads="1"/>
            </p:cNvSpPr>
            <p:nvPr/>
          </p:nvSpPr>
          <p:spPr bwMode="auto">
            <a:xfrm>
              <a:off x="295" y="3163"/>
              <a:ext cx="6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7" name="Rectangle 267"/>
            <p:cNvSpPr>
              <a:spLocks noChangeArrowheads="1"/>
            </p:cNvSpPr>
            <p:nvPr/>
          </p:nvSpPr>
          <p:spPr bwMode="auto">
            <a:xfrm>
              <a:off x="2610" y="3486"/>
              <a:ext cx="10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8" name="Rectangle 268"/>
            <p:cNvSpPr>
              <a:spLocks noChangeArrowheads="1"/>
            </p:cNvSpPr>
            <p:nvPr/>
          </p:nvSpPr>
          <p:spPr bwMode="auto">
            <a:xfrm>
              <a:off x="1991" y="3486"/>
              <a:ext cx="10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69" name="Rectangle 269"/>
            <p:cNvSpPr>
              <a:spLocks noChangeArrowheads="1"/>
            </p:cNvSpPr>
            <p:nvPr/>
          </p:nvSpPr>
          <p:spPr bwMode="auto">
            <a:xfrm>
              <a:off x="1338" y="3486"/>
              <a:ext cx="10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0" name="Rectangle 270"/>
            <p:cNvSpPr>
              <a:spLocks noChangeArrowheads="1"/>
            </p:cNvSpPr>
            <p:nvPr/>
          </p:nvSpPr>
          <p:spPr bwMode="auto">
            <a:xfrm>
              <a:off x="949" y="3486"/>
              <a:ext cx="10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1" name="Rectangle 271"/>
            <p:cNvSpPr>
              <a:spLocks noChangeArrowheads="1"/>
            </p:cNvSpPr>
            <p:nvPr/>
          </p:nvSpPr>
          <p:spPr bwMode="auto">
            <a:xfrm>
              <a:off x="4060" y="3128"/>
              <a:ext cx="10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2" name="Rectangle 272"/>
            <p:cNvSpPr>
              <a:spLocks noChangeArrowheads="1"/>
            </p:cNvSpPr>
            <p:nvPr/>
          </p:nvSpPr>
          <p:spPr bwMode="auto">
            <a:xfrm>
              <a:off x="3408" y="3128"/>
              <a:ext cx="10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3" name="Rectangle 273"/>
            <p:cNvSpPr>
              <a:spLocks noChangeArrowheads="1"/>
            </p:cNvSpPr>
            <p:nvPr/>
          </p:nvSpPr>
          <p:spPr bwMode="auto">
            <a:xfrm>
              <a:off x="3022" y="3128"/>
              <a:ext cx="10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4" name="Rectangle 274"/>
            <p:cNvSpPr>
              <a:spLocks noChangeArrowheads="1"/>
            </p:cNvSpPr>
            <p:nvPr/>
          </p:nvSpPr>
          <p:spPr bwMode="auto">
            <a:xfrm>
              <a:off x="1821" y="3128"/>
              <a:ext cx="10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5" name="Rectangle 275"/>
            <p:cNvSpPr>
              <a:spLocks noChangeArrowheads="1"/>
            </p:cNvSpPr>
            <p:nvPr/>
          </p:nvSpPr>
          <p:spPr bwMode="auto">
            <a:xfrm>
              <a:off x="1437" y="3128"/>
              <a:ext cx="10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6" name="Rectangle 276"/>
            <p:cNvSpPr>
              <a:spLocks noChangeArrowheads="1"/>
            </p:cNvSpPr>
            <p:nvPr/>
          </p:nvSpPr>
          <p:spPr bwMode="auto">
            <a:xfrm>
              <a:off x="725" y="3128"/>
              <a:ext cx="101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7" name="Rectangle 277"/>
            <p:cNvSpPr>
              <a:spLocks noChangeArrowheads="1"/>
            </p:cNvSpPr>
            <p:nvPr/>
          </p:nvSpPr>
          <p:spPr bwMode="auto">
            <a:xfrm>
              <a:off x="2880" y="3657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8" name="Rectangle 278"/>
            <p:cNvSpPr>
              <a:spLocks noChangeArrowheads="1"/>
            </p:cNvSpPr>
            <p:nvPr/>
          </p:nvSpPr>
          <p:spPr bwMode="auto">
            <a:xfrm>
              <a:off x="4009" y="3521"/>
              <a:ext cx="4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79" name="Rectangle 279"/>
            <p:cNvSpPr>
              <a:spLocks noChangeArrowheads="1"/>
            </p:cNvSpPr>
            <p:nvPr/>
          </p:nvSpPr>
          <p:spPr bwMode="auto">
            <a:xfrm>
              <a:off x="3919" y="3702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80" name="Rectangle 280"/>
            <p:cNvSpPr>
              <a:spLocks noChangeArrowheads="1"/>
            </p:cNvSpPr>
            <p:nvPr/>
          </p:nvSpPr>
          <p:spPr bwMode="auto">
            <a:xfrm>
              <a:off x="3820" y="3529"/>
              <a:ext cx="9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081" name="Rectangle 281"/>
            <p:cNvSpPr>
              <a:spLocks noChangeArrowheads="1"/>
            </p:cNvSpPr>
            <p:nvPr/>
          </p:nvSpPr>
          <p:spPr bwMode="auto">
            <a:xfrm>
              <a:off x="4241" y="3657"/>
              <a:ext cx="59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3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4851C-C0E7-42D1-95F1-DED16F955790}" type="slidenum">
              <a:rPr lang="zh-CN" altLang="en-US"/>
              <a:pPr>
                <a:defRPr/>
              </a:pPr>
              <a:t>29</a:t>
            </a:fld>
            <a:endParaRPr lang="en-US" altLang="zh-CN"/>
          </a:p>
        </p:txBody>
      </p:sp>
      <p:graphicFrame>
        <p:nvGraphicFramePr>
          <p:cNvPr id="461891" name="Group 67"/>
          <p:cNvGraphicFramePr>
            <a:graphicFrameLocks noGrp="1"/>
          </p:cNvGraphicFramePr>
          <p:nvPr/>
        </p:nvGraphicFramePr>
        <p:xfrm>
          <a:off x="142875" y="1989138"/>
          <a:ext cx="8893175" cy="3671887"/>
        </p:xfrm>
        <a:graphic>
          <a:graphicData uri="http://schemas.openxmlformats.org/drawingml/2006/table">
            <a:tbl>
              <a:tblPr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一阶差商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二阶差商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三阶差商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1/2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7/6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1/6</a:t>
                      </a:r>
                      <a:endParaRPr kumimoji="1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-1/4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1852" name="Rectangle 28"/>
          <p:cNvSpPr>
            <a:spLocks noChangeArrowheads="1"/>
          </p:cNvSpPr>
          <p:nvPr/>
        </p:nvSpPr>
        <p:spPr bwMode="auto">
          <a:xfrm>
            <a:off x="215900" y="3316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1854" name="Rectangle 30"/>
          <p:cNvSpPr>
            <a:spLocks noChangeArrowheads="1"/>
          </p:cNvSpPr>
          <p:nvPr/>
        </p:nvSpPr>
        <p:spPr bwMode="auto">
          <a:xfrm>
            <a:off x="215900" y="3421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393" name="Object 34"/>
          <p:cNvGraphicFramePr>
            <a:graphicFrameLocks noChangeAspect="1"/>
          </p:cNvGraphicFramePr>
          <p:nvPr/>
        </p:nvGraphicFramePr>
        <p:xfrm>
          <a:off x="755650" y="2779713"/>
          <a:ext cx="38100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5" name="公式" r:id="rId3" imgW="126945" imgH="863225" progId="Equation.3">
                  <p:embed/>
                </p:oleObj>
              </mc:Choice>
              <mc:Fallback>
                <p:oleObj name="公式" r:id="rId3" imgW="126945" imgH="86322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779713"/>
                        <a:ext cx="38100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67" name="Rectangle 43"/>
          <p:cNvSpPr>
            <a:spLocks noChangeArrowheads="1"/>
          </p:cNvSpPr>
          <p:nvPr/>
        </p:nvSpPr>
        <p:spPr bwMode="auto">
          <a:xfrm>
            <a:off x="1865313" y="1831975"/>
            <a:ext cx="1082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1868" name="Rectangle 44"/>
          <p:cNvSpPr>
            <a:spLocks noChangeArrowheads="1"/>
          </p:cNvSpPr>
          <p:nvPr/>
        </p:nvSpPr>
        <p:spPr bwMode="auto">
          <a:xfrm>
            <a:off x="1865313" y="1831975"/>
            <a:ext cx="10826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61869" name="Group 45"/>
          <p:cNvGraphicFramePr>
            <a:graphicFrameLocks noGrp="1"/>
          </p:cNvGraphicFramePr>
          <p:nvPr/>
        </p:nvGraphicFramePr>
        <p:xfrm>
          <a:off x="755650" y="188913"/>
          <a:ext cx="7058025" cy="1512887"/>
        </p:xfrm>
        <a:graphic>
          <a:graphicData uri="http://schemas.openxmlformats.org/drawingml/2006/table">
            <a:tbl>
              <a:tblPr/>
              <a:tblGrid>
                <a:gridCol w="1411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２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３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５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６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５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２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３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４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1893" name="Text Box 69"/>
          <p:cNvSpPr txBox="1">
            <a:spLocks noChangeArrowheads="1"/>
          </p:cNvSpPr>
          <p:nvPr/>
        </p:nvSpPr>
        <p:spPr bwMode="auto">
          <a:xfrm>
            <a:off x="3832225" y="3317875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8418" name="Object 71"/>
          <p:cNvGraphicFramePr>
            <a:graphicFrameLocks noChangeAspect="1"/>
          </p:cNvGraphicFramePr>
          <p:nvPr/>
        </p:nvGraphicFramePr>
        <p:xfrm>
          <a:off x="1471613" y="5813425"/>
          <a:ext cx="60547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6" name="公式" r:id="rId5" imgW="2768600" imgH="457200" progId="Equation.3">
                  <p:embed/>
                </p:oleObj>
              </mc:Choice>
              <mc:Fallback>
                <p:oleObj name="公式" r:id="rId5" imgW="2768600" imgH="45720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5813425"/>
                        <a:ext cx="60547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779CA-6E55-47CC-897E-417BF2618210}" type="slidenum">
              <a:rPr lang="zh-CN" altLang="en-US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463001" name="Group 153"/>
          <p:cNvGraphicFramePr>
            <a:graphicFrameLocks noGrp="1"/>
          </p:cNvGraphicFramePr>
          <p:nvPr/>
        </p:nvGraphicFramePr>
        <p:xfrm>
          <a:off x="142875" y="476250"/>
          <a:ext cx="8893175" cy="3303633"/>
        </p:xfrm>
        <a:graphic>
          <a:graphicData uri="http://schemas.openxmlformats.org/drawingml/2006/table">
            <a:tbl>
              <a:tblPr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一阶差商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二阶差商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三阶差商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1/2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7/6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1/6</a:t>
                      </a:r>
                      <a:endParaRPr kumimoji="1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-1/4</a:t>
                      </a:r>
                      <a:endParaRPr kumimoji="1" lang="zh-CN" alt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2873" name="Rectangle 2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2877" name="Rectangle 29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62876" name="Object 28"/>
          <p:cNvGraphicFramePr>
            <a:graphicFrameLocks noChangeAspect="1"/>
          </p:cNvGraphicFramePr>
          <p:nvPr/>
        </p:nvGraphicFramePr>
        <p:xfrm>
          <a:off x="323850" y="5229225"/>
          <a:ext cx="88201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9" name="公式" r:id="rId3" imgW="3784600" imgH="393700" progId="Equation.3">
                  <p:embed/>
                </p:oleObj>
              </mc:Choice>
              <mc:Fallback>
                <p:oleObj name="公式" r:id="rId3" imgW="3784600" imgH="3937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229225"/>
                        <a:ext cx="88201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8" name="Object 30"/>
          <p:cNvGraphicFramePr>
            <a:graphicFrameLocks noChangeAspect="1"/>
          </p:cNvGraphicFramePr>
          <p:nvPr/>
        </p:nvGraphicFramePr>
        <p:xfrm>
          <a:off x="755650" y="1052513"/>
          <a:ext cx="38100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0" name="公式" r:id="rId5" imgW="126945" imgH="863225" progId="Equation.3">
                  <p:embed/>
                </p:oleObj>
              </mc:Choice>
              <mc:Fallback>
                <p:oleObj name="公式" r:id="rId5" imgW="126945" imgH="86322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38100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19" name="Group 154"/>
          <p:cNvGrpSpPr>
            <a:grpSpLocks/>
          </p:cNvGrpSpPr>
          <p:nvPr/>
        </p:nvGrpSpPr>
        <p:grpSpPr bwMode="auto">
          <a:xfrm>
            <a:off x="395288" y="4076700"/>
            <a:ext cx="8350250" cy="1206500"/>
            <a:chOff x="295" y="3128"/>
            <a:chExt cx="5188" cy="708"/>
          </a:xfrm>
        </p:grpSpPr>
        <p:sp>
          <p:nvSpPr>
            <p:cNvPr id="463003" name="Rectangle 155"/>
            <p:cNvSpPr>
              <a:spLocks noChangeArrowheads="1"/>
            </p:cNvSpPr>
            <p:nvPr/>
          </p:nvSpPr>
          <p:spPr bwMode="auto">
            <a:xfrm>
              <a:off x="4332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04" name="Rectangle 156"/>
            <p:cNvSpPr>
              <a:spLocks noChangeArrowheads="1"/>
            </p:cNvSpPr>
            <p:nvPr/>
          </p:nvSpPr>
          <p:spPr bwMode="auto">
            <a:xfrm>
              <a:off x="3715" y="3520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05" name="Rectangle 157"/>
            <p:cNvSpPr>
              <a:spLocks noChangeArrowheads="1"/>
            </p:cNvSpPr>
            <p:nvPr/>
          </p:nvSpPr>
          <p:spPr bwMode="auto">
            <a:xfrm>
              <a:off x="3462" y="3520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06" name="Rectangle 158"/>
            <p:cNvSpPr>
              <a:spLocks noChangeArrowheads="1"/>
            </p:cNvSpPr>
            <p:nvPr/>
          </p:nvSpPr>
          <p:spPr bwMode="auto">
            <a:xfrm>
              <a:off x="3190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07" name="Rectangle 159"/>
            <p:cNvSpPr>
              <a:spLocks noChangeArrowheads="1"/>
            </p:cNvSpPr>
            <p:nvPr/>
          </p:nvSpPr>
          <p:spPr bwMode="auto">
            <a:xfrm>
              <a:off x="297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08" name="Rectangle 160"/>
            <p:cNvSpPr>
              <a:spLocks noChangeArrowheads="1"/>
            </p:cNvSpPr>
            <p:nvPr/>
          </p:nvSpPr>
          <p:spPr bwMode="auto">
            <a:xfrm>
              <a:off x="2323" y="3520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09" name="Rectangle 161"/>
            <p:cNvSpPr>
              <a:spLocks noChangeArrowheads="1"/>
            </p:cNvSpPr>
            <p:nvPr/>
          </p:nvSpPr>
          <p:spPr bwMode="auto">
            <a:xfrm>
              <a:off x="1693" y="3520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0" name="Rectangle 162"/>
            <p:cNvSpPr>
              <a:spLocks noChangeArrowheads="1"/>
            </p:cNvSpPr>
            <p:nvPr/>
          </p:nvSpPr>
          <p:spPr bwMode="auto">
            <a:xfrm>
              <a:off x="111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1" name="Rectangle 163"/>
            <p:cNvSpPr>
              <a:spLocks noChangeArrowheads="1"/>
            </p:cNvSpPr>
            <p:nvPr/>
          </p:nvSpPr>
          <p:spPr bwMode="auto">
            <a:xfrm>
              <a:off x="5417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2" name="Rectangle 164"/>
            <p:cNvSpPr>
              <a:spLocks noChangeArrowheads="1"/>
            </p:cNvSpPr>
            <p:nvPr/>
          </p:nvSpPr>
          <p:spPr bwMode="auto">
            <a:xfrm>
              <a:off x="5137" y="3163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3" name="Rectangle 165"/>
            <p:cNvSpPr>
              <a:spLocks noChangeArrowheads="1"/>
            </p:cNvSpPr>
            <p:nvPr/>
          </p:nvSpPr>
          <p:spPr bwMode="auto">
            <a:xfrm>
              <a:off x="4883" y="3163"/>
              <a:ext cx="4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4" name="Rectangle 166"/>
            <p:cNvSpPr>
              <a:spLocks noChangeArrowheads="1"/>
            </p:cNvSpPr>
            <p:nvPr/>
          </p:nvSpPr>
          <p:spPr bwMode="auto">
            <a:xfrm>
              <a:off x="461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5" name="Rectangle 167"/>
            <p:cNvSpPr>
              <a:spLocks noChangeArrowheads="1"/>
            </p:cNvSpPr>
            <p:nvPr/>
          </p:nvSpPr>
          <p:spPr bwMode="auto">
            <a:xfrm>
              <a:off x="439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6" name="Rectangle 168"/>
            <p:cNvSpPr>
              <a:spLocks noChangeArrowheads="1"/>
            </p:cNvSpPr>
            <p:nvPr/>
          </p:nvSpPr>
          <p:spPr bwMode="auto">
            <a:xfrm>
              <a:off x="3761" y="3163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7" name="Rectangle 169"/>
            <p:cNvSpPr>
              <a:spLocks noChangeArrowheads="1"/>
            </p:cNvSpPr>
            <p:nvPr/>
          </p:nvSpPr>
          <p:spPr bwMode="auto">
            <a:xfrm>
              <a:off x="3181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8" name="Rectangle 170"/>
            <p:cNvSpPr>
              <a:spLocks noChangeArrowheads="1"/>
            </p:cNvSpPr>
            <p:nvPr/>
          </p:nvSpPr>
          <p:spPr bwMode="auto">
            <a:xfrm>
              <a:off x="292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19" name="Rectangle 171"/>
            <p:cNvSpPr>
              <a:spLocks noChangeArrowheads="1"/>
            </p:cNvSpPr>
            <p:nvPr/>
          </p:nvSpPr>
          <p:spPr bwMode="auto">
            <a:xfrm>
              <a:off x="2667" y="3163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0" name="Rectangle 172"/>
            <p:cNvSpPr>
              <a:spLocks noChangeArrowheads="1"/>
            </p:cNvSpPr>
            <p:nvPr/>
          </p:nvSpPr>
          <p:spPr bwMode="auto">
            <a:xfrm>
              <a:off x="2395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1" name="Rectangle 173"/>
            <p:cNvSpPr>
              <a:spLocks noChangeArrowheads="1"/>
            </p:cNvSpPr>
            <p:nvPr/>
          </p:nvSpPr>
          <p:spPr bwMode="auto">
            <a:xfrm>
              <a:off x="2174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2" name="Rectangle 174"/>
            <p:cNvSpPr>
              <a:spLocks noChangeArrowheads="1"/>
            </p:cNvSpPr>
            <p:nvPr/>
          </p:nvSpPr>
          <p:spPr bwMode="auto">
            <a:xfrm>
              <a:off x="1594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3" name="Rectangle 175"/>
            <p:cNvSpPr>
              <a:spLocks noChangeArrowheads="1"/>
            </p:cNvSpPr>
            <p:nvPr/>
          </p:nvSpPr>
          <p:spPr bwMode="auto">
            <a:xfrm>
              <a:off x="1326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4" name="Rectangle 176"/>
            <p:cNvSpPr>
              <a:spLocks noChangeArrowheads="1"/>
            </p:cNvSpPr>
            <p:nvPr/>
          </p:nvSpPr>
          <p:spPr bwMode="auto">
            <a:xfrm>
              <a:off x="1050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5" name="Rectangle 177"/>
            <p:cNvSpPr>
              <a:spLocks noChangeArrowheads="1"/>
            </p:cNvSpPr>
            <p:nvPr/>
          </p:nvSpPr>
          <p:spPr bwMode="auto">
            <a:xfrm>
              <a:off x="601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6" name="Rectangle 178"/>
            <p:cNvSpPr>
              <a:spLocks noChangeArrowheads="1"/>
            </p:cNvSpPr>
            <p:nvPr/>
          </p:nvSpPr>
          <p:spPr bwMode="auto">
            <a:xfrm>
              <a:off x="408" y="3163"/>
              <a:ext cx="5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7" name="Rectangle 179"/>
            <p:cNvSpPr>
              <a:spLocks noChangeArrowheads="1"/>
            </p:cNvSpPr>
            <p:nvPr/>
          </p:nvSpPr>
          <p:spPr bwMode="auto">
            <a:xfrm>
              <a:off x="3640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8" name="Rectangle 180"/>
            <p:cNvSpPr>
              <a:spLocks noChangeArrowheads="1"/>
            </p:cNvSpPr>
            <p:nvPr/>
          </p:nvSpPr>
          <p:spPr bwMode="auto">
            <a:xfrm>
              <a:off x="3377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29" name="Rectangle 181"/>
            <p:cNvSpPr>
              <a:spLocks noChangeArrowheads="1"/>
            </p:cNvSpPr>
            <p:nvPr/>
          </p:nvSpPr>
          <p:spPr bwMode="auto">
            <a:xfrm>
              <a:off x="2244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0" name="Rectangle 182"/>
            <p:cNvSpPr>
              <a:spLocks noChangeArrowheads="1"/>
            </p:cNvSpPr>
            <p:nvPr/>
          </p:nvSpPr>
          <p:spPr bwMode="auto">
            <a:xfrm>
              <a:off x="1604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1" name="Rectangle 183"/>
            <p:cNvSpPr>
              <a:spLocks noChangeArrowheads="1"/>
            </p:cNvSpPr>
            <p:nvPr/>
          </p:nvSpPr>
          <p:spPr bwMode="auto">
            <a:xfrm>
              <a:off x="5328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2" name="Rectangle 184"/>
            <p:cNvSpPr>
              <a:spLocks noChangeArrowheads="1"/>
            </p:cNvSpPr>
            <p:nvPr/>
          </p:nvSpPr>
          <p:spPr bwMode="auto">
            <a:xfrm>
              <a:off x="5061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3" name="Rectangle 185"/>
            <p:cNvSpPr>
              <a:spLocks noChangeArrowheads="1"/>
            </p:cNvSpPr>
            <p:nvPr/>
          </p:nvSpPr>
          <p:spPr bwMode="auto">
            <a:xfrm>
              <a:off x="4798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4" name="Rectangle 186"/>
            <p:cNvSpPr>
              <a:spLocks noChangeArrowheads="1"/>
            </p:cNvSpPr>
            <p:nvPr/>
          </p:nvSpPr>
          <p:spPr bwMode="auto">
            <a:xfrm>
              <a:off x="4312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5" name="Rectangle 187"/>
            <p:cNvSpPr>
              <a:spLocks noChangeArrowheads="1"/>
            </p:cNvSpPr>
            <p:nvPr/>
          </p:nvSpPr>
          <p:spPr bwMode="auto">
            <a:xfrm>
              <a:off x="3672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6" name="Rectangle 188"/>
            <p:cNvSpPr>
              <a:spLocks noChangeArrowheads="1"/>
            </p:cNvSpPr>
            <p:nvPr/>
          </p:nvSpPr>
          <p:spPr bwMode="auto">
            <a:xfrm>
              <a:off x="2843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7" name="Rectangle 189"/>
            <p:cNvSpPr>
              <a:spLocks noChangeArrowheads="1"/>
            </p:cNvSpPr>
            <p:nvPr/>
          </p:nvSpPr>
          <p:spPr bwMode="auto">
            <a:xfrm>
              <a:off x="2581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8" name="Rectangle 190"/>
            <p:cNvSpPr>
              <a:spLocks noChangeArrowheads="1"/>
            </p:cNvSpPr>
            <p:nvPr/>
          </p:nvSpPr>
          <p:spPr bwMode="auto">
            <a:xfrm>
              <a:off x="2085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39" name="Rectangle 191"/>
            <p:cNvSpPr>
              <a:spLocks noChangeArrowheads="1"/>
            </p:cNvSpPr>
            <p:nvPr/>
          </p:nvSpPr>
          <p:spPr bwMode="auto">
            <a:xfrm>
              <a:off x="1236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0" name="Rectangle 192"/>
            <p:cNvSpPr>
              <a:spLocks noChangeArrowheads="1"/>
            </p:cNvSpPr>
            <p:nvPr/>
          </p:nvSpPr>
          <p:spPr bwMode="auto">
            <a:xfrm>
              <a:off x="4134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1" name="Rectangle 193"/>
            <p:cNvSpPr>
              <a:spLocks noChangeArrowheads="1"/>
            </p:cNvSpPr>
            <p:nvPr/>
          </p:nvSpPr>
          <p:spPr bwMode="auto">
            <a:xfrm>
              <a:off x="3554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2" name="Rectangle 194"/>
            <p:cNvSpPr>
              <a:spLocks noChangeArrowheads="1"/>
            </p:cNvSpPr>
            <p:nvPr/>
          </p:nvSpPr>
          <p:spPr bwMode="auto">
            <a:xfrm>
              <a:off x="3279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3" name="Rectangle 195"/>
            <p:cNvSpPr>
              <a:spLocks noChangeArrowheads="1"/>
            </p:cNvSpPr>
            <p:nvPr/>
          </p:nvSpPr>
          <p:spPr bwMode="auto">
            <a:xfrm>
              <a:off x="309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4" name="Rectangle 196"/>
            <p:cNvSpPr>
              <a:spLocks noChangeArrowheads="1"/>
            </p:cNvSpPr>
            <p:nvPr/>
          </p:nvSpPr>
          <p:spPr bwMode="auto">
            <a:xfrm>
              <a:off x="2778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5" name="Rectangle 197"/>
            <p:cNvSpPr>
              <a:spLocks noChangeArrowheads="1"/>
            </p:cNvSpPr>
            <p:nvPr/>
          </p:nvSpPr>
          <p:spPr bwMode="auto">
            <a:xfrm>
              <a:off x="2472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6" name="Rectangle 198"/>
            <p:cNvSpPr>
              <a:spLocks noChangeArrowheads="1"/>
            </p:cNvSpPr>
            <p:nvPr/>
          </p:nvSpPr>
          <p:spPr bwMode="auto">
            <a:xfrm>
              <a:off x="2160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7" name="Rectangle 199"/>
            <p:cNvSpPr>
              <a:spLocks noChangeArrowheads="1"/>
            </p:cNvSpPr>
            <p:nvPr/>
          </p:nvSpPr>
          <p:spPr bwMode="auto">
            <a:xfrm>
              <a:off x="1854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8" name="Rectangle 200"/>
            <p:cNvSpPr>
              <a:spLocks noChangeArrowheads="1"/>
            </p:cNvSpPr>
            <p:nvPr/>
          </p:nvSpPr>
          <p:spPr bwMode="auto">
            <a:xfrm>
              <a:off x="1508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49" name="Rectangle 201"/>
            <p:cNvSpPr>
              <a:spLocks noChangeArrowheads="1"/>
            </p:cNvSpPr>
            <p:nvPr/>
          </p:nvSpPr>
          <p:spPr bwMode="auto">
            <a:xfrm>
              <a:off x="1201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0" name="Rectangle 202"/>
            <p:cNvSpPr>
              <a:spLocks noChangeArrowheads="1"/>
            </p:cNvSpPr>
            <p:nvPr/>
          </p:nvSpPr>
          <p:spPr bwMode="auto">
            <a:xfrm>
              <a:off x="5229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1" name="Rectangle 203"/>
            <p:cNvSpPr>
              <a:spLocks noChangeArrowheads="1"/>
            </p:cNvSpPr>
            <p:nvPr/>
          </p:nvSpPr>
          <p:spPr bwMode="auto">
            <a:xfrm>
              <a:off x="4977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2" name="Rectangle 204"/>
            <p:cNvSpPr>
              <a:spLocks noChangeArrowheads="1"/>
            </p:cNvSpPr>
            <p:nvPr/>
          </p:nvSpPr>
          <p:spPr bwMode="auto">
            <a:xfrm>
              <a:off x="4701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3" name="Rectangle 205"/>
            <p:cNvSpPr>
              <a:spLocks noChangeArrowheads="1"/>
            </p:cNvSpPr>
            <p:nvPr/>
          </p:nvSpPr>
          <p:spPr bwMode="auto">
            <a:xfrm>
              <a:off x="4513" y="3163"/>
              <a:ext cx="5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4" name="Rectangle 206"/>
            <p:cNvSpPr>
              <a:spLocks noChangeArrowheads="1"/>
            </p:cNvSpPr>
            <p:nvPr/>
          </p:nvSpPr>
          <p:spPr bwMode="auto">
            <a:xfrm>
              <a:off x="4228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5" name="Rectangle 207"/>
            <p:cNvSpPr>
              <a:spLocks noChangeArrowheads="1"/>
            </p:cNvSpPr>
            <p:nvPr/>
          </p:nvSpPr>
          <p:spPr bwMode="auto">
            <a:xfrm>
              <a:off x="3923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6" name="Rectangle 208"/>
            <p:cNvSpPr>
              <a:spLocks noChangeArrowheads="1"/>
            </p:cNvSpPr>
            <p:nvPr/>
          </p:nvSpPr>
          <p:spPr bwMode="auto">
            <a:xfrm>
              <a:off x="3574" y="3163"/>
              <a:ext cx="9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7" name="Rectangle 209"/>
            <p:cNvSpPr>
              <a:spLocks noChangeArrowheads="1"/>
            </p:cNvSpPr>
            <p:nvPr/>
          </p:nvSpPr>
          <p:spPr bwMode="auto">
            <a:xfrm>
              <a:off x="3270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8" name="Rectangle 210"/>
            <p:cNvSpPr>
              <a:spLocks noChangeArrowheads="1"/>
            </p:cNvSpPr>
            <p:nvPr/>
          </p:nvSpPr>
          <p:spPr bwMode="auto">
            <a:xfrm>
              <a:off x="2759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59" name="Rectangle 211"/>
            <p:cNvSpPr>
              <a:spLocks noChangeArrowheads="1"/>
            </p:cNvSpPr>
            <p:nvPr/>
          </p:nvSpPr>
          <p:spPr bwMode="auto">
            <a:xfrm>
              <a:off x="2484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0" name="Rectangle 212"/>
            <p:cNvSpPr>
              <a:spLocks noChangeArrowheads="1"/>
            </p:cNvSpPr>
            <p:nvPr/>
          </p:nvSpPr>
          <p:spPr bwMode="auto">
            <a:xfrm>
              <a:off x="2296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1" name="Rectangle 213"/>
            <p:cNvSpPr>
              <a:spLocks noChangeArrowheads="1"/>
            </p:cNvSpPr>
            <p:nvPr/>
          </p:nvSpPr>
          <p:spPr bwMode="auto">
            <a:xfrm>
              <a:off x="1989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2" name="Rectangle 214"/>
            <p:cNvSpPr>
              <a:spLocks noChangeArrowheads="1"/>
            </p:cNvSpPr>
            <p:nvPr/>
          </p:nvSpPr>
          <p:spPr bwMode="auto">
            <a:xfrm>
              <a:off x="1683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3" name="Rectangle 215"/>
            <p:cNvSpPr>
              <a:spLocks noChangeArrowheads="1"/>
            </p:cNvSpPr>
            <p:nvPr/>
          </p:nvSpPr>
          <p:spPr bwMode="auto">
            <a:xfrm>
              <a:off x="1140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4" name="Rectangle 216"/>
            <p:cNvSpPr>
              <a:spLocks noChangeArrowheads="1"/>
            </p:cNvSpPr>
            <p:nvPr/>
          </p:nvSpPr>
          <p:spPr bwMode="auto">
            <a:xfrm>
              <a:off x="937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5" name="Rectangle 217"/>
            <p:cNvSpPr>
              <a:spLocks noChangeArrowheads="1"/>
            </p:cNvSpPr>
            <p:nvPr/>
          </p:nvSpPr>
          <p:spPr bwMode="auto">
            <a:xfrm>
              <a:off x="498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6" name="Rectangle 218"/>
            <p:cNvSpPr>
              <a:spLocks noChangeArrowheads="1"/>
            </p:cNvSpPr>
            <p:nvPr/>
          </p:nvSpPr>
          <p:spPr bwMode="auto">
            <a:xfrm>
              <a:off x="295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7" name="Rectangle 219"/>
            <p:cNvSpPr>
              <a:spLocks noChangeArrowheads="1"/>
            </p:cNvSpPr>
            <p:nvPr/>
          </p:nvSpPr>
          <p:spPr bwMode="auto">
            <a:xfrm>
              <a:off x="2610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8" name="Rectangle 220"/>
            <p:cNvSpPr>
              <a:spLocks noChangeArrowheads="1"/>
            </p:cNvSpPr>
            <p:nvPr/>
          </p:nvSpPr>
          <p:spPr bwMode="auto">
            <a:xfrm>
              <a:off x="1991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69" name="Rectangle 221"/>
            <p:cNvSpPr>
              <a:spLocks noChangeArrowheads="1"/>
            </p:cNvSpPr>
            <p:nvPr/>
          </p:nvSpPr>
          <p:spPr bwMode="auto">
            <a:xfrm>
              <a:off x="1338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0" name="Rectangle 222"/>
            <p:cNvSpPr>
              <a:spLocks noChangeArrowheads="1"/>
            </p:cNvSpPr>
            <p:nvPr/>
          </p:nvSpPr>
          <p:spPr bwMode="auto">
            <a:xfrm>
              <a:off x="949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1" name="Rectangle 223"/>
            <p:cNvSpPr>
              <a:spLocks noChangeArrowheads="1"/>
            </p:cNvSpPr>
            <p:nvPr/>
          </p:nvSpPr>
          <p:spPr bwMode="auto">
            <a:xfrm>
              <a:off x="4060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2" name="Rectangle 224"/>
            <p:cNvSpPr>
              <a:spLocks noChangeArrowheads="1"/>
            </p:cNvSpPr>
            <p:nvPr/>
          </p:nvSpPr>
          <p:spPr bwMode="auto">
            <a:xfrm>
              <a:off x="3408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3" name="Rectangle 225"/>
            <p:cNvSpPr>
              <a:spLocks noChangeArrowheads="1"/>
            </p:cNvSpPr>
            <p:nvPr/>
          </p:nvSpPr>
          <p:spPr bwMode="auto">
            <a:xfrm>
              <a:off x="3022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4" name="Rectangle 226"/>
            <p:cNvSpPr>
              <a:spLocks noChangeArrowheads="1"/>
            </p:cNvSpPr>
            <p:nvPr/>
          </p:nvSpPr>
          <p:spPr bwMode="auto">
            <a:xfrm>
              <a:off x="1821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5" name="Rectangle 227"/>
            <p:cNvSpPr>
              <a:spLocks noChangeArrowheads="1"/>
            </p:cNvSpPr>
            <p:nvPr/>
          </p:nvSpPr>
          <p:spPr bwMode="auto">
            <a:xfrm>
              <a:off x="1437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6" name="Rectangle 228"/>
            <p:cNvSpPr>
              <a:spLocks noChangeArrowheads="1"/>
            </p:cNvSpPr>
            <p:nvPr/>
          </p:nvSpPr>
          <p:spPr bwMode="auto">
            <a:xfrm>
              <a:off x="725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7" name="Rectangle 229"/>
            <p:cNvSpPr>
              <a:spLocks noChangeArrowheads="1"/>
            </p:cNvSpPr>
            <p:nvPr/>
          </p:nvSpPr>
          <p:spPr bwMode="auto">
            <a:xfrm>
              <a:off x="2880" y="3657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8" name="Rectangle 230"/>
            <p:cNvSpPr>
              <a:spLocks noChangeArrowheads="1"/>
            </p:cNvSpPr>
            <p:nvPr/>
          </p:nvSpPr>
          <p:spPr bwMode="auto">
            <a:xfrm>
              <a:off x="4009" y="3521"/>
              <a:ext cx="4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79" name="Rectangle 231"/>
            <p:cNvSpPr>
              <a:spLocks noChangeArrowheads="1"/>
            </p:cNvSpPr>
            <p:nvPr/>
          </p:nvSpPr>
          <p:spPr bwMode="auto">
            <a:xfrm>
              <a:off x="3919" y="3702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80" name="Rectangle 232"/>
            <p:cNvSpPr>
              <a:spLocks noChangeArrowheads="1"/>
            </p:cNvSpPr>
            <p:nvPr/>
          </p:nvSpPr>
          <p:spPr bwMode="auto">
            <a:xfrm>
              <a:off x="3820" y="3529"/>
              <a:ext cx="9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081" name="Rectangle 233"/>
            <p:cNvSpPr>
              <a:spLocks noChangeArrowheads="1"/>
            </p:cNvSpPr>
            <p:nvPr/>
          </p:nvSpPr>
          <p:spPr bwMode="auto">
            <a:xfrm>
              <a:off x="4241" y="3657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3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463083" name="Object 235"/>
          <p:cNvGraphicFramePr>
            <a:graphicFrameLocks noChangeAspect="1"/>
          </p:cNvGraphicFramePr>
          <p:nvPr/>
        </p:nvGraphicFramePr>
        <p:xfrm>
          <a:off x="1089025" y="5946775"/>
          <a:ext cx="73707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1" name="公式" r:id="rId7" imgW="3162300" imgH="393700" progId="Equation.3">
                  <p:embed/>
                </p:oleObj>
              </mc:Choice>
              <mc:Fallback>
                <p:oleObj name="公式" r:id="rId7" imgW="3162300" imgH="393700" progId="Equation.3">
                  <p:embed/>
                  <p:pic>
                    <p:nvPicPr>
                      <p:cNvPr id="0" name="Object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5946775"/>
                        <a:ext cx="737076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2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2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1EE5F-B80F-46C5-A684-59B20809422F}" type="slidenum">
              <a:rPr lang="zh-CN" altLang="en-US"/>
              <a:pPr>
                <a:defRPr/>
              </a:pPr>
              <a:t>31</a:t>
            </a:fld>
            <a:endParaRPr lang="en-US" altLang="zh-CN"/>
          </a:p>
        </p:txBody>
      </p:sp>
      <p:graphicFrame>
        <p:nvGraphicFramePr>
          <p:cNvPr id="64102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856307"/>
              </p:ext>
            </p:extLst>
          </p:nvPr>
        </p:nvGraphicFramePr>
        <p:xfrm>
          <a:off x="142875" y="836613"/>
          <a:ext cx="8893175" cy="3303632"/>
        </p:xfrm>
        <a:graphic>
          <a:graphicData uri="http://schemas.openxmlformats.org/drawingml/2006/table">
            <a:tbl>
              <a:tblPr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一阶差商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二阶差商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三阶差商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1046" name="Rectangle 2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1047" name="Rectangle 2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0442" name="Object 25"/>
          <p:cNvGraphicFramePr>
            <a:graphicFrameLocks noChangeAspect="1"/>
          </p:cNvGraphicFramePr>
          <p:nvPr/>
        </p:nvGraphicFramePr>
        <p:xfrm>
          <a:off x="641350" y="1411288"/>
          <a:ext cx="60960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8" name="公式" r:id="rId3" imgW="203112" imgH="863225" progId="Equation.3">
                  <p:embed/>
                </p:oleObj>
              </mc:Choice>
              <mc:Fallback>
                <p:oleObj name="公式" r:id="rId3" imgW="203112" imgH="863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1411288"/>
                        <a:ext cx="60960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43" name="Group 26"/>
          <p:cNvGrpSpPr>
            <a:grpSpLocks/>
          </p:cNvGrpSpPr>
          <p:nvPr/>
        </p:nvGrpSpPr>
        <p:grpSpPr bwMode="auto">
          <a:xfrm>
            <a:off x="395288" y="4437063"/>
            <a:ext cx="8350250" cy="1206500"/>
            <a:chOff x="295" y="3128"/>
            <a:chExt cx="5188" cy="708"/>
          </a:xfrm>
        </p:grpSpPr>
        <p:sp>
          <p:nvSpPr>
            <p:cNvPr id="641051" name="Rectangle 27"/>
            <p:cNvSpPr>
              <a:spLocks noChangeArrowheads="1"/>
            </p:cNvSpPr>
            <p:nvPr/>
          </p:nvSpPr>
          <p:spPr bwMode="auto">
            <a:xfrm>
              <a:off x="4332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2" name="Rectangle 28"/>
            <p:cNvSpPr>
              <a:spLocks noChangeArrowheads="1"/>
            </p:cNvSpPr>
            <p:nvPr/>
          </p:nvSpPr>
          <p:spPr bwMode="auto">
            <a:xfrm>
              <a:off x="3715" y="3520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3" name="Rectangle 29"/>
            <p:cNvSpPr>
              <a:spLocks noChangeArrowheads="1"/>
            </p:cNvSpPr>
            <p:nvPr/>
          </p:nvSpPr>
          <p:spPr bwMode="auto">
            <a:xfrm>
              <a:off x="3462" y="3520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4" name="Rectangle 30"/>
            <p:cNvSpPr>
              <a:spLocks noChangeArrowheads="1"/>
            </p:cNvSpPr>
            <p:nvPr/>
          </p:nvSpPr>
          <p:spPr bwMode="auto">
            <a:xfrm>
              <a:off x="3190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5" name="Rectangle 31"/>
            <p:cNvSpPr>
              <a:spLocks noChangeArrowheads="1"/>
            </p:cNvSpPr>
            <p:nvPr/>
          </p:nvSpPr>
          <p:spPr bwMode="auto">
            <a:xfrm>
              <a:off x="297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6" name="Rectangle 32"/>
            <p:cNvSpPr>
              <a:spLocks noChangeArrowheads="1"/>
            </p:cNvSpPr>
            <p:nvPr/>
          </p:nvSpPr>
          <p:spPr bwMode="auto">
            <a:xfrm>
              <a:off x="2323" y="3520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7" name="Rectangle 33"/>
            <p:cNvSpPr>
              <a:spLocks noChangeArrowheads="1"/>
            </p:cNvSpPr>
            <p:nvPr/>
          </p:nvSpPr>
          <p:spPr bwMode="auto">
            <a:xfrm>
              <a:off x="1693" y="3520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8" name="Rectangle 34"/>
            <p:cNvSpPr>
              <a:spLocks noChangeArrowheads="1"/>
            </p:cNvSpPr>
            <p:nvPr/>
          </p:nvSpPr>
          <p:spPr bwMode="auto">
            <a:xfrm>
              <a:off x="111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9" name="Rectangle 35"/>
            <p:cNvSpPr>
              <a:spLocks noChangeArrowheads="1"/>
            </p:cNvSpPr>
            <p:nvPr/>
          </p:nvSpPr>
          <p:spPr bwMode="auto">
            <a:xfrm>
              <a:off x="5417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0" name="Rectangle 36"/>
            <p:cNvSpPr>
              <a:spLocks noChangeArrowheads="1"/>
            </p:cNvSpPr>
            <p:nvPr/>
          </p:nvSpPr>
          <p:spPr bwMode="auto">
            <a:xfrm>
              <a:off x="5137" y="3163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1" name="Rectangle 37"/>
            <p:cNvSpPr>
              <a:spLocks noChangeArrowheads="1"/>
            </p:cNvSpPr>
            <p:nvPr/>
          </p:nvSpPr>
          <p:spPr bwMode="auto">
            <a:xfrm>
              <a:off x="4883" y="3163"/>
              <a:ext cx="4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2" name="Rectangle 38"/>
            <p:cNvSpPr>
              <a:spLocks noChangeArrowheads="1"/>
            </p:cNvSpPr>
            <p:nvPr/>
          </p:nvSpPr>
          <p:spPr bwMode="auto">
            <a:xfrm>
              <a:off x="461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3" name="Rectangle 39"/>
            <p:cNvSpPr>
              <a:spLocks noChangeArrowheads="1"/>
            </p:cNvSpPr>
            <p:nvPr/>
          </p:nvSpPr>
          <p:spPr bwMode="auto">
            <a:xfrm>
              <a:off x="439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4" name="Rectangle 40"/>
            <p:cNvSpPr>
              <a:spLocks noChangeArrowheads="1"/>
            </p:cNvSpPr>
            <p:nvPr/>
          </p:nvSpPr>
          <p:spPr bwMode="auto">
            <a:xfrm>
              <a:off x="3761" y="3163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5" name="Rectangle 41"/>
            <p:cNvSpPr>
              <a:spLocks noChangeArrowheads="1"/>
            </p:cNvSpPr>
            <p:nvPr/>
          </p:nvSpPr>
          <p:spPr bwMode="auto">
            <a:xfrm>
              <a:off x="3181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6" name="Rectangle 42"/>
            <p:cNvSpPr>
              <a:spLocks noChangeArrowheads="1"/>
            </p:cNvSpPr>
            <p:nvPr/>
          </p:nvSpPr>
          <p:spPr bwMode="auto">
            <a:xfrm>
              <a:off x="292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7" name="Rectangle 43"/>
            <p:cNvSpPr>
              <a:spLocks noChangeArrowheads="1"/>
            </p:cNvSpPr>
            <p:nvPr/>
          </p:nvSpPr>
          <p:spPr bwMode="auto">
            <a:xfrm>
              <a:off x="2667" y="3163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8" name="Rectangle 44"/>
            <p:cNvSpPr>
              <a:spLocks noChangeArrowheads="1"/>
            </p:cNvSpPr>
            <p:nvPr/>
          </p:nvSpPr>
          <p:spPr bwMode="auto">
            <a:xfrm>
              <a:off x="2395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9" name="Rectangle 45"/>
            <p:cNvSpPr>
              <a:spLocks noChangeArrowheads="1"/>
            </p:cNvSpPr>
            <p:nvPr/>
          </p:nvSpPr>
          <p:spPr bwMode="auto">
            <a:xfrm>
              <a:off x="2174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0" name="Rectangle 46"/>
            <p:cNvSpPr>
              <a:spLocks noChangeArrowheads="1"/>
            </p:cNvSpPr>
            <p:nvPr/>
          </p:nvSpPr>
          <p:spPr bwMode="auto">
            <a:xfrm>
              <a:off x="1594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1" name="Rectangle 47"/>
            <p:cNvSpPr>
              <a:spLocks noChangeArrowheads="1"/>
            </p:cNvSpPr>
            <p:nvPr/>
          </p:nvSpPr>
          <p:spPr bwMode="auto">
            <a:xfrm>
              <a:off x="1326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2" name="Rectangle 48"/>
            <p:cNvSpPr>
              <a:spLocks noChangeArrowheads="1"/>
            </p:cNvSpPr>
            <p:nvPr/>
          </p:nvSpPr>
          <p:spPr bwMode="auto">
            <a:xfrm>
              <a:off x="1050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3" name="Rectangle 49"/>
            <p:cNvSpPr>
              <a:spLocks noChangeArrowheads="1"/>
            </p:cNvSpPr>
            <p:nvPr/>
          </p:nvSpPr>
          <p:spPr bwMode="auto">
            <a:xfrm>
              <a:off x="601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4" name="Rectangle 50"/>
            <p:cNvSpPr>
              <a:spLocks noChangeArrowheads="1"/>
            </p:cNvSpPr>
            <p:nvPr/>
          </p:nvSpPr>
          <p:spPr bwMode="auto">
            <a:xfrm>
              <a:off x="408" y="3163"/>
              <a:ext cx="5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5" name="Rectangle 51"/>
            <p:cNvSpPr>
              <a:spLocks noChangeArrowheads="1"/>
            </p:cNvSpPr>
            <p:nvPr/>
          </p:nvSpPr>
          <p:spPr bwMode="auto">
            <a:xfrm>
              <a:off x="3640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6" name="Rectangle 52"/>
            <p:cNvSpPr>
              <a:spLocks noChangeArrowheads="1"/>
            </p:cNvSpPr>
            <p:nvPr/>
          </p:nvSpPr>
          <p:spPr bwMode="auto">
            <a:xfrm>
              <a:off x="3377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7" name="Rectangle 53"/>
            <p:cNvSpPr>
              <a:spLocks noChangeArrowheads="1"/>
            </p:cNvSpPr>
            <p:nvPr/>
          </p:nvSpPr>
          <p:spPr bwMode="auto">
            <a:xfrm>
              <a:off x="2244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8" name="Rectangle 54"/>
            <p:cNvSpPr>
              <a:spLocks noChangeArrowheads="1"/>
            </p:cNvSpPr>
            <p:nvPr/>
          </p:nvSpPr>
          <p:spPr bwMode="auto">
            <a:xfrm>
              <a:off x="1604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9" name="Rectangle 55"/>
            <p:cNvSpPr>
              <a:spLocks noChangeArrowheads="1"/>
            </p:cNvSpPr>
            <p:nvPr/>
          </p:nvSpPr>
          <p:spPr bwMode="auto">
            <a:xfrm>
              <a:off x="5328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0" name="Rectangle 56"/>
            <p:cNvSpPr>
              <a:spLocks noChangeArrowheads="1"/>
            </p:cNvSpPr>
            <p:nvPr/>
          </p:nvSpPr>
          <p:spPr bwMode="auto">
            <a:xfrm>
              <a:off x="5061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1" name="Rectangle 57"/>
            <p:cNvSpPr>
              <a:spLocks noChangeArrowheads="1"/>
            </p:cNvSpPr>
            <p:nvPr/>
          </p:nvSpPr>
          <p:spPr bwMode="auto">
            <a:xfrm>
              <a:off x="4798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2" name="Rectangle 58"/>
            <p:cNvSpPr>
              <a:spLocks noChangeArrowheads="1"/>
            </p:cNvSpPr>
            <p:nvPr/>
          </p:nvSpPr>
          <p:spPr bwMode="auto">
            <a:xfrm>
              <a:off x="4312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3" name="Rectangle 59"/>
            <p:cNvSpPr>
              <a:spLocks noChangeArrowheads="1"/>
            </p:cNvSpPr>
            <p:nvPr/>
          </p:nvSpPr>
          <p:spPr bwMode="auto">
            <a:xfrm>
              <a:off x="3672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4" name="Rectangle 60"/>
            <p:cNvSpPr>
              <a:spLocks noChangeArrowheads="1"/>
            </p:cNvSpPr>
            <p:nvPr/>
          </p:nvSpPr>
          <p:spPr bwMode="auto">
            <a:xfrm>
              <a:off x="2843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5" name="Rectangle 61"/>
            <p:cNvSpPr>
              <a:spLocks noChangeArrowheads="1"/>
            </p:cNvSpPr>
            <p:nvPr/>
          </p:nvSpPr>
          <p:spPr bwMode="auto">
            <a:xfrm>
              <a:off x="2581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6" name="Rectangle 62"/>
            <p:cNvSpPr>
              <a:spLocks noChangeArrowheads="1"/>
            </p:cNvSpPr>
            <p:nvPr/>
          </p:nvSpPr>
          <p:spPr bwMode="auto">
            <a:xfrm>
              <a:off x="2085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7" name="Rectangle 63"/>
            <p:cNvSpPr>
              <a:spLocks noChangeArrowheads="1"/>
            </p:cNvSpPr>
            <p:nvPr/>
          </p:nvSpPr>
          <p:spPr bwMode="auto">
            <a:xfrm>
              <a:off x="1236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8" name="Rectangle 64"/>
            <p:cNvSpPr>
              <a:spLocks noChangeArrowheads="1"/>
            </p:cNvSpPr>
            <p:nvPr/>
          </p:nvSpPr>
          <p:spPr bwMode="auto">
            <a:xfrm>
              <a:off x="4134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9" name="Rectangle 65"/>
            <p:cNvSpPr>
              <a:spLocks noChangeArrowheads="1"/>
            </p:cNvSpPr>
            <p:nvPr/>
          </p:nvSpPr>
          <p:spPr bwMode="auto">
            <a:xfrm>
              <a:off x="3554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0" name="Rectangle 66"/>
            <p:cNvSpPr>
              <a:spLocks noChangeArrowheads="1"/>
            </p:cNvSpPr>
            <p:nvPr/>
          </p:nvSpPr>
          <p:spPr bwMode="auto">
            <a:xfrm>
              <a:off x="3279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1" name="Rectangle 67"/>
            <p:cNvSpPr>
              <a:spLocks noChangeArrowheads="1"/>
            </p:cNvSpPr>
            <p:nvPr/>
          </p:nvSpPr>
          <p:spPr bwMode="auto">
            <a:xfrm>
              <a:off x="309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2" name="Rectangle 68"/>
            <p:cNvSpPr>
              <a:spLocks noChangeArrowheads="1"/>
            </p:cNvSpPr>
            <p:nvPr/>
          </p:nvSpPr>
          <p:spPr bwMode="auto">
            <a:xfrm>
              <a:off x="2778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3" name="Rectangle 69"/>
            <p:cNvSpPr>
              <a:spLocks noChangeArrowheads="1"/>
            </p:cNvSpPr>
            <p:nvPr/>
          </p:nvSpPr>
          <p:spPr bwMode="auto">
            <a:xfrm>
              <a:off x="2472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4" name="Rectangle 70"/>
            <p:cNvSpPr>
              <a:spLocks noChangeArrowheads="1"/>
            </p:cNvSpPr>
            <p:nvPr/>
          </p:nvSpPr>
          <p:spPr bwMode="auto">
            <a:xfrm>
              <a:off x="2160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5" name="Rectangle 71"/>
            <p:cNvSpPr>
              <a:spLocks noChangeArrowheads="1"/>
            </p:cNvSpPr>
            <p:nvPr/>
          </p:nvSpPr>
          <p:spPr bwMode="auto">
            <a:xfrm>
              <a:off x="1854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6" name="Rectangle 72"/>
            <p:cNvSpPr>
              <a:spLocks noChangeArrowheads="1"/>
            </p:cNvSpPr>
            <p:nvPr/>
          </p:nvSpPr>
          <p:spPr bwMode="auto">
            <a:xfrm>
              <a:off x="1508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7" name="Rectangle 73"/>
            <p:cNvSpPr>
              <a:spLocks noChangeArrowheads="1"/>
            </p:cNvSpPr>
            <p:nvPr/>
          </p:nvSpPr>
          <p:spPr bwMode="auto">
            <a:xfrm>
              <a:off x="1201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8" name="Rectangle 74"/>
            <p:cNvSpPr>
              <a:spLocks noChangeArrowheads="1"/>
            </p:cNvSpPr>
            <p:nvPr/>
          </p:nvSpPr>
          <p:spPr bwMode="auto">
            <a:xfrm>
              <a:off x="5229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9" name="Rectangle 75"/>
            <p:cNvSpPr>
              <a:spLocks noChangeArrowheads="1"/>
            </p:cNvSpPr>
            <p:nvPr/>
          </p:nvSpPr>
          <p:spPr bwMode="auto">
            <a:xfrm>
              <a:off x="4977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0" name="Rectangle 76"/>
            <p:cNvSpPr>
              <a:spLocks noChangeArrowheads="1"/>
            </p:cNvSpPr>
            <p:nvPr/>
          </p:nvSpPr>
          <p:spPr bwMode="auto">
            <a:xfrm>
              <a:off x="4701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1" name="Rectangle 77"/>
            <p:cNvSpPr>
              <a:spLocks noChangeArrowheads="1"/>
            </p:cNvSpPr>
            <p:nvPr/>
          </p:nvSpPr>
          <p:spPr bwMode="auto">
            <a:xfrm>
              <a:off x="4513" y="3163"/>
              <a:ext cx="5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2" name="Rectangle 78"/>
            <p:cNvSpPr>
              <a:spLocks noChangeArrowheads="1"/>
            </p:cNvSpPr>
            <p:nvPr/>
          </p:nvSpPr>
          <p:spPr bwMode="auto">
            <a:xfrm>
              <a:off x="4228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3" name="Rectangle 79"/>
            <p:cNvSpPr>
              <a:spLocks noChangeArrowheads="1"/>
            </p:cNvSpPr>
            <p:nvPr/>
          </p:nvSpPr>
          <p:spPr bwMode="auto">
            <a:xfrm>
              <a:off x="3923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4" name="Rectangle 80"/>
            <p:cNvSpPr>
              <a:spLocks noChangeArrowheads="1"/>
            </p:cNvSpPr>
            <p:nvPr/>
          </p:nvSpPr>
          <p:spPr bwMode="auto">
            <a:xfrm>
              <a:off x="3574" y="3163"/>
              <a:ext cx="9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5" name="Rectangle 81"/>
            <p:cNvSpPr>
              <a:spLocks noChangeArrowheads="1"/>
            </p:cNvSpPr>
            <p:nvPr/>
          </p:nvSpPr>
          <p:spPr bwMode="auto">
            <a:xfrm>
              <a:off x="3270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6" name="Rectangle 82"/>
            <p:cNvSpPr>
              <a:spLocks noChangeArrowheads="1"/>
            </p:cNvSpPr>
            <p:nvPr/>
          </p:nvSpPr>
          <p:spPr bwMode="auto">
            <a:xfrm>
              <a:off x="2759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7" name="Rectangle 83"/>
            <p:cNvSpPr>
              <a:spLocks noChangeArrowheads="1"/>
            </p:cNvSpPr>
            <p:nvPr/>
          </p:nvSpPr>
          <p:spPr bwMode="auto">
            <a:xfrm>
              <a:off x="2484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8" name="Rectangle 84"/>
            <p:cNvSpPr>
              <a:spLocks noChangeArrowheads="1"/>
            </p:cNvSpPr>
            <p:nvPr/>
          </p:nvSpPr>
          <p:spPr bwMode="auto">
            <a:xfrm>
              <a:off x="2296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9" name="Rectangle 85"/>
            <p:cNvSpPr>
              <a:spLocks noChangeArrowheads="1"/>
            </p:cNvSpPr>
            <p:nvPr/>
          </p:nvSpPr>
          <p:spPr bwMode="auto">
            <a:xfrm>
              <a:off x="1989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0" name="Rectangle 86"/>
            <p:cNvSpPr>
              <a:spLocks noChangeArrowheads="1"/>
            </p:cNvSpPr>
            <p:nvPr/>
          </p:nvSpPr>
          <p:spPr bwMode="auto">
            <a:xfrm>
              <a:off x="1683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1" name="Rectangle 87"/>
            <p:cNvSpPr>
              <a:spLocks noChangeArrowheads="1"/>
            </p:cNvSpPr>
            <p:nvPr/>
          </p:nvSpPr>
          <p:spPr bwMode="auto">
            <a:xfrm>
              <a:off x="1140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2" name="Rectangle 88"/>
            <p:cNvSpPr>
              <a:spLocks noChangeArrowheads="1"/>
            </p:cNvSpPr>
            <p:nvPr/>
          </p:nvSpPr>
          <p:spPr bwMode="auto">
            <a:xfrm>
              <a:off x="937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3" name="Rectangle 89"/>
            <p:cNvSpPr>
              <a:spLocks noChangeArrowheads="1"/>
            </p:cNvSpPr>
            <p:nvPr/>
          </p:nvSpPr>
          <p:spPr bwMode="auto">
            <a:xfrm>
              <a:off x="498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4" name="Rectangle 90"/>
            <p:cNvSpPr>
              <a:spLocks noChangeArrowheads="1"/>
            </p:cNvSpPr>
            <p:nvPr/>
          </p:nvSpPr>
          <p:spPr bwMode="auto">
            <a:xfrm>
              <a:off x="295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5" name="Rectangle 91"/>
            <p:cNvSpPr>
              <a:spLocks noChangeArrowheads="1"/>
            </p:cNvSpPr>
            <p:nvPr/>
          </p:nvSpPr>
          <p:spPr bwMode="auto">
            <a:xfrm>
              <a:off x="2610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6" name="Rectangle 92"/>
            <p:cNvSpPr>
              <a:spLocks noChangeArrowheads="1"/>
            </p:cNvSpPr>
            <p:nvPr/>
          </p:nvSpPr>
          <p:spPr bwMode="auto">
            <a:xfrm>
              <a:off x="1991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7" name="Rectangle 93"/>
            <p:cNvSpPr>
              <a:spLocks noChangeArrowheads="1"/>
            </p:cNvSpPr>
            <p:nvPr/>
          </p:nvSpPr>
          <p:spPr bwMode="auto">
            <a:xfrm>
              <a:off x="1338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8" name="Rectangle 94"/>
            <p:cNvSpPr>
              <a:spLocks noChangeArrowheads="1"/>
            </p:cNvSpPr>
            <p:nvPr/>
          </p:nvSpPr>
          <p:spPr bwMode="auto">
            <a:xfrm>
              <a:off x="949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9" name="Rectangle 95"/>
            <p:cNvSpPr>
              <a:spLocks noChangeArrowheads="1"/>
            </p:cNvSpPr>
            <p:nvPr/>
          </p:nvSpPr>
          <p:spPr bwMode="auto">
            <a:xfrm>
              <a:off x="4060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0" name="Rectangle 96"/>
            <p:cNvSpPr>
              <a:spLocks noChangeArrowheads="1"/>
            </p:cNvSpPr>
            <p:nvPr/>
          </p:nvSpPr>
          <p:spPr bwMode="auto">
            <a:xfrm>
              <a:off x="3408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1" name="Rectangle 97"/>
            <p:cNvSpPr>
              <a:spLocks noChangeArrowheads="1"/>
            </p:cNvSpPr>
            <p:nvPr/>
          </p:nvSpPr>
          <p:spPr bwMode="auto">
            <a:xfrm>
              <a:off x="3022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2" name="Rectangle 98"/>
            <p:cNvSpPr>
              <a:spLocks noChangeArrowheads="1"/>
            </p:cNvSpPr>
            <p:nvPr/>
          </p:nvSpPr>
          <p:spPr bwMode="auto">
            <a:xfrm>
              <a:off x="1821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3" name="Rectangle 99"/>
            <p:cNvSpPr>
              <a:spLocks noChangeArrowheads="1"/>
            </p:cNvSpPr>
            <p:nvPr/>
          </p:nvSpPr>
          <p:spPr bwMode="auto">
            <a:xfrm>
              <a:off x="1437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4" name="Rectangle 100"/>
            <p:cNvSpPr>
              <a:spLocks noChangeArrowheads="1"/>
            </p:cNvSpPr>
            <p:nvPr/>
          </p:nvSpPr>
          <p:spPr bwMode="auto">
            <a:xfrm>
              <a:off x="725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5" name="Rectangle 101"/>
            <p:cNvSpPr>
              <a:spLocks noChangeArrowheads="1"/>
            </p:cNvSpPr>
            <p:nvPr/>
          </p:nvSpPr>
          <p:spPr bwMode="auto">
            <a:xfrm>
              <a:off x="2880" y="3657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6" name="Rectangle 102"/>
            <p:cNvSpPr>
              <a:spLocks noChangeArrowheads="1"/>
            </p:cNvSpPr>
            <p:nvPr/>
          </p:nvSpPr>
          <p:spPr bwMode="auto">
            <a:xfrm>
              <a:off x="4009" y="3521"/>
              <a:ext cx="4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7" name="Rectangle 103"/>
            <p:cNvSpPr>
              <a:spLocks noChangeArrowheads="1"/>
            </p:cNvSpPr>
            <p:nvPr/>
          </p:nvSpPr>
          <p:spPr bwMode="auto">
            <a:xfrm>
              <a:off x="3919" y="3702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8" name="Rectangle 104"/>
            <p:cNvSpPr>
              <a:spLocks noChangeArrowheads="1"/>
            </p:cNvSpPr>
            <p:nvPr/>
          </p:nvSpPr>
          <p:spPr bwMode="auto">
            <a:xfrm>
              <a:off x="3820" y="3529"/>
              <a:ext cx="9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9" name="Rectangle 105"/>
            <p:cNvSpPr>
              <a:spLocks noChangeArrowheads="1"/>
            </p:cNvSpPr>
            <p:nvPr/>
          </p:nvSpPr>
          <p:spPr bwMode="auto">
            <a:xfrm>
              <a:off x="4241" y="3657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3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88" name="Object 24"/>
          <p:cNvGraphicFramePr>
            <a:graphicFrameLocks noChangeAspect="1"/>
          </p:cNvGraphicFramePr>
          <p:nvPr/>
        </p:nvGraphicFramePr>
        <p:xfrm>
          <a:off x="3525838" y="166688"/>
          <a:ext cx="4889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9" name="公式" r:id="rId5" imgW="177569" imgH="202936" progId="Equation.3">
                  <p:embed/>
                </p:oleObj>
              </mc:Choice>
              <mc:Fallback>
                <p:oleObj name="公式" r:id="rId5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166688"/>
                        <a:ext cx="4889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Text Box 4"/>
          <p:cNvSpPr txBox="1">
            <a:spLocks noChangeArrowheads="1"/>
          </p:cNvSpPr>
          <p:nvPr/>
        </p:nvSpPr>
        <p:spPr bwMode="auto">
          <a:xfrm>
            <a:off x="14288" y="188913"/>
            <a:ext cx="94313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已知下列表函数   ：求这个函数的插值多项式。 </a:t>
            </a:r>
          </a:p>
        </p:txBody>
      </p:sp>
    </p:spTree>
    <p:extLst>
      <p:ext uri="{BB962C8B-B14F-4D97-AF65-F5344CB8AC3E}">
        <p14:creationId xmlns:p14="http://schemas.microsoft.com/office/powerpoint/2010/main" val="4065216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51EE5F-B80F-46C5-A684-59B20809422F}" type="slidenum">
              <a:rPr lang="zh-CN" altLang="en-US"/>
              <a:pPr>
                <a:defRPr/>
              </a:pPr>
              <a:t>32</a:t>
            </a:fld>
            <a:endParaRPr lang="en-US" altLang="zh-CN"/>
          </a:p>
        </p:txBody>
      </p:sp>
      <p:graphicFrame>
        <p:nvGraphicFramePr>
          <p:cNvPr id="641026" name="Group 2"/>
          <p:cNvGraphicFramePr>
            <a:graphicFrameLocks noGrp="1"/>
          </p:cNvGraphicFramePr>
          <p:nvPr/>
        </p:nvGraphicFramePr>
        <p:xfrm>
          <a:off x="142875" y="836613"/>
          <a:ext cx="8893175" cy="3303632"/>
        </p:xfrm>
        <a:graphic>
          <a:graphicData uri="http://schemas.openxmlformats.org/drawingml/2006/table">
            <a:tbl>
              <a:tblPr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9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9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一阶差商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二阶差商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三阶差商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en-US" altLang="zh-CN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1" lang="zh-CN" alt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1046" name="Rectangle 22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1047" name="Rectangle 23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41048" name="Object 24"/>
          <p:cNvGraphicFramePr>
            <a:graphicFrameLocks noChangeAspect="1"/>
          </p:cNvGraphicFramePr>
          <p:nvPr/>
        </p:nvGraphicFramePr>
        <p:xfrm>
          <a:off x="2454275" y="6040438"/>
          <a:ext cx="45577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4" name="公式" r:id="rId3" imgW="1955800" imgH="241300" progId="Equation.3">
                  <p:embed/>
                </p:oleObj>
              </mc:Choice>
              <mc:Fallback>
                <p:oleObj name="公式" r:id="rId3" imgW="1955800" imgH="2413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6040438"/>
                        <a:ext cx="45577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2" name="Object 25"/>
          <p:cNvGraphicFramePr>
            <a:graphicFrameLocks noChangeAspect="1"/>
          </p:cNvGraphicFramePr>
          <p:nvPr/>
        </p:nvGraphicFramePr>
        <p:xfrm>
          <a:off x="641350" y="1411288"/>
          <a:ext cx="609600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5" name="公式" r:id="rId5" imgW="203112" imgH="863225" progId="Equation.3">
                  <p:embed/>
                </p:oleObj>
              </mc:Choice>
              <mc:Fallback>
                <p:oleObj name="公式" r:id="rId5" imgW="203112" imgH="863225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1411288"/>
                        <a:ext cx="609600" cy="266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43" name="Group 26"/>
          <p:cNvGrpSpPr>
            <a:grpSpLocks/>
          </p:cNvGrpSpPr>
          <p:nvPr/>
        </p:nvGrpSpPr>
        <p:grpSpPr bwMode="auto">
          <a:xfrm>
            <a:off x="395288" y="4437063"/>
            <a:ext cx="8350250" cy="1206500"/>
            <a:chOff x="295" y="3128"/>
            <a:chExt cx="5188" cy="708"/>
          </a:xfrm>
        </p:grpSpPr>
        <p:sp>
          <p:nvSpPr>
            <p:cNvPr id="641051" name="Rectangle 27"/>
            <p:cNvSpPr>
              <a:spLocks noChangeArrowheads="1"/>
            </p:cNvSpPr>
            <p:nvPr/>
          </p:nvSpPr>
          <p:spPr bwMode="auto">
            <a:xfrm>
              <a:off x="4332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2" name="Rectangle 28"/>
            <p:cNvSpPr>
              <a:spLocks noChangeArrowheads="1"/>
            </p:cNvSpPr>
            <p:nvPr/>
          </p:nvSpPr>
          <p:spPr bwMode="auto">
            <a:xfrm>
              <a:off x="3715" y="3520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3" name="Rectangle 29"/>
            <p:cNvSpPr>
              <a:spLocks noChangeArrowheads="1"/>
            </p:cNvSpPr>
            <p:nvPr/>
          </p:nvSpPr>
          <p:spPr bwMode="auto">
            <a:xfrm>
              <a:off x="3462" y="3520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4" name="Rectangle 30"/>
            <p:cNvSpPr>
              <a:spLocks noChangeArrowheads="1"/>
            </p:cNvSpPr>
            <p:nvPr/>
          </p:nvSpPr>
          <p:spPr bwMode="auto">
            <a:xfrm>
              <a:off x="3190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5" name="Rectangle 31"/>
            <p:cNvSpPr>
              <a:spLocks noChangeArrowheads="1"/>
            </p:cNvSpPr>
            <p:nvPr/>
          </p:nvSpPr>
          <p:spPr bwMode="auto">
            <a:xfrm>
              <a:off x="297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6" name="Rectangle 32"/>
            <p:cNvSpPr>
              <a:spLocks noChangeArrowheads="1"/>
            </p:cNvSpPr>
            <p:nvPr/>
          </p:nvSpPr>
          <p:spPr bwMode="auto">
            <a:xfrm>
              <a:off x="2323" y="3520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7" name="Rectangle 33"/>
            <p:cNvSpPr>
              <a:spLocks noChangeArrowheads="1"/>
            </p:cNvSpPr>
            <p:nvPr/>
          </p:nvSpPr>
          <p:spPr bwMode="auto">
            <a:xfrm>
              <a:off x="1693" y="3520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8" name="Rectangle 34"/>
            <p:cNvSpPr>
              <a:spLocks noChangeArrowheads="1"/>
            </p:cNvSpPr>
            <p:nvPr/>
          </p:nvSpPr>
          <p:spPr bwMode="auto">
            <a:xfrm>
              <a:off x="111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59" name="Rectangle 35"/>
            <p:cNvSpPr>
              <a:spLocks noChangeArrowheads="1"/>
            </p:cNvSpPr>
            <p:nvPr/>
          </p:nvSpPr>
          <p:spPr bwMode="auto">
            <a:xfrm>
              <a:off x="5417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0" name="Rectangle 36"/>
            <p:cNvSpPr>
              <a:spLocks noChangeArrowheads="1"/>
            </p:cNvSpPr>
            <p:nvPr/>
          </p:nvSpPr>
          <p:spPr bwMode="auto">
            <a:xfrm>
              <a:off x="5137" y="3163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1" name="Rectangle 37"/>
            <p:cNvSpPr>
              <a:spLocks noChangeArrowheads="1"/>
            </p:cNvSpPr>
            <p:nvPr/>
          </p:nvSpPr>
          <p:spPr bwMode="auto">
            <a:xfrm>
              <a:off x="4883" y="3163"/>
              <a:ext cx="4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2" name="Rectangle 38"/>
            <p:cNvSpPr>
              <a:spLocks noChangeArrowheads="1"/>
            </p:cNvSpPr>
            <p:nvPr/>
          </p:nvSpPr>
          <p:spPr bwMode="auto">
            <a:xfrm>
              <a:off x="461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3" name="Rectangle 39"/>
            <p:cNvSpPr>
              <a:spLocks noChangeArrowheads="1"/>
            </p:cNvSpPr>
            <p:nvPr/>
          </p:nvSpPr>
          <p:spPr bwMode="auto">
            <a:xfrm>
              <a:off x="439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4" name="Rectangle 40"/>
            <p:cNvSpPr>
              <a:spLocks noChangeArrowheads="1"/>
            </p:cNvSpPr>
            <p:nvPr/>
          </p:nvSpPr>
          <p:spPr bwMode="auto">
            <a:xfrm>
              <a:off x="3761" y="3163"/>
              <a:ext cx="13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5" name="Rectangle 41"/>
            <p:cNvSpPr>
              <a:spLocks noChangeArrowheads="1"/>
            </p:cNvSpPr>
            <p:nvPr/>
          </p:nvSpPr>
          <p:spPr bwMode="auto">
            <a:xfrm>
              <a:off x="3181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6" name="Rectangle 42"/>
            <p:cNvSpPr>
              <a:spLocks noChangeArrowheads="1"/>
            </p:cNvSpPr>
            <p:nvPr/>
          </p:nvSpPr>
          <p:spPr bwMode="auto">
            <a:xfrm>
              <a:off x="2922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7" name="Rectangle 43"/>
            <p:cNvSpPr>
              <a:spLocks noChangeArrowheads="1"/>
            </p:cNvSpPr>
            <p:nvPr/>
          </p:nvSpPr>
          <p:spPr bwMode="auto">
            <a:xfrm>
              <a:off x="2667" y="3163"/>
              <a:ext cx="4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8" name="Rectangle 44"/>
            <p:cNvSpPr>
              <a:spLocks noChangeArrowheads="1"/>
            </p:cNvSpPr>
            <p:nvPr/>
          </p:nvSpPr>
          <p:spPr bwMode="auto">
            <a:xfrm>
              <a:off x="2395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69" name="Rectangle 45"/>
            <p:cNvSpPr>
              <a:spLocks noChangeArrowheads="1"/>
            </p:cNvSpPr>
            <p:nvPr/>
          </p:nvSpPr>
          <p:spPr bwMode="auto">
            <a:xfrm>
              <a:off x="2174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0" name="Rectangle 46"/>
            <p:cNvSpPr>
              <a:spLocks noChangeArrowheads="1"/>
            </p:cNvSpPr>
            <p:nvPr/>
          </p:nvSpPr>
          <p:spPr bwMode="auto">
            <a:xfrm>
              <a:off x="1594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1" name="Rectangle 47"/>
            <p:cNvSpPr>
              <a:spLocks noChangeArrowheads="1"/>
            </p:cNvSpPr>
            <p:nvPr/>
          </p:nvSpPr>
          <p:spPr bwMode="auto">
            <a:xfrm>
              <a:off x="1326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2" name="Rectangle 48"/>
            <p:cNvSpPr>
              <a:spLocks noChangeArrowheads="1"/>
            </p:cNvSpPr>
            <p:nvPr/>
          </p:nvSpPr>
          <p:spPr bwMode="auto">
            <a:xfrm>
              <a:off x="1050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3" name="Rectangle 49"/>
            <p:cNvSpPr>
              <a:spLocks noChangeArrowheads="1"/>
            </p:cNvSpPr>
            <p:nvPr/>
          </p:nvSpPr>
          <p:spPr bwMode="auto">
            <a:xfrm>
              <a:off x="601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4" name="Rectangle 50"/>
            <p:cNvSpPr>
              <a:spLocks noChangeArrowheads="1"/>
            </p:cNvSpPr>
            <p:nvPr/>
          </p:nvSpPr>
          <p:spPr bwMode="auto">
            <a:xfrm>
              <a:off x="408" y="3163"/>
              <a:ext cx="5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5" name="Rectangle 51"/>
            <p:cNvSpPr>
              <a:spLocks noChangeArrowheads="1"/>
            </p:cNvSpPr>
            <p:nvPr/>
          </p:nvSpPr>
          <p:spPr bwMode="auto">
            <a:xfrm>
              <a:off x="3640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6" name="Rectangle 52"/>
            <p:cNvSpPr>
              <a:spLocks noChangeArrowheads="1"/>
            </p:cNvSpPr>
            <p:nvPr/>
          </p:nvSpPr>
          <p:spPr bwMode="auto">
            <a:xfrm>
              <a:off x="3377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7" name="Rectangle 53"/>
            <p:cNvSpPr>
              <a:spLocks noChangeArrowheads="1"/>
            </p:cNvSpPr>
            <p:nvPr/>
          </p:nvSpPr>
          <p:spPr bwMode="auto">
            <a:xfrm>
              <a:off x="2244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8" name="Rectangle 54"/>
            <p:cNvSpPr>
              <a:spLocks noChangeArrowheads="1"/>
            </p:cNvSpPr>
            <p:nvPr/>
          </p:nvSpPr>
          <p:spPr bwMode="auto">
            <a:xfrm>
              <a:off x="1604" y="3695"/>
              <a:ext cx="59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79" name="Rectangle 55"/>
            <p:cNvSpPr>
              <a:spLocks noChangeArrowheads="1"/>
            </p:cNvSpPr>
            <p:nvPr/>
          </p:nvSpPr>
          <p:spPr bwMode="auto">
            <a:xfrm>
              <a:off x="5328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0" name="Rectangle 56"/>
            <p:cNvSpPr>
              <a:spLocks noChangeArrowheads="1"/>
            </p:cNvSpPr>
            <p:nvPr/>
          </p:nvSpPr>
          <p:spPr bwMode="auto">
            <a:xfrm>
              <a:off x="5061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1" name="Rectangle 57"/>
            <p:cNvSpPr>
              <a:spLocks noChangeArrowheads="1"/>
            </p:cNvSpPr>
            <p:nvPr/>
          </p:nvSpPr>
          <p:spPr bwMode="auto">
            <a:xfrm>
              <a:off x="4798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2" name="Rectangle 58"/>
            <p:cNvSpPr>
              <a:spLocks noChangeArrowheads="1"/>
            </p:cNvSpPr>
            <p:nvPr/>
          </p:nvSpPr>
          <p:spPr bwMode="auto">
            <a:xfrm>
              <a:off x="4312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3" name="Rectangle 59"/>
            <p:cNvSpPr>
              <a:spLocks noChangeArrowheads="1"/>
            </p:cNvSpPr>
            <p:nvPr/>
          </p:nvSpPr>
          <p:spPr bwMode="auto">
            <a:xfrm>
              <a:off x="3672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4" name="Rectangle 60"/>
            <p:cNvSpPr>
              <a:spLocks noChangeArrowheads="1"/>
            </p:cNvSpPr>
            <p:nvPr/>
          </p:nvSpPr>
          <p:spPr bwMode="auto">
            <a:xfrm>
              <a:off x="2843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5" name="Rectangle 61"/>
            <p:cNvSpPr>
              <a:spLocks noChangeArrowheads="1"/>
            </p:cNvSpPr>
            <p:nvPr/>
          </p:nvSpPr>
          <p:spPr bwMode="auto">
            <a:xfrm>
              <a:off x="2581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6" name="Rectangle 62"/>
            <p:cNvSpPr>
              <a:spLocks noChangeArrowheads="1"/>
            </p:cNvSpPr>
            <p:nvPr/>
          </p:nvSpPr>
          <p:spPr bwMode="auto">
            <a:xfrm>
              <a:off x="2085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7" name="Rectangle 63"/>
            <p:cNvSpPr>
              <a:spLocks noChangeArrowheads="1"/>
            </p:cNvSpPr>
            <p:nvPr/>
          </p:nvSpPr>
          <p:spPr bwMode="auto">
            <a:xfrm>
              <a:off x="1236" y="3336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8" name="Rectangle 64"/>
            <p:cNvSpPr>
              <a:spLocks noChangeArrowheads="1"/>
            </p:cNvSpPr>
            <p:nvPr/>
          </p:nvSpPr>
          <p:spPr bwMode="auto">
            <a:xfrm>
              <a:off x="4134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89" name="Rectangle 65"/>
            <p:cNvSpPr>
              <a:spLocks noChangeArrowheads="1"/>
            </p:cNvSpPr>
            <p:nvPr/>
          </p:nvSpPr>
          <p:spPr bwMode="auto">
            <a:xfrm>
              <a:off x="3554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0" name="Rectangle 66"/>
            <p:cNvSpPr>
              <a:spLocks noChangeArrowheads="1"/>
            </p:cNvSpPr>
            <p:nvPr/>
          </p:nvSpPr>
          <p:spPr bwMode="auto">
            <a:xfrm>
              <a:off x="3279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1" name="Rectangle 67"/>
            <p:cNvSpPr>
              <a:spLocks noChangeArrowheads="1"/>
            </p:cNvSpPr>
            <p:nvPr/>
          </p:nvSpPr>
          <p:spPr bwMode="auto">
            <a:xfrm>
              <a:off x="3091" y="3520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2" name="Rectangle 68"/>
            <p:cNvSpPr>
              <a:spLocks noChangeArrowheads="1"/>
            </p:cNvSpPr>
            <p:nvPr/>
          </p:nvSpPr>
          <p:spPr bwMode="auto">
            <a:xfrm>
              <a:off x="2778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3" name="Rectangle 69"/>
            <p:cNvSpPr>
              <a:spLocks noChangeArrowheads="1"/>
            </p:cNvSpPr>
            <p:nvPr/>
          </p:nvSpPr>
          <p:spPr bwMode="auto">
            <a:xfrm>
              <a:off x="2472" y="3520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4" name="Rectangle 70"/>
            <p:cNvSpPr>
              <a:spLocks noChangeArrowheads="1"/>
            </p:cNvSpPr>
            <p:nvPr/>
          </p:nvSpPr>
          <p:spPr bwMode="auto">
            <a:xfrm>
              <a:off x="2160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5" name="Rectangle 71"/>
            <p:cNvSpPr>
              <a:spLocks noChangeArrowheads="1"/>
            </p:cNvSpPr>
            <p:nvPr/>
          </p:nvSpPr>
          <p:spPr bwMode="auto">
            <a:xfrm>
              <a:off x="1854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6" name="Rectangle 72"/>
            <p:cNvSpPr>
              <a:spLocks noChangeArrowheads="1"/>
            </p:cNvSpPr>
            <p:nvPr/>
          </p:nvSpPr>
          <p:spPr bwMode="auto">
            <a:xfrm>
              <a:off x="1508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7" name="Rectangle 73"/>
            <p:cNvSpPr>
              <a:spLocks noChangeArrowheads="1"/>
            </p:cNvSpPr>
            <p:nvPr/>
          </p:nvSpPr>
          <p:spPr bwMode="auto">
            <a:xfrm>
              <a:off x="1201" y="3520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8" name="Rectangle 74"/>
            <p:cNvSpPr>
              <a:spLocks noChangeArrowheads="1"/>
            </p:cNvSpPr>
            <p:nvPr/>
          </p:nvSpPr>
          <p:spPr bwMode="auto">
            <a:xfrm>
              <a:off x="5229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099" name="Rectangle 75"/>
            <p:cNvSpPr>
              <a:spLocks noChangeArrowheads="1"/>
            </p:cNvSpPr>
            <p:nvPr/>
          </p:nvSpPr>
          <p:spPr bwMode="auto">
            <a:xfrm>
              <a:off x="4977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0" name="Rectangle 76"/>
            <p:cNvSpPr>
              <a:spLocks noChangeArrowheads="1"/>
            </p:cNvSpPr>
            <p:nvPr/>
          </p:nvSpPr>
          <p:spPr bwMode="auto">
            <a:xfrm>
              <a:off x="4701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1" name="Rectangle 77"/>
            <p:cNvSpPr>
              <a:spLocks noChangeArrowheads="1"/>
            </p:cNvSpPr>
            <p:nvPr/>
          </p:nvSpPr>
          <p:spPr bwMode="auto">
            <a:xfrm>
              <a:off x="4513" y="3163"/>
              <a:ext cx="5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2" name="Rectangle 78"/>
            <p:cNvSpPr>
              <a:spLocks noChangeArrowheads="1"/>
            </p:cNvSpPr>
            <p:nvPr/>
          </p:nvSpPr>
          <p:spPr bwMode="auto">
            <a:xfrm>
              <a:off x="4228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3" name="Rectangle 79"/>
            <p:cNvSpPr>
              <a:spLocks noChangeArrowheads="1"/>
            </p:cNvSpPr>
            <p:nvPr/>
          </p:nvSpPr>
          <p:spPr bwMode="auto">
            <a:xfrm>
              <a:off x="3923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4" name="Rectangle 80"/>
            <p:cNvSpPr>
              <a:spLocks noChangeArrowheads="1"/>
            </p:cNvSpPr>
            <p:nvPr/>
          </p:nvSpPr>
          <p:spPr bwMode="auto">
            <a:xfrm>
              <a:off x="3574" y="3163"/>
              <a:ext cx="9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5" name="Rectangle 81"/>
            <p:cNvSpPr>
              <a:spLocks noChangeArrowheads="1"/>
            </p:cNvSpPr>
            <p:nvPr/>
          </p:nvSpPr>
          <p:spPr bwMode="auto">
            <a:xfrm>
              <a:off x="3270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6" name="Rectangle 82"/>
            <p:cNvSpPr>
              <a:spLocks noChangeArrowheads="1"/>
            </p:cNvSpPr>
            <p:nvPr/>
          </p:nvSpPr>
          <p:spPr bwMode="auto">
            <a:xfrm>
              <a:off x="2759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7" name="Rectangle 83"/>
            <p:cNvSpPr>
              <a:spLocks noChangeArrowheads="1"/>
            </p:cNvSpPr>
            <p:nvPr/>
          </p:nvSpPr>
          <p:spPr bwMode="auto">
            <a:xfrm>
              <a:off x="2484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8" name="Rectangle 84"/>
            <p:cNvSpPr>
              <a:spLocks noChangeArrowheads="1"/>
            </p:cNvSpPr>
            <p:nvPr/>
          </p:nvSpPr>
          <p:spPr bwMode="auto">
            <a:xfrm>
              <a:off x="2296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09" name="Rectangle 85"/>
            <p:cNvSpPr>
              <a:spLocks noChangeArrowheads="1"/>
            </p:cNvSpPr>
            <p:nvPr/>
          </p:nvSpPr>
          <p:spPr bwMode="auto">
            <a:xfrm>
              <a:off x="1989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0" name="Rectangle 86"/>
            <p:cNvSpPr>
              <a:spLocks noChangeArrowheads="1"/>
            </p:cNvSpPr>
            <p:nvPr/>
          </p:nvSpPr>
          <p:spPr bwMode="auto">
            <a:xfrm>
              <a:off x="1683" y="3163"/>
              <a:ext cx="10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1" name="Rectangle 87"/>
            <p:cNvSpPr>
              <a:spLocks noChangeArrowheads="1"/>
            </p:cNvSpPr>
            <p:nvPr/>
          </p:nvSpPr>
          <p:spPr bwMode="auto">
            <a:xfrm>
              <a:off x="1140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2" name="Rectangle 88"/>
            <p:cNvSpPr>
              <a:spLocks noChangeArrowheads="1"/>
            </p:cNvSpPr>
            <p:nvPr/>
          </p:nvSpPr>
          <p:spPr bwMode="auto">
            <a:xfrm>
              <a:off x="937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3" name="Rectangle 89"/>
            <p:cNvSpPr>
              <a:spLocks noChangeArrowheads="1"/>
            </p:cNvSpPr>
            <p:nvPr/>
          </p:nvSpPr>
          <p:spPr bwMode="auto">
            <a:xfrm>
              <a:off x="498" y="3163"/>
              <a:ext cx="99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4" name="Rectangle 90"/>
            <p:cNvSpPr>
              <a:spLocks noChangeArrowheads="1"/>
            </p:cNvSpPr>
            <p:nvPr/>
          </p:nvSpPr>
          <p:spPr bwMode="auto">
            <a:xfrm>
              <a:off x="295" y="3163"/>
              <a:ext cx="6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5" name="Rectangle 91"/>
            <p:cNvSpPr>
              <a:spLocks noChangeArrowheads="1"/>
            </p:cNvSpPr>
            <p:nvPr/>
          </p:nvSpPr>
          <p:spPr bwMode="auto">
            <a:xfrm>
              <a:off x="2610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6" name="Rectangle 92"/>
            <p:cNvSpPr>
              <a:spLocks noChangeArrowheads="1"/>
            </p:cNvSpPr>
            <p:nvPr/>
          </p:nvSpPr>
          <p:spPr bwMode="auto">
            <a:xfrm>
              <a:off x="1991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7" name="Rectangle 93"/>
            <p:cNvSpPr>
              <a:spLocks noChangeArrowheads="1"/>
            </p:cNvSpPr>
            <p:nvPr/>
          </p:nvSpPr>
          <p:spPr bwMode="auto">
            <a:xfrm>
              <a:off x="1338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8" name="Rectangle 94"/>
            <p:cNvSpPr>
              <a:spLocks noChangeArrowheads="1"/>
            </p:cNvSpPr>
            <p:nvPr/>
          </p:nvSpPr>
          <p:spPr bwMode="auto">
            <a:xfrm>
              <a:off x="949" y="3486"/>
              <a:ext cx="108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19" name="Rectangle 95"/>
            <p:cNvSpPr>
              <a:spLocks noChangeArrowheads="1"/>
            </p:cNvSpPr>
            <p:nvPr/>
          </p:nvSpPr>
          <p:spPr bwMode="auto">
            <a:xfrm>
              <a:off x="4060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0" name="Rectangle 96"/>
            <p:cNvSpPr>
              <a:spLocks noChangeArrowheads="1"/>
            </p:cNvSpPr>
            <p:nvPr/>
          </p:nvSpPr>
          <p:spPr bwMode="auto">
            <a:xfrm>
              <a:off x="3408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1" name="Rectangle 97"/>
            <p:cNvSpPr>
              <a:spLocks noChangeArrowheads="1"/>
            </p:cNvSpPr>
            <p:nvPr/>
          </p:nvSpPr>
          <p:spPr bwMode="auto">
            <a:xfrm>
              <a:off x="3022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2" name="Rectangle 98"/>
            <p:cNvSpPr>
              <a:spLocks noChangeArrowheads="1"/>
            </p:cNvSpPr>
            <p:nvPr/>
          </p:nvSpPr>
          <p:spPr bwMode="auto">
            <a:xfrm>
              <a:off x="1821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3" name="Rectangle 99"/>
            <p:cNvSpPr>
              <a:spLocks noChangeArrowheads="1"/>
            </p:cNvSpPr>
            <p:nvPr/>
          </p:nvSpPr>
          <p:spPr bwMode="auto">
            <a:xfrm>
              <a:off x="1437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4" name="Rectangle 100"/>
            <p:cNvSpPr>
              <a:spLocks noChangeArrowheads="1"/>
            </p:cNvSpPr>
            <p:nvPr/>
          </p:nvSpPr>
          <p:spPr bwMode="auto">
            <a:xfrm>
              <a:off x="725" y="3128"/>
              <a:ext cx="108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5" name="Rectangle 101"/>
            <p:cNvSpPr>
              <a:spLocks noChangeArrowheads="1"/>
            </p:cNvSpPr>
            <p:nvPr/>
          </p:nvSpPr>
          <p:spPr bwMode="auto">
            <a:xfrm>
              <a:off x="2880" y="3657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6" name="Rectangle 102"/>
            <p:cNvSpPr>
              <a:spLocks noChangeArrowheads="1"/>
            </p:cNvSpPr>
            <p:nvPr/>
          </p:nvSpPr>
          <p:spPr bwMode="auto">
            <a:xfrm>
              <a:off x="4009" y="3521"/>
              <a:ext cx="42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7" name="Rectangle 103"/>
            <p:cNvSpPr>
              <a:spLocks noChangeArrowheads="1"/>
            </p:cNvSpPr>
            <p:nvPr/>
          </p:nvSpPr>
          <p:spPr bwMode="auto">
            <a:xfrm>
              <a:off x="3919" y="3702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8" name="Rectangle 104"/>
            <p:cNvSpPr>
              <a:spLocks noChangeArrowheads="1"/>
            </p:cNvSpPr>
            <p:nvPr/>
          </p:nvSpPr>
          <p:spPr bwMode="auto">
            <a:xfrm>
              <a:off x="3820" y="3529"/>
              <a:ext cx="9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129" name="Rectangle 105"/>
            <p:cNvSpPr>
              <a:spLocks noChangeArrowheads="1"/>
            </p:cNvSpPr>
            <p:nvPr/>
          </p:nvSpPr>
          <p:spPr bwMode="auto">
            <a:xfrm>
              <a:off x="4241" y="3657"/>
              <a:ext cx="5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3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88" name="Object 24"/>
          <p:cNvGraphicFramePr>
            <a:graphicFrameLocks noChangeAspect="1"/>
          </p:cNvGraphicFramePr>
          <p:nvPr/>
        </p:nvGraphicFramePr>
        <p:xfrm>
          <a:off x="3525838" y="166688"/>
          <a:ext cx="48895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6" name="公式" r:id="rId7" imgW="177569" imgH="202936" progId="Equation.3">
                  <p:embed/>
                </p:oleObj>
              </mc:Choice>
              <mc:Fallback>
                <p:oleObj name="公式" r:id="rId7" imgW="177569" imgH="20293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838" y="166688"/>
                        <a:ext cx="48895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Text Box 4"/>
          <p:cNvSpPr txBox="1">
            <a:spLocks noChangeArrowheads="1"/>
          </p:cNvSpPr>
          <p:nvPr/>
        </p:nvSpPr>
        <p:spPr bwMode="auto">
          <a:xfrm>
            <a:off x="14288" y="188913"/>
            <a:ext cx="94313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32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已知下列表函数   ：求这个函数的插值多项式。 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BE36D-8363-48C1-9D72-BB458DA137BC}" type="slidenum">
              <a:rPr lang="zh-CN" altLang="en-US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587778" name="Text Box 2"/>
          <p:cNvSpPr txBox="1">
            <a:spLocks noChangeArrowheads="1"/>
          </p:cNvSpPr>
          <p:nvPr/>
        </p:nvSpPr>
        <p:spPr bwMode="auto">
          <a:xfrm>
            <a:off x="250825" y="1862138"/>
            <a:ext cx="8713788" cy="238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因为在ｎ</a:t>
            </a:r>
            <a:r>
              <a:rPr lang="en-US" altLang="zh-CN" sz="2800" dirty="0">
                <a:solidFill>
                  <a:schemeClr val="tx1"/>
                </a:solidFill>
              </a:rPr>
              <a:t>+1</a:t>
            </a:r>
            <a:r>
              <a:rPr lang="zh-CN" altLang="en-US" sz="2800" dirty="0">
                <a:solidFill>
                  <a:schemeClr val="tx1"/>
                </a:solidFill>
              </a:rPr>
              <a:t>个不同的点上取给定值的次数不超过ｎ的多项式是唯一的，所以次数相同的</a:t>
            </a:r>
            <a:r>
              <a:rPr lang="en-US" altLang="zh-CN" sz="3200" i="1" dirty="0">
                <a:solidFill>
                  <a:schemeClr val="tx1"/>
                </a:solidFill>
              </a:rPr>
              <a:t>Newton</a:t>
            </a:r>
            <a:r>
              <a:rPr lang="zh-CN" altLang="en-US" sz="2800" dirty="0">
                <a:solidFill>
                  <a:schemeClr val="tx1"/>
                </a:solidFill>
              </a:rPr>
              <a:t>插值多项式与</a:t>
            </a:r>
            <a:r>
              <a:rPr lang="en-US" altLang="zh-CN" sz="3200" b="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Lagrange</a:t>
            </a:r>
            <a:r>
              <a:rPr lang="zh-CN" altLang="en-US" sz="3200" b="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32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插值多项式是</a:t>
            </a:r>
            <a:r>
              <a:rPr lang="zh-CN" altLang="en-US" sz="3600" dirty="0">
                <a:solidFill>
                  <a:srgbClr val="0000FF"/>
                </a:solidFill>
              </a:rPr>
              <a:t>恒等</a:t>
            </a:r>
            <a:r>
              <a:rPr lang="zh-CN" altLang="en-US" sz="2800" dirty="0">
                <a:solidFill>
                  <a:schemeClr val="tx1"/>
                </a:solidFill>
              </a:rPr>
              <a:t>的，它们的差异仅是书写形式不同而已。</a:t>
            </a:r>
          </a:p>
        </p:txBody>
      </p:sp>
      <p:sp>
        <p:nvSpPr>
          <p:cNvPr id="587779" name="Text Box 3"/>
          <p:cNvSpPr txBox="1">
            <a:spLocks noChangeArrowheads="1"/>
          </p:cNvSpPr>
          <p:nvPr/>
        </p:nvSpPr>
        <p:spPr bwMode="auto">
          <a:xfrm>
            <a:off x="179388" y="4454525"/>
            <a:ext cx="8713787" cy="22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>
                <a:solidFill>
                  <a:schemeClr val="tx1"/>
                </a:solidFill>
              </a:rPr>
              <a:t>但是，这种差异却为计算实践带来了很大的方便。实际上，对于</a:t>
            </a:r>
            <a:r>
              <a:rPr lang="en-US" altLang="zh-CN" sz="3200" i="1">
                <a:solidFill>
                  <a:schemeClr val="tx1"/>
                </a:solidFill>
              </a:rPr>
              <a:t>Newton</a:t>
            </a:r>
            <a:r>
              <a:rPr lang="zh-CN" altLang="en-US" sz="2800">
                <a:solidFill>
                  <a:schemeClr val="tx1"/>
                </a:solidFill>
              </a:rPr>
              <a:t>插值公式来说，当需要增加一个插值结点时，只需在原插值多项式的后面再添加一个新项就可以了。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7950" y="404813"/>
            <a:ext cx="91440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600" i="1" dirty="0">
                <a:solidFill>
                  <a:schemeClr val="tx1"/>
                </a:solidFill>
              </a:rPr>
              <a:t>Newton</a:t>
            </a:r>
            <a:r>
              <a:rPr lang="zh-CN" altLang="en-US" sz="3600" dirty="0">
                <a:solidFill>
                  <a:schemeClr val="tx1"/>
                </a:solidFill>
              </a:rPr>
              <a:t>插值多项式与</a:t>
            </a:r>
            <a:r>
              <a:rPr lang="en-US" altLang="zh-CN" sz="3600" b="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Lagrange</a:t>
            </a:r>
            <a:r>
              <a:rPr lang="zh-CN" altLang="en-US" sz="3600" b="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3600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3600" dirty="0">
                <a:solidFill>
                  <a:schemeClr val="tx1"/>
                </a:solidFill>
              </a:rPr>
              <a:t>插值多项式</a:t>
            </a:r>
            <a:endParaRPr lang="en-US" altLang="zh-CN" sz="3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zh-CN" altLang="en-US" sz="3600" dirty="0">
                <a:solidFill>
                  <a:srgbClr val="0000FF"/>
                </a:solidFill>
              </a:rPr>
              <a:t>恒等</a:t>
            </a:r>
            <a:r>
              <a:rPr lang="zh-CN" altLang="en-US" sz="3600" dirty="0">
                <a:solidFill>
                  <a:schemeClr val="tx1"/>
                </a:solidFill>
              </a:rPr>
              <a:t>吗？</a:t>
            </a:r>
            <a:endParaRPr lang="zh-CN" altLang="en-US" sz="3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7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77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493058-797F-4E78-AB7A-21C364B56CFE}" type="slidenum">
              <a:rPr lang="zh-CN" altLang="en-US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63491" name="TextBox 1"/>
          <p:cNvSpPr txBox="1">
            <a:spLocks noChangeArrowheads="1"/>
          </p:cNvSpPr>
          <p:nvPr/>
        </p:nvSpPr>
        <p:spPr bwMode="auto">
          <a:xfrm>
            <a:off x="395288" y="836613"/>
            <a:ext cx="82089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i="1">
                <a:solidFill>
                  <a:schemeClr val="tx1"/>
                </a:solidFill>
              </a:rPr>
              <a:t>Newton</a:t>
            </a:r>
            <a:r>
              <a:rPr lang="zh-CN" altLang="en-US" sz="3600">
                <a:solidFill>
                  <a:schemeClr val="tx1"/>
                </a:solidFill>
              </a:rPr>
              <a:t>插值多项式</a:t>
            </a:r>
            <a:endParaRPr lang="zh-CN" altLang="en-US" sz="3600"/>
          </a:p>
        </p:txBody>
      </p:sp>
      <p:graphicFrame>
        <p:nvGraphicFramePr>
          <p:cNvPr id="63493" name="Object 51"/>
          <p:cNvGraphicFramePr>
            <a:graphicFrameLocks noChangeAspect="1"/>
          </p:cNvGraphicFramePr>
          <p:nvPr/>
        </p:nvGraphicFramePr>
        <p:xfrm>
          <a:off x="569913" y="5373688"/>
          <a:ext cx="24923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59" name="公式" r:id="rId3" imgW="927100" imgH="228600" progId="Equation.3">
                  <p:embed/>
                </p:oleObj>
              </mc:Choice>
              <mc:Fallback>
                <p:oleObj name="公式" r:id="rId3" imgW="927100" imgH="2286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5373688"/>
                        <a:ext cx="24923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矩形 2"/>
          <p:cNvSpPr>
            <a:spLocks noChangeArrowheads="1"/>
          </p:cNvSpPr>
          <p:nvPr/>
        </p:nvSpPr>
        <p:spPr bwMode="auto">
          <a:xfrm>
            <a:off x="3319463" y="5373688"/>
            <a:ext cx="43545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600">
                <a:solidFill>
                  <a:schemeClr val="tx1"/>
                </a:solidFill>
              </a:rPr>
              <a:t>可以是等间距的</a:t>
            </a:r>
            <a:endParaRPr lang="en-US" altLang="zh-CN" sz="3600">
              <a:solidFill>
                <a:schemeClr val="tx1"/>
              </a:solidFill>
            </a:endParaRPr>
          </a:p>
          <a:p>
            <a:r>
              <a:rPr lang="zh-CN" altLang="en-US" sz="3600">
                <a:solidFill>
                  <a:schemeClr val="tx1"/>
                </a:solidFill>
              </a:rPr>
              <a:t>也可以是非等间距的</a:t>
            </a:r>
          </a:p>
        </p:txBody>
      </p:sp>
      <p:grpSp>
        <p:nvGrpSpPr>
          <p:cNvPr id="138" name="Group 270"/>
          <p:cNvGrpSpPr>
            <a:grpSpLocks/>
          </p:cNvGrpSpPr>
          <p:nvPr/>
        </p:nvGrpSpPr>
        <p:grpSpPr bwMode="auto">
          <a:xfrm>
            <a:off x="457051" y="2131021"/>
            <a:ext cx="7734300" cy="2711450"/>
            <a:chOff x="412" y="1849"/>
            <a:chExt cx="4872" cy="1708"/>
          </a:xfrm>
        </p:grpSpPr>
        <p:sp>
          <p:nvSpPr>
            <p:cNvPr id="139" name="Rectangle 107"/>
            <p:cNvSpPr>
              <a:spLocks noChangeArrowheads="1"/>
            </p:cNvSpPr>
            <p:nvPr/>
          </p:nvSpPr>
          <p:spPr bwMode="auto">
            <a:xfrm>
              <a:off x="206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0" name="Rectangle 108"/>
            <p:cNvSpPr>
              <a:spLocks noChangeArrowheads="1"/>
            </p:cNvSpPr>
            <p:nvPr/>
          </p:nvSpPr>
          <p:spPr bwMode="auto">
            <a:xfrm>
              <a:off x="188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1" name="Rectangle 109"/>
            <p:cNvSpPr>
              <a:spLocks noChangeArrowheads="1"/>
            </p:cNvSpPr>
            <p:nvPr/>
          </p:nvSpPr>
          <p:spPr bwMode="auto">
            <a:xfrm>
              <a:off x="1412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2" name="Rectangle 110"/>
            <p:cNvSpPr>
              <a:spLocks noChangeArrowheads="1"/>
            </p:cNvSpPr>
            <p:nvPr/>
          </p:nvSpPr>
          <p:spPr bwMode="auto">
            <a:xfrm>
              <a:off x="1231" y="32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3" name="Rectangle 111"/>
            <p:cNvSpPr>
              <a:spLocks noChangeArrowheads="1"/>
            </p:cNvSpPr>
            <p:nvPr/>
          </p:nvSpPr>
          <p:spPr bwMode="auto">
            <a:xfrm>
              <a:off x="5144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]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4" name="Rectangle 112"/>
            <p:cNvSpPr>
              <a:spLocks noChangeArrowheads="1"/>
            </p:cNvSpPr>
            <p:nvPr/>
          </p:nvSpPr>
          <p:spPr bwMode="auto">
            <a:xfrm>
              <a:off x="4779" y="2844"/>
              <a:ext cx="2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5" name="Rectangle 113"/>
            <p:cNvSpPr>
              <a:spLocks noChangeArrowheads="1"/>
            </p:cNvSpPr>
            <p:nvPr/>
          </p:nvSpPr>
          <p:spPr bwMode="auto">
            <a:xfrm>
              <a:off x="4541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6" name="Rectangle 114"/>
            <p:cNvSpPr>
              <a:spLocks noChangeArrowheads="1"/>
            </p:cNvSpPr>
            <p:nvPr/>
          </p:nvSpPr>
          <p:spPr bwMode="auto">
            <a:xfrm>
              <a:off x="4283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7" name="Rectangle 115"/>
            <p:cNvSpPr>
              <a:spLocks noChangeArrowheads="1"/>
            </p:cNvSpPr>
            <p:nvPr/>
          </p:nvSpPr>
          <p:spPr bwMode="auto">
            <a:xfrm>
              <a:off x="4106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[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8" name="Rectangle 116"/>
            <p:cNvSpPr>
              <a:spLocks noChangeArrowheads="1"/>
            </p:cNvSpPr>
            <p:nvPr/>
          </p:nvSpPr>
          <p:spPr bwMode="auto">
            <a:xfrm>
              <a:off x="3921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9" name="Rectangle 117"/>
            <p:cNvSpPr>
              <a:spLocks noChangeArrowheads="1"/>
            </p:cNvSpPr>
            <p:nvPr/>
          </p:nvSpPr>
          <p:spPr bwMode="auto">
            <a:xfrm>
              <a:off x="3183" y="287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0" name="Rectangle 118"/>
            <p:cNvSpPr>
              <a:spLocks noChangeArrowheads="1"/>
            </p:cNvSpPr>
            <p:nvPr/>
          </p:nvSpPr>
          <p:spPr bwMode="auto">
            <a:xfrm>
              <a:off x="2311" y="2844"/>
              <a:ext cx="2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)...(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1" name="Rectangle 119"/>
            <p:cNvSpPr>
              <a:spLocks noChangeArrowheads="1"/>
            </p:cNvSpPr>
            <p:nvPr/>
          </p:nvSpPr>
          <p:spPr bwMode="auto">
            <a:xfrm>
              <a:off x="1719" y="284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2" name="Rectangle 120"/>
            <p:cNvSpPr>
              <a:spLocks noChangeArrowheads="1"/>
            </p:cNvSpPr>
            <p:nvPr/>
          </p:nvSpPr>
          <p:spPr bwMode="auto">
            <a:xfrm>
              <a:off x="1175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3" name="Rectangle 121"/>
            <p:cNvSpPr>
              <a:spLocks noChangeArrowheads="1"/>
            </p:cNvSpPr>
            <p:nvPr/>
          </p:nvSpPr>
          <p:spPr bwMode="auto">
            <a:xfrm>
              <a:off x="4717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4" name="Rectangle 122"/>
            <p:cNvSpPr>
              <a:spLocks noChangeArrowheads="1"/>
            </p:cNvSpPr>
            <p:nvPr/>
          </p:nvSpPr>
          <p:spPr bwMode="auto">
            <a:xfrm>
              <a:off x="4213" y="2312"/>
              <a:ext cx="2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5" name="Rectangle 123"/>
            <p:cNvSpPr>
              <a:spLocks noChangeArrowheads="1"/>
            </p:cNvSpPr>
            <p:nvPr/>
          </p:nvSpPr>
          <p:spPr bwMode="auto">
            <a:xfrm>
              <a:off x="3976" y="2312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6" name="Rectangle 124"/>
            <p:cNvSpPr>
              <a:spLocks noChangeArrowheads="1"/>
            </p:cNvSpPr>
            <p:nvPr/>
          </p:nvSpPr>
          <p:spPr bwMode="auto">
            <a:xfrm>
              <a:off x="3721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7" name="Rectangle 125"/>
            <p:cNvSpPr>
              <a:spLocks noChangeArrowheads="1"/>
            </p:cNvSpPr>
            <p:nvPr/>
          </p:nvSpPr>
          <p:spPr bwMode="auto">
            <a:xfrm>
              <a:off x="3515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8" name="Rectangle 126"/>
            <p:cNvSpPr>
              <a:spLocks noChangeArrowheads="1"/>
            </p:cNvSpPr>
            <p:nvPr/>
          </p:nvSpPr>
          <p:spPr bwMode="auto">
            <a:xfrm>
              <a:off x="2627" y="2312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9" name="Rectangle 127"/>
            <p:cNvSpPr>
              <a:spLocks noChangeArrowheads="1"/>
            </p:cNvSpPr>
            <p:nvPr/>
          </p:nvSpPr>
          <p:spPr bwMode="auto">
            <a:xfrm>
              <a:off x="2036" y="2312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0" name="Rectangle 128"/>
            <p:cNvSpPr>
              <a:spLocks noChangeArrowheads="1"/>
            </p:cNvSpPr>
            <p:nvPr/>
          </p:nvSpPr>
          <p:spPr bwMode="auto">
            <a:xfrm>
              <a:off x="1490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1" name="Rectangle 129"/>
            <p:cNvSpPr>
              <a:spLocks noChangeArrowheads="1"/>
            </p:cNvSpPr>
            <p:nvPr/>
          </p:nvSpPr>
          <p:spPr bwMode="auto">
            <a:xfrm>
              <a:off x="1164" y="2312"/>
              <a:ext cx="1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2" name="Rectangle 130"/>
            <p:cNvSpPr>
              <a:spLocks noChangeArrowheads="1"/>
            </p:cNvSpPr>
            <p:nvPr/>
          </p:nvSpPr>
          <p:spPr bwMode="auto">
            <a:xfrm>
              <a:off x="521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3" name="Rectangle 131"/>
            <p:cNvSpPr>
              <a:spLocks noChangeArrowheads="1"/>
            </p:cNvSpPr>
            <p:nvPr/>
          </p:nvSpPr>
          <p:spPr bwMode="auto">
            <a:xfrm>
              <a:off x="4954" y="1876"/>
              <a:ext cx="5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4" name="Rectangle 132"/>
            <p:cNvSpPr>
              <a:spLocks noChangeArrowheads="1"/>
            </p:cNvSpPr>
            <p:nvPr/>
          </p:nvSpPr>
          <p:spPr bwMode="auto">
            <a:xfrm>
              <a:off x="471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5" name="Rectangle 133"/>
            <p:cNvSpPr>
              <a:spLocks noChangeArrowheads="1"/>
            </p:cNvSpPr>
            <p:nvPr/>
          </p:nvSpPr>
          <p:spPr bwMode="auto">
            <a:xfrm>
              <a:off x="4462" y="1876"/>
              <a:ext cx="6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6" name="Rectangle 134"/>
            <p:cNvSpPr>
              <a:spLocks noChangeArrowheads="1"/>
            </p:cNvSpPr>
            <p:nvPr/>
          </p:nvSpPr>
          <p:spPr bwMode="auto">
            <a:xfrm>
              <a:off x="425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7" name="Rectangle 135"/>
            <p:cNvSpPr>
              <a:spLocks noChangeArrowheads="1"/>
            </p:cNvSpPr>
            <p:nvPr/>
          </p:nvSpPr>
          <p:spPr bwMode="auto">
            <a:xfrm>
              <a:off x="3663" y="1876"/>
              <a:ext cx="13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8" name="Rectangle 136"/>
            <p:cNvSpPr>
              <a:spLocks noChangeArrowheads="1"/>
            </p:cNvSpPr>
            <p:nvPr/>
          </p:nvSpPr>
          <p:spPr bwMode="auto">
            <a:xfrm>
              <a:off x="311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9" name="Rectangle 137"/>
            <p:cNvSpPr>
              <a:spLocks noChangeArrowheads="1"/>
            </p:cNvSpPr>
            <p:nvPr/>
          </p:nvSpPr>
          <p:spPr bwMode="auto">
            <a:xfrm>
              <a:off x="287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0" name="Rectangle 138"/>
            <p:cNvSpPr>
              <a:spLocks noChangeArrowheads="1"/>
            </p:cNvSpPr>
            <p:nvPr/>
          </p:nvSpPr>
          <p:spPr bwMode="auto">
            <a:xfrm>
              <a:off x="263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1" name="Rectangle 139"/>
            <p:cNvSpPr>
              <a:spLocks noChangeArrowheads="1"/>
            </p:cNvSpPr>
            <p:nvPr/>
          </p:nvSpPr>
          <p:spPr bwMode="auto">
            <a:xfrm>
              <a:off x="238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2" name="Rectangle 140"/>
            <p:cNvSpPr>
              <a:spLocks noChangeArrowheads="1"/>
            </p:cNvSpPr>
            <p:nvPr/>
          </p:nvSpPr>
          <p:spPr bwMode="auto">
            <a:xfrm>
              <a:off x="217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3" name="Rectangle 141"/>
            <p:cNvSpPr>
              <a:spLocks noChangeArrowheads="1"/>
            </p:cNvSpPr>
            <p:nvPr/>
          </p:nvSpPr>
          <p:spPr bwMode="auto">
            <a:xfrm>
              <a:off x="1630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" name="Rectangle 142"/>
            <p:cNvSpPr>
              <a:spLocks noChangeArrowheads="1"/>
            </p:cNvSpPr>
            <p:nvPr/>
          </p:nvSpPr>
          <p:spPr bwMode="auto">
            <a:xfrm>
              <a:off x="137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" name="Rectangle 143"/>
            <p:cNvSpPr>
              <a:spLocks noChangeArrowheads="1"/>
            </p:cNvSpPr>
            <p:nvPr/>
          </p:nvSpPr>
          <p:spPr bwMode="auto">
            <a:xfrm>
              <a:off x="1121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6" name="Rectangle 144"/>
            <p:cNvSpPr>
              <a:spLocks noChangeArrowheads="1"/>
            </p:cNvSpPr>
            <p:nvPr/>
          </p:nvSpPr>
          <p:spPr bwMode="auto">
            <a:xfrm>
              <a:off x="69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7" name="Rectangle 145"/>
            <p:cNvSpPr>
              <a:spLocks noChangeArrowheads="1"/>
            </p:cNvSpPr>
            <p:nvPr/>
          </p:nvSpPr>
          <p:spPr bwMode="auto">
            <a:xfrm>
              <a:off x="518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8" name="Rectangle 146"/>
            <p:cNvSpPr>
              <a:spLocks noChangeArrowheads="1"/>
            </p:cNvSpPr>
            <p:nvPr/>
          </p:nvSpPr>
          <p:spPr bwMode="auto">
            <a:xfrm>
              <a:off x="4722" y="2982"/>
              <a:ext cx="6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9" name="Rectangle 147"/>
            <p:cNvSpPr>
              <a:spLocks noChangeArrowheads="1"/>
            </p:cNvSpPr>
            <p:nvPr/>
          </p:nvSpPr>
          <p:spPr bwMode="auto">
            <a:xfrm flipH="1">
              <a:off x="4463" y="2975"/>
              <a:ext cx="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0" name="Rectangle 148"/>
            <p:cNvSpPr>
              <a:spLocks noChangeArrowheads="1"/>
            </p:cNvSpPr>
            <p:nvPr/>
          </p:nvSpPr>
          <p:spPr bwMode="auto">
            <a:xfrm>
              <a:off x="3125" y="2982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1" name="Rectangle 149"/>
            <p:cNvSpPr>
              <a:spLocks noChangeArrowheads="1"/>
            </p:cNvSpPr>
            <p:nvPr/>
          </p:nvSpPr>
          <p:spPr bwMode="auto">
            <a:xfrm>
              <a:off x="2237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2" name="Rectangle 150"/>
            <p:cNvSpPr>
              <a:spLocks noChangeArrowheads="1"/>
            </p:cNvSpPr>
            <p:nvPr/>
          </p:nvSpPr>
          <p:spPr bwMode="auto">
            <a:xfrm>
              <a:off x="1636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3" name="Rectangle 151"/>
            <p:cNvSpPr>
              <a:spLocks noChangeArrowheads="1"/>
            </p:cNvSpPr>
            <p:nvPr/>
          </p:nvSpPr>
          <p:spPr bwMode="auto">
            <a:xfrm>
              <a:off x="4643" y="2450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4" name="Rectangle 152"/>
            <p:cNvSpPr>
              <a:spLocks noChangeArrowheads="1"/>
            </p:cNvSpPr>
            <p:nvPr/>
          </p:nvSpPr>
          <p:spPr bwMode="auto">
            <a:xfrm>
              <a:off x="4143" y="2450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5" name="Rectangle 153"/>
            <p:cNvSpPr>
              <a:spLocks noChangeArrowheads="1"/>
            </p:cNvSpPr>
            <p:nvPr/>
          </p:nvSpPr>
          <p:spPr bwMode="auto">
            <a:xfrm>
              <a:off x="3896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6" name="Rectangle 154"/>
            <p:cNvSpPr>
              <a:spLocks noChangeArrowheads="1"/>
            </p:cNvSpPr>
            <p:nvPr/>
          </p:nvSpPr>
          <p:spPr bwMode="auto">
            <a:xfrm>
              <a:off x="3440" y="2450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7" name="Rectangle 155"/>
            <p:cNvSpPr>
              <a:spLocks noChangeArrowheads="1"/>
            </p:cNvSpPr>
            <p:nvPr/>
          </p:nvSpPr>
          <p:spPr bwMode="auto">
            <a:xfrm>
              <a:off x="2553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8" name="Rectangle 156"/>
            <p:cNvSpPr>
              <a:spLocks noChangeArrowheads="1"/>
            </p:cNvSpPr>
            <p:nvPr/>
          </p:nvSpPr>
          <p:spPr bwMode="auto">
            <a:xfrm>
              <a:off x="1952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9" name="Rectangle 157"/>
            <p:cNvSpPr>
              <a:spLocks noChangeArrowheads="1"/>
            </p:cNvSpPr>
            <p:nvPr/>
          </p:nvSpPr>
          <p:spPr bwMode="auto">
            <a:xfrm>
              <a:off x="5134" y="2013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0" name="Rectangle 158"/>
            <p:cNvSpPr>
              <a:spLocks noChangeArrowheads="1"/>
            </p:cNvSpPr>
            <p:nvPr/>
          </p:nvSpPr>
          <p:spPr bwMode="auto">
            <a:xfrm>
              <a:off x="4883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1" name="Rectangle 159"/>
            <p:cNvSpPr>
              <a:spLocks noChangeArrowheads="1"/>
            </p:cNvSpPr>
            <p:nvPr/>
          </p:nvSpPr>
          <p:spPr bwMode="auto">
            <a:xfrm>
              <a:off x="4636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2" name="Rectangle 160"/>
            <p:cNvSpPr>
              <a:spLocks noChangeArrowheads="1"/>
            </p:cNvSpPr>
            <p:nvPr/>
          </p:nvSpPr>
          <p:spPr bwMode="auto">
            <a:xfrm>
              <a:off x="4181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3" name="Rectangle 161"/>
            <p:cNvSpPr>
              <a:spLocks noChangeArrowheads="1"/>
            </p:cNvSpPr>
            <p:nvPr/>
          </p:nvSpPr>
          <p:spPr bwMode="auto">
            <a:xfrm>
              <a:off x="3580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4" name="Rectangle 162"/>
            <p:cNvSpPr>
              <a:spLocks noChangeArrowheads="1"/>
            </p:cNvSpPr>
            <p:nvPr/>
          </p:nvSpPr>
          <p:spPr bwMode="auto">
            <a:xfrm>
              <a:off x="280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5" name="Rectangle 163"/>
            <p:cNvSpPr>
              <a:spLocks noChangeArrowheads="1"/>
            </p:cNvSpPr>
            <p:nvPr/>
          </p:nvSpPr>
          <p:spPr bwMode="auto">
            <a:xfrm>
              <a:off x="2557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6" name="Rectangle 164"/>
            <p:cNvSpPr>
              <a:spLocks noChangeArrowheads="1"/>
            </p:cNvSpPr>
            <p:nvPr/>
          </p:nvSpPr>
          <p:spPr bwMode="auto">
            <a:xfrm>
              <a:off x="209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7" name="Rectangle 165"/>
            <p:cNvSpPr>
              <a:spLocks noChangeArrowheads="1"/>
            </p:cNvSpPr>
            <p:nvPr/>
          </p:nvSpPr>
          <p:spPr bwMode="auto">
            <a:xfrm>
              <a:off x="1295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8" name="Rectangle 166"/>
            <p:cNvSpPr>
              <a:spLocks noChangeArrowheads="1"/>
            </p:cNvSpPr>
            <p:nvPr/>
          </p:nvSpPr>
          <p:spPr bwMode="auto">
            <a:xfrm>
              <a:off x="1795" y="341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9" name="Rectangle 167"/>
            <p:cNvSpPr>
              <a:spLocks noChangeArrowheads="1"/>
            </p:cNvSpPr>
            <p:nvPr/>
          </p:nvSpPr>
          <p:spPr bwMode="auto">
            <a:xfrm>
              <a:off x="1146" y="341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0" name="Rectangle 168"/>
            <p:cNvSpPr>
              <a:spLocks noChangeArrowheads="1"/>
            </p:cNvSpPr>
            <p:nvPr/>
          </p:nvSpPr>
          <p:spPr bwMode="auto">
            <a:xfrm>
              <a:off x="5081" y="298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1" name="Rectangle 169"/>
            <p:cNvSpPr>
              <a:spLocks noChangeArrowheads="1"/>
            </p:cNvSpPr>
            <p:nvPr/>
          </p:nvSpPr>
          <p:spPr bwMode="auto">
            <a:xfrm>
              <a:off x="3766" y="296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2" name="Rectangle 170"/>
            <p:cNvSpPr>
              <a:spLocks noChangeArrowheads="1"/>
            </p:cNvSpPr>
            <p:nvPr/>
          </p:nvSpPr>
          <p:spPr bwMode="auto">
            <a:xfrm>
              <a:off x="2997" y="298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3" name="Rectangle 171"/>
            <p:cNvSpPr>
              <a:spLocks noChangeArrowheads="1"/>
            </p:cNvSpPr>
            <p:nvPr/>
          </p:nvSpPr>
          <p:spPr bwMode="auto">
            <a:xfrm>
              <a:off x="4515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4" name="Rectangle 172"/>
            <p:cNvSpPr>
              <a:spLocks noChangeArrowheads="1"/>
            </p:cNvSpPr>
            <p:nvPr/>
          </p:nvSpPr>
          <p:spPr bwMode="auto">
            <a:xfrm>
              <a:off x="3313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5" name="Rectangle 173"/>
            <p:cNvSpPr>
              <a:spLocks noChangeArrowheads="1"/>
            </p:cNvSpPr>
            <p:nvPr/>
          </p:nvSpPr>
          <p:spPr bwMode="auto">
            <a:xfrm>
              <a:off x="1965" y="32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6" name="Rectangle 174"/>
            <p:cNvSpPr>
              <a:spLocks noChangeArrowheads="1"/>
            </p:cNvSpPr>
            <p:nvPr/>
          </p:nvSpPr>
          <p:spPr bwMode="auto">
            <a:xfrm>
              <a:off x="1673" y="3276"/>
              <a:ext cx="13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R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7" name="Rectangle 175"/>
            <p:cNvSpPr>
              <a:spLocks noChangeArrowheads="1"/>
            </p:cNvSpPr>
            <p:nvPr/>
          </p:nvSpPr>
          <p:spPr bwMode="auto">
            <a:xfrm>
              <a:off x="1315" y="32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8" name="Rectangle 176"/>
            <p:cNvSpPr>
              <a:spLocks noChangeArrowheads="1"/>
            </p:cNvSpPr>
            <p:nvPr/>
          </p:nvSpPr>
          <p:spPr bwMode="auto">
            <a:xfrm>
              <a:off x="995" y="3276"/>
              <a:ext cx="14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9" name="Rectangle 177"/>
            <p:cNvSpPr>
              <a:spLocks noChangeArrowheads="1"/>
            </p:cNvSpPr>
            <p:nvPr/>
          </p:nvSpPr>
          <p:spPr bwMode="auto">
            <a:xfrm>
              <a:off x="498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0" name="Rectangle 178"/>
            <p:cNvSpPr>
              <a:spLocks noChangeArrowheads="1"/>
            </p:cNvSpPr>
            <p:nvPr/>
          </p:nvSpPr>
          <p:spPr bwMode="auto">
            <a:xfrm>
              <a:off x="4628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1" name="Rectangle 179"/>
            <p:cNvSpPr>
              <a:spLocks noChangeArrowheads="1"/>
            </p:cNvSpPr>
            <p:nvPr/>
          </p:nvSpPr>
          <p:spPr bwMode="auto">
            <a:xfrm>
              <a:off x="437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2" name="Rectangle 180"/>
            <p:cNvSpPr>
              <a:spLocks noChangeArrowheads="1"/>
            </p:cNvSpPr>
            <p:nvPr/>
          </p:nvSpPr>
          <p:spPr bwMode="auto">
            <a:xfrm>
              <a:off x="419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3" name="Rectangle 181"/>
            <p:cNvSpPr>
              <a:spLocks noChangeArrowheads="1"/>
            </p:cNvSpPr>
            <p:nvPr/>
          </p:nvSpPr>
          <p:spPr bwMode="auto">
            <a:xfrm>
              <a:off x="4012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4" name="Rectangle 182"/>
            <p:cNvSpPr>
              <a:spLocks noChangeArrowheads="1"/>
            </p:cNvSpPr>
            <p:nvPr/>
          </p:nvSpPr>
          <p:spPr bwMode="auto">
            <a:xfrm>
              <a:off x="363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5" name="Rectangle 183"/>
            <p:cNvSpPr>
              <a:spLocks noChangeArrowheads="1"/>
            </p:cNvSpPr>
            <p:nvPr/>
          </p:nvSpPr>
          <p:spPr bwMode="auto">
            <a:xfrm>
              <a:off x="335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6" name="Rectangle 184"/>
            <p:cNvSpPr>
              <a:spLocks noChangeArrowheads="1"/>
            </p:cNvSpPr>
            <p:nvPr/>
          </p:nvSpPr>
          <p:spPr bwMode="auto">
            <a:xfrm>
              <a:off x="290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7" name="Rectangle 185"/>
            <p:cNvSpPr>
              <a:spLocks noChangeArrowheads="1"/>
            </p:cNvSpPr>
            <p:nvPr/>
          </p:nvSpPr>
          <p:spPr bwMode="auto">
            <a:xfrm>
              <a:off x="261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8" name="Rectangle 186"/>
            <p:cNvSpPr>
              <a:spLocks noChangeArrowheads="1"/>
            </p:cNvSpPr>
            <p:nvPr/>
          </p:nvSpPr>
          <p:spPr bwMode="auto">
            <a:xfrm>
              <a:off x="215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9" name="Rectangle 187"/>
            <p:cNvSpPr>
              <a:spLocks noChangeArrowheads="1"/>
            </p:cNvSpPr>
            <p:nvPr/>
          </p:nvSpPr>
          <p:spPr bwMode="auto">
            <a:xfrm>
              <a:off x="1871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0" name="Rectangle 188"/>
            <p:cNvSpPr>
              <a:spLocks noChangeArrowheads="1"/>
            </p:cNvSpPr>
            <p:nvPr/>
          </p:nvSpPr>
          <p:spPr bwMode="auto">
            <a:xfrm>
              <a:off x="154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1" name="Rectangle 189"/>
            <p:cNvSpPr>
              <a:spLocks noChangeArrowheads="1"/>
            </p:cNvSpPr>
            <p:nvPr/>
          </p:nvSpPr>
          <p:spPr bwMode="auto">
            <a:xfrm>
              <a:off x="1259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2" name="Rectangle 190"/>
            <p:cNvSpPr>
              <a:spLocks noChangeArrowheads="1"/>
            </p:cNvSpPr>
            <p:nvPr/>
          </p:nvSpPr>
          <p:spPr bwMode="auto">
            <a:xfrm>
              <a:off x="442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3" name="Rectangle 191"/>
            <p:cNvSpPr>
              <a:spLocks noChangeArrowheads="1"/>
            </p:cNvSpPr>
            <p:nvPr/>
          </p:nvSpPr>
          <p:spPr bwMode="auto">
            <a:xfrm>
              <a:off x="406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4" name="Rectangle 192"/>
            <p:cNvSpPr>
              <a:spLocks noChangeArrowheads="1"/>
            </p:cNvSpPr>
            <p:nvPr/>
          </p:nvSpPr>
          <p:spPr bwMode="auto">
            <a:xfrm>
              <a:off x="3805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5" name="Rectangle 193"/>
            <p:cNvSpPr>
              <a:spLocks noChangeArrowheads="1"/>
            </p:cNvSpPr>
            <p:nvPr/>
          </p:nvSpPr>
          <p:spPr bwMode="auto">
            <a:xfrm>
              <a:off x="3628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6" name="Rectangle 194"/>
            <p:cNvSpPr>
              <a:spLocks noChangeArrowheads="1"/>
            </p:cNvSpPr>
            <p:nvPr/>
          </p:nvSpPr>
          <p:spPr bwMode="auto">
            <a:xfrm>
              <a:off x="3220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7" name="Rectangle 195"/>
            <p:cNvSpPr>
              <a:spLocks noChangeArrowheads="1"/>
            </p:cNvSpPr>
            <p:nvPr/>
          </p:nvSpPr>
          <p:spPr bwMode="auto">
            <a:xfrm>
              <a:off x="293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8" name="Rectangle 196"/>
            <p:cNvSpPr>
              <a:spLocks noChangeArrowheads="1"/>
            </p:cNvSpPr>
            <p:nvPr/>
          </p:nvSpPr>
          <p:spPr bwMode="auto">
            <a:xfrm>
              <a:off x="24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9" name="Rectangle 197"/>
            <p:cNvSpPr>
              <a:spLocks noChangeArrowheads="1"/>
            </p:cNvSpPr>
            <p:nvPr/>
          </p:nvSpPr>
          <p:spPr bwMode="auto">
            <a:xfrm>
              <a:off x="2187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0" name="Rectangle 198"/>
            <p:cNvSpPr>
              <a:spLocks noChangeArrowheads="1"/>
            </p:cNvSpPr>
            <p:nvPr/>
          </p:nvSpPr>
          <p:spPr bwMode="auto">
            <a:xfrm>
              <a:off x="1862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1" name="Rectangle 199"/>
            <p:cNvSpPr>
              <a:spLocks noChangeArrowheads="1"/>
            </p:cNvSpPr>
            <p:nvPr/>
          </p:nvSpPr>
          <p:spPr bwMode="auto">
            <a:xfrm>
              <a:off x="15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2" name="Rectangle 200"/>
            <p:cNvSpPr>
              <a:spLocks noChangeArrowheads="1"/>
            </p:cNvSpPr>
            <p:nvPr/>
          </p:nvSpPr>
          <p:spPr bwMode="auto">
            <a:xfrm>
              <a:off x="504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3" name="Rectangle 201"/>
            <p:cNvSpPr>
              <a:spLocks noChangeArrowheads="1"/>
            </p:cNvSpPr>
            <p:nvPr/>
          </p:nvSpPr>
          <p:spPr bwMode="auto">
            <a:xfrm>
              <a:off x="480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4" name="Rectangle 202"/>
            <p:cNvSpPr>
              <a:spLocks noChangeArrowheads="1"/>
            </p:cNvSpPr>
            <p:nvPr/>
          </p:nvSpPr>
          <p:spPr bwMode="auto">
            <a:xfrm>
              <a:off x="454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5" name="Rectangle 203"/>
            <p:cNvSpPr>
              <a:spLocks noChangeArrowheads="1"/>
            </p:cNvSpPr>
            <p:nvPr/>
          </p:nvSpPr>
          <p:spPr bwMode="auto">
            <a:xfrm>
              <a:off x="436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6" name="Rectangle 204"/>
            <p:cNvSpPr>
              <a:spLocks noChangeArrowheads="1"/>
            </p:cNvSpPr>
            <p:nvPr/>
          </p:nvSpPr>
          <p:spPr bwMode="auto">
            <a:xfrm>
              <a:off x="41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7" name="Rectangle 205"/>
            <p:cNvSpPr>
              <a:spLocks noChangeArrowheads="1"/>
            </p:cNvSpPr>
            <p:nvPr/>
          </p:nvSpPr>
          <p:spPr bwMode="auto">
            <a:xfrm>
              <a:off x="381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8" name="Rectangle 206"/>
            <p:cNvSpPr>
              <a:spLocks noChangeArrowheads="1"/>
            </p:cNvSpPr>
            <p:nvPr/>
          </p:nvSpPr>
          <p:spPr bwMode="auto">
            <a:xfrm>
              <a:off x="3489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9" name="Rectangle 207"/>
            <p:cNvSpPr>
              <a:spLocks noChangeArrowheads="1"/>
            </p:cNvSpPr>
            <p:nvPr/>
          </p:nvSpPr>
          <p:spPr bwMode="auto">
            <a:xfrm>
              <a:off x="3203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0" name="Rectangle 208"/>
            <p:cNvSpPr>
              <a:spLocks noChangeArrowheads="1"/>
            </p:cNvSpPr>
            <p:nvPr/>
          </p:nvSpPr>
          <p:spPr bwMode="auto">
            <a:xfrm>
              <a:off x="272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1" name="Rectangle 209"/>
            <p:cNvSpPr>
              <a:spLocks noChangeArrowheads="1"/>
            </p:cNvSpPr>
            <p:nvPr/>
          </p:nvSpPr>
          <p:spPr bwMode="auto">
            <a:xfrm>
              <a:off x="246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2" name="Rectangle 210"/>
            <p:cNvSpPr>
              <a:spLocks noChangeArrowheads="1"/>
            </p:cNvSpPr>
            <p:nvPr/>
          </p:nvSpPr>
          <p:spPr bwMode="auto">
            <a:xfrm>
              <a:off x="228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3" name="Rectangle 211"/>
            <p:cNvSpPr>
              <a:spLocks noChangeArrowheads="1"/>
            </p:cNvSpPr>
            <p:nvPr/>
          </p:nvSpPr>
          <p:spPr bwMode="auto">
            <a:xfrm>
              <a:off x="200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4" name="Rectangle 212"/>
            <p:cNvSpPr>
              <a:spLocks noChangeArrowheads="1"/>
            </p:cNvSpPr>
            <p:nvPr/>
          </p:nvSpPr>
          <p:spPr bwMode="auto">
            <a:xfrm>
              <a:off x="171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5" name="Rectangle 213"/>
            <p:cNvSpPr>
              <a:spLocks noChangeArrowheads="1"/>
            </p:cNvSpPr>
            <p:nvPr/>
          </p:nvSpPr>
          <p:spPr bwMode="auto">
            <a:xfrm>
              <a:off x="120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6" name="Rectangle 214"/>
            <p:cNvSpPr>
              <a:spLocks noChangeArrowheads="1"/>
            </p:cNvSpPr>
            <p:nvPr/>
          </p:nvSpPr>
          <p:spPr bwMode="auto">
            <a:xfrm>
              <a:off x="101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7" name="Rectangle 215"/>
            <p:cNvSpPr>
              <a:spLocks noChangeArrowheads="1"/>
            </p:cNvSpPr>
            <p:nvPr/>
          </p:nvSpPr>
          <p:spPr bwMode="auto">
            <a:xfrm>
              <a:off x="6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8" name="Rectangle 216"/>
            <p:cNvSpPr>
              <a:spLocks noChangeArrowheads="1"/>
            </p:cNvSpPr>
            <p:nvPr/>
          </p:nvSpPr>
          <p:spPr bwMode="auto">
            <a:xfrm>
              <a:off x="41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9" name="Rectangle 217"/>
            <p:cNvSpPr>
              <a:spLocks noChangeArrowheads="1"/>
            </p:cNvSpPr>
            <p:nvPr/>
          </p:nvSpPr>
          <p:spPr bwMode="auto">
            <a:xfrm>
              <a:off x="1516" y="3249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0" name="Rectangle 218"/>
            <p:cNvSpPr>
              <a:spLocks noChangeArrowheads="1"/>
            </p:cNvSpPr>
            <p:nvPr/>
          </p:nvSpPr>
          <p:spPr bwMode="auto">
            <a:xfrm>
              <a:off x="824" y="3249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1" name="Rectangle 219"/>
            <p:cNvSpPr>
              <a:spLocks noChangeArrowheads="1"/>
            </p:cNvSpPr>
            <p:nvPr/>
          </p:nvSpPr>
          <p:spPr bwMode="auto">
            <a:xfrm>
              <a:off x="3479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2" name="Rectangle 220"/>
            <p:cNvSpPr>
              <a:spLocks noChangeArrowheads="1"/>
            </p:cNvSpPr>
            <p:nvPr/>
          </p:nvSpPr>
          <p:spPr bwMode="auto">
            <a:xfrm>
              <a:off x="274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3" name="Rectangle 221"/>
            <p:cNvSpPr>
              <a:spLocks noChangeArrowheads="1"/>
            </p:cNvSpPr>
            <p:nvPr/>
          </p:nvSpPr>
          <p:spPr bwMode="auto">
            <a:xfrm>
              <a:off x="2000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4" name="Rectangle 222"/>
            <p:cNvSpPr>
              <a:spLocks noChangeArrowheads="1"/>
            </p:cNvSpPr>
            <p:nvPr/>
          </p:nvSpPr>
          <p:spPr bwMode="auto">
            <a:xfrm>
              <a:off x="1388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5" name="Rectangle 223"/>
            <p:cNvSpPr>
              <a:spLocks noChangeArrowheads="1"/>
            </p:cNvSpPr>
            <p:nvPr/>
          </p:nvSpPr>
          <p:spPr bwMode="auto">
            <a:xfrm>
              <a:off x="102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6" name="Rectangle 224"/>
            <p:cNvSpPr>
              <a:spLocks noChangeArrowheads="1"/>
            </p:cNvSpPr>
            <p:nvPr/>
          </p:nvSpPr>
          <p:spPr bwMode="auto">
            <a:xfrm>
              <a:off x="3062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7" name="Rectangle 225"/>
            <p:cNvSpPr>
              <a:spLocks noChangeArrowheads="1"/>
            </p:cNvSpPr>
            <p:nvPr/>
          </p:nvSpPr>
          <p:spPr bwMode="auto">
            <a:xfrm>
              <a:off x="2315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8" name="Rectangle 226"/>
            <p:cNvSpPr>
              <a:spLocks noChangeArrowheads="1"/>
            </p:cNvSpPr>
            <p:nvPr/>
          </p:nvSpPr>
          <p:spPr bwMode="auto">
            <a:xfrm>
              <a:off x="1703" y="228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9" name="Rectangle 227"/>
            <p:cNvSpPr>
              <a:spLocks noChangeArrowheads="1"/>
            </p:cNvSpPr>
            <p:nvPr/>
          </p:nvSpPr>
          <p:spPr bwMode="auto">
            <a:xfrm>
              <a:off x="1343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0" name="Rectangle 228"/>
            <p:cNvSpPr>
              <a:spLocks noChangeArrowheads="1"/>
            </p:cNvSpPr>
            <p:nvPr/>
          </p:nvSpPr>
          <p:spPr bwMode="auto">
            <a:xfrm>
              <a:off x="1026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1" name="Rectangle 229"/>
            <p:cNvSpPr>
              <a:spLocks noChangeArrowheads="1"/>
            </p:cNvSpPr>
            <p:nvPr/>
          </p:nvSpPr>
          <p:spPr bwMode="auto">
            <a:xfrm>
              <a:off x="3944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2" name="Rectangle 230"/>
            <p:cNvSpPr>
              <a:spLocks noChangeArrowheads="1"/>
            </p:cNvSpPr>
            <p:nvPr/>
          </p:nvSpPr>
          <p:spPr bwMode="auto">
            <a:xfrm>
              <a:off x="3332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3" name="Rectangle 231"/>
            <p:cNvSpPr>
              <a:spLocks noChangeArrowheads="1"/>
            </p:cNvSpPr>
            <p:nvPr/>
          </p:nvSpPr>
          <p:spPr bwMode="auto">
            <a:xfrm>
              <a:off x="2970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4" name="Rectangle 232"/>
            <p:cNvSpPr>
              <a:spLocks noChangeArrowheads="1"/>
            </p:cNvSpPr>
            <p:nvPr/>
          </p:nvSpPr>
          <p:spPr bwMode="auto">
            <a:xfrm>
              <a:off x="184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5" name="Rectangle 233"/>
            <p:cNvSpPr>
              <a:spLocks noChangeArrowheads="1"/>
            </p:cNvSpPr>
            <p:nvPr/>
          </p:nvSpPr>
          <p:spPr bwMode="auto">
            <a:xfrm>
              <a:off x="148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6" name="Rectangle 234"/>
            <p:cNvSpPr>
              <a:spLocks noChangeArrowheads="1"/>
            </p:cNvSpPr>
            <p:nvPr/>
          </p:nvSpPr>
          <p:spPr bwMode="auto">
            <a:xfrm>
              <a:off x="815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7" name="Rectangle 235"/>
            <p:cNvSpPr>
              <a:spLocks noChangeArrowheads="1"/>
            </p:cNvSpPr>
            <p:nvPr/>
          </p:nvSpPr>
          <p:spPr bwMode="auto">
            <a:xfrm>
              <a:off x="3065" y="2967"/>
              <a:ext cx="6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8" name="Rectangle 236"/>
            <p:cNvSpPr>
              <a:spLocks noChangeArrowheads="1"/>
            </p:cNvSpPr>
            <p:nvPr/>
          </p:nvSpPr>
          <p:spPr bwMode="auto">
            <a:xfrm>
              <a:off x="4583" y="243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9" name="Rectangle 237"/>
            <p:cNvSpPr>
              <a:spLocks noChangeArrowheads="1"/>
            </p:cNvSpPr>
            <p:nvPr/>
          </p:nvSpPr>
          <p:spPr bwMode="auto">
            <a:xfrm>
              <a:off x="3381" y="2436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547DCD-1741-486F-B271-212C525ED3FE}" type="slidenum">
              <a:rPr lang="zh-CN" altLang="en-US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628775"/>
            <a:ext cx="8064500" cy="259238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在实际应用中 ，常是等距节点情况，即</a:t>
            </a:r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sz="2800" b="1"/>
              <a:t>                            </a:t>
            </a:r>
          </a:p>
          <a:p>
            <a:pPr eaLnBrk="1" hangingPunct="1">
              <a:lnSpc>
                <a:spcPct val="130000"/>
              </a:lnSpc>
              <a:buFont typeface="Monotype Sorts" pitchFamily="2" charset="2"/>
              <a:buNone/>
            </a:pPr>
            <a:r>
              <a:rPr lang="zh-CN" altLang="en-US" sz="2800" b="1"/>
              <a:t>   这里</a:t>
            </a:r>
            <a:r>
              <a:rPr lang="en-US" altLang="zh-CN" sz="2800" b="1"/>
              <a:t>h&gt;0</a:t>
            </a:r>
            <a:r>
              <a:rPr lang="zh-CN" altLang="en-US" sz="2800" b="1"/>
              <a:t>为常数，称为步长，这时</a:t>
            </a:r>
            <a:r>
              <a:rPr lang="en-US" altLang="zh-CN" sz="2800" b="1"/>
              <a:t>Newton</a:t>
            </a:r>
            <a:r>
              <a:rPr lang="zh-CN" altLang="en-US" sz="2800" b="1"/>
              <a:t>插值公式就可以简化，为此我们引入差分概念。</a:t>
            </a:r>
          </a:p>
        </p:txBody>
      </p:sp>
      <p:graphicFrame>
        <p:nvGraphicFramePr>
          <p:cNvPr id="574469" name="Object 5"/>
          <p:cNvGraphicFramePr>
            <a:graphicFrameLocks noChangeAspect="1"/>
          </p:cNvGraphicFramePr>
          <p:nvPr/>
        </p:nvGraphicFramePr>
        <p:xfrm>
          <a:off x="2124075" y="2032000"/>
          <a:ext cx="419893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70" name="公式" r:id="rId3" imgW="1600200" imgH="317500" progId="Equation.3">
                  <p:embed/>
                </p:oleObj>
              </mc:Choice>
              <mc:Fallback>
                <p:oleObj name="公式" r:id="rId3" imgW="1600200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032000"/>
                        <a:ext cx="419893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17" name="Group 14"/>
          <p:cNvGrpSpPr>
            <a:grpSpLocks/>
          </p:cNvGrpSpPr>
          <p:nvPr/>
        </p:nvGrpSpPr>
        <p:grpSpPr bwMode="auto">
          <a:xfrm>
            <a:off x="1258888" y="620713"/>
            <a:ext cx="4287837" cy="454025"/>
            <a:chOff x="793" y="709"/>
            <a:chExt cx="2701" cy="286"/>
          </a:xfrm>
        </p:grpSpPr>
        <p:sp>
          <p:nvSpPr>
            <p:cNvPr id="574474" name="Rectangle 10"/>
            <p:cNvSpPr>
              <a:spLocks noChangeArrowheads="1"/>
            </p:cNvSpPr>
            <p:nvPr/>
          </p:nvSpPr>
          <p:spPr bwMode="auto">
            <a:xfrm>
              <a:off x="793" y="709"/>
              <a:ext cx="9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等距节点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4475" name="Rectangle 11"/>
            <p:cNvSpPr>
              <a:spLocks noChangeArrowheads="1"/>
            </p:cNvSpPr>
            <p:nvPr/>
          </p:nvSpPr>
          <p:spPr bwMode="auto">
            <a:xfrm>
              <a:off x="1746" y="709"/>
              <a:ext cx="76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Newton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4476" name="Rectangle 12"/>
            <p:cNvSpPr>
              <a:spLocks noChangeArrowheads="1"/>
            </p:cNvSpPr>
            <p:nvPr/>
          </p:nvSpPr>
          <p:spPr bwMode="auto">
            <a:xfrm>
              <a:off x="2562" y="717"/>
              <a:ext cx="9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插值公式</a:t>
              </a:r>
              <a:endParaRPr lang="zh-CN" altLang="en-US" b="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4477" name="Rectangle 13"/>
            <p:cNvSpPr>
              <a:spLocks noChangeArrowheads="1"/>
            </p:cNvSpPr>
            <p:nvPr/>
          </p:nvSpPr>
          <p:spPr bwMode="auto">
            <a:xfrm>
              <a:off x="3371" y="711"/>
              <a:ext cx="5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 b="0">
                  <a:solidFill>
                    <a:srgbClr val="000000"/>
                  </a:solidFill>
                </a:rPr>
                <a:t> 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74519" name="Group 55"/>
          <p:cNvGrpSpPr>
            <a:grpSpLocks/>
          </p:cNvGrpSpPr>
          <p:nvPr/>
        </p:nvGrpSpPr>
        <p:grpSpPr bwMode="auto">
          <a:xfrm>
            <a:off x="395288" y="4048125"/>
            <a:ext cx="8229600" cy="1363663"/>
            <a:chOff x="249" y="2550"/>
            <a:chExt cx="5184" cy="859"/>
          </a:xfrm>
        </p:grpSpPr>
        <p:grpSp>
          <p:nvGrpSpPr>
            <p:cNvPr id="64524" name="Group 54"/>
            <p:cNvGrpSpPr>
              <a:grpSpLocks/>
            </p:cNvGrpSpPr>
            <p:nvPr/>
          </p:nvGrpSpPr>
          <p:grpSpPr bwMode="auto">
            <a:xfrm>
              <a:off x="249" y="2689"/>
              <a:ext cx="2426" cy="720"/>
              <a:chOff x="249" y="2689"/>
              <a:chExt cx="2426" cy="720"/>
            </a:xfrm>
          </p:grpSpPr>
          <p:sp>
            <p:nvSpPr>
              <p:cNvPr id="574483" name="Rectangle 19"/>
              <p:cNvSpPr>
                <a:spLocks noChangeArrowheads="1"/>
              </p:cNvSpPr>
              <p:nvPr/>
            </p:nvSpPr>
            <p:spPr bwMode="auto">
              <a:xfrm>
                <a:off x="612" y="2711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rgbClr val="000000"/>
                    </a:solidFill>
                  </a:rPr>
                  <a:t> </a:t>
                </a:r>
                <a:endPara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4484" name="Rectangle 20"/>
              <p:cNvSpPr>
                <a:spLocks noChangeArrowheads="1"/>
              </p:cNvSpPr>
              <p:nvPr/>
            </p:nvSpPr>
            <p:spPr bwMode="auto">
              <a:xfrm>
                <a:off x="521" y="2717"/>
                <a:ext cx="67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设函数</a:t>
                </a:r>
                <a:endPara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4485" name="Rectangle 21"/>
              <p:cNvSpPr>
                <a:spLocks noChangeArrowheads="1"/>
              </p:cNvSpPr>
              <p:nvPr/>
            </p:nvSpPr>
            <p:spPr bwMode="auto">
              <a:xfrm>
                <a:off x="1228" y="2689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800" i="1">
                    <a:solidFill>
                      <a:srgbClr val="000000"/>
                    </a:solidFill>
                  </a:rPr>
                  <a:t>f(x)</a:t>
                </a:r>
                <a:endPara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4489" name="Rectangle 25"/>
              <p:cNvSpPr>
                <a:spLocks noChangeArrowheads="1"/>
              </p:cNvSpPr>
              <p:nvPr/>
            </p:nvSpPr>
            <p:spPr bwMode="auto">
              <a:xfrm>
                <a:off x="1550" y="2717"/>
                <a:ext cx="1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在等距节点</a:t>
                </a:r>
                <a:endPara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4500" name="Rectangle 36"/>
              <p:cNvSpPr>
                <a:spLocks noChangeArrowheads="1"/>
              </p:cNvSpPr>
              <p:nvPr/>
            </p:nvSpPr>
            <p:spPr bwMode="auto">
              <a:xfrm>
                <a:off x="249" y="3140"/>
                <a:ext cx="67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 b="0">
                    <a:solidFill>
                      <a:srgbClr val="000000"/>
                    </a:solidFill>
                    <a:latin typeface="宋体" pitchFamily="2" charset="-122"/>
                    <a:ea typeface="黑体" pitchFamily="49" charset="-122"/>
                  </a:rPr>
                  <a:t>上值为</a:t>
                </a:r>
                <a:endParaRPr lang="zh-CN" altLang="en-US" sz="28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49" charset="-122"/>
                </a:endParaRPr>
              </a:p>
            </p:txBody>
          </p:sp>
          <p:sp>
            <p:nvSpPr>
              <p:cNvPr id="574501" name="Rectangle 37"/>
              <p:cNvSpPr>
                <a:spLocks noChangeArrowheads="1"/>
              </p:cNvSpPr>
              <p:nvPr/>
            </p:nvSpPr>
            <p:spPr bwMode="auto">
              <a:xfrm>
                <a:off x="952" y="3160"/>
                <a:ext cx="44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200" b="0">
                    <a:solidFill>
                      <a:srgbClr val="000000"/>
                    </a:solidFill>
                  </a:rPr>
                  <a:t> </a:t>
                </a:r>
                <a:endParaRPr lang="zh-CN" altLang="en-US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4508" name="Rectangle 44"/>
              <p:cNvSpPr>
                <a:spLocks noChangeArrowheads="1"/>
              </p:cNvSpPr>
              <p:nvPr/>
            </p:nvSpPr>
            <p:spPr bwMode="auto">
              <a:xfrm>
                <a:off x="2218" y="3160"/>
                <a:ext cx="44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200" b="0">
                    <a:solidFill>
                      <a:srgbClr val="000000"/>
                    </a:solidFill>
                  </a:rPr>
                  <a:t> </a:t>
                </a:r>
                <a:endParaRPr lang="zh-CN" altLang="en-US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graphicFrame>
          <p:nvGraphicFramePr>
            <p:cNvPr id="64525" name="Object 45"/>
            <p:cNvGraphicFramePr>
              <a:graphicFrameLocks noChangeAspect="1"/>
            </p:cNvGraphicFramePr>
            <p:nvPr/>
          </p:nvGraphicFramePr>
          <p:xfrm>
            <a:off x="2789" y="2550"/>
            <a:ext cx="2644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71" name="公式" r:id="rId5" imgW="1600200" imgH="317500" progId="Equation.3">
                    <p:embed/>
                  </p:oleObj>
                </mc:Choice>
                <mc:Fallback>
                  <p:oleObj name="公式" r:id="rId5" imgW="1600200" imgH="3175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550"/>
                          <a:ext cx="2644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26" name="Rectangle 46"/>
            <p:cNvSpPr>
              <a:spLocks noChangeArrowheads="1"/>
            </p:cNvSpPr>
            <p:nvPr/>
          </p:nvSpPr>
          <p:spPr bwMode="auto">
            <a:xfrm>
              <a:off x="1020" y="3140"/>
              <a:ext cx="11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r>
                <a:rPr lang="en-US" altLang="zh-CN" sz="2800" i="1" baseline="-25000">
                  <a:solidFill>
                    <a:srgbClr val="000000"/>
                  </a:solidFill>
                </a:rPr>
                <a:t>i </a:t>
              </a:r>
              <a:r>
                <a:rPr lang="en-US" altLang="zh-CN" sz="2800" i="1">
                  <a:solidFill>
                    <a:srgbClr val="000000"/>
                  </a:solidFill>
                </a:rPr>
                <a:t>=f(x</a:t>
              </a:r>
              <a:r>
                <a:rPr lang="en-US" altLang="zh-CN" sz="2800" i="1" baseline="-25000">
                  <a:solidFill>
                    <a:srgbClr val="000000"/>
                  </a:solidFill>
                </a:rPr>
                <a:t>i </a:t>
              </a:r>
              <a:r>
                <a:rPr lang="en-US" altLang="zh-CN" sz="2800" i="1">
                  <a:solidFill>
                    <a:srgbClr val="000000"/>
                  </a:solidFill>
                </a:rPr>
                <a:t>)</a:t>
              </a:r>
              <a:r>
                <a:rPr lang="zh-CN" altLang="en-US" sz="2800" b="0">
                  <a:solidFill>
                    <a:srgbClr val="000000"/>
                  </a:solidFill>
                  <a:ea typeface="黑体" pitchFamily="49" charset="-122"/>
                </a:rPr>
                <a:t>，则</a:t>
              </a:r>
              <a:endParaRPr lang="en-US" altLang="zh-CN" sz="2800" b="0">
                <a:solidFill>
                  <a:srgbClr val="000000"/>
                </a:solidFill>
                <a:ea typeface="黑体" pitchFamily="49" charset="-122"/>
              </a:endParaRPr>
            </a:p>
          </p:txBody>
        </p:sp>
      </p:grpSp>
      <p:grpSp>
        <p:nvGrpSpPr>
          <p:cNvPr id="574521" name="Group 57"/>
          <p:cNvGrpSpPr>
            <a:grpSpLocks/>
          </p:cNvGrpSpPr>
          <p:nvPr/>
        </p:nvGrpSpPr>
        <p:grpSpPr bwMode="auto">
          <a:xfrm>
            <a:off x="250825" y="5084763"/>
            <a:ext cx="7850188" cy="1330325"/>
            <a:chOff x="158" y="3203"/>
            <a:chExt cx="4945" cy="838"/>
          </a:xfrm>
        </p:grpSpPr>
        <p:graphicFrame>
          <p:nvGraphicFramePr>
            <p:cNvPr id="64520" name="Object 47"/>
            <p:cNvGraphicFramePr>
              <a:graphicFrameLocks noChangeAspect="1"/>
            </p:cNvGraphicFramePr>
            <p:nvPr/>
          </p:nvGraphicFramePr>
          <p:xfrm>
            <a:off x="2653" y="3203"/>
            <a:ext cx="1497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72" name="公式" r:id="rId7" imgW="838200" imgH="228600" progId="Equation.3">
                    <p:embed/>
                  </p:oleObj>
                </mc:Choice>
                <mc:Fallback>
                  <p:oleObj name="公式" r:id="rId7" imgW="838200" imgH="2286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3203"/>
                          <a:ext cx="1497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4514" name="Text Box 50"/>
            <p:cNvSpPr txBox="1">
              <a:spLocks noChangeArrowheads="1"/>
            </p:cNvSpPr>
            <p:nvPr/>
          </p:nvSpPr>
          <p:spPr bwMode="auto">
            <a:xfrm>
              <a:off x="158" y="3681"/>
              <a:ext cx="122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为</a:t>
              </a:r>
              <a:r>
                <a:rPr lang="en-US" altLang="zh-CN" sz="2800" i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f(x)</a:t>
              </a:r>
              <a:r>
                <a:rPr lang="zh-CN" alt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在点</a:t>
              </a:r>
            </a:p>
          </p:txBody>
        </p:sp>
        <p:graphicFrame>
          <p:nvGraphicFramePr>
            <p:cNvPr id="64522" name="Object 51"/>
            <p:cNvGraphicFramePr>
              <a:graphicFrameLocks noChangeAspect="1"/>
            </p:cNvGraphicFramePr>
            <p:nvPr/>
          </p:nvGraphicFramePr>
          <p:xfrm>
            <a:off x="1292" y="3657"/>
            <a:ext cx="25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73" name="公式" r:id="rId9" imgW="152334" imgH="228501" progId="Equation.3">
                    <p:embed/>
                  </p:oleObj>
                </mc:Choice>
                <mc:Fallback>
                  <p:oleObj name="公式" r:id="rId9" imgW="152334" imgH="228501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3657"/>
                          <a:ext cx="25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4516" name="Text Box 52"/>
            <p:cNvSpPr txBox="1">
              <a:spLocks noChangeArrowheads="1"/>
            </p:cNvSpPr>
            <p:nvPr/>
          </p:nvSpPr>
          <p:spPr bwMode="auto">
            <a:xfrm>
              <a:off x="1565" y="3702"/>
              <a:ext cx="35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处的一阶向前差分（简称差分）</a:t>
              </a: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4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4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4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4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12D8D0-3370-48B9-99C4-766F194514F8}" type="slidenum">
              <a:rPr lang="zh-CN" altLang="en-US"/>
              <a:pPr>
                <a:defRPr/>
              </a:pPr>
              <a:t>36</a:t>
            </a:fld>
            <a:endParaRPr lang="en-US" altLang="zh-CN"/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1908175" y="692150"/>
          <a:ext cx="41973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3" name="公式" r:id="rId3" imgW="1600200" imgH="317500" progId="Equation.3">
                  <p:embed/>
                </p:oleObj>
              </mc:Choice>
              <mc:Fallback>
                <p:oleObj name="公式" r:id="rId3" imgW="1600200" imgH="317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692150"/>
                        <a:ext cx="419735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21"/>
          <p:cNvGraphicFramePr>
            <a:graphicFrameLocks noGrp="1" noChangeAspect="1"/>
          </p:cNvGraphicFramePr>
          <p:nvPr>
            <p:ph sz="half" idx="2"/>
          </p:nvPr>
        </p:nvGraphicFramePr>
        <p:xfrm>
          <a:off x="539750" y="1628775"/>
          <a:ext cx="23764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4" name="公式" r:id="rId5" imgW="838200" imgH="228600" progId="Equation.3">
                  <p:embed/>
                </p:oleObj>
              </mc:Choice>
              <mc:Fallback>
                <p:oleObj name="公式" r:id="rId5" imgW="838200" imgH="228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628775"/>
                        <a:ext cx="237648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58" name="Text Box 22"/>
          <p:cNvSpPr txBox="1">
            <a:spLocks noChangeArrowheads="1"/>
          </p:cNvSpPr>
          <p:nvPr/>
        </p:nvSpPr>
        <p:spPr bwMode="auto">
          <a:xfrm>
            <a:off x="3275013" y="1811338"/>
            <a:ext cx="19446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为</a:t>
            </a:r>
            <a:r>
              <a:rPr lang="en-US" altLang="zh-CN" sz="2800" i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f(x)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在点</a:t>
            </a:r>
          </a:p>
        </p:txBody>
      </p:sp>
      <p:graphicFrame>
        <p:nvGraphicFramePr>
          <p:cNvPr id="65542" name="Object 23"/>
          <p:cNvGraphicFramePr>
            <a:graphicFrameLocks noChangeAspect="1"/>
          </p:cNvGraphicFramePr>
          <p:nvPr/>
        </p:nvGraphicFramePr>
        <p:xfrm>
          <a:off x="5075238" y="1773238"/>
          <a:ext cx="4095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5" name="公式" r:id="rId7" imgW="152334" imgH="228501" progId="Equation.3">
                  <p:embed/>
                </p:oleObj>
              </mc:Choice>
              <mc:Fallback>
                <p:oleObj name="公式" r:id="rId7" imgW="152334" imgH="228501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1773238"/>
                        <a:ext cx="4095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60" name="Text Box 24"/>
          <p:cNvSpPr txBox="1">
            <a:spLocks noChangeArrowheads="1"/>
          </p:cNvSpPr>
          <p:nvPr/>
        </p:nvSpPr>
        <p:spPr bwMode="auto">
          <a:xfrm>
            <a:off x="5508625" y="1844675"/>
            <a:ext cx="2808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处的一阶差分</a:t>
            </a:r>
          </a:p>
        </p:txBody>
      </p:sp>
      <p:sp>
        <p:nvSpPr>
          <p:cNvPr id="577562" name="Text Box 26"/>
          <p:cNvSpPr txBox="1">
            <a:spLocks noChangeArrowheads="1"/>
          </p:cNvSpPr>
          <p:nvPr/>
        </p:nvSpPr>
        <p:spPr bwMode="auto">
          <a:xfrm>
            <a:off x="468313" y="2708275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一阶差分的一阶差分叫二阶差分，</a:t>
            </a:r>
          </a:p>
        </p:txBody>
      </p:sp>
      <p:graphicFrame>
        <p:nvGraphicFramePr>
          <p:cNvPr id="577564" name="Object 28"/>
          <p:cNvGraphicFramePr>
            <a:graphicFrameLocks noChangeAspect="1"/>
          </p:cNvGraphicFramePr>
          <p:nvPr/>
        </p:nvGraphicFramePr>
        <p:xfrm>
          <a:off x="1692275" y="3429000"/>
          <a:ext cx="295275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6" name="公式" r:id="rId9" imgW="1040948" imgH="241195" progId="Equation.3">
                  <p:embed/>
                </p:oleObj>
              </mc:Choice>
              <mc:Fallback>
                <p:oleObj name="公式" r:id="rId9" imgW="1040948" imgH="24119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429000"/>
                        <a:ext cx="295275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65" name="Text Box 29"/>
          <p:cNvSpPr txBox="1">
            <a:spLocks noChangeArrowheads="1"/>
          </p:cNvSpPr>
          <p:nvPr/>
        </p:nvSpPr>
        <p:spPr bwMode="auto">
          <a:xfrm>
            <a:off x="250825" y="4365625"/>
            <a:ext cx="8497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一般说来，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阶差分定义为</a:t>
            </a:r>
            <a:r>
              <a:rPr lang="en-US" altLang="zh-CN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阶差分的一阶差分：</a:t>
            </a:r>
          </a:p>
        </p:txBody>
      </p:sp>
      <p:graphicFrame>
        <p:nvGraphicFramePr>
          <p:cNvPr id="577567" name="Object 31"/>
          <p:cNvGraphicFramePr>
            <a:graphicFrameLocks noChangeAspect="1"/>
          </p:cNvGraphicFramePr>
          <p:nvPr/>
        </p:nvGraphicFramePr>
        <p:xfrm>
          <a:off x="1547813" y="5229225"/>
          <a:ext cx="3852862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7" name="公式" r:id="rId11" imgW="1358310" imgH="241195" progId="Equation.3">
                  <p:embed/>
                </p:oleObj>
              </mc:Choice>
              <mc:Fallback>
                <p:oleObj name="公式" r:id="rId11" imgW="1358310" imgH="24119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229225"/>
                        <a:ext cx="3852862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7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7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7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7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7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7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7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62" grpId="0"/>
      <p:bldP spid="57756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D3E3D6-B095-43A9-9461-749C835B1932}" type="slidenum">
              <a:rPr lang="zh-CN" altLang="en-US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395288" y="2060575"/>
            <a:ext cx="760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</a:rPr>
              <a:t>实际计算差分时，常用如下表格（差分表）：</a:t>
            </a:r>
          </a:p>
        </p:txBody>
      </p:sp>
      <p:graphicFrame>
        <p:nvGraphicFramePr>
          <p:cNvPr id="66564" name="Object 3"/>
          <p:cNvGraphicFramePr>
            <a:graphicFrameLocks noChangeAspect="1"/>
          </p:cNvGraphicFramePr>
          <p:nvPr/>
        </p:nvGraphicFramePr>
        <p:xfrm>
          <a:off x="2843213" y="2795588"/>
          <a:ext cx="9366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2" name="公式" r:id="rId3" imgW="215713" imgH="203024" progId="Equation.3">
                  <p:embed/>
                </p:oleObj>
              </mc:Choice>
              <mc:Fallback>
                <p:oleObj name="公式" r:id="rId3" imgW="215713" imgH="2030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795588"/>
                        <a:ext cx="93662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4"/>
          <p:cNvGraphicFramePr>
            <a:graphicFrameLocks noChangeAspect="1"/>
          </p:cNvGraphicFramePr>
          <p:nvPr/>
        </p:nvGraphicFramePr>
        <p:xfrm>
          <a:off x="5219700" y="2776538"/>
          <a:ext cx="104933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3" name="公式" r:id="rId5" imgW="279400" imgH="228600" progId="Equation.3">
                  <p:embed/>
                </p:oleObj>
              </mc:Choice>
              <mc:Fallback>
                <p:oleObj name="公式" r:id="rId5" imgW="279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76538"/>
                        <a:ext cx="1049338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6" name="Object 5"/>
          <p:cNvGraphicFramePr>
            <a:graphicFrameLocks noChangeAspect="1"/>
          </p:cNvGraphicFramePr>
          <p:nvPr/>
        </p:nvGraphicFramePr>
        <p:xfrm>
          <a:off x="6516688" y="2871788"/>
          <a:ext cx="7254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4" name="公式" r:id="rId7" imgW="266584" imgH="228501" progId="Equation.3">
                  <p:embed/>
                </p:oleObj>
              </mc:Choice>
              <mc:Fallback>
                <p:oleObj name="公式" r:id="rId7" imgW="266584" imgH="22850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871788"/>
                        <a:ext cx="725487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7" name="Object 6"/>
          <p:cNvGraphicFramePr>
            <a:graphicFrameLocks noChangeAspect="1"/>
          </p:cNvGraphicFramePr>
          <p:nvPr/>
        </p:nvGraphicFramePr>
        <p:xfrm>
          <a:off x="684213" y="3357563"/>
          <a:ext cx="552450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5" name="公式" r:id="rId9" imgW="190500" imgH="1143000" progId="Equation.3">
                  <p:embed/>
                </p:oleObj>
              </mc:Choice>
              <mc:Fallback>
                <p:oleObj name="公式" r:id="rId9" imgW="190500" imgH="1143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357563"/>
                        <a:ext cx="552450" cy="331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7"/>
          <p:cNvGraphicFramePr>
            <a:graphicFrameLocks noChangeAspect="1"/>
          </p:cNvGraphicFramePr>
          <p:nvPr/>
        </p:nvGraphicFramePr>
        <p:xfrm>
          <a:off x="1979613" y="3429000"/>
          <a:ext cx="598487" cy="324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6" name="公式" r:id="rId11" imgW="203200" imgH="1143000" progId="Equation.3">
                  <p:embed/>
                </p:oleObj>
              </mc:Choice>
              <mc:Fallback>
                <p:oleObj name="公式" r:id="rId11" imgW="203200" imgH="1143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429000"/>
                        <a:ext cx="598487" cy="324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9" name="Object 8"/>
          <p:cNvGraphicFramePr>
            <a:graphicFrameLocks noChangeAspect="1"/>
          </p:cNvGraphicFramePr>
          <p:nvPr/>
        </p:nvGraphicFramePr>
        <p:xfrm>
          <a:off x="2987675" y="3716338"/>
          <a:ext cx="76200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7" name="公式" r:id="rId13" imgW="279400" imgH="914400" progId="Equation.3">
                  <p:embed/>
                </p:oleObj>
              </mc:Choice>
              <mc:Fallback>
                <p:oleObj name="公式" r:id="rId13" imgW="279400" imgH="914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716338"/>
                        <a:ext cx="762000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0" name="Object 9"/>
          <p:cNvGraphicFramePr>
            <a:graphicFrameLocks noChangeAspect="1"/>
          </p:cNvGraphicFramePr>
          <p:nvPr/>
        </p:nvGraphicFramePr>
        <p:xfrm>
          <a:off x="3995738" y="3938588"/>
          <a:ext cx="1109662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8" name="公式" r:id="rId15" imgW="330200" imgH="736600" progId="Equation.3">
                  <p:embed/>
                </p:oleObj>
              </mc:Choice>
              <mc:Fallback>
                <p:oleObj name="公式" r:id="rId15" imgW="330200" imgH="736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938588"/>
                        <a:ext cx="1109662" cy="244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58" name="Rectangle 10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59" name="Rectangle 11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0" name="Rectangle 12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1" name="Rectangle 13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2" name="Rectangle 14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3" name="Rectangle 15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4" name="Rectangle 16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5" name="Rectangle 17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6" name="Rectangle 18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7" name="Rectangle 19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68" name="Rectangle 20"/>
          <p:cNvSpPr>
            <a:spLocks noChangeArrowheads="1"/>
          </p:cNvSpPr>
          <p:nvPr/>
        </p:nvSpPr>
        <p:spPr bwMode="auto">
          <a:xfrm>
            <a:off x="1866900" y="285750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6582" name="Object 21"/>
          <p:cNvGraphicFramePr>
            <a:graphicFrameLocks noChangeAspect="1"/>
          </p:cNvGraphicFramePr>
          <p:nvPr/>
        </p:nvGraphicFramePr>
        <p:xfrm>
          <a:off x="755650" y="2774950"/>
          <a:ext cx="493713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9" name="公式" r:id="rId17" imgW="126835" imgH="139518" progId="Equation.3">
                  <p:embed/>
                </p:oleObj>
              </mc:Choice>
              <mc:Fallback>
                <p:oleObj name="公式" r:id="rId17" imgW="126835" imgH="13951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774950"/>
                        <a:ext cx="493713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3" name="Object 22"/>
          <p:cNvGraphicFramePr>
            <a:graphicFrameLocks noChangeAspect="1"/>
          </p:cNvGraphicFramePr>
          <p:nvPr/>
        </p:nvGraphicFramePr>
        <p:xfrm>
          <a:off x="1763713" y="2852738"/>
          <a:ext cx="6365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0" name="公式" r:id="rId19" imgW="139579" imgH="164957" progId="Equation.3">
                  <p:embed/>
                </p:oleObj>
              </mc:Choice>
              <mc:Fallback>
                <p:oleObj name="公式" r:id="rId19" imgW="139579" imgH="16495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63658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4" name="Object 23"/>
          <p:cNvGraphicFramePr>
            <a:graphicFrameLocks noChangeAspect="1"/>
          </p:cNvGraphicFramePr>
          <p:nvPr/>
        </p:nvGraphicFramePr>
        <p:xfrm>
          <a:off x="4211638" y="2924175"/>
          <a:ext cx="7207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1" name="公式" r:id="rId21" imgW="279400" imgH="228600" progId="Equation.3">
                  <p:embed/>
                </p:oleObj>
              </mc:Choice>
              <mc:Fallback>
                <p:oleObj name="公式" r:id="rId21" imgW="2794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924175"/>
                        <a:ext cx="7207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5" name="Object 24"/>
          <p:cNvGraphicFramePr>
            <a:graphicFrameLocks noChangeAspect="1"/>
          </p:cNvGraphicFramePr>
          <p:nvPr/>
        </p:nvGraphicFramePr>
        <p:xfrm>
          <a:off x="6300788" y="4868863"/>
          <a:ext cx="9715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2" name="公式" r:id="rId23" imgW="330057" imgH="241195" progId="Equation.3">
                  <p:embed/>
                </p:oleObj>
              </mc:Choice>
              <mc:Fallback>
                <p:oleObj name="公式" r:id="rId23" imgW="330057" imgH="2411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868863"/>
                        <a:ext cx="9715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6" name="Rectangle 25"/>
          <p:cNvSpPr>
            <a:spLocks noChangeArrowheads="1"/>
          </p:cNvSpPr>
          <p:nvPr/>
        </p:nvSpPr>
        <p:spPr bwMode="auto">
          <a:xfrm>
            <a:off x="0" y="2774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76225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endParaRPr lang="zh-CN" altLang="en-US" sz="2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16474" name="Rectangle 26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588" name="Rectangle 27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1200" b="0">
                <a:solidFill>
                  <a:schemeClr val="tx1"/>
                </a:solidFill>
                <a:ea typeface="华文中宋" pitchFamily="2" charset="-122"/>
              </a:rPr>
              <a:t>	</a:t>
            </a:r>
            <a:endParaRPr lang="zh-CN" altLang="en-US" sz="24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616476" name="Rectangle 28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77" name="Rectangle 29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78" name="Rectangle 30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79" name="Rectangle 31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0" name="Rectangle 32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1" name="Rectangle 33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2" name="Rectangle 34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3" name="Rectangle 35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4" name="Rectangle 36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5" name="Rectangle 37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486" name="Rectangle 38"/>
          <p:cNvSpPr>
            <a:spLocks noChangeArrowheads="1"/>
          </p:cNvSpPr>
          <p:nvPr/>
        </p:nvSpPr>
        <p:spPr bwMode="auto">
          <a:xfrm>
            <a:off x="0" y="2774950"/>
            <a:ext cx="7731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16487" name="Group 39"/>
          <p:cNvGraphicFramePr>
            <a:graphicFrameLocks noGrp="1"/>
          </p:cNvGraphicFramePr>
          <p:nvPr/>
        </p:nvGraphicFramePr>
        <p:xfrm>
          <a:off x="360363" y="2924175"/>
          <a:ext cx="8172450" cy="3744913"/>
        </p:xfrm>
        <a:graphic>
          <a:graphicData uri="http://schemas.openxmlformats.org/drawingml/2006/table">
            <a:tbl>
              <a:tblPr/>
              <a:tblGrid>
                <a:gridCol w="1166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  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627" name="Object 66"/>
          <p:cNvGraphicFramePr>
            <a:graphicFrameLocks noChangeAspect="1"/>
          </p:cNvGraphicFramePr>
          <p:nvPr/>
        </p:nvGraphicFramePr>
        <p:xfrm>
          <a:off x="5148263" y="4437063"/>
          <a:ext cx="935037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3" name="公式" r:id="rId25" imgW="317225" imgH="482181" progId="Equation.3">
                  <p:embed/>
                </p:oleObj>
              </mc:Choice>
              <mc:Fallback>
                <p:oleObj name="公式" r:id="rId25" imgW="317225" imgH="482181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437063"/>
                        <a:ext cx="935037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28" name="Object 67"/>
          <p:cNvGraphicFramePr>
            <a:graphicFrameLocks noChangeAspect="1"/>
          </p:cNvGraphicFramePr>
          <p:nvPr/>
        </p:nvGraphicFramePr>
        <p:xfrm>
          <a:off x="1692275" y="981075"/>
          <a:ext cx="385286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4" name="公式" r:id="rId27" imgW="1358310" imgH="241195" progId="Equation.3">
                  <p:embed/>
                </p:oleObj>
              </mc:Choice>
              <mc:Fallback>
                <p:oleObj name="公式" r:id="rId27" imgW="1358310" imgH="241195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981075"/>
                        <a:ext cx="385286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29" name="Object 68"/>
          <p:cNvGraphicFramePr>
            <a:graphicFrameLocks noChangeAspect="1"/>
          </p:cNvGraphicFramePr>
          <p:nvPr/>
        </p:nvGraphicFramePr>
        <p:xfrm>
          <a:off x="1979613" y="260350"/>
          <a:ext cx="23764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5" name="公式" r:id="rId29" imgW="838200" imgH="228600" progId="Equation.3">
                  <p:embed/>
                </p:oleObj>
              </mc:Choice>
              <mc:Fallback>
                <p:oleObj name="公式" r:id="rId29" imgW="838200" imgH="2286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60350"/>
                        <a:ext cx="23764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887B33-FEAD-4C48-94E8-E5F9811773DA}" type="slidenum">
              <a:rPr lang="zh-CN" altLang="en-US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3200" b="1"/>
              <a:t>例题</a:t>
            </a:r>
          </a:p>
        </p:txBody>
      </p:sp>
      <p:graphicFrame>
        <p:nvGraphicFramePr>
          <p:cNvPr id="618499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323850" y="3687763"/>
          <a:ext cx="8820150" cy="247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8" name="文档" r:id="rId3" imgW="5223341" imgH="1326046" progId="Word.Document.8">
                  <p:embed/>
                </p:oleObj>
              </mc:Choice>
              <mc:Fallback>
                <p:oleObj name="文档" r:id="rId3" imgW="5223341" imgH="1326046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687763"/>
                        <a:ext cx="8820150" cy="247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589" name="Group 4"/>
          <p:cNvGrpSpPr>
            <a:grpSpLocks/>
          </p:cNvGrpSpPr>
          <p:nvPr/>
        </p:nvGrpSpPr>
        <p:grpSpPr bwMode="auto">
          <a:xfrm>
            <a:off x="1908175" y="1557338"/>
            <a:ext cx="4919663" cy="560387"/>
            <a:chOff x="2172" y="1268"/>
            <a:chExt cx="3099" cy="353"/>
          </a:xfrm>
        </p:grpSpPr>
        <p:sp>
          <p:nvSpPr>
            <p:cNvPr id="618501" name="Rectangle 5"/>
            <p:cNvSpPr>
              <a:spLocks noChangeArrowheads="1"/>
            </p:cNvSpPr>
            <p:nvPr/>
          </p:nvSpPr>
          <p:spPr bwMode="auto">
            <a:xfrm>
              <a:off x="2172" y="1275"/>
              <a:ext cx="86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设函数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2" name="Rectangle 6"/>
            <p:cNvSpPr>
              <a:spLocks noChangeArrowheads="1"/>
            </p:cNvSpPr>
            <p:nvPr/>
          </p:nvSpPr>
          <p:spPr bwMode="auto">
            <a:xfrm>
              <a:off x="3139" y="1268"/>
              <a:ext cx="1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600" b="0" i="1">
                  <a:solidFill>
                    <a:srgbClr val="000000"/>
                  </a:solidFill>
                </a:rPr>
                <a:t>y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3" name="Rectangle 7"/>
            <p:cNvSpPr>
              <a:spLocks noChangeArrowheads="1"/>
            </p:cNvSpPr>
            <p:nvPr/>
          </p:nvSpPr>
          <p:spPr bwMode="auto">
            <a:xfrm>
              <a:off x="3268" y="1268"/>
              <a:ext cx="16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600" b="0">
                  <a:solidFill>
                    <a:srgbClr val="000000"/>
                  </a:solidFill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4" name="Rectangle 8"/>
            <p:cNvSpPr>
              <a:spLocks noChangeArrowheads="1"/>
            </p:cNvSpPr>
            <p:nvPr/>
          </p:nvSpPr>
          <p:spPr bwMode="auto">
            <a:xfrm>
              <a:off x="3434" y="1268"/>
              <a:ext cx="8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6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5" name="Rectangle 9"/>
            <p:cNvSpPr>
              <a:spLocks noChangeArrowheads="1"/>
            </p:cNvSpPr>
            <p:nvPr/>
          </p:nvSpPr>
          <p:spPr bwMode="auto">
            <a:xfrm>
              <a:off x="3513" y="1268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600" b="0">
                  <a:solidFill>
                    <a:srgbClr val="000000"/>
                  </a:solidFill>
                </a:rPr>
                <a:t>(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6" name="Rectangle 10"/>
            <p:cNvSpPr>
              <a:spLocks noChangeArrowheads="1"/>
            </p:cNvSpPr>
            <p:nvPr/>
          </p:nvSpPr>
          <p:spPr bwMode="auto">
            <a:xfrm>
              <a:off x="3609" y="1268"/>
              <a:ext cx="12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6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7" name="Rectangle 11"/>
            <p:cNvSpPr>
              <a:spLocks noChangeArrowheads="1"/>
            </p:cNvSpPr>
            <p:nvPr/>
          </p:nvSpPr>
          <p:spPr bwMode="auto">
            <a:xfrm>
              <a:off x="3739" y="1268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600" b="0">
                  <a:solidFill>
                    <a:srgbClr val="000000"/>
                  </a:solidFill>
                </a:rPr>
                <a:t>)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08" name="Rectangle 12"/>
            <p:cNvSpPr>
              <a:spLocks noChangeArrowheads="1"/>
            </p:cNvSpPr>
            <p:nvPr/>
          </p:nvSpPr>
          <p:spPr bwMode="auto">
            <a:xfrm>
              <a:off x="3831" y="1275"/>
              <a:ext cx="144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在各节点的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67590" name="Group 13"/>
          <p:cNvGrpSpPr>
            <a:grpSpLocks/>
          </p:cNvGrpSpPr>
          <p:nvPr/>
        </p:nvGrpSpPr>
        <p:grpSpPr bwMode="auto">
          <a:xfrm>
            <a:off x="755650" y="2492375"/>
            <a:ext cx="7789863" cy="560388"/>
            <a:chOff x="476" y="1570"/>
            <a:chExt cx="4907" cy="353"/>
          </a:xfrm>
        </p:grpSpPr>
        <p:sp>
          <p:nvSpPr>
            <p:cNvPr id="618510" name="Rectangle 14"/>
            <p:cNvSpPr>
              <a:spLocks noChangeArrowheads="1"/>
            </p:cNvSpPr>
            <p:nvPr/>
          </p:nvSpPr>
          <p:spPr bwMode="auto">
            <a:xfrm>
              <a:off x="476" y="1577"/>
              <a:ext cx="57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取值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11" name="Rectangle 15"/>
            <p:cNvSpPr>
              <a:spLocks noChangeArrowheads="1"/>
            </p:cNvSpPr>
            <p:nvPr/>
          </p:nvSpPr>
          <p:spPr bwMode="auto">
            <a:xfrm>
              <a:off x="1059" y="1577"/>
              <a:ext cx="28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如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12" name="Rectangle 16"/>
            <p:cNvSpPr>
              <a:spLocks noChangeArrowheads="1"/>
            </p:cNvSpPr>
            <p:nvPr/>
          </p:nvSpPr>
          <p:spPr bwMode="auto">
            <a:xfrm>
              <a:off x="1347" y="1577"/>
              <a:ext cx="28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下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13" name="Rectangle 17"/>
            <p:cNvSpPr>
              <a:spLocks noChangeArrowheads="1"/>
            </p:cNvSpPr>
            <p:nvPr/>
          </p:nvSpPr>
          <p:spPr bwMode="auto">
            <a:xfrm>
              <a:off x="1639" y="1577"/>
              <a:ext cx="28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表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14" name="Rectangle 18"/>
            <p:cNvSpPr>
              <a:spLocks noChangeArrowheads="1"/>
            </p:cNvSpPr>
            <p:nvPr/>
          </p:nvSpPr>
          <p:spPr bwMode="auto">
            <a:xfrm>
              <a:off x="1927" y="1577"/>
              <a:ext cx="345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所示，试计算各阶差分值。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515" name="Rectangle 19"/>
            <p:cNvSpPr>
              <a:spLocks noChangeArrowheads="1"/>
            </p:cNvSpPr>
            <p:nvPr/>
          </p:nvSpPr>
          <p:spPr bwMode="auto">
            <a:xfrm>
              <a:off x="5279" y="1570"/>
              <a:ext cx="7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600" b="0">
                  <a:solidFill>
                    <a:srgbClr val="000000"/>
                  </a:solidFill>
                </a:rPr>
                <a:t> 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65A1BA-1FAB-4F65-A140-0CB8B636ECBC}" type="slidenum">
              <a:rPr lang="zh-CN" altLang="en-US"/>
              <a:pPr>
                <a:defRPr/>
              </a:pPr>
              <a:t>39</a:t>
            </a:fld>
            <a:endParaRPr lang="en-US" altLang="zh-CN"/>
          </a:p>
        </p:txBody>
      </p:sp>
      <p:graphicFrame>
        <p:nvGraphicFramePr>
          <p:cNvPr id="68611" name="Object 2"/>
          <p:cNvGraphicFramePr>
            <a:graphicFrameLocks noChangeAspect="1"/>
          </p:cNvGraphicFramePr>
          <p:nvPr/>
        </p:nvGraphicFramePr>
        <p:xfrm>
          <a:off x="0" y="766763"/>
          <a:ext cx="8888413" cy="566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7" name="Document" r:id="rId3" imgW="6220940" imgH="3964056" progId="Word.Document.8">
                  <p:embed/>
                </p:oleObj>
              </mc:Choice>
              <mc:Fallback>
                <p:oleObj name="Document" r:id="rId3" imgW="6220940" imgH="396405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66763"/>
                        <a:ext cx="8888413" cy="566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3"/>
          <p:cNvGraphicFramePr>
            <a:graphicFrameLocks noChangeAspect="1"/>
          </p:cNvGraphicFramePr>
          <p:nvPr/>
        </p:nvGraphicFramePr>
        <p:xfrm>
          <a:off x="4140200" y="333375"/>
          <a:ext cx="385286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8" name="公式" r:id="rId5" imgW="1358310" imgH="241195" progId="Equation.3">
                  <p:embed/>
                </p:oleObj>
              </mc:Choice>
              <mc:Fallback>
                <p:oleObj name="公式" r:id="rId5" imgW="1358310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33375"/>
                        <a:ext cx="385286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4"/>
          <p:cNvGraphicFramePr>
            <a:graphicFrameLocks noChangeAspect="1"/>
          </p:cNvGraphicFramePr>
          <p:nvPr/>
        </p:nvGraphicFramePr>
        <p:xfrm>
          <a:off x="684213" y="333375"/>
          <a:ext cx="23764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9" name="公式" r:id="rId7" imgW="838200" imgH="228600" progId="Equation.3">
                  <p:embed/>
                </p:oleObj>
              </mc:Choice>
              <mc:Fallback>
                <p:oleObj name="公式" r:id="rId7" imgW="838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33375"/>
                        <a:ext cx="23764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82850" y="5445125"/>
          <a:ext cx="7921625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0" name="公式" r:id="rId9" imgW="3289300" imgH="482600" progId="Equation.3">
                  <p:embed/>
                </p:oleObj>
              </mc:Choice>
              <mc:Fallback>
                <p:oleObj name="公式" r:id="rId9" imgW="3289300" imgH="4826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5445125"/>
                        <a:ext cx="7921625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8A62DE-3D3B-44DB-9FB4-6CDA8718EF9E}" type="slidenum">
              <a:rPr lang="zh-CN" altLang="en-US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395288" y="620713"/>
            <a:ext cx="77724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kumimoji="1" lang="zh-CN" altLang="en-US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插商与差分的关系</a:t>
            </a:r>
          </a:p>
        </p:txBody>
      </p:sp>
      <p:graphicFrame>
        <p:nvGraphicFramePr>
          <p:cNvPr id="588803" name="Object 3"/>
          <p:cNvGraphicFramePr>
            <a:graphicFrameLocks noChangeAspect="1"/>
          </p:cNvGraphicFramePr>
          <p:nvPr/>
        </p:nvGraphicFramePr>
        <p:xfrm>
          <a:off x="1403350" y="2420938"/>
          <a:ext cx="5908675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35" name="公式" r:id="rId3" imgW="2019300" imgH="431800" progId="Equation.3">
                  <p:embed/>
                </p:oleObj>
              </mc:Choice>
              <mc:Fallback>
                <p:oleObj name="公式" r:id="rId3" imgW="20193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420938"/>
                        <a:ext cx="5908675" cy="131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8804" name="Rectangle 4"/>
          <p:cNvSpPr>
            <a:spLocks noChangeArrowheads="1"/>
          </p:cNvSpPr>
          <p:nvPr/>
        </p:nvSpPr>
        <p:spPr bwMode="auto">
          <a:xfrm>
            <a:off x="0" y="1412875"/>
            <a:ext cx="777240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en-US" altLang="zh-CN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kumimoji="1" lang="zh-CN" altLang="en-US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在等距节点条件下有：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zh-CN" altLang="en-US" sz="320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88805" name="Group 5"/>
          <p:cNvGrpSpPr>
            <a:grpSpLocks/>
          </p:cNvGrpSpPr>
          <p:nvPr/>
        </p:nvGrpSpPr>
        <p:grpSpPr bwMode="auto">
          <a:xfrm>
            <a:off x="995363" y="3990975"/>
            <a:ext cx="6953250" cy="2679700"/>
            <a:chOff x="627" y="2514"/>
            <a:chExt cx="4380" cy="1688"/>
          </a:xfrm>
        </p:grpSpPr>
        <p:sp>
          <p:nvSpPr>
            <p:cNvPr id="588806" name="Line 6"/>
            <p:cNvSpPr>
              <a:spLocks noChangeShapeType="1"/>
            </p:cNvSpPr>
            <p:nvPr/>
          </p:nvSpPr>
          <p:spPr bwMode="auto">
            <a:xfrm>
              <a:off x="2306" y="2858"/>
              <a:ext cx="264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8807" name="Line 7"/>
            <p:cNvSpPr>
              <a:spLocks noChangeShapeType="1"/>
            </p:cNvSpPr>
            <p:nvPr/>
          </p:nvSpPr>
          <p:spPr bwMode="auto">
            <a:xfrm>
              <a:off x="1922" y="3582"/>
              <a:ext cx="19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8808" name="Line 8"/>
            <p:cNvSpPr>
              <a:spLocks noChangeShapeType="1"/>
            </p:cNvSpPr>
            <p:nvPr/>
          </p:nvSpPr>
          <p:spPr bwMode="auto">
            <a:xfrm>
              <a:off x="2842" y="3582"/>
              <a:ext cx="194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8809" name="Line 9"/>
            <p:cNvSpPr>
              <a:spLocks noChangeShapeType="1"/>
            </p:cNvSpPr>
            <p:nvPr/>
          </p:nvSpPr>
          <p:spPr bwMode="auto">
            <a:xfrm>
              <a:off x="1896" y="3869"/>
              <a:ext cx="1628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8810" name="Line 10"/>
            <p:cNvSpPr>
              <a:spLocks noChangeShapeType="1"/>
            </p:cNvSpPr>
            <p:nvPr/>
          </p:nvSpPr>
          <p:spPr bwMode="auto">
            <a:xfrm>
              <a:off x="3858" y="3869"/>
              <a:ext cx="5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8811" name="Rectangle 11"/>
            <p:cNvSpPr>
              <a:spLocks noChangeArrowheads="1"/>
            </p:cNvSpPr>
            <p:nvPr/>
          </p:nvSpPr>
          <p:spPr bwMode="auto">
            <a:xfrm>
              <a:off x="4935" y="386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2" name="Rectangle 12"/>
            <p:cNvSpPr>
              <a:spLocks noChangeArrowheads="1"/>
            </p:cNvSpPr>
            <p:nvPr/>
          </p:nvSpPr>
          <p:spPr bwMode="auto">
            <a:xfrm>
              <a:off x="4665" y="369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3" name="Rectangle 13"/>
            <p:cNvSpPr>
              <a:spLocks noChangeArrowheads="1"/>
            </p:cNvSpPr>
            <p:nvPr/>
          </p:nvSpPr>
          <p:spPr bwMode="auto">
            <a:xfrm>
              <a:off x="4299" y="388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4" name="Rectangle 14"/>
            <p:cNvSpPr>
              <a:spLocks noChangeArrowheads="1"/>
            </p:cNvSpPr>
            <p:nvPr/>
          </p:nvSpPr>
          <p:spPr bwMode="auto">
            <a:xfrm>
              <a:off x="3386" y="357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5" name="Rectangle 15"/>
            <p:cNvSpPr>
              <a:spLocks noChangeArrowheads="1"/>
            </p:cNvSpPr>
            <p:nvPr/>
          </p:nvSpPr>
          <p:spPr bwMode="auto">
            <a:xfrm>
              <a:off x="2449" y="357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6" name="Rectangle 16"/>
            <p:cNvSpPr>
              <a:spLocks noChangeArrowheads="1"/>
            </p:cNvSpPr>
            <p:nvPr/>
          </p:nvSpPr>
          <p:spPr bwMode="auto">
            <a:xfrm>
              <a:off x="3925" y="304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7" name="Rectangle 17"/>
            <p:cNvSpPr>
              <a:spLocks noChangeArrowheads="1"/>
            </p:cNvSpPr>
            <p:nvPr/>
          </p:nvSpPr>
          <p:spPr bwMode="auto">
            <a:xfrm>
              <a:off x="3370" y="304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8" name="Rectangle 18"/>
            <p:cNvSpPr>
              <a:spLocks noChangeArrowheads="1"/>
            </p:cNvSpPr>
            <p:nvPr/>
          </p:nvSpPr>
          <p:spPr bwMode="auto">
            <a:xfrm>
              <a:off x="4614" y="269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19" name="Rectangle 19"/>
            <p:cNvSpPr>
              <a:spLocks noChangeArrowheads="1"/>
            </p:cNvSpPr>
            <p:nvPr/>
          </p:nvSpPr>
          <p:spPr bwMode="auto">
            <a:xfrm>
              <a:off x="4239" y="269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0" name="Rectangle 20"/>
            <p:cNvSpPr>
              <a:spLocks noChangeArrowheads="1"/>
            </p:cNvSpPr>
            <p:nvPr/>
          </p:nvSpPr>
          <p:spPr bwMode="auto">
            <a:xfrm>
              <a:off x="3159" y="269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1" name="Rectangle 21"/>
            <p:cNvSpPr>
              <a:spLocks noChangeArrowheads="1"/>
            </p:cNvSpPr>
            <p:nvPr/>
          </p:nvSpPr>
          <p:spPr bwMode="auto">
            <a:xfrm>
              <a:off x="2777" y="269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2" name="Rectangle 22"/>
            <p:cNvSpPr>
              <a:spLocks noChangeArrowheads="1"/>
            </p:cNvSpPr>
            <p:nvPr/>
          </p:nvSpPr>
          <p:spPr bwMode="auto">
            <a:xfrm>
              <a:off x="1777" y="285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3" name="Rectangle 23"/>
            <p:cNvSpPr>
              <a:spLocks noChangeArrowheads="1"/>
            </p:cNvSpPr>
            <p:nvPr/>
          </p:nvSpPr>
          <p:spPr bwMode="auto">
            <a:xfrm>
              <a:off x="1411" y="285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4" name="Rectangle 24"/>
            <p:cNvSpPr>
              <a:spLocks noChangeArrowheads="1"/>
            </p:cNvSpPr>
            <p:nvPr/>
          </p:nvSpPr>
          <p:spPr bwMode="auto">
            <a:xfrm>
              <a:off x="1036" y="285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5" name="Rectangle 25"/>
            <p:cNvSpPr>
              <a:spLocks noChangeArrowheads="1"/>
            </p:cNvSpPr>
            <p:nvPr/>
          </p:nvSpPr>
          <p:spPr bwMode="auto">
            <a:xfrm>
              <a:off x="4012" y="3904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!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6" name="Rectangle 26"/>
            <p:cNvSpPr>
              <a:spLocks noChangeArrowheads="1"/>
            </p:cNvSpPr>
            <p:nvPr/>
          </p:nvSpPr>
          <p:spPr bwMode="auto">
            <a:xfrm>
              <a:off x="3879" y="3904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7" name="Rectangle 27"/>
            <p:cNvSpPr>
              <a:spLocks noChangeArrowheads="1"/>
            </p:cNvSpPr>
            <p:nvPr/>
          </p:nvSpPr>
          <p:spPr bwMode="auto">
            <a:xfrm>
              <a:off x="4069" y="3554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8" name="Rectangle 28"/>
            <p:cNvSpPr>
              <a:spLocks noChangeArrowheads="1"/>
            </p:cNvSpPr>
            <p:nvPr/>
          </p:nvSpPr>
          <p:spPr bwMode="auto">
            <a:xfrm>
              <a:off x="2553" y="3904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29" name="Rectangle 29"/>
            <p:cNvSpPr>
              <a:spLocks noChangeArrowheads="1"/>
            </p:cNvSpPr>
            <p:nvPr/>
          </p:nvSpPr>
          <p:spPr bwMode="auto">
            <a:xfrm>
              <a:off x="2861" y="3271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0" name="Rectangle 30"/>
            <p:cNvSpPr>
              <a:spLocks noChangeArrowheads="1"/>
            </p:cNvSpPr>
            <p:nvPr/>
          </p:nvSpPr>
          <p:spPr bwMode="auto">
            <a:xfrm>
              <a:off x="1941" y="3271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1" name="Rectangle 31"/>
            <p:cNvSpPr>
              <a:spLocks noChangeArrowheads="1"/>
            </p:cNvSpPr>
            <p:nvPr/>
          </p:nvSpPr>
          <p:spPr bwMode="auto">
            <a:xfrm>
              <a:off x="4727" y="2542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2" name="Rectangle 32"/>
            <p:cNvSpPr>
              <a:spLocks noChangeArrowheads="1"/>
            </p:cNvSpPr>
            <p:nvPr/>
          </p:nvSpPr>
          <p:spPr bwMode="auto">
            <a:xfrm>
              <a:off x="4361" y="2542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3" name="Rectangle 33"/>
            <p:cNvSpPr>
              <a:spLocks noChangeArrowheads="1"/>
            </p:cNvSpPr>
            <p:nvPr/>
          </p:nvSpPr>
          <p:spPr bwMode="auto">
            <a:xfrm>
              <a:off x="3973" y="2542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4" name="Rectangle 34"/>
            <p:cNvSpPr>
              <a:spLocks noChangeArrowheads="1"/>
            </p:cNvSpPr>
            <p:nvPr/>
          </p:nvSpPr>
          <p:spPr bwMode="auto">
            <a:xfrm>
              <a:off x="3286" y="2542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5" name="Rectangle 35"/>
            <p:cNvSpPr>
              <a:spLocks noChangeArrowheads="1"/>
            </p:cNvSpPr>
            <p:nvPr/>
          </p:nvSpPr>
          <p:spPr bwMode="auto">
            <a:xfrm>
              <a:off x="2885" y="2542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6" name="Rectangle 36"/>
            <p:cNvSpPr>
              <a:spLocks noChangeArrowheads="1"/>
            </p:cNvSpPr>
            <p:nvPr/>
          </p:nvSpPr>
          <p:spPr bwMode="auto">
            <a:xfrm>
              <a:off x="2528" y="2542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7" name="Rectangle 37"/>
            <p:cNvSpPr>
              <a:spLocks noChangeArrowheads="1"/>
            </p:cNvSpPr>
            <p:nvPr/>
          </p:nvSpPr>
          <p:spPr bwMode="auto">
            <a:xfrm>
              <a:off x="1894" y="2699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8" name="Rectangle 38"/>
            <p:cNvSpPr>
              <a:spLocks noChangeArrowheads="1"/>
            </p:cNvSpPr>
            <p:nvPr/>
          </p:nvSpPr>
          <p:spPr bwMode="auto">
            <a:xfrm>
              <a:off x="1519" y="2699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39" name="Rectangle 39"/>
            <p:cNvSpPr>
              <a:spLocks noChangeArrowheads="1"/>
            </p:cNvSpPr>
            <p:nvPr/>
          </p:nvSpPr>
          <p:spPr bwMode="auto">
            <a:xfrm>
              <a:off x="1157" y="2699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0" name="Rectangle 40"/>
            <p:cNvSpPr>
              <a:spLocks noChangeArrowheads="1"/>
            </p:cNvSpPr>
            <p:nvPr/>
          </p:nvSpPr>
          <p:spPr bwMode="auto">
            <a:xfrm>
              <a:off x="770" y="2699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1" name="Rectangle 41"/>
            <p:cNvSpPr>
              <a:spLocks noChangeArrowheads="1"/>
            </p:cNvSpPr>
            <p:nvPr/>
          </p:nvSpPr>
          <p:spPr bwMode="auto">
            <a:xfrm>
              <a:off x="4831" y="3710"/>
              <a:ext cx="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2" name="Rectangle 42"/>
            <p:cNvSpPr>
              <a:spLocks noChangeArrowheads="1"/>
            </p:cNvSpPr>
            <p:nvPr/>
          </p:nvSpPr>
          <p:spPr bwMode="auto">
            <a:xfrm>
              <a:off x="4124" y="3904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h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3" name="Rectangle 43"/>
            <p:cNvSpPr>
              <a:spLocks noChangeArrowheads="1"/>
            </p:cNvSpPr>
            <p:nvPr/>
          </p:nvSpPr>
          <p:spPr bwMode="auto">
            <a:xfrm>
              <a:off x="2715" y="3904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h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4" name="Rectangle 44"/>
            <p:cNvSpPr>
              <a:spLocks noChangeArrowheads="1"/>
            </p:cNvSpPr>
            <p:nvPr/>
          </p:nvSpPr>
          <p:spPr bwMode="auto">
            <a:xfrm>
              <a:off x="3282" y="3423"/>
              <a:ext cx="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5" name="Rectangle 45"/>
            <p:cNvSpPr>
              <a:spLocks noChangeArrowheads="1"/>
            </p:cNvSpPr>
            <p:nvPr/>
          </p:nvSpPr>
          <p:spPr bwMode="auto">
            <a:xfrm>
              <a:off x="2863" y="3613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h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6" name="Rectangle 46"/>
            <p:cNvSpPr>
              <a:spLocks noChangeArrowheads="1"/>
            </p:cNvSpPr>
            <p:nvPr/>
          </p:nvSpPr>
          <p:spPr bwMode="auto">
            <a:xfrm>
              <a:off x="2362" y="3423"/>
              <a:ext cx="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7" name="Rectangle 47"/>
            <p:cNvSpPr>
              <a:spLocks noChangeArrowheads="1"/>
            </p:cNvSpPr>
            <p:nvPr/>
          </p:nvSpPr>
          <p:spPr bwMode="auto">
            <a:xfrm>
              <a:off x="1944" y="3613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h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8" name="Rectangle 48"/>
            <p:cNvSpPr>
              <a:spLocks noChangeArrowheads="1"/>
            </p:cNvSpPr>
            <p:nvPr/>
          </p:nvSpPr>
          <p:spPr bwMode="auto">
            <a:xfrm>
              <a:off x="3787" y="2893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49" name="Rectangle 49"/>
            <p:cNvSpPr>
              <a:spLocks noChangeArrowheads="1"/>
            </p:cNvSpPr>
            <p:nvPr/>
          </p:nvSpPr>
          <p:spPr bwMode="auto">
            <a:xfrm>
              <a:off x="3229" y="2893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0" name="Rectangle 50"/>
            <p:cNvSpPr>
              <a:spLocks noChangeArrowheads="1"/>
            </p:cNvSpPr>
            <p:nvPr/>
          </p:nvSpPr>
          <p:spPr bwMode="auto">
            <a:xfrm>
              <a:off x="4493" y="2542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1" name="Rectangle 51"/>
            <p:cNvSpPr>
              <a:spLocks noChangeArrowheads="1"/>
            </p:cNvSpPr>
            <p:nvPr/>
          </p:nvSpPr>
          <p:spPr bwMode="auto">
            <a:xfrm>
              <a:off x="4101" y="2542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2" name="Rectangle 52"/>
            <p:cNvSpPr>
              <a:spLocks noChangeArrowheads="1"/>
            </p:cNvSpPr>
            <p:nvPr/>
          </p:nvSpPr>
          <p:spPr bwMode="auto">
            <a:xfrm>
              <a:off x="3831" y="2542"/>
              <a:ext cx="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3" name="Rectangle 53"/>
            <p:cNvSpPr>
              <a:spLocks noChangeArrowheads="1"/>
            </p:cNvSpPr>
            <p:nvPr/>
          </p:nvSpPr>
          <p:spPr bwMode="auto">
            <a:xfrm>
              <a:off x="3018" y="2542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4" name="Rectangle 54"/>
            <p:cNvSpPr>
              <a:spLocks noChangeArrowheads="1"/>
            </p:cNvSpPr>
            <p:nvPr/>
          </p:nvSpPr>
          <p:spPr bwMode="auto">
            <a:xfrm>
              <a:off x="2656" y="2542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5" name="Rectangle 55"/>
            <p:cNvSpPr>
              <a:spLocks noChangeArrowheads="1"/>
            </p:cNvSpPr>
            <p:nvPr/>
          </p:nvSpPr>
          <p:spPr bwMode="auto">
            <a:xfrm>
              <a:off x="2386" y="2542"/>
              <a:ext cx="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6" name="Rectangle 56"/>
            <p:cNvSpPr>
              <a:spLocks noChangeArrowheads="1"/>
            </p:cNvSpPr>
            <p:nvPr/>
          </p:nvSpPr>
          <p:spPr bwMode="auto">
            <a:xfrm>
              <a:off x="1617" y="2699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7" name="Rectangle 57"/>
            <p:cNvSpPr>
              <a:spLocks noChangeArrowheads="1"/>
            </p:cNvSpPr>
            <p:nvPr/>
          </p:nvSpPr>
          <p:spPr bwMode="auto">
            <a:xfrm>
              <a:off x="1290" y="2699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8" name="Rectangle 58"/>
            <p:cNvSpPr>
              <a:spLocks noChangeArrowheads="1"/>
            </p:cNvSpPr>
            <p:nvPr/>
          </p:nvSpPr>
          <p:spPr bwMode="auto">
            <a:xfrm>
              <a:off x="897" y="2699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59" name="Rectangle 59"/>
            <p:cNvSpPr>
              <a:spLocks noChangeArrowheads="1"/>
            </p:cNvSpPr>
            <p:nvPr/>
          </p:nvSpPr>
          <p:spPr bwMode="auto">
            <a:xfrm>
              <a:off x="627" y="2699"/>
              <a:ext cx="69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0" name="Rectangle 60"/>
            <p:cNvSpPr>
              <a:spLocks noChangeArrowheads="1"/>
            </p:cNvSpPr>
            <p:nvPr/>
          </p:nvSpPr>
          <p:spPr bwMode="auto">
            <a:xfrm>
              <a:off x="4491" y="3682"/>
              <a:ext cx="15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1" name="Rectangle 61"/>
            <p:cNvSpPr>
              <a:spLocks noChangeArrowheads="1"/>
            </p:cNvSpPr>
            <p:nvPr/>
          </p:nvSpPr>
          <p:spPr bwMode="auto">
            <a:xfrm>
              <a:off x="3607" y="3682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2" name="Rectangle 62"/>
            <p:cNvSpPr>
              <a:spLocks noChangeArrowheads="1"/>
            </p:cNvSpPr>
            <p:nvPr/>
          </p:nvSpPr>
          <p:spPr bwMode="auto">
            <a:xfrm>
              <a:off x="3090" y="3395"/>
              <a:ext cx="15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3" name="Rectangle 63"/>
            <p:cNvSpPr>
              <a:spLocks noChangeArrowheads="1"/>
            </p:cNvSpPr>
            <p:nvPr/>
          </p:nvSpPr>
          <p:spPr bwMode="auto">
            <a:xfrm>
              <a:off x="2611" y="3395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4" name="Rectangle 64"/>
            <p:cNvSpPr>
              <a:spLocks noChangeArrowheads="1"/>
            </p:cNvSpPr>
            <p:nvPr/>
          </p:nvSpPr>
          <p:spPr bwMode="auto">
            <a:xfrm>
              <a:off x="2171" y="3395"/>
              <a:ext cx="15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5" name="Rectangle 65"/>
            <p:cNvSpPr>
              <a:spLocks noChangeArrowheads="1"/>
            </p:cNvSpPr>
            <p:nvPr/>
          </p:nvSpPr>
          <p:spPr bwMode="auto">
            <a:xfrm>
              <a:off x="1646" y="3682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6" name="Rectangle 66"/>
            <p:cNvSpPr>
              <a:spLocks noChangeArrowheads="1"/>
            </p:cNvSpPr>
            <p:nvPr/>
          </p:nvSpPr>
          <p:spPr bwMode="auto">
            <a:xfrm>
              <a:off x="3546" y="2865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7" name="Rectangle 67"/>
            <p:cNvSpPr>
              <a:spLocks noChangeArrowheads="1"/>
            </p:cNvSpPr>
            <p:nvPr/>
          </p:nvSpPr>
          <p:spPr bwMode="auto">
            <a:xfrm>
              <a:off x="3546" y="2514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868" name="Rectangle 68"/>
            <p:cNvSpPr>
              <a:spLocks noChangeArrowheads="1"/>
            </p:cNvSpPr>
            <p:nvPr/>
          </p:nvSpPr>
          <p:spPr bwMode="auto">
            <a:xfrm>
              <a:off x="2056" y="2671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8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8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8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80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D747D-C66E-4F39-8973-0A66A74C1844}" type="slidenum">
              <a:rPr lang="zh-CN" altLang="en-US"/>
              <a:pPr>
                <a:defRPr/>
              </a:pPr>
              <a:t>41</a:t>
            </a:fld>
            <a:endParaRPr lang="en-US" altLang="zh-CN"/>
          </a:p>
        </p:txBody>
      </p:sp>
      <p:graphicFrame>
        <p:nvGraphicFramePr>
          <p:cNvPr id="70659" name="Object 2"/>
          <p:cNvGraphicFramePr>
            <a:graphicFrameLocks noChangeAspect="1"/>
          </p:cNvGraphicFramePr>
          <p:nvPr/>
        </p:nvGraphicFramePr>
        <p:xfrm>
          <a:off x="900113" y="333375"/>
          <a:ext cx="55435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28" name="公式" r:id="rId3" imgW="2019300" imgH="431800" progId="Equation.3">
                  <p:embed/>
                </p:oleObj>
              </mc:Choice>
              <mc:Fallback>
                <p:oleObj name="公式" r:id="rId3" imgW="20193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33375"/>
                        <a:ext cx="554355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660" name="Group 3"/>
          <p:cNvGrpSpPr>
            <a:grpSpLocks/>
          </p:cNvGrpSpPr>
          <p:nvPr/>
        </p:nvGrpSpPr>
        <p:grpSpPr bwMode="auto">
          <a:xfrm>
            <a:off x="2411413" y="2493963"/>
            <a:ext cx="5222875" cy="1133475"/>
            <a:chOff x="1241" y="3530"/>
            <a:chExt cx="3154" cy="600"/>
          </a:xfrm>
        </p:grpSpPr>
        <p:sp>
          <p:nvSpPr>
            <p:cNvPr id="589828" name="Line 4"/>
            <p:cNvSpPr>
              <a:spLocks noChangeShapeType="1"/>
            </p:cNvSpPr>
            <p:nvPr/>
          </p:nvSpPr>
          <p:spPr bwMode="auto">
            <a:xfrm>
              <a:off x="3237" y="3845"/>
              <a:ext cx="58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9829" name="Rectangle 5"/>
            <p:cNvSpPr>
              <a:spLocks noChangeArrowheads="1"/>
            </p:cNvSpPr>
            <p:nvPr/>
          </p:nvSpPr>
          <p:spPr bwMode="auto">
            <a:xfrm>
              <a:off x="4326" y="3839"/>
              <a:ext cx="69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0" name="Rectangle 6"/>
            <p:cNvSpPr>
              <a:spLocks noChangeArrowheads="1"/>
            </p:cNvSpPr>
            <p:nvPr/>
          </p:nvSpPr>
          <p:spPr bwMode="auto">
            <a:xfrm>
              <a:off x="2025" y="3839"/>
              <a:ext cx="69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1" name="Rectangle 7"/>
            <p:cNvSpPr>
              <a:spLocks noChangeArrowheads="1"/>
            </p:cNvSpPr>
            <p:nvPr/>
          </p:nvSpPr>
          <p:spPr bwMode="auto">
            <a:xfrm>
              <a:off x="1649" y="3839"/>
              <a:ext cx="69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2" name="Rectangle 8"/>
            <p:cNvSpPr>
              <a:spLocks noChangeArrowheads="1"/>
            </p:cNvSpPr>
            <p:nvPr/>
          </p:nvSpPr>
          <p:spPr bwMode="auto">
            <a:xfrm>
              <a:off x="3396" y="3880"/>
              <a:ext cx="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!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3" name="Rectangle 9"/>
            <p:cNvSpPr>
              <a:spLocks noChangeArrowheads="1"/>
            </p:cNvSpPr>
            <p:nvPr/>
          </p:nvSpPr>
          <p:spPr bwMode="auto">
            <a:xfrm>
              <a:off x="3452" y="3530"/>
              <a:ext cx="1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4" name="Rectangle 10"/>
            <p:cNvSpPr>
              <a:spLocks noChangeArrowheads="1"/>
            </p:cNvSpPr>
            <p:nvPr/>
          </p:nvSpPr>
          <p:spPr bwMode="auto">
            <a:xfrm>
              <a:off x="2825" y="3686"/>
              <a:ext cx="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5" name="Rectangle 11"/>
            <p:cNvSpPr>
              <a:spLocks noChangeArrowheads="1"/>
            </p:cNvSpPr>
            <p:nvPr/>
          </p:nvSpPr>
          <p:spPr bwMode="auto">
            <a:xfrm>
              <a:off x="2133" y="3686"/>
              <a:ext cx="2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,...,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6" name="Rectangle 12"/>
            <p:cNvSpPr>
              <a:spLocks noChangeArrowheads="1"/>
            </p:cNvSpPr>
            <p:nvPr/>
          </p:nvSpPr>
          <p:spPr bwMode="auto">
            <a:xfrm>
              <a:off x="1771" y="3686"/>
              <a:ext cx="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7" name="Rectangle 13"/>
            <p:cNvSpPr>
              <a:spLocks noChangeArrowheads="1"/>
            </p:cNvSpPr>
            <p:nvPr/>
          </p:nvSpPr>
          <p:spPr bwMode="auto">
            <a:xfrm>
              <a:off x="1383" y="3686"/>
              <a:ext cx="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8" name="Rectangle 14"/>
            <p:cNvSpPr>
              <a:spLocks noChangeArrowheads="1"/>
            </p:cNvSpPr>
            <p:nvPr/>
          </p:nvSpPr>
          <p:spPr bwMode="auto">
            <a:xfrm>
              <a:off x="4222" y="3686"/>
              <a:ext cx="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39" name="Rectangle 15"/>
            <p:cNvSpPr>
              <a:spLocks noChangeArrowheads="1"/>
            </p:cNvSpPr>
            <p:nvPr/>
          </p:nvSpPr>
          <p:spPr bwMode="auto">
            <a:xfrm>
              <a:off x="3508" y="3880"/>
              <a:ext cx="1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h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0" name="Rectangle 16"/>
            <p:cNvSpPr>
              <a:spLocks noChangeArrowheads="1"/>
            </p:cNvSpPr>
            <p:nvPr/>
          </p:nvSpPr>
          <p:spPr bwMode="auto">
            <a:xfrm>
              <a:off x="3258" y="3880"/>
              <a:ext cx="1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n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1" name="Rectangle 17"/>
            <p:cNvSpPr>
              <a:spLocks noChangeArrowheads="1"/>
            </p:cNvSpPr>
            <p:nvPr/>
          </p:nvSpPr>
          <p:spPr bwMode="auto">
            <a:xfrm>
              <a:off x="2545" y="3686"/>
              <a:ext cx="1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2" name="Rectangle 18"/>
            <p:cNvSpPr>
              <a:spLocks noChangeArrowheads="1"/>
            </p:cNvSpPr>
            <p:nvPr/>
          </p:nvSpPr>
          <p:spPr bwMode="auto">
            <a:xfrm>
              <a:off x="1903" y="368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3" name="Rectangle 19"/>
            <p:cNvSpPr>
              <a:spLocks noChangeArrowheads="1"/>
            </p:cNvSpPr>
            <p:nvPr/>
          </p:nvSpPr>
          <p:spPr bwMode="auto">
            <a:xfrm>
              <a:off x="1511" y="368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4" name="Rectangle 20"/>
            <p:cNvSpPr>
              <a:spLocks noChangeArrowheads="1"/>
            </p:cNvSpPr>
            <p:nvPr/>
          </p:nvSpPr>
          <p:spPr bwMode="auto">
            <a:xfrm>
              <a:off x="1241" y="3686"/>
              <a:ext cx="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5" name="Rectangle 21"/>
            <p:cNvSpPr>
              <a:spLocks noChangeArrowheads="1"/>
            </p:cNvSpPr>
            <p:nvPr/>
          </p:nvSpPr>
          <p:spPr bwMode="auto">
            <a:xfrm>
              <a:off x="4052" y="3667"/>
              <a:ext cx="69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 i="1">
                  <a:solidFill>
                    <a:srgbClr val="000000"/>
                  </a:solidFill>
                </a:rPr>
                <a:t>n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6" name="Rectangle 22"/>
            <p:cNvSpPr>
              <a:spLocks noChangeArrowheads="1"/>
            </p:cNvSpPr>
            <p:nvPr/>
          </p:nvSpPr>
          <p:spPr bwMode="auto">
            <a:xfrm>
              <a:off x="3683" y="3861"/>
              <a:ext cx="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 i="1">
                  <a:solidFill>
                    <a:srgbClr val="000000"/>
                  </a:solidFill>
                </a:rPr>
                <a:t>n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7" name="Rectangle 23"/>
            <p:cNvSpPr>
              <a:spLocks noChangeArrowheads="1"/>
            </p:cNvSpPr>
            <p:nvPr/>
          </p:nvSpPr>
          <p:spPr bwMode="auto">
            <a:xfrm>
              <a:off x="2704" y="3840"/>
              <a:ext cx="6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 i="1">
                  <a:solidFill>
                    <a:srgbClr val="000000"/>
                  </a:solidFill>
                </a:rPr>
                <a:t>n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8" name="Rectangle 24"/>
            <p:cNvSpPr>
              <a:spLocks noChangeArrowheads="1"/>
            </p:cNvSpPr>
            <p:nvPr/>
          </p:nvSpPr>
          <p:spPr bwMode="auto">
            <a:xfrm>
              <a:off x="3878" y="3658"/>
              <a:ext cx="1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49" name="Rectangle 25"/>
            <p:cNvSpPr>
              <a:spLocks noChangeArrowheads="1"/>
            </p:cNvSpPr>
            <p:nvPr/>
          </p:nvSpPr>
          <p:spPr bwMode="auto">
            <a:xfrm>
              <a:off x="2987" y="3658"/>
              <a:ext cx="1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70661" name="Group 26"/>
          <p:cNvGrpSpPr>
            <a:grpSpLocks/>
          </p:cNvGrpSpPr>
          <p:nvPr/>
        </p:nvGrpSpPr>
        <p:grpSpPr bwMode="auto">
          <a:xfrm>
            <a:off x="1547813" y="1485900"/>
            <a:ext cx="5075237" cy="1144588"/>
            <a:chOff x="627" y="1467"/>
            <a:chExt cx="2856" cy="596"/>
          </a:xfrm>
        </p:grpSpPr>
        <p:sp>
          <p:nvSpPr>
            <p:cNvPr id="589851" name="Line 27"/>
            <p:cNvSpPr>
              <a:spLocks noChangeShapeType="1"/>
            </p:cNvSpPr>
            <p:nvPr/>
          </p:nvSpPr>
          <p:spPr bwMode="auto">
            <a:xfrm>
              <a:off x="2342" y="1782"/>
              <a:ext cx="57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9852" name="Rectangle 28"/>
            <p:cNvSpPr>
              <a:spLocks noChangeArrowheads="1"/>
            </p:cNvSpPr>
            <p:nvPr/>
          </p:nvSpPr>
          <p:spPr bwMode="auto">
            <a:xfrm>
              <a:off x="3419" y="1776"/>
              <a:ext cx="64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3" name="Rectangle 29"/>
            <p:cNvSpPr>
              <a:spLocks noChangeArrowheads="1"/>
            </p:cNvSpPr>
            <p:nvPr/>
          </p:nvSpPr>
          <p:spPr bwMode="auto">
            <a:xfrm>
              <a:off x="3149" y="1603"/>
              <a:ext cx="64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4" name="Rectangle 30"/>
            <p:cNvSpPr>
              <a:spLocks noChangeArrowheads="1"/>
            </p:cNvSpPr>
            <p:nvPr/>
          </p:nvSpPr>
          <p:spPr bwMode="auto">
            <a:xfrm>
              <a:off x="2783" y="1797"/>
              <a:ext cx="64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5" name="Rectangle 31"/>
            <p:cNvSpPr>
              <a:spLocks noChangeArrowheads="1"/>
            </p:cNvSpPr>
            <p:nvPr/>
          </p:nvSpPr>
          <p:spPr bwMode="auto">
            <a:xfrm>
              <a:off x="1777" y="1772"/>
              <a:ext cx="64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6" name="Rectangle 32"/>
            <p:cNvSpPr>
              <a:spLocks noChangeArrowheads="1"/>
            </p:cNvSpPr>
            <p:nvPr/>
          </p:nvSpPr>
          <p:spPr bwMode="auto">
            <a:xfrm>
              <a:off x="1411" y="1772"/>
              <a:ext cx="63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7" name="Rectangle 33"/>
            <p:cNvSpPr>
              <a:spLocks noChangeArrowheads="1"/>
            </p:cNvSpPr>
            <p:nvPr/>
          </p:nvSpPr>
          <p:spPr bwMode="auto">
            <a:xfrm>
              <a:off x="1036" y="1772"/>
              <a:ext cx="63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800" b="0">
                  <a:solidFill>
                    <a:srgbClr val="000000"/>
                  </a:solidFill>
                </a:rPr>
                <a:t>0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8" name="Rectangle 34"/>
            <p:cNvSpPr>
              <a:spLocks noChangeArrowheads="1"/>
            </p:cNvSpPr>
            <p:nvPr/>
          </p:nvSpPr>
          <p:spPr bwMode="auto">
            <a:xfrm>
              <a:off x="2496" y="1817"/>
              <a:ext cx="7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!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59" name="Rectangle 35"/>
            <p:cNvSpPr>
              <a:spLocks noChangeArrowheads="1"/>
            </p:cNvSpPr>
            <p:nvPr/>
          </p:nvSpPr>
          <p:spPr bwMode="auto">
            <a:xfrm>
              <a:off x="2363" y="1817"/>
              <a:ext cx="113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2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0" name="Rectangle 36"/>
            <p:cNvSpPr>
              <a:spLocks noChangeArrowheads="1"/>
            </p:cNvSpPr>
            <p:nvPr/>
          </p:nvSpPr>
          <p:spPr bwMode="auto">
            <a:xfrm>
              <a:off x="2553" y="1467"/>
              <a:ext cx="111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1" name="Rectangle 37"/>
            <p:cNvSpPr>
              <a:spLocks noChangeArrowheads="1"/>
            </p:cNvSpPr>
            <p:nvPr/>
          </p:nvSpPr>
          <p:spPr bwMode="auto">
            <a:xfrm>
              <a:off x="1894" y="1619"/>
              <a:ext cx="7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]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2" name="Rectangle 38"/>
            <p:cNvSpPr>
              <a:spLocks noChangeArrowheads="1"/>
            </p:cNvSpPr>
            <p:nvPr/>
          </p:nvSpPr>
          <p:spPr bwMode="auto">
            <a:xfrm>
              <a:off x="1519" y="1619"/>
              <a:ext cx="5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3" name="Rectangle 39"/>
            <p:cNvSpPr>
              <a:spLocks noChangeArrowheads="1"/>
            </p:cNvSpPr>
            <p:nvPr/>
          </p:nvSpPr>
          <p:spPr bwMode="auto">
            <a:xfrm>
              <a:off x="1157" y="1619"/>
              <a:ext cx="5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,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4" name="Rectangle 40"/>
            <p:cNvSpPr>
              <a:spLocks noChangeArrowheads="1"/>
            </p:cNvSpPr>
            <p:nvPr/>
          </p:nvSpPr>
          <p:spPr bwMode="auto">
            <a:xfrm>
              <a:off x="770" y="1619"/>
              <a:ext cx="7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</a:rPr>
                <a:t>[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5" name="Rectangle 41"/>
            <p:cNvSpPr>
              <a:spLocks noChangeArrowheads="1"/>
            </p:cNvSpPr>
            <p:nvPr/>
          </p:nvSpPr>
          <p:spPr bwMode="auto">
            <a:xfrm>
              <a:off x="3315" y="1623"/>
              <a:ext cx="62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6" name="Rectangle 42"/>
            <p:cNvSpPr>
              <a:spLocks noChangeArrowheads="1"/>
            </p:cNvSpPr>
            <p:nvPr/>
          </p:nvSpPr>
          <p:spPr bwMode="auto">
            <a:xfrm>
              <a:off x="2608" y="1817"/>
              <a:ext cx="111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h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7" name="Rectangle 43"/>
            <p:cNvSpPr>
              <a:spLocks noChangeArrowheads="1"/>
            </p:cNvSpPr>
            <p:nvPr/>
          </p:nvSpPr>
          <p:spPr bwMode="auto">
            <a:xfrm>
              <a:off x="1617" y="1619"/>
              <a:ext cx="9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8" name="Rectangle 44"/>
            <p:cNvSpPr>
              <a:spLocks noChangeArrowheads="1"/>
            </p:cNvSpPr>
            <p:nvPr/>
          </p:nvSpPr>
          <p:spPr bwMode="auto">
            <a:xfrm>
              <a:off x="1290" y="1619"/>
              <a:ext cx="9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69" name="Rectangle 45"/>
            <p:cNvSpPr>
              <a:spLocks noChangeArrowheads="1"/>
            </p:cNvSpPr>
            <p:nvPr/>
          </p:nvSpPr>
          <p:spPr bwMode="auto">
            <a:xfrm>
              <a:off x="897" y="1619"/>
              <a:ext cx="9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x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70" name="Rectangle 46"/>
            <p:cNvSpPr>
              <a:spLocks noChangeArrowheads="1"/>
            </p:cNvSpPr>
            <p:nvPr/>
          </p:nvSpPr>
          <p:spPr bwMode="auto">
            <a:xfrm>
              <a:off x="627" y="1619"/>
              <a:ext cx="62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71" name="Rectangle 47"/>
            <p:cNvSpPr>
              <a:spLocks noChangeArrowheads="1"/>
            </p:cNvSpPr>
            <p:nvPr/>
          </p:nvSpPr>
          <p:spPr bwMode="auto">
            <a:xfrm>
              <a:off x="2975" y="1595"/>
              <a:ext cx="13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872" name="Rectangle 48"/>
            <p:cNvSpPr>
              <a:spLocks noChangeArrowheads="1"/>
            </p:cNvSpPr>
            <p:nvPr/>
          </p:nvSpPr>
          <p:spPr bwMode="auto">
            <a:xfrm>
              <a:off x="2056" y="1591"/>
              <a:ext cx="121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1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589873" name="Rectangle 49"/>
          <p:cNvSpPr>
            <a:spLocks noChangeArrowheads="1"/>
          </p:cNvSpPr>
          <p:nvPr/>
        </p:nvSpPr>
        <p:spPr bwMode="auto">
          <a:xfrm>
            <a:off x="395288" y="2852738"/>
            <a:ext cx="11811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100" b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一般有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89994" name="Object 170"/>
          <p:cNvGraphicFramePr>
            <a:graphicFrameLocks noGrp="1" noChangeAspect="1"/>
          </p:cNvGraphicFramePr>
          <p:nvPr>
            <p:ph sz="half" idx="1"/>
          </p:nvPr>
        </p:nvGraphicFramePr>
        <p:xfrm>
          <a:off x="611188" y="6092825"/>
          <a:ext cx="15192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29" name="公式" r:id="rId5" imgW="660400" imgH="228600" progId="Equation.3">
                  <p:embed/>
                </p:oleObj>
              </mc:Choice>
              <mc:Fallback>
                <p:oleObj name="公式" r:id="rId5" imgW="660400" imgH="228600" progId="Equation.3">
                  <p:embed/>
                  <p:pic>
                    <p:nvPicPr>
                      <p:cNvPr id="0" name="Object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6092825"/>
                        <a:ext cx="15192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9995" name="Object 171"/>
          <p:cNvGraphicFramePr>
            <a:graphicFrameLocks noGrp="1" noChangeAspect="1"/>
          </p:cNvGraphicFramePr>
          <p:nvPr>
            <p:ph sz="half" idx="2"/>
          </p:nvPr>
        </p:nvGraphicFramePr>
        <p:xfrm>
          <a:off x="3492500" y="5805488"/>
          <a:ext cx="42910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30" name="公式" r:id="rId7" imgW="1651000" imgH="317500" progId="Equation.3">
                  <p:embed/>
                </p:oleObj>
              </mc:Choice>
              <mc:Fallback>
                <p:oleObj name="公式" r:id="rId7" imgW="1651000" imgH="317500" progId="Equation.3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805488"/>
                        <a:ext cx="42910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6" name="Group 270"/>
          <p:cNvGrpSpPr>
            <a:grpSpLocks/>
          </p:cNvGrpSpPr>
          <p:nvPr/>
        </p:nvGrpSpPr>
        <p:grpSpPr bwMode="auto">
          <a:xfrm>
            <a:off x="539750" y="3848447"/>
            <a:ext cx="7734300" cy="2028825"/>
            <a:chOff x="412" y="1849"/>
            <a:chExt cx="4872" cy="1278"/>
          </a:xfrm>
        </p:grpSpPr>
        <p:sp>
          <p:nvSpPr>
            <p:cNvPr id="557" name="Rectangle 111"/>
            <p:cNvSpPr>
              <a:spLocks noChangeArrowheads="1"/>
            </p:cNvSpPr>
            <p:nvPr/>
          </p:nvSpPr>
          <p:spPr bwMode="auto">
            <a:xfrm>
              <a:off x="5144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]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58" name="Rectangle 112"/>
            <p:cNvSpPr>
              <a:spLocks noChangeArrowheads="1"/>
            </p:cNvSpPr>
            <p:nvPr/>
          </p:nvSpPr>
          <p:spPr bwMode="auto">
            <a:xfrm>
              <a:off x="4779" y="2844"/>
              <a:ext cx="2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59" name="Rectangle 113"/>
            <p:cNvSpPr>
              <a:spLocks noChangeArrowheads="1"/>
            </p:cNvSpPr>
            <p:nvPr/>
          </p:nvSpPr>
          <p:spPr bwMode="auto">
            <a:xfrm>
              <a:off x="4541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0" name="Rectangle 114"/>
            <p:cNvSpPr>
              <a:spLocks noChangeArrowheads="1"/>
            </p:cNvSpPr>
            <p:nvPr/>
          </p:nvSpPr>
          <p:spPr bwMode="auto">
            <a:xfrm>
              <a:off x="4283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1" name="Rectangle 115"/>
            <p:cNvSpPr>
              <a:spLocks noChangeArrowheads="1"/>
            </p:cNvSpPr>
            <p:nvPr/>
          </p:nvSpPr>
          <p:spPr bwMode="auto">
            <a:xfrm>
              <a:off x="4106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[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2" name="Rectangle 116"/>
            <p:cNvSpPr>
              <a:spLocks noChangeArrowheads="1"/>
            </p:cNvSpPr>
            <p:nvPr/>
          </p:nvSpPr>
          <p:spPr bwMode="auto">
            <a:xfrm>
              <a:off x="3921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3" name="Rectangle 117"/>
            <p:cNvSpPr>
              <a:spLocks noChangeArrowheads="1"/>
            </p:cNvSpPr>
            <p:nvPr/>
          </p:nvSpPr>
          <p:spPr bwMode="auto">
            <a:xfrm>
              <a:off x="3183" y="287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4" name="Rectangle 118"/>
            <p:cNvSpPr>
              <a:spLocks noChangeArrowheads="1"/>
            </p:cNvSpPr>
            <p:nvPr/>
          </p:nvSpPr>
          <p:spPr bwMode="auto">
            <a:xfrm>
              <a:off x="2311" y="2844"/>
              <a:ext cx="2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5" name="Rectangle 119"/>
            <p:cNvSpPr>
              <a:spLocks noChangeArrowheads="1"/>
            </p:cNvSpPr>
            <p:nvPr/>
          </p:nvSpPr>
          <p:spPr bwMode="auto">
            <a:xfrm>
              <a:off x="1719" y="284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6" name="Rectangle 120"/>
            <p:cNvSpPr>
              <a:spLocks noChangeArrowheads="1"/>
            </p:cNvSpPr>
            <p:nvPr/>
          </p:nvSpPr>
          <p:spPr bwMode="auto">
            <a:xfrm>
              <a:off x="1175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7" name="Rectangle 121"/>
            <p:cNvSpPr>
              <a:spLocks noChangeArrowheads="1"/>
            </p:cNvSpPr>
            <p:nvPr/>
          </p:nvSpPr>
          <p:spPr bwMode="auto">
            <a:xfrm>
              <a:off x="4717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8" name="Rectangle 122"/>
            <p:cNvSpPr>
              <a:spLocks noChangeArrowheads="1"/>
            </p:cNvSpPr>
            <p:nvPr/>
          </p:nvSpPr>
          <p:spPr bwMode="auto">
            <a:xfrm>
              <a:off x="4213" y="2312"/>
              <a:ext cx="2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69" name="Rectangle 123"/>
            <p:cNvSpPr>
              <a:spLocks noChangeArrowheads="1"/>
            </p:cNvSpPr>
            <p:nvPr/>
          </p:nvSpPr>
          <p:spPr bwMode="auto">
            <a:xfrm>
              <a:off x="3976" y="2312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0" name="Rectangle 124"/>
            <p:cNvSpPr>
              <a:spLocks noChangeArrowheads="1"/>
            </p:cNvSpPr>
            <p:nvPr/>
          </p:nvSpPr>
          <p:spPr bwMode="auto">
            <a:xfrm>
              <a:off x="3721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1" name="Rectangle 125"/>
            <p:cNvSpPr>
              <a:spLocks noChangeArrowheads="1"/>
            </p:cNvSpPr>
            <p:nvPr/>
          </p:nvSpPr>
          <p:spPr bwMode="auto">
            <a:xfrm>
              <a:off x="3515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2" name="Rectangle 126"/>
            <p:cNvSpPr>
              <a:spLocks noChangeArrowheads="1"/>
            </p:cNvSpPr>
            <p:nvPr/>
          </p:nvSpPr>
          <p:spPr bwMode="auto">
            <a:xfrm>
              <a:off x="2627" y="2312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3" name="Rectangle 127"/>
            <p:cNvSpPr>
              <a:spLocks noChangeArrowheads="1"/>
            </p:cNvSpPr>
            <p:nvPr/>
          </p:nvSpPr>
          <p:spPr bwMode="auto">
            <a:xfrm>
              <a:off x="2036" y="2312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4" name="Rectangle 128"/>
            <p:cNvSpPr>
              <a:spLocks noChangeArrowheads="1"/>
            </p:cNvSpPr>
            <p:nvPr/>
          </p:nvSpPr>
          <p:spPr bwMode="auto">
            <a:xfrm>
              <a:off x="1490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5" name="Rectangle 129"/>
            <p:cNvSpPr>
              <a:spLocks noChangeArrowheads="1"/>
            </p:cNvSpPr>
            <p:nvPr/>
          </p:nvSpPr>
          <p:spPr bwMode="auto">
            <a:xfrm>
              <a:off x="1164" y="2312"/>
              <a:ext cx="1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...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6" name="Rectangle 130"/>
            <p:cNvSpPr>
              <a:spLocks noChangeArrowheads="1"/>
            </p:cNvSpPr>
            <p:nvPr/>
          </p:nvSpPr>
          <p:spPr bwMode="auto">
            <a:xfrm>
              <a:off x="521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7" name="Rectangle 131"/>
            <p:cNvSpPr>
              <a:spLocks noChangeArrowheads="1"/>
            </p:cNvSpPr>
            <p:nvPr/>
          </p:nvSpPr>
          <p:spPr bwMode="auto">
            <a:xfrm>
              <a:off x="4954" y="1876"/>
              <a:ext cx="5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8" name="Rectangle 132"/>
            <p:cNvSpPr>
              <a:spLocks noChangeArrowheads="1"/>
            </p:cNvSpPr>
            <p:nvPr/>
          </p:nvSpPr>
          <p:spPr bwMode="auto">
            <a:xfrm>
              <a:off x="471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79" name="Rectangle 133"/>
            <p:cNvSpPr>
              <a:spLocks noChangeArrowheads="1"/>
            </p:cNvSpPr>
            <p:nvPr/>
          </p:nvSpPr>
          <p:spPr bwMode="auto">
            <a:xfrm>
              <a:off x="4462" y="1876"/>
              <a:ext cx="6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0" name="Rectangle 134"/>
            <p:cNvSpPr>
              <a:spLocks noChangeArrowheads="1"/>
            </p:cNvSpPr>
            <p:nvPr/>
          </p:nvSpPr>
          <p:spPr bwMode="auto">
            <a:xfrm>
              <a:off x="425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1" name="Rectangle 135"/>
            <p:cNvSpPr>
              <a:spLocks noChangeArrowheads="1"/>
            </p:cNvSpPr>
            <p:nvPr/>
          </p:nvSpPr>
          <p:spPr bwMode="auto">
            <a:xfrm>
              <a:off x="3663" y="1876"/>
              <a:ext cx="13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2" name="Rectangle 136"/>
            <p:cNvSpPr>
              <a:spLocks noChangeArrowheads="1"/>
            </p:cNvSpPr>
            <p:nvPr/>
          </p:nvSpPr>
          <p:spPr bwMode="auto">
            <a:xfrm>
              <a:off x="311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3" name="Rectangle 137"/>
            <p:cNvSpPr>
              <a:spLocks noChangeArrowheads="1"/>
            </p:cNvSpPr>
            <p:nvPr/>
          </p:nvSpPr>
          <p:spPr bwMode="auto">
            <a:xfrm>
              <a:off x="287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4" name="Rectangle 138"/>
            <p:cNvSpPr>
              <a:spLocks noChangeArrowheads="1"/>
            </p:cNvSpPr>
            <p:nvPr/>
          </p:nvSpPr>
          <p:spPr bwMode="auto">
            <a:xfrm>
              <a:off x="263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5" name="Rectangle 139"/>
            <p:cNvSpPr>
              <a:spLocks noChangeArrowheads="1"/>
            </p:cNvSpPr>
            <p:nvPr/>
          </p:nvSpPr>
          <p:spPr bwMode="auto">
            <a:xfrm>
              <a:off x="238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6" name="Rectangle 140"/>
            <p:cNvSpPr>
              <a:spLocks noChangeArrowheads="1"/>
            </p:cNvSpPr>
            <p:nvPr/>
          </p:nvSpPr>
          <p:spPr bwMode="auto">
            <a:xfrm>
              <a:off x="217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7" name="Rectangle 141"/>
            <p:cNvSpPr>
              <a:spLocks noChangeArrowheads="1"/>
            </p:cNvSpPr>
            <p:nvPr/>
          </p:nvSpPr>
          <p:spPr bwMode="auto">
            <a:xfrm>
              <a:off x="1630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8" name="Rectangle 142"/>
            <p:cNvSpPr>
              <a:spLocks noChangeArrowheads="1"/>
            </p:cNvSpPr>
            <p:nvPr/>
          </p:nvSpPr>
          <p:spPr bwMode="auto">
            <a:xfrm>
              <a:off x="137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89" name="Rectangle 143"/>
            <p:cNvSpPr>
              <a:spLocks noChangeArrowheads="1"/>
            </p:cNvSpPr>
            <p:nvPr/>
          </p:nvSpPr>
          <p:spPr bwMode="auto">
            <a:xfrm>
              <a:off x="1121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" name="Rectangle 144"/>
            <p:cNvSpPr>
              <a:spLocks noChangeArrowheads="1"/>
            </p:cNvSpPr>
            <p:nvPr/>
          </p:nvSpPr>
          <p:spPr bwMode="auto">
            <a:xfrm>
              <a:off x="69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" name="Rectangle 145"/>
            <p:cNvSpPr>
              <a:spLocks noChangeArrowheads="1"/>
            </p:cNvSpPr>
            <p:nvPr/>
          </p:nvSpPr>
          <p:spPr bwMode="auto">
            <a:xfrm>
              <a:off x="518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2" name="Rectangle 146"/>
            <p:cNvSpPr>
              <a:spLocks noChangeArrowheads="1"/>
            </p:cNvSpPr>
            <p:nvPr/>
          </p:nvSpPr>
          <p:spPr bwMode="auto">
            <a:xfrm>
              <a:off x="4722" y="2982"/>
              <a:ext cx="6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3" name="Rectangle 147"/>
            <p:cNvSpPr>
              <a:spLocks noChangeArrowheads="1"/>
            </p:cNvSpPr>
            <p:nvPr/>
          </p:nvSpPr>
          <p:spPr bwMode="auto">
            <a:xfrm flipH="1">
              <a:off x="4463" y="2975"/>
              <a:ext cx="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" name="Rectangle 148"/>
            <p:cNvSpPr>
              <a:spLocks noChangeArrowheads="1"/>
            </p:cNvSpPr>
            <p:nvPr/>
          </p:nvSpPr>
          <p:spPr bwMode="auto">
            <a:xfrm>
              <a:off x="3125" y="2982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5" name="Rectangle 149"/>
            <p:cNvSpPr>
              <a:spLocks noChangeArrowheads="1"/>
            </p:cNvSpPr>
            <p:nvPr/>
          </p:nvSpPr>
          <p:spPr bwMode="auto">
            <a:xfrm>
              <a:off x="2237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6" name="Rectangle 150"/>
            <p:cNvSpPr>
              <a:spLocks noChangeArrowheads="1"/>
            </p:cNvSpPr>
            <p:nvPr/>
          </p:nvSpPr>
          <p:spPr bwMode="auto">
            <a:xfrm>
              <a:off x="1636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7" name="Rectangle 151"/>
            <p:cNvSpPr>
              <a:spLocks noChangeArrowheads="1"/>
            </p:cNvSpPr>
            <p:nvPr/>
          </p:nvSpPr>
          <p:spPr bwMode="auto">
            <a:xfrm>
              <a:off x="4643" y="2450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8" name="Rectangle 152"/>
            <p:cNvSpPr>
              <a:spLocks noChangeArrowheads="1"/>
            </p:cNvSpPr>
            <p:nvPr/>
          </p:nvSpPr>
          <p:spPr bwMode="auto">
            <a:xfrm>
              <a:off x="4143" y="2450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9" name="Rectangle 153"/>
            <p:cNvSpPr>
              <a:spLocks noChangeArrowheads="1"/>
            </p:cNvSpPr>
            <p:nvPr/>
          </p:nvSpPr>
          <p:spPr bwMode="auto">
            <a:xfrm>
              <a:off x="3896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0" name="Rectangle 154"/>
            <p:cNvSpPr>
              <a:spLocks noChangeArrowheads="1"/>
            </p:cNvSpPr>
            <p:nvPr/>
          </p:nvSpPr>
          <p:spPr bwMode="auto">
            <a:xfrm>
              <a:off x="3440" y="2450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" name="Rectangle 155"/>
            <p:cNvSpPr>
              <a:spLocks noChangeArrowheads="1"/>
            </p:cNvSpPr>
            <p:nvPr/>
          </p:nvSpPr>
          <p:spPr bwMode="auto">
            <a:xfrm>
              <a:off x="2553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2" name="Rectangle 156"/>
            <p:cNvSpPr>
              <a:spLocks noChangeArrowheads="1"/>
            </p:cNvSpPr>
            <p:nvPr/>
          </p:nvSpPr>
          <p:spPr bwMode="auto">
            <a:xfrm>
              <a:off x="1952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3" name="Rectangle 157"/>
            <p:cNvSpPr>
              <a:spLocks noChangeArrowheads="1"/>
            </p:cNvSpPr>
            <p:nvPr/>
          </p:nvSpPr>
          <p:spPr bwMode="auto">
            <a:xfrm>
              <a:off x="5134" y="2013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4" name="Rectangle 158"/>
            <p:cNvSpPr>
              <a:spLocks noChangeArrowheads="1"/>
            </p:cNvSpPr>
            <p:nvPr/>
          </p:nvSpPr>
          <p:spPr bwMode="auto">
            <a:xfrm>
              <a:off x="4883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5" name="Rectangle 159"/>
            <p:cNvSpPr>
              <a:spLocks noChangeArrowheads="1"/>
            </p:cNvSpPr>
            <p:nvPr/>
          </p:nvSpPr>
          <p:spPr bwMode="auto">
            <a:xfrm>
              <a:off x="4636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6" name="Rectangle 160"/>
            <p:cNvSpPr>
              <a:spLocks noChangeArrowheads="1"/>
            </p:cNvSpPr>
            <p:nvPr/>
          </p:nvSpPr>
          <p:spPr bwMode="auto">
            <a:xfrm>
              <a:off x="4181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7" name="Rectangle 161"/>
            <p:cNvSpPr>
              <a:spLocks noChangeArrowheads="1"/>
            </p:cNvSpPr>
            <p:nvPr/>
          </p:nvSpPr>
          <p:spPr bwMode="auto">
            <a:xfrm>
              <a:off x="3580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8" name="Rectangle 162"/>
            <p:cNvSpPr>
              <a:spLocks noChangeArrowheads="1"/>
            </p:cNvSpPr>
            <p:nvPr/>
          </p:nvSpPr>
          <p:spPr bwMode="auto">
            <a:xfrm>
              <a:off x="280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9" name="Rectangle 163"/>
            <p:cNvSpPr>
              <a:spLocks noChangeArrowheads="1"/>
            </p:cNvSpPr>
            <p:nvPr/>
          </p:nvSpPr>
          <p:spPr bwMode="auto">
            <a:xfrm>
              <a:off x="2557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0" name="Rectangle 164"/>
            <p:cNvSpPr>
              <a:spLocks noChangeArrowheads="1"/>
            </p:cNvSpPr>
            <p:nvPr/>
          </p:nvSpPr>
          <p:spPr bwMode="auto">
            <a:xfrm>
              <a:off x="209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1" name="Rectangle 165"/>
            <p:cNvSpPr>
              <a:spLocks noChangeArrowheads="1"/>
            </p:cNvSpPr>
            <p:nvPr/>
          </p:nvSpPr>
          <p:spPr bwMode="auto">
            <a:xfrm>
              <a:off x="1295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2" name="Rectangle 168"/>
            <p:cNvSpPr>
              <a:spLocks noChangeArrowheads="1"/>
            </p:cNvSpPr>
            <p:nvPr/>
          </p:nvSpPr>
          <p:spPr bwMode="auto">
            <a:xfrm>
              <a:off x="5081" y="298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3" name="Rectangle 169"/>
            <p:cNvSpPr>
              <a:spLocks noChangeArrowheads="1"/>
            </p:cNvSpPr>
            <p:nvPr/>
          </p:nvSpPr>
          <p:spPr bwMode="auto">
            <a:xfrm>
              <a:off x="3766" y="296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" name="Rectangle 170"/>
            <p:cNvSpPr>
              <a:spLocks noChangeArrowheads="1"/>
            </p:cNvSpPr>
            <p:nvPr/>
          </p:nvSpPr>
          <p:spPr bwMode="auto">
            <a:xfrm>
              <a:off x="2997" y="298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" name="Rectangle 171"/>
            <p:cNvSpPr>
              <a:spLocks noChangeArrowheads="1"/>
            </p:cNvSpPr>
            <p:nvPr/>
          </p:nvSpPr>
          <p:spPr bwMode="auto">
            <a:xfrm>
              <a:off x="4515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6" name="Rectangle 172"/>
            <p:cNvSpPr>
              <a:spLocks noChangeArrowheads="1"/>
            </p:cNvSpPr>
            <p:nvPr/>
          </p:nvSpPr>
          <p:spPr bwMode="auto">
            <a:xfrm>
              <a:off x="3313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7" name="Rectangle 177"/>
            <p:cNvSpPr>
              <a:spLocks noChangeArrowheads="1"/>
            </p:cNvSpPr>
            <p:nvPr/>
          </p:nvSpPr>
          <p:spPr bwMode="auto">
            <a:xfrm>
              <a:off x="498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8" name="Rectangle 178"/>
            <p:cNvSpPr>
              <a:spLocks noChangeArrowheads="1"/>
            </p:cNvSpPr>
            <p:nvPr/>
          </p:nvSpPr>
          <p:spPr bwMode="auto">
            <a:xfrm>
              <a:off x="4628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9" name="Rectangle 179"/>
            <p:cNvSpPr>
              <a:spLocks noChangeArrowheads="1"/>
            </p:cNvSpPr>
            <p:nvPr/>
          </p:nvSpPr>
          <p:spPr bwMode="auto">
            <a:xfrm>
              <a:off x="437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0" name="Rectangle 180"/>
            <p:cNvSpPr>
              <a:spLocks noChangeArrowheads="1"/>
            </p:cNvSpPr>
            <p:nvPr/>
          </p:nvSpPr>
          <p:spPr bwMode="auto">
            <a:xfrm>
              <a:off x="419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1" name="Rectangle 181"/>
            <p:cNvSpPr>
              <a:spLocks noChangeArrowheads="1"/>
            </p:cNvSpPr>
            <p:nvPr/>
          </p:nvSpPr>
          <p:spPr bwMode="auto">
            <a:xfrm>
              <a:off x="4012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2" name="Rectangle 182"/>
            <p:cNvSpPr>
              <a:spLocks noChangeArrowheads="1"/>
            </p:cNvSpPr>
            <p:nvPr/>
          </p:nvSpPr>
          <p:spPr bwMode="auto">
            <a:xfrm>
              <a:off x="363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3" name="Rectangle 183"/>
            <p:cNvSpPr>
              <a:spLocks noChangeArrowheads="1"/>
            </p:cNvSpPr>
            <p:nvPr/>
          </p:nvSpPr>
          <p:spPr bwMode="auto">
            <a:xfrm>
              <a:off x="335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4" name="Rectangle 184"/>
            <p:cNvSpPr>
              <a:spLocks noChangeArrowheads="1"/>
            </p:cNvSpPr>
            <p:nvPr/>
          </p:nvSpPr>
          <p:spPr bwMode="auto">
            <a:xfrm>
              <a:off x="290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5" name="Rectangle 185"/>
            <p:cNvSpPr>
              <a:spLocks noChangeArrowheads="1"/>
            </p:cNvSpPr>
            <p:nvPr/>
          </p:nvSpPr>
          <p:spPr bwMode="auto">
            <a:xfrm>
              <a:off x="261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6" name="Rectangle 186"/>
            <p:cNvSpPr>
              <a:spLocks noChangeArrowheads="1"/>
            </p:cNvSpPr>
            <p:nvPr/>
          </p:nvSpPr>
          <p:spPr bwMode="auto">
            <a:xfrm>
              <a:off x="215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7" name="Rectangle 187"/>
            <p:cNvSpPr>
              <a:spLocks noChangeArrowheads="1"/>
            </p:cNvSpPr>
            <p:nvPr/>
          </p:nvSpPr>
          <p:spPr bwMode="auto">
            <a:xfrm>
              <a:off x="1871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8" name="Rectangle 188"/>
            <p:cNvSpPr>
              <a:spLocks noChangeArrowheads="1"/>
            </p:cNvSpPr>
            <p:nvPr/>
          </p:nvSpPr>
          <p:spPr bwMode="auto">
            <a:xfrm>
              <a:off x="154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29" name="Rectangle 189"/>
            <p:cNvSpPr>
              <a:spLocks noChangeArrowheads="1"/>
            </p:cNvSpPr>
            <p:nvPr/>
          </p:nvSpPr>
          <p:spPr bwMode="auto">
            <a:xfrm>
              <a:off x="1259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0" name="Rectangle 190"/>
            <p:cNvSpPr>
              <a:spLocks noChangeArrowheads="1"/>
            </p:cNvSpPr>
            <p:nvPr/>
          </p:nvSpPr>
          <p:spPr bwMode="auto">
            <a:xfrm>
              <a:off x="442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1" name="Rectangle 191"/>
            <p:cNvSpPr>
              <a:spLocks noChangeArrowheads="1"/>
            </p:cNvSpPr>
            <p:nvPr/>
          </p:nvSpPr>
          <p:spPr bwMode="auto">
            <a:xfrm>
              <a:off x="406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2" name="Rectangle 192"/>
            <p:cNvSpPr>
              <a:spLocks noChangeArrowheads="1"/>
            </p:cNvSpPr>
            <p:nvPr/>
          </p:nvSpPr>
          <p:spPr bwMode="auto">
            <a:xfrm>
              <a:off x="3805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3" name="Rectangle 193"/>
            <p:cNvSpPr>
              <a:spLocks noChangeArrowheads="1"/>
            </p:cNvSpPr>
            <p:nvPr/>
          </p:nvSpPr>
          <p:spPr bwMode="auto">
            <a:xfrm>
              <a:off x="3628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4" name="Rectangle 194"/>
            <p:cNvSpPr>
              <a:spLocks noChangeArrowheads="1"/>
            </p:cNvSpPr>
            <p:nvPr/>
          </p:nvSpPr>
          <p:spPr bwMode="auto">
            <a:xfrm>
              <a:off x="3220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5" name="Rectangle 195"/>
            <p:cNvSpPr>
              <a:spLocks noChangeArrowheads="1"/>
            </p:cNvSpPr>
            <p:nvPr/>
          </p:nvSpPr>
          <p:spPr bwMode="auto">
            <a:xfrm>
              <a:off x="293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6" name="Rectangle 196"/>
            <p:cNvSpPr>
              <a:spLocks noChangeArrowheads="1"/>
            </p:cNvSpPr>
            <p:nvPr/>
          </p:nvSpPr>
          <p:spPr bwMode="auto">
            <a:xfrm>
              <a:off x="24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7" name="Rectangle 197"/>
            <p:cNvSpPr>
              <a:spLocks noChangeArrowheads="1"/>
            </p:cNvSpPr>
            <p:nvPr/>
          </p:nvSpPr>
          <p:spPr bwMode="auto">
            <a:xfrm>
              <a:off x="2187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8" name="Rectangle 198"/>
            <p:cNvSpPr>
              <a:spLocks noChangeArrowheads="1"/>
            </p:cNvSpPr>
            <p:nvPr/>
          </p:nvSpPr>
          <p:spPr bwMode="auto">
            <a:xfrm>
              <a:off x="1862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39" name="Rectangle 199"/>
            <p:cNvSpPr>
              <a:spLocks noChangeArrowheads="1"/>
            </p:cNvSpPr>
            <p:nvPr/>
          </p:nvSpPr>
          <p:spPr bwMode="auto">
            <a:xfrm>
              <a:off x="15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0" name="Rectangle 200"/>
            <p:cNvSpPr>
              <a:spLocks noChangeArrowheads="1"/>
            </p:cNvSpPr>
            <p:nvPr/>
          </p:nvSpPr>
          <p:spPr bwMode="auto">
            <a:xfrm>
              <a:off x="504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1" name="Rectangle 201"/>
            <p:cNvSpPr>
              <a:spLocks noChangeArrowheads="1"/>
            </p:cNvSpPr>
            <p:nvPr/>
          </p:nvSpPr>
          <p:spPr bwMode="auto">
            <a:xfrm>
              <a:off x="480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2" name="Rectangle 202"/>
            <p:cNvSpPr>
              <a:spLocks noChangeArrowheads="1"/>
            </p:cNvSpPr>
            <p:nvPr/>
          </p:nvSpPr>
          <p:spPr bwMode="auto">
            <a:xfrm>
              <a:off x="454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3" name="Rectangle 203"/>
            <p:cNvSpPr>
              <a:spLocks noChangeArrowheads="1"/>
            </p:cNvSpPr>
            <p:nvPr/>
          </p:nvSpPr>
          <p:spPr bwMode="auto">
            <a:xfrm>
              <a:off x="436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4" name="Rectangle 204"/>
            <p:cNvSpPr>
              <a:spLocks noChangeArrowheads="1"/>
            </p:cNvSpPr>
            <p:nvPr/>
          </p:nvSpPr>
          <p:spPr bwMode="auto">
            <a:xfrm>
              <a:off x="41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5" name="Rectangle 205"/>
            <p:cNvSpPr>
              <a:spLocks noChangeArrowheads="1"/>
            </p:cNvSpPr>
            <p:nvPr/>
          </p:nvSpPr>
          <p:spPr bwMode="auto">
            <a:xfrm>
              <a:off x="381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6" name="Rectangle 206"/>
            <p:cNvSpPr>
              <a:spLocks noChangeArrowheads="1"/>
            </p:cNvSpPr>
            <p:nvPr/>
          </p:nvSpPr>
          <p:spPr bwMode="auto">
            <a:xfrm>
              <a:off x="3489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7" name="Rectangle 207"/>
            <p:cNvSpPr>
              <a:spLocks noChangeArrowheads="1"/>
            </p:cNvSpPr>
            <p:nvPr/>
          </p:nvSpPr>
          <p:spPr bwMode="auto">
            <a:xfrm>
              <a:off x="3203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8" name="Rectangle 208"/>
            <p:cNvSpPr>
              <a:spLocks noChangeArrowheads="1"/>
            </p:cNvSpPr>
            <p:nvPr/>
          </p:nvSpPr>
          <p:spPr bwMode="auto">
            <a:xfrm>
              <a:off x="272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49" name="Rectangle 209"/>
            <p:cNvSpPr>
              <a:spLocks noChangeArrowheads="1"/>
            </p:cNvSpPr>
            <p:nvPr/>
          </p:nvSpPr>
          <p:spPr bwMode="auto">
            <a:xfrm>
              <a:off x="246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0" name="Rectangle 210"/>
            <p:cNvSpPr>
              <a:spLocks noChangeArrowheads="1"/>
            </p:cNvSpPr>
            <p:nvPr/>
          </p:nvSpPr>
          <p:spPr bwMode="auto">
            <a:xfrm>
              <a:off x="228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1" name="Rectangle 211"/>
            <p:cNvSpPr>
              <a:spLocks noChangeArrowheads="1"/>
            </p:cNvSpPr>
            <p:nvPr/>
          </p:nvSpPr>
          <p:spPr bwMode="auto">
            <a:xfrm>
              <a:off x="200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2" name="Rectangle 212"/>
            <p:cNvSpPr>
              <a:spLocks noChangeArrowheads="1"/>
            </p:cNvSpPr>
            <p:nvPr/>
          </p:nvSpPr>
          <p:spPr bwMode="auto">
            <a:xfrm>
              <a:off x="171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3" name="Rectangle 213"/>
            <p:cNvSpPr>
              <a:spLocks noChangeArrowheads="1"/>
            </p:cNvSpPr>
            <p:nvPr/>
          </p:nvSpPr>
          <p:spPr bwMode="auto">
            <a:xfrm>
              <a:off x="120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4" name="Rectangle 214"/>
            <p:cNvSpPr>
              <a:spLocks noChangeArrowheads="1"/>
            </p:cNvSpPr>
            <p:nvPr/>
          </p:nvSpPr>
          <p:spPr bwMode="auto">
            <a:xfrm>
              <a:off x="101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5" name="Rectangle 215"/>
            <p:cNvSpPr>
              <a:spLocks noChangeArrowheads="1"/>
            </p:cNvSpPr>
            <p:nvPr/>
          </p:nvSpPr>
          <p:spPr bwMode="auto">
            <a:xfrm>
              <a:off x="6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6" name="Rectangle 216"/>
            <p:cNvSpPr>
              <a:spLocks noChangeArrowheads="1"/>
            </p:cNvSpPr>
            <p:nvPr/>
          </p:nvSpPr>
          <p:spPr bwMode="auto">
            <a:xfrm>
              <a:off x="41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7" name="Rectangle 219"/>
            <p:cNvSpPr>
              <a:spLocks noChangeArrowheads="1"/>
            </p:cNvSpPr>
            <p:nvPr/>
          </p:nvSpPr>
          <p:spPr bwMode="auto">
            <a:xfrm>
              <a:off x="3479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8" name="Rectangle 220"/>
            <p:cNvSpPr>
              <a:spLocks noChangeArrowheads="1"/>
            </p:cNvSpPr>
            <p:nvPr/>
          </p:nvSpPr>
          <p:spPr bwMode="auto">
            <a:xfrm>
              <a:off x="274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59" name="Rectangle 221"/>
            <p:cNvSpPr>
              <a:spLocks noChangeArrowheads="1"/>
            </p:cNvSpPr>
            <p:nvPr/>
          </p:nvSpPr>
          <p:spPr bwMode="auto">
            <a:xfrm>
              <a:off x="2000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0" name="Rectangle 222"/>
            <p:cNvSpPr>
              <a:spLocks noChangeArrowheads="1"/>
            </p:cNvSpPr>
            <p:nvPr/>
          </p:nvSpPr>
          <p:spPr bwMode="auto">
            <a:xfrm>
              <a:off x="1388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1" name="Rectangle 223"/>
            <p:cNvSpPr>
              <a:spLocks noChangeArrowheads="1"/>
            </p:cNvSpPr>
            <p:nvPr/>
          </p:nvSpPr>
          <p:spPr bwMode="auto">
            <a:xfrm>
              <a:off x="102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2" name="Rectangle 224"/>
            <p:cNvSpPr>
              <a:spLocks noChangeArrowheads="1"/>
            </p:cNvSpPr>
            <p:nvPr/>
          </p:nvSpPr>
          <p:spPr bwMode="auto">
            <a:xfrm>
              <a:off x="3062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3" name="Rectangle 225"/>
            <p:cNvSpPr>
              <a:spLocks noChangeArrowheads="1"/>
            </p:cNvSpPr>
            <p:nvPr/>
          </p:nvSpPr>
          <p:spPr bwMode="auto">
            <a:xfrm>
              <a:off x="2315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4" name="Rectangle 226"/>
            <p:cNvSpPr>
              <a:spLocks noChangeArrowheads="1"/>
            </p:cNvSpPr>
            <p:nvPr/>
          </p:nvSpPr>
          <p:spPr bwMode="auto">
            <a:xfrm>
              <a:off x="1703" y="228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5" name="Rectangle 227"/>
            <p:cNvSpPr>
              <a:spLocks noChangeArrowheads="1"/>
            </p:cNvSpPr>
            <p:nvPr/>
          </p:nvSpPr>
          <p:spPr bwMode="auto">
            <a:xfrm>
              <a:off x="1343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6" name="Rectangle 228"/>
            <p:cNvSpPr>
              <a:spLocks noChangeArrowheads="1"/>
            </p:cNvSpPr>
            <p:nvPr/>
          </p:nvSpPr>
          <p:spPr bwMode="auto">
            <a:xfrm>
              <a:off x="1026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7" name="Rectangle 229"/>
            <p:cNvSpPr>
              <a:spLocks noChangeArrowheads="1"/>
            </p:cNvSpPr>
            <p:nvPr/>
          </p:nvSpPr>
          <p:spPr bwMode="auto">
            <a:xfrm>
              <a:off x="3944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8" name="Rectangle 230"/>
            <p:cNvSpPr>
              <a:spLocks noChangeArrowheads="1"/>
            </p:cNvSpPr>
            <p:nvPr/>
          </p:nvSpPr>
          <p:spPr bwMode="auto">
            <a:xfrm>
              <a:off x="3332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69" name="Rectangle 231"/>
            <p:cNvSpPr>
              <a:spLocks noChangeArrowheads="1"/>
            </p:cNvSpPr>
            <p:nvPr/>
          </p:nvSpPr>
          <p:spPr bwMode="auto">
            <a:xfrm>
              <a:off x="2970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0" name="Rectangle 232"/>
            <p:cNvSpPr>
              <a:spLocks noChangeArrowheads="1"/>
            </p:cNvSpPr>
            <p:nvPr/>
          </p:nvSpPr>
          <p:spPr bwMode="auto">
            <a:xfrm>
              <a:off x="184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1" name="Rectangle 233"/>
            <p:cNvSpPr>
              <a:spLocks noChangeArrowheads="1"/>
            </p:cNvSpPr>
            <p:nvPr/>
          </p:nvSpPr>
          <p:spPr bwMode="auto">
            <a:xfrm>
              <a:off x="148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2" name="Rectangle 234"/>
            <p:cNvSpPr>
              <a:spLocks noChangeArrowheads="1"/>
            </p:cNvSpPr>
            <p:nvPr/>
          </p:nvSpPr>
          <p:spPr bwMode="auto">
            <a:xfrm>
              <a:off x="815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3" name="Rectangle 235"/>
            <p:cNvSpPr>
              <a:spLocks noChangeArrowheads="1"/>
            </p:cNvSpPr>
            <p:nvPr/>
          </p:nvSpPr>
          <p:spPr bwMode="auto">
            <a:xfrm>
              <a:off x="3065" y="2967"/>
              <a:ext cx="6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4" name="Rectangle 236"/>
            <p:cNvSpPr>
              <a:spLocks noChangeArrowheads="1"/>
            </p:cNvSpPr>
            <p:nvPr/>
          </p:nvSpPr>
          <p:spPr bwMode="auto">
            <a:xfrm>
              <a:off x="4583" y="243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75" name="Rectangle 237"/>
            <p:cNvSpPr>
              <a:spLocks noChangeArrowheads="1"/>
            </p:cNvSpPr>
            <p:nvPr/>
          </p:nvSpPr>
          <p:spPr bwMode="auto">
            <a:xfrm>
              <a:off x="3381" y="2436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7A0F3D-E258-4ED8-8E8A-693D6711C5AE}" type="slidenum">
              <a:rPr lang="zh-CN" altLang="en-US"/>
              <a:pPr>
                <a:defRPr/>
              </a:pPr>
              <a:t>42</a:t>
            </a:fld>
            <a:endParaRPr lang="en-US" altLang="zh-CN"/>
          </a:p>
        </p:txBody>
      </p:sp>
      <p:grpSp>
        <p:nvGrpSpPr>
          <p:cNvPr id="591092" name="Group 244"/>
          <p:cNvGrpSpPr>
            <a:grpSpLocks/>
          </p:cNvGrpSpPr>
          <p:nvPr/>
        </p:nvGrpSpPr>
        <p:grpSpPr bwMode="auto">
          <a:xfrm>
            <a:off x="317500" y="3587750"/>
            <a:ext cx="8743950" cy="2616200"/>
            <a:chOff x="200" y="2260"/>
            <a:chExt cx="5508" cy="1648"/>
          </a:xfrm>
        </p:grpSpPr>
        <p:sp>
          <p:nvSpPr>
            <p:cNvPr id="590973" name="Line 125"/>
            <p:cNvSpPr>
              <a:spLocks noChangeShapeType="1"/>
            </p:cNvSpPr>
            <p:nvPr/>
          </p:nvSpPr>
          <p:spPr bwMode="auto">
            <a:xfrm>
              <a:off x="1300" y="2939"/>
              <a:ext cx="13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0974" name="Line 126"/>
            <p:cNvSpPr>
              <a:spLocks noChangeShapeType="1"/>
            </p:cNvSpPr>
            <p:nvPr/>
          </p:nvSpPr>
          <p:spPr bwMode="auto">
            <a:xfrm>
              <a:off x="2083" y="2939"/>
              <a:ext cx="59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0975" name="Line 127"/>
            <p:cNvSpPr>
              <a:spLocks noChangeShapeType="1"/>
            </p:cNvSpPr>
            <p:nvPr/>
          </p:nvSpPr>
          <p:spPr bwMode="auto">
            <a:xfrm>
              <a:off x="3689" y="2939"/>
              <a:ext cx="158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0976" name="Line 128"/>
            <p:cNvSpPr>
              <a:spLocks noChangeShapeType="1"/>
            </p:cNvSpPr>
            <p:nvPr/>
          </p:nvSpPr>
          <p:spPr bwMode="auto">
            <a:xfrm>
              <a:off x="938" y="3598"/>
              <a:ext cx="62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0977" name="Rectangle 129"/>
            <p:cNvSpPr>
              <a:spLocks noChangeArrowheads="1"/>
            </p:cNvSpPr>
            <p:nvPr/>
          </p:nvSpPr>
          <p:spPr bwMode="auto">
            <a:xfrm>
              <a:off x="5232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78" name="Rectangle 130"/>
            <p:cNvSpPr>
              <a:spLocks noChangeArrowheads="1"/>
            </p:cNvSpPr>
            <p:nvPr/>
          </p:nvSpPr>
          <p:spPr bwMode="auto">
            <a:xfrm>
              <a:off x="4623" y="3448"/>
              <a:ext cx="5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79" name="Rectangle 131"/>
            <p:cNvSpPr>
              <a:spLocks noChangeArrowheads="1"/>
            </p:cNvSpPr>
            <p:nvPr/>
          </p:nvSpPr>
          <p:spPr bwMode="auto">
            <a:xfrm>
              <a:off x="4342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0" name="Rectangle 132"/>
            <p:cNvSpPr>
              <a:spLocks noChangeArrowheads="1"/>
            </p:cNvSpPr>
            <p:nvPr/>
          </p:nvSpPr>
          <p:spPr bwMode="auto">
            <a:xfrm>
              <a:off x="3602" y="3448"/>
              <a:ext cx="13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1" name="Rectangle 133"/>
            <p:cNvSpPr>
              <a:spLocks noChangeArrowheads="1"/>
            </p:cNvSpPr>
            <p:nvPr/>
          </p:nvSpPr>
          <p:spPr bwMode="auto">
            <a:xfrm>
              <a:off x="3392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2" name="Rectangle 134"/>
            <p:cNvSpPr>
              <a:spLocks noChangeArrowheads="1"/>
            </p:cNvSpPr>
            <p:nvPr/>
          </p:nvSpPr>
          <p:spPr bwMode="auto">
            <a:xfrm>
              <a:off x="2810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3" name="Rectangle 135"/>
            <p:cNvSpPr>
              <a:spLocks noChangeArrowheads="1"/>
            </p:cNvSpPr>
            <p:nvPr/>
          </p:nvSpPr>
          <p:spPr bwMode="auto">
            <a:xfrm>
              <a:off x="2094" y="3448"/>
              <a:ext cx="32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)...(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4" name="Rectangle 136"/>
            <p:cNvSpPr>
              <a:spLocks noChangeArrowheads="1"/>
            </p:cNvSpPr>
            <p:nvPr/>
          </p:nvSpPr>
          <p:spPr bwMode="auto">
            <a:xfrm>
              <a:off x="1998" y="344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5" name="Rectangle 137"/>
            <p:cNvSpPr>
              <a:spLocks noChangeArrowheads="1"/>
            </p:cNvSpPr>
            <p:nvPr/>
          </p:nvSpPr>
          <p:spPr bwMode="auto">
            <a:xfrm>
              <a:off x="1671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6" name="Rectangle 138"/>
            <p:cNvSpPr>
              <a:spLocks noChangeArrowheads="1"/>
            </p:cNvSpPr>
            <p:nvPr/>
          </p:nvSpPr>
          <p:spPr bwMode="auto">
            <a:xfrm>
              <a:off x="1424" y="3630"/>
              <a:ext cx="15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7" name="Rectangle 139"/>
            <p:cNvSpPr>
              <a:spLocks noChangeArrowheads="1"/>
            </p:cNvSpPr>
            <p:nvPr/>
          </p:nvSpPr>
          <p:spPr bwMode="auto">
            <a:xfrm>
              <a:off x="1328" y="3630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8" name="Rectangle 140"/>
            <p:cNvSpPr>
              <a:spLocks noChangeArrowheads="1"/>
            </p:cNvSpPr>
            <p:nvPr/>
          </p:nvSpPr>
          <p:spPr bwMode="auto">
            <a:xfrm>
              <a:off x="950" y="3630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89" name="Rectangle 141"/>
            <p:cNvSpPr>
              <a:spLocks noChangeArrowheads="1"/>
            </p:cNvSpPr>
            <p:nvPr/>
          </p:nvSpPr>
          <p:spPr bwMode="auto">
            <a:xfrm>
              <a:off x="629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0" name="Rectangle 142"/>
            <p:cNvSpPr>
              <a:spLocks noChangeArrowheads="1"/>
            </p:cNvSpPr>
            <p:nvPr/>
          </p:nvSpPr>
          <p:spPr bwMode="auto">
            <a:xfrm>
              <a:off x="429" y="344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1" name="Rectangle 143"/>
            <p:cNvSpPr>
              <a:spLocks noChangeArrowheads="1"/>
            </p:cNvSpPr>
            <p:nvPr/>
          </p:nvSpPr>
          <p:spPr bwMode="auto">
            <a:xfrm>
              <a:off x="4509" y="2972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2" name="Rectangle 144"/>
            <p:cNvSpPr>
              <a:spLocks noChangeArrowheads="1"/>
            </p:cNvSpPr>
            <p:nvPr/>
          </p:nvSpPr>
          <p:spPr bwMode="auto">
            <a:xfrm>
              <a:off x="5189" y="2643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3" name="Rectangle 145"/>
            <p:cNvSpPr>
              <a:spLocks noChangeArrowheads="1"/>
            </p:cNvSpPr>
            <p:nvPr/>
          </p:nvSpPr>
          <p:spPr bwMode="auto">
            <a:xfrm>
              <a:off x="5093" y="2643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4" name="Rectangle 146"/>
            <p:cNvSpPr>
              <a:spLocks noChangeArrowheads="1"/>
            </p:cNvSpPr>
            <p:nvPr/>
          </p:nvSpPr>
          <p:spPr bwMode="auto">
            <a:xfrm>
              <a:off x="4199" y="2643"/>
              <a:ext cx="32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)...(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5" name="Rectangle 147"/>
            <p:cNvSpPr>
              <a:spLocks noChangeArrowheads="1"/>
            </p:cNvSpPr>
            <p:nvPr/>
          </p:nvSpPr>
          <p:spPr bwMode="auto">
            <a:xfrm>
              <a:off x="4103" y="2643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6" name="Rectangle 148"/>
            <p:cNvSpPr>
              <a:spLocks noChangeArrowheads="1"/>
            </p:cNvSpPr>
            <p:nvPr/>
          </p:nvSpPr>
          <p:spPr bwMode="auto">
            <a:xfrm>
              <a:off x="3776" y="2643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7" name="Rectangle 149"/>
            <p:cNvSpPr>
              <a:spLocks noChangeArrowheads="1"/>
            </p:cNvSpPr>
            <p:nvPr/>
          </p:nvSpPr>
          <p:spPr bwMode="auto">
            <a:xfrm>
              <a:off x="3322" y="2790"/>
              <a:ext cx="17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8" name="Rectangle 150"/>
            <p:cNvSpPr>
              <a:spLocks noChangeArrowheads="1"/>
            </p:cNvSpPr>
            <p:nvPr/>
          </p:nvSpPr>
          <p:spPr bwMode="auto">
            <a:xfrm>
              <a:off x="2407" y="2972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0999" name="Rectangle 151"/>
            <p:cNvSpPr>
              <a:spLocks noChangeArrowheads="1"/>
            </p:cNvSpPr>
            <p:nvPr/>
          </p:nvSpPr>
          <p:spPr bwMode="auto">
            <a:xfrm>
              <a:off x="2310" y="2972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0" name="Rectangle 152"/>
            <p:cNvSpPr>
              <a:spLocks noChangeArrowheads="1"/>
            </p:cNvSpPr>
            <p:nvPr/>
          </p:nvSpPr>
          <p:spPr bwMode="auto">
            <a:xfrm>
              <a:off x="2593" y="2643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1" name="Rectangle 153"/>
            <p:cNvSpPr>
              <a:spLocks noChangeArrowheads="1"/>
            </p:cNvSpPr>
            <p:nvPr/>
          </p:nvSpPr>
          <p:spPr bwMode="auto">
            <a:xfrm>
              <a:off x="2497" y="2643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2" name="Rectangle 154"/>
            <p:cNvSpPr>
              <a:spLocks noChangeArrowheads="1"/>
            </p:cNvSpPr>
            <p:nvPr/>
          </p:nvSpPr>
          <p:spPr bwMode="auto">
            <a:xfrm>
              <a:off x="2170" y="2643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3" name="Rectangle 155"/>
            <p:cNvSpPr>
              <a:spLocks noChangeArrowheads="1"/>
            </p:cNvSpPr>
            <p:nvPr/>
          </p:nvSpPr>
          <p:spPr bwMode="auto">
            <a:xfrm>
              <a:off x="1369" y="2972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4" name="Rectangle 156"/>
            <p:cNvSpPr>
              <a:spLocks noChangeArrowheads="1"/>
            </p:cNvSpPr>
            <p:nvPr/>
          </p:nvSpPr>
          <p:spPr bwMode="auto">
            <a:xfrm>
              <a:off x="1291" y="2972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5" name="Rectangle 157"/>
            <p:cNvSpPr>
              <a:spLocks noChangeArrowheads="1"/>
            </p:cNvSpPr>
            <p:nvPr/>
          </p:nvSpPr>
          <p:spPr bwMode="auto">
            <a:xfrm>
              <a:off x="1905" y="228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6" name="Rectangle 158"/>
            <p:cNvSpPr>
              <a:spLocks noChangeArrowheads="1"/>
            </p:cNvSpPr>
            <p:nvPr/>
          </p:nvSpPr>
          <p:spPr bwMode="auto">
            <a:xfrm>
              <a:off x="1243" y="228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7" name="Rectangle 159"/>
            <p:cNvSpPr>
              <a:spLocks noChangeArrowheads="1"/>
            </p:cNvSpPr>
            <p:nvPr/>
          </p:nvSpPr>
          <p:spPr bwMode="auto">
            <a:xfrm>
              <a:off x="664" y="228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08" name="Rectangle 160"/>
            <p:cNvSpPr>
              <a:spLocks noChangeArrowheads="1"/>
            </p:cNvSpPr>
            <p:nvPr/>
          </p:nvSpPr>
          <p:spPr bwMode="auto">
            <a:xfrm>
              <a:off x="465" y="2287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0" name="Rectangle 162"/>
            <p:cNvSpPr>
              <a:spLocks noChangeArrowheads="1"/>
            </p:cNvSpPr>
            <p:nvPr/>
          </p:nvSpPr>
          <p:spPr bwMode="auto">
            <a:xfrm>
              <a:off x="4819" y="359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1" name="Rectangle 163"/>
            <p:cNvSpPr>
              <a:spLocks noChangeArrowheads="1"/>
            </p:cNvSpPr>
            <p:nvPr/>
          </p:nvSpPr>
          <p:spPr bwMode="auto">
            <a:xfrm>
              <a:off x="4535" y="359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2" name="Rectangle 164"/>
            <p:cNvSpPr>
              <a:spLocks noChangeArrowheads="1"/>
            </p:cNvSpPr>
            <p:nvPr/>
          </p:nvSpPr>
          <p:spPr bwMode="auto">
            <a:xfrm>
              <a:off x="3320" y="343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3" name="Rectangle 165"/>
            <p:cNvSpPr>
              <a:spLocks noChangeArrowheads="1"/>
            </p:cNvSpPr>
            <p:nvPr/>
          </p:nvSpPr>
          <p:spPr bwMode="auto">
            <a:xfrm>
              <a:off x="3257" y="343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4" name="Rectangle 166"/>
            <p:cNvSpPr>
              <a:spLocks noChangeArrowheads="1"/>
            </p:cNvSpPr>
            <p:nvPr/>
          </p:nvSpPr>
          <p:spPr bwMode="auto">
            <a:xfrm>
              <a:off x="3059" y="343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5" name="Rectangle 167"/>
            <p:cNvSpPr>
              <a:spLocks noChangeArrowheads="1"/>
            </p:cNvSpPr>
            <p:nvPr/>
          </p:nvSpPr>
          <p:spPr bwMode="auto">
            <a:xfrm>
              <a:off x="1347" y="328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6" name="Rectangle 168"/>
            <p:cNvSpPr>
              <a:spLocks noChangeArrowheads="1"/>
            </p:cNvSpPr>
            <p:nvPr/>
          </p:nvSpPr>
          <p:spPr bwMode="auto">
            <a:xfrm>
              <a:off x="5640" y="293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7" name="Rectangle 169"/>
            <p:cNvSpPr>
              <a:spLocks noChangeArrowheads="1"/>
            </p:cNvSpPr>
            <p:nvPr/>
          </p:nvSpPr>
          <p:spPr bwMode="auto">
            <a:xfrm>
              <a:off x="3041" y="293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8" name="Rectangle 170"/>
            <p:cNvSpPr>
              <a:spLocks noChangeArrowheads="1"/>
            </p:cNvSpPr>
            <p:nvPr/>
          </p:nvSpPr>
          <p:spPr bwMode="auto">
            <a:xfrm>
              <a:off x="2846" y="277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19" name="Rectangle 171"/>
            <p:cNvSpPr>
              <a:spLocks noChangeArrowheads="1"/>
            </p:cNvSpPr>
            <p:nvPr/>
          </p:nvSpPr>
          <p:spPr bwMode="auto">
            <a:xfrm>
              <a:off x="1785" y="293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0" name="Rectangle 172"/>
            <p:cNvSpPr>
              <a:spLocks noChangeArrowheads="1"/>
            </p:cNvSpPr>
            <p:nvPr/>
          </p:nvSpPr>
          <p:spPr bwMode="auto">
            <a:xfrm>
              <a:off x="1002" y="293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1" name="Rectangle 173"/>
            <p:cNvSpPr>
              <a:spLocks noChangeArrowheads="1"/>
            </p:cNvSpPr>
            <p:nvPr/>
          </p:nvSpPr>
          <p:spPr bwMode="auto">
            <a:xfrm>
              <a:off x="1436" y="243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3" name="Rectangle 175"/>
            <p:cNvSpPr>
              <a:spLocks noChangeArrowheads="1"/>
            </p:cNvSpPr>
            <p:nvPr/>
          </p:nvSpPr>
          <p:spPr bwMode="auto">
            <a:xfrm>
              <a:off x="5114" y="344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h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4" name="Rectangle 176"/>
            <p:cNvSpPr>
              <a:spLocks noChangeArrowheads="1"/>
            </p:cNvSpPr>
            <p:nvPr/>
          </p:nvSpPr>
          <p:spPr bwMode="auto">
            <a:xfrm>
              <a:off x="4719" y="3448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5" name="Rectangle 177"/>
            <p:cNvSpPr>
              <a:spLocks noChangeArrowheads="1"/>
            </p:cNvSpPr>
            <p:nvPr/>
          </p:nvSpPr>
          <p:spPr bwMode="auto">
            <a:xfrm>
              <a:off x="4434" y="3448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6" name="Rectangle 178"/>
            <p:cNvSpPr>
              <a:spLocks noChangeArrowheads="1"/>
            </p:cNvSpPr>
            <p:nvPr/>
          </p:nvSpPr>
          <p:spPr bwMode="auto">
            <a:xfrm>
              <a:off x="2935" y="3448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7" name="Rectangle 179"/>
            <p:cNvSpPr>
              <a:spLocks noChangeArrowheads="1"/>
            </p:cNvSpPr>
            <p:nvPr/>
          </p:nvSpPr>
          <p:spPr bwMode="auto">
            <a:xfrm>
              <a:off x="2693" y="344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8" name="Rectangle 180"/>
            <p:cNvSpPr>
              <a:spLocks noChangeArrowheads="1"/>
            </p:cNvSpPr>
            <p:nvPr/>
          </p:nvSpPr>
          <p:spPr bwMode="auto">
            <a:xfrm>
              <a:off x="2415" y="3448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9" name="Rectangle 181"/>
            <p:cNvSpPr>
              <a:spLocks noChangeArrowheads="1"/>
            </p:cNvSpPr>
            <p:nvPr/>
          </p:nvSpPr>
          <p:spPr bwMode="auto">
            <a:xfrm>
              <a:off x="1745" y="3448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0" name="Rectangle 182"/>
            <p:cNvSpPr>
              <a:spLocks noChangeArrowheads="1"/>
            </p:cNvSpPr>
            <p:nvPr/>
          </p:nvSpPr>
          <p:spPr bwMode="auto">
            <a:xfrm>
              <a:off x="1592" y="3448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1" name="Rectangle 183"/>
            <p:cNvSpPr>
              <a:spLocks noChangeArrowheads="1"/>
            </p:cNvSpPr>
            <p:nvPr/>
          </p:nvSpPr>
          <p:spPr bwMode="auto">
            <a:xfrm>
              <a:off x="1032" y="3630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2" name="Rectangle 184"/>
            <p:cNvSpPr>
              <a:spLocks noChangeArrowheads="1"/>
            </p:cNvSpPr>
            <p:nvPr/>
          </p:nvSpPr>
          <p:spPr bwMode="auto">
            <a:xfrm>
              <a:off x="1077" y="330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h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3" name="Rectangle 185"/>
            <p:cNvSpPr>
              <a:spLocks noChangeArrowheads="1"/>
            </p:cNvSpPr>
            <p:nvPr/>
          </p:nvSpPr>
          <p:spPr bwMode="auto">
            <a:xfrm>
              <a:off x="522" y="3448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4" name="Rectangle 186"/>
            <p:cNvSpPr>
              <a:spLocks noChangeArrowheads="1"/>
            </p:cNvSpPr>
            <p:nvPr/>
          </p:nvSpPr>
          <p:spPr bwMode="auto">
            <a:xfrm>
              <a:off x="200" y="3448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R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5" name="Rectangle 187"/>
            <p:cNvSpPr>
              <a:spLocks noChangeArrowheads="1"/>
            </p:cNvSpPr>
            <p:nvPr/>
          </p:nvSpPr>
          <p:spPr bwMode="auto">
            <a:xfrm>
              <a:off x="5564" y="2790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6" name="Rectangle 188"/>
            <p:cNvSpPr>
              <a:spLocks noChangeArrowheads="1"/>
            </p:cNvSpPr>
            <p:nvPr/>
          </p:nvSpPr>
          <p:spPr bwMode="auto">
            <a:xfrm>
              <a:off x="4409" y="2972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7" name="Rectangle 189"/>
            <p:cNvSpPr>
              <a:spLocks noChangeArrowheads="1"/>
            </p:cNvSpPr>
            <p:nvPr/>
          </p:nvSpPr>
          <p:spPr bwMode="auto">
            <a:xfrm>
              <a:off x="4797" y="2643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8" name="Rectangle 190"/>
            <p:cNvSpPr>
              <a:spLocks noChangeArrowheads="1"/>
            </p:cNvSpPr>
            <p:nvPr/>
          </p:nvSpPr>
          <p:spPr bwMode="auto">
            <a:xfrm>
              <a:off x="4520" y="2643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39" name="Rectangle 191"/>
            <p:cNvSpPr>
              <a:spLocks noChangeArrowheads="1"/>
            </p:cNvSpPr>
            <p:nvPr/>
          </p:nvSpPr>
          <p:spPr bwMode="auto">
            <a:xfrm>
              <a:off x="3850" y="2643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0" name="Rectangle 192"/>
            <p:cNvSpPr>
              <a:spLocks noChangeArrowheads="1"/>
            </p:cNvSpPr>
            <p:nvPr/>
          </p:nvSpPr>
          <p:spPr bwMode="auto">
            <a:xfrm>
              <a:off x="3697" y="2643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1" name="Rectangle 193"/>
            <p:cNvSpPr>
              <a:spLocks noChangeArrowheads="1"/>
            </p:cNvSpPr>
            <p:nvPr/>
          </p:nvSpPr>
          <p:spPr bwMode="auto">
            <a:xfrm>
              <a:off x="2966" y="2790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2" name="Rectangle 194"/>
            <p:cNvSpPr>
              <a:spLocks noChangeArrowheads="1"/>
            </p:cNvSpPr>
            <p:nvPr/>
          </p:nvSpPr>
          <p:spPr bwMode="auto">
            <a:xfrm>
              <a:off x="2245" y="2643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3" name="Rectangle 195"/>
            <p:cNvSpPr>
              <a:spLocks noChangeArrowheads="1"/>
            </p:cNvSpPr>
            <p:nvPr/>
          </p:nvSpPr>
          <p:spPr bwMode="auto">
            <a:xfrm>
              <a:off x="2091" y="2643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4" name="Rectangle 196"/>
            <p:cNvSpPr>
              <a:spLocks noChangeArrowheads="1"/>
            </p:cNvSpPr>
            <p:nvPr/>
          </p:nvSpPr>
          <p:spPr bwMode="auto">
            <a:xfrm>
              <a:off x="1709" y="2790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5" name="Rectangle 197"/>
            <p:cNvSpPr>
              <a:spLocks noChangeArrowheads="1"/>
            </p:cNvSpPr>
            <p:nvPr/>
          </p:nvSpPr>
          <p:spPr bwMode="auto">
            <a:xfrm>
              <a:off x="1326" y="2643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6" name="Rectangle 198"/>
            <p:cNvSpPr>
              <a:spLocks noChangeArrowheads="1"/>
            </p:cNvSpPr>
            <p:nvPr/>
          </p:nvSpPr>
          <p:spPr bwMode="auto">
            <a:xfrm>
              <a:off x="926" y="2790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7" name="Rectangle 199"/>
            <p:cNvSpPr>
              <a:spLocks noChangeArrowheads="1"/>
            </p:cNvSpPr>
            <p:nvPr/>
          </p:nvSpPr>
          <p:spPr bwMode="auto">
            <a:xfrm>
              <a:off x="1723" y="2287"/>
              <a:ext cx="18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th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8" name="Rectangle 200"/>
            <p:cNvSpPr>
              <a:spLocks noChangeArrowheads="1"/>
            </p:cNvSpPr>
            <p:nvPr/>
          </p:nvSpPr>
          <p:spPr bwMode="auto">
            <a:xfrm>
              <a:off x="1335" y="2287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49" name="Rectangle 201"/>
            <p:cNvSpPr>
              <a:spLocks noChangeArrowheads="1"/>
            </p:cNvSpPr>
            <p:nvPr/>
          </p:nvSpPr>
          <p:spPr bwMode="auto">
            <a:xfrm>
              <a:off x="981" y="2287"/>
              <a:ext cx="15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0" name="Rectangle 202"/>
            <p:cNvSpPr>
              <a:spLocks noChangeArrowheads="1"/>
            </p:cNvSpPr>
            <p:nvPr/>
          </p:nvSpPr>
          <p:spPr bwMode="auto">
            <a:xfrm>
              <a:off x="557" y="2287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1" name="Rectangle 203"/>
            <p:cNvSpPr>
              <a:spLocks noChangeArrowheads="1"/>
            </p:cNvSpPr>
            <p:nvPr/>
          </p:nvSpPr>
          <p:spPr bwMode="auto">
            <a:xfrm>
              <a:off x="203" y="2287"/>
              <a:ext cx="15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6" name="Rectangle 208"/>
            <p:cNvSpPr>
              <a:spLocks noChangeArrowheads="1"/>
            </p:cNvSpPr>
            <p:nvPr/>
          </p:nvSpPr>
          <p:spPr bwMode="auto">
            <a:xfrm>
              <a:off x="3114" y="343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7" name="Rectangle 209"/>
            <p:cNvSpPr>
              <a:spLocks noChangeArrowheads="1"/>
            </p:cNvSpPr>
            <p:nvPr/>
          </p:nvSpPr>
          <p:spPr bwMode="auto">
            <a:xfrm>
              <a:off x="1204" y="328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8" name="Rectangle 210"/>
            <p:cNvSpPr>
              <a:spLocks noChangeArrowheads="1"/>
            </p:cNvSpPr>
            <p:nvPr/>
          </p:nvSpPr>
          <p:spPr bwMode="auto">
            <a:xfrm>
              <a:off x="335" y="359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9" name="Rectangle 211"/>
            <p:cNvSpPr>
              <a:spLocks noChangeArrowheads="1"/>
            </p:cNvSpPr>
            <p:nvPr/>
          </p:nvSpPr>
          <p:spPr bwMode="auto">
            <a:xfrm>
              <a:off x="5441" y="277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0" name="Rectangle 212"/>
            <p:cNvSpPr>
              <a:spLocks noChangeArrowheads="1"/>
            </p:cNvSpPr>
            <p:nvPr/>
          </p:nvSpPr>
          <p:spPr bwMode="auto">
            <a:xfrm>
              <a:off x="1148" y="243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1" name="Rectangle 213"/>
            <p:cNvSpPr>
              <a:spLocks noChangeArrowheads="1"/>
            </p:cNvSpPr>
            <p:nvPr/>
          </p:nvSpPr>
          <p:spPr bwMode="auto">
            <a:xfrm>
              <a:off x="370" y="243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2" name="Rectangle 214"/>
            <p:cNvSpPr>
              <a:spLocks noChangeArrowheads="1"/>
            </p:cNvSpPr>
            <p:nvPr/>
          </p:nvSpPr>
          <p:spPr bwMode="auto">
            <a:xfrm>
              <a:off x="4947" y="3421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3" name="Rectangle 215"/>
            <p:cNvSpPr>
              <a:spLocks noChangeArrowheads="1"/>
            </p:cNvSpPr>
            <p:nvPr/>
          </p:nvSpPr>
          <p:spPr bwMode="auto">
            <a:xfrm>
              <a:off x="4153" y="3421"/>
              <a:ext cx="16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Î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4" name="Rectangle 216"/>
            <p:cNvSpPr>
              <a:spLocks noChangeArrowheads="1"/>
            </p:cNvSpPr>
            <p:nvPr/>
          </p:nvSpPr>
          <p:spPr bwMode="auto">
            <a:xfrm>
              <a:off x="2529" y="3421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5" name="Rectangle 217"/>
            <p:cNvSpPr>
              <a:spLocks noChangeArrowheads="1"/>
            </p:cNvSpPr>
            <p:nvPr/>
          </p:nvSpPr>
          <p:spPr bwMode="auto">
            <a:xfrm>
              <a:off x="1859" y="3421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6" name="Rectangle 218"/>
            <p:cNvSpPr>
              <a:spLocks noChangeArrowheads="1"/>
            </p:cNvSpPr>
            <p:nvPr/>
          </p:nvSpPr>
          <p:spPr bwMode="auto">
            <a:xfrm>
              <a:off x="1185" y="3603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7" name="Rectangle 219"/>
            <p:cNvSpPr>
              <a:spLocks noChangeArrowheads="1"/>
            </p:cNvSpPr>
            <p:nvPr/>
          </p:nvSpPr>
          <p:spPr bwMode="auto">
            <a:xfrm>
              <a:off x="757" y="3421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8" name="Rectangle 220"/>
            <p:cNvSpPr>
              <a:spLocks noChangeArrowheads="1"/>
            </p:cNvSpPr>
            <p:nvPr/>
          </p:nvSpPr>
          <p:spPr bwMode="auto">
            <a:xfrm>
              <a:off x="5315" y="2763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69" name="Rectangle 221"/>
            <p:cNvSpPr>
              <a:spLocks noChangeArrowheads="1"/>
            </p:cNvSpPr>
            <p:nvPr/>
          </p:nvSpPr>
          <p:spPr bwMode="auto">
            <a:xfrm>
              <a:off x="4951" y="261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0" name="Rectangle 222"/>
            <p:cNvSpPr>
              <a:spLocks noChangeArrowheads="1"/>
            </p:cNvSpPr>
            <p:nvPr/>
          </p:nvSpPr>
          <p:spPr bwMode="auto">
            <a:xfrm>
              <a:off x="4634" y="261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1" name="Rectangle 223"/>
            <p:cNvSpPr>
              <a:spLocks noChangeArrowheads="1"/>
            </p:cNvSpPr>
            <p:nvPr/>
          </p:nvSpPr>
          <p:spPr bwMode="auto">
            <a:xfrm>
              <a:off x="3964" y="261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2" name="Rectangle 224"/>
            <p:cNvSpPr>
              <a:spLocks noChangeArrowheads="1"/>
            </p:cNvSpPr>
            <p:nvPr/>
          </p:nvSpPr>
          <p:spPr bwMode="auto">
            <a:xfrm>
              <a:off x="3518" y="2763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3" name="Rectangle 225"/>
            <p:cNvSpPr>
              <a:spLocks noChangeArrowheads="1"/>
            </p:cNvSpPr>
            <p:nvPr/>
          </p:nvSpPr>
          <p:spPr bwMode="auto">
            <a:xfrm>
              <a:off x="3169" y="2763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4" name="Rectangle 226"/>
            <p:cNvSpPr>
              <a:spLocks noChangeArrowheads="1"/>
            </p:cNvSpPr>
            <p:nvPr/>
          </p:nvSpPr>
          <p:spPr bwMode="auto">
            <a:xfrm>
              <a:off x="2719" y="2763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5" name="Rectangle 227"/>
            <p:cNvSpPr>
              <a:spLocks noChangeArrowheads="1"/>
            </p:cNvSpPr>
            <p:nvPr/>
          </p:nvSpPr>
          <p:spPr bwMode="auto">
            <a:xfrm>
              <a:off x="2358" y="261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6" name="Rectangle 228"/>
            <p:cNvSpPr>
              <a:spLocks noChangeArrowheads="1"/>
            </p:cNvSpPr>
            <p:nvPr/>
          </p:nvSpPr>
          <p:spPr bwMode="auto">
            <a:xfrm>
              <a:off x="1912" y="2763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7" name="Rectangle 229"/>
            <p:cNvSpPr>
              <a:spLocks noChangeArrowheads="1"/>
            </p:cNvSpPr>
            <p:nvPr/>
          </p:nvSpPr>
          <p:spPr bwMode="auto">
            <a:xfrm>
              <a:off x="1470" y="2763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8" name="Rectangle 230"/>
            <p:cNvSpPr>
              <a:spLocks noChangeArrowheads="1"/>
            </p:cNvSpPr>
            <p:nvPr/>
          </p:nvSpPr>
          <p:spPr bwMode="auto">
            <a:xfrm>
              <a:off x="1129" y="2763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79" name="Rectangle 231"/>
            <p:cNvSpPr>
              <a:spLocks noChangeArrowheads="1"/>
            </p:cNvSpPr>
            <p:nvPr/>
          </p:nvSpPr>
          <p:spPr bwMode="auto">
            <a:xfrm>
              <a:off x="706" y="2763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0" name="Rectangle 232"/>
            <p:cNvSpPr>
              <a:spLocks noChangeArrowheads="1"/>
            </p:cNvSpPr>
            <p:nvPr/>
          </p:nvSpPr>
          <p:spPr bwMode="auto">
            <a:xfrm>
              <a:off x="1563" y="2260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1" name="Rectangle 233"/>
            <p:cNvSpPr>
              <a:spLocks noChangeArrowheads="1"/>
            </p:cNvSpPr>
            <p:nvPr/>
          </p:nvSpPr>
          <p:spPr bwMode="auto">
            <a:xfrm>
              <a:off x="792" y="2260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4" name="Rectangle 236"/>
            <p:cNvSpPr>
              <a:spLocks noChangeArrowheads="1"/>
            </p:cNvSpPr>
            <p:nvPr/>
          </p:nvSpPr>
          <p:spPr bwMode="auto">
            <a:xfrm>
              <a:off x="3189" y="3415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5" name="Rectangle 237"/>
            <p:cNvSpPr>
              <a:spLocks noChangeArrowheads="1"/>
            </p:cNvSpPr>
            <p:nvPr/>
          </p:nvSpPr>
          <p:spPr bwMode="auto">
            <a:xfrm>
              <a:off x="1278" y="3267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6" name="Rectangle 238"/>
            <p:cNvSpPr>
              <a:spLocks noChangeArrowheads="1"/>
            </p:cNvSpPr>
            <p:nvPr/>
          </p:nvSpPr>
          <p:spPr bwMode="auto">
            <a:xfrm>
              <a:off x="3986" y="3421"/>
              <a:ext cx="11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  <a:latin typeface="Symbol" pitchFamily="18" charset="2"/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7" name="Rectangle 239"/>
            <p:cNvSpPr>
              <a:spLocks noChangeArrowheads="1"/>
            </p:cNvSpPr>
            <p:nvPr/>
          </p:nvSpPr>
          <p:spPr bwMode="auto">
            <a:xfrm>
              <a:off x="3459" y="3421"/>
              <a:ext cx="11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  <a:latin typeface="Symbol" pitchFamily="18" charset="2"/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71684" name="Group 245"/>
          <p:cNvGrpSpPr>
            <a:grpSpLocks/>
          </p:cNvGrpSpPr>
          <p:nvPr/>
        </p:nvGrpSpPr>
        <p:grpSpPr bwMode="auto">
          <a:xfrm>
            <a:off x="323850" y="2924175"/>
            <a:ext cx="7807325" cy="531813"/>
            <a:chOff x="185" y="1904"/>
            <a:chExt cx="4918" cy="335"/>
          </a:xfrm>
        </p:grpSpPr>
        <p:sp>
          <p:nvSpPr>
            <p:cNvPr id="591009" name="Rectangle 161"/>
            <p:cNvSpPr>
              <a:spLocks noChangeArrowheads="1"/>
            </p:cNvSpPr>
            <p:nvPr/>
          </p:nvSpPr>
          <p:spPr bwMode="auto">
            <a:xfrm>
              <a:off x="1553" y="1931"/>
              <a:ext cx="5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22" name="Rectangle 174"/>
            <p:cNvSpPr>
              <a:spLocks noChangeArrowheads="1"/>
            </p:cNvSpPr>
            <p:nvPr/>
          </p:nvSpPr>
          <p:spPr bwMode="auto">
            <a:xfrm>
              <a:off x="1087" y="207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2" name="Rectangle 204"/>
            <p:cNvSpPr>
              <a:spLocks noChangeArrowheads="1"/>
            </p:cNvSpPr>
            <p:nvPr/>
          </p:nvSpPr>
          <p:spPr bwMode="auto">
            <a:xfrm>
              <a:off x="1855" y="1931"/>
              <a:ext cx="73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Newton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3" name="Rectangle 205"/>
            <p:cNvSpPr>
              <a:spLocks noChangeArrowheads="1"/>
            </p:cNvSpPr>
            <p:nvPr/>
          </p:nvSpPr>
          <p:spPr bwMode="auto">
            <a:xfrm>
              <a:off x="1375" y="1931"/>
              <a:ext cx="19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th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4" name="Rectangle 206"/>
            <p:cNvSpPr>
              <a:spLocks noChangeArrowheads="1"/>
            </p:cNvSpPr>
            <p:nvPr/>
          </p:nvSpPr>
          <p:spPr bwMode="auto">
            <a:xfrm>
              <a:off x="986" y="193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55" name="Rectangle 207"/>
            <p:cNvSpPr>
              <a:spLocks noChangeArrowheads="1"/>
            </p:cNvSpPr>
            <p:nvPr/>
          </p:nvSpPr>
          <p:spPr bwMode="auto">
            <a:xfrm>
              <a:off x="641" y="1931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2" name="Rectangle 234"/>
            <p:cNvSpPr>
              <a:spLocks noChangeArrowheads="1"/>
            </p:cNvSpPr>
            <p:nvPr/>
          </p:nvSpPr>
          <p:spPr bwMode="auto">
            <a:xfrm>
              <a:off x="1214" y="1904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3" name="Rectangle 235"/>
            <p:cNvSpPr>
              <a:spLocks noChangeArrowheads="1"/>
            </p:cNvSpPr>
            <p:nvPr/>
          </p:nvSpPr>
          <p:spPr bwMode="auto">
            <a:xfrm>
              <a:off x="798" y="1904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8" name="Rectangle 240"/>
            <p:cNvSpPr>
              <a:spLocks noChangeArrowheads="1"/>
            </p:cNvSpPr>
            <p:nvPr/>
          </p:nvSpPr>
          <p:spPr bwMode="auto">
            <a:xfrm>
              <a:off x="4871" y="1938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式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89" name="Rectangle 241"/>
            <p:cNvSpPr>
              <a:spLocks noChangeArrowheads="1"/>
            </p:cNvSpPr>
            <p:nvPr/>
          </p:nvSpPr>
          <p:spPr bwMode="auto">
            <a:xfrm>
              <a:off x="2553" y="1938"/>
              <a:ext cx="2330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插值公式和余式具有形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90" name="Rectangle 242"/>
            <p:cNvSpPr>
              <a:spLocks noChangeArrowheads="1"/>
            </p:cNvSpPr>
            <p:nvPr/>
          </p:nvSpPr>
          <p:spPr bwMode="auto">
            <a:xfrm>
              <a:off x="1627" y="1938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则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1091" name="Rectangle 243"/>
            <p:cNvSpPr>
              <a:spLocks noChangeArrowheads="1"/>
            </p:cNvSpPr>
            <p:nvPr/>
          </p:nvSpPr>
          <p:spPr bwMode="auto">
            <a:xfrm>
              <a:off x="185" y="1938"/>
              <a:ext cx="46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9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若令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244" name="Group 270"/>
          <p:cNvGrpSpPr>
            <a:grpSpLocks/>
          </p:cNvGrpSpPr>
          <p:nvPr/>
        </p:nvGrpSpPr>
        <p:grpSpPr bwMode="auto">
          <a:xfrm>
            <a:off x="539750" y="548680"/>
            <a:ext cx="7734300" cy="2028825"/>
            <a:chOff x="412" y="1849"/>
            <a:chExt cx="4872" cy="1278"/>
          </a:xfrm>
        </p:grpSpPr>
        <p:sp>
          <p:nvSpPr>
            <p:cNvPr id="364" name="Rectangle 111"/>
            <p:cNvSpPr>
              <a:spLocks noChangeArrowheads="1"/>
            </p:cNvSpPr>
            <p:nvPr/>
          </p:nvSpPr>
          <p:spPr bwMode="auto">
            <a:xfrm>
              <a:off x="5144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]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5" name="Rectangle 112"/>
            <p:cNvSpPr>
              <a:spLocks noChangeArrowheads="1"/>
            </p:cNvSpPr>
            <p:nvPr/>
          </p:nvSpPr>
          <p:spPr bwMode="auto">
            <a:xfrm>
              <a:off x="4779" y="2844"/>
              <a:ext cx="2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6" name="Rectangle 113"/>
            <p:cNvSpPr>
              <a:spLocks noChangeArrowheads="1"/>
            </p:cNvSpPr>
            <p:nvPr/>
          </p:nvSpPr>
          <p:spPr bwMode="auto">
            <a:xfrm>
              <a:off x="4541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7" name="Rectangle 114"/>
            <p:cNvSpPr>
              <a:spLocks noChangeArrowheads="1"/>
            </p:cNvSpPr>
            <p:nvPr/>
          </p:nvSpPr>
          <p:spPr bwMode="auto">
            <a:xfrm>
              <a:off x="4283" y="2844"/>
              <a:ext cx="5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8" name="Rectangle 115"/>
            <p:cNvSpPr>
              <a:spLocks noChangeArrowheads="1"/>
            </p:cNvSpPr>
            <p:nvPr/>
          </p:nvSpPr>
          <p:spPr bwMode="auto">
            <a:xfrm>
              <a:off x="4106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[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9" name="Rectangle 116"/>
            <p:cNvSpPr>
              <a:spLocks noChangeArrowheads="1"/>
            </p:cNvSpPr>
            <p:nvPr/>
          </p:nvSpPr>
          <p:spPr bwMode="auto">
            <a:xfrm>
              <a:off x="3921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0" name="Rectangle 117"/>
            <p:cNvSpPr>
              <a:spLocks noChangeArrowheads="1"/>
            </p:cNvSpPr>
            <p:nvPr/>
          </p:nvSpPr>
          <p:spPr bwMode="auto">
            <a:xfrm>
              <a:off x="3183" y="287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1" name="Rectangle 118"/>
            <p:cNvSpPr>
              <a:spLocks noChangeArrowheads="1"/>
            </p:cNvSpPr>
            <p:nvPr/>
          </p:nvSpPr>
          <p:spPr bwMode="auto">
            <a:xfrm>
              <a:off x="2311" y="2844"/>
              <a:ext cx="28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2" name="Rectangle 119"/>
            <p:cNvSpPr>
              <a:spLocks noChangeArrowheads="1"/>
            </p:cNvSpPr>
            <p:nvPr/>
          </p:nvSpPr>
          <p:spPr bwMode="auto">
            <a:xfrm>
              <a:off x="1719" y="2844"/>
              <a:ext cx="134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3" name="Rectangle 120"/>
            <p:cNvSpPr>
              <a:spLocks noChangeArrowheads="1"/>
            </p:cNvSpPr>
            <p:nvPr/>
          </p:nvSpPr>
          <p:spPr bwMode="auto">
            <a:xfrm>
              <a:off x="1175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4" name="Rectangle 121"/>
            <p:cNvSpPr>
              <a:spLocks noChangeArrowheads="1"/>
            </p:cNvSpPr>
            <p:nvPr/>
          </p:nvSpPr>
          <p:spPr bwMode="auto">
            <a:xfrm>
              <a:off x="4717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5" name="Rectangle 122"/>
            <p:cNvSpPr>
              <a:spLocks noChangeArrowheads="1"/>
            </p:cNvSpPr>
            <p:nvPr/>
          </p:nvSpPr>
          <p:spPr bwMode="auto">
            <a:xfrm>
              <a:off x="4213" y="2312"/>
              <a:ext cx="2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6" name="Rectangle 123"/>
            <p:cNvSpPr>
              <a:spLocks noChangeArrowheads="1"/>
            </p:cNvSpPr>
            <p:nvPr/>
          </p:nvSpPr>
          <p:spPr bwMode="auto">
            <a:xfrm>
              <a:off x="3976" y="2312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7" name="Rectangle 124"/>
            <p:cNvSpPr>
              <a:spLocks noChangeArrowheads="1"/>
            </p:cNvSpPr>
            <p:nvPr/>
          </p:nvSpPr>
          <p:spPr bwMode="auto">
            <a:xfrm>
              <a:off x="3721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8" name="Rectangle 125"/>
            <p:cNvSpPr>
              <a:spLocks noChangeArrowheads="1"/>
            </p:cNvSpPr>
            <p:nvPr/>
          </p:nvSpPr>
          <p:spPr bwMode="auto">
            <a:xfrm>
              <a:off x="3515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9" name="Rectangle 126"/>
            <p:cNvSpPr>
              <a:spLocks noChangeArrowheads="1"/>
            </p:cNvSpPr>
            <p:nvPr/>
          </p:nvSpPr>
          <p:spPr bwMode="auto">
            <a:xfrm>
              <a:off x="2627" y="2312"/>
              <a:ext cx="28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)...(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0" name="Rectangle 127"/>
            <p:cNvSpPr>
              <a:spLocks noChangeArrowheads="1"/>
            </p:cNvSpPr>
            <p:nvPr/>
          </p:nvSpPr>
          <p:spPr bwMode="auto">
            <a:xfrm>
              <a:off x="2036" y="2312"/>
              <a:ext cx="13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1" name="Rectangle 128"/>
            <p:cNvSpPr>
              <a:spLocks noChangeArrowheads="1"/>
            </p:cNvSpPr>
            <p:nvPr/>
          </p:nvSpPr>
          <p:spPr bwMode="auto">
            <a:xfrm>
              <a:off x="1490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2" name="Rectangle 129"/>
            <p:cNvSpPr>
              <a:spLocks noChangeArrowheads="1"/>
            </p:cNvSpPr>
            <p:nvPr/>
          </p:nvSpPr>
          <p:spPr bwMode="auto">
            <a:xfrm>
              <a:off x="1164" y="2312"/>
              <a:ext cx="1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dirty="0">
                  <a:solidFill>
                    <a:srgbClr val="000000"/>
                  </a:solidFill>
                </a:rPr>
                <a:t>...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3" name="Rectangle 130"/>
            <p:cNvSpPr>
              <a:spLocks noChangeArrowheads="1"/>
            </p:cNvSpPr>
            <p:nvPr/>
          </p:nvSpPr>
          <p:spPr bwMode="auto">
            <a:xfrm>
              <a:off x="521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4" name="Rectangle 131"/>
            <p:cNvSpPr>
              <a:spLocks noChangeArrowheads="1"/>
            </p:cNvSpPr>
            <p:nvPr/>
          </p:nvSpPr>
          <p:spPr bwMode="auto">
            <a:xfrm>
              <a:off x="4954" y="1876"/>
              <a:ext cx="5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5" name="Rectangle 132"/>
            <p:cNvSpPr>
              <a:spLocks noChangeArrowheads="1"/>
            </p:cNvSpPr>
            <p:nvPr/>
          </p:nvSpPr>
          <p:spPr bwMode="auto">
            <a:xfrm>
              <a:off x="471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6" name="Rectangle 133"/>
            <p:cNvSpPr>
              <a:spLocks noChangeArrowheads="1"/>
            </p:cNvSpPr>
            <p:nvPr/>
          </p:nvSpPr>
          <p:spPr bwMode="auto">
            <a:xfrm>
              <a:off x="4462" y="1876"/>
              <a:ext cx="68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7" name="Rectangle 134"/>
            <p:cNvSpPr>
              <a:spLocks noChangeArrowheads="1"/>
            </p:cNvSpPr>
            <p:nvPr/>
          </p:nvSpPr>
          <p:spPr bwMode="auto">
            <a:xfrm>
              <a:off x="425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8" name="Rectangle 135"/>
            <p:cNvSpPr>
              <a:spLocks noChangeArrowheads="1"/>
            </p:cNvSpPr>
            <p:nvPr/>
          </p:nvSpPr>
          <p:spPr bwMode="auto">
            <a:xfrm>
              <a:off x="3663" y="1876"/>
              <a:ext cx="13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9" name="Rectangle 136"/>
            <p:cNvSpPr>
              <a:spLocks noChangeArrowheads="1"/>
            </p:cNvSpPr>
            <p:nvPr/>
          </p:nvSpPr>
          <p:spPr bwMode="auto">
            <a:xfrm>
              <a:off x="311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0" name="Rectangle 137"/>
            <p:cNvSpPr>
              <a:spLocks noChangeArrowheads="1"/>
            </p:cNvSpPr>
            <p:nvPr/>
          </p:nvSpPr>
          <p:spPr bwMode="auto">
            <a:xfrm>
              <a:off x="2877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1" name="Rectangle 138"/>
            <p:cNvSpPr>
              <a:spLocks noChangeArrowheads="1"/>
            </p:cNvSpPr>
            <p:nvPr/>
          </p:nvSpPr>
          <p:spPr bwMode="auto">
            <a:xfrm>
              <a:off x="2637" y="1876"/>
              <a:ext cx="5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2" name="Rectangle 139"/>
            <p:cNvSpPr>
              <a:spLocks noChangeArrowheads="1"/>
            </p:cNvSpPr>
            <p:nvPr/>
          </p:nvSpPr>
          <p:spPr bwMode="auto">
            <a:xfrm>
              <a:off x="238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3" name="Rectangle 140"/>
            <p:cNvSpPr>
              <a:spLocks noChangeArrowheads="1"/>
            </p:cNvSpPr>
            <p:nvPr/>
          </p:nvSpPr>
          <p:spPr bwMode="auto">
            <a:xfrm>
              <a:off x="217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4" name="Rectangle 141"/>
            <p:cNvSpPr>
              <a:spLocks noChangeArrowheads="1"/>
            </p:cNvSpPr>
            <p:nvPr/>
          </p:nvSpPr>
          <p:spPr bwMode="auto">
            <a:xfrm>
              <a:off x="1630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5" name="Rectangle 142"/>
            <p:cNvSpPr>
              <a:spLocks noChangeArrowheads="1"/>
            </p:cNvSpPr>
            <p:nvPr/>
          </p:nvSpPr>
          <p:spPr bwMode="auto">
            <a:xfrm>
              <a:off x="137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6" name="Rectangle 143"/>
            <p:cNvSpPr>
              <a:spLocks noChangeArrowheads="1"/>
            </p:cNvSpPr>
            <p:nvPr/>
          </p:nvSpPr>
          <p:spPr bwMode="auto">
            <a:xfrm>
              <a:off x="1121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7" name="Rectangle 144"/>
            <p:cNvSpPr>
              <a:spLocks noChangeArrowheads="1"/>
            </p:cNvSpPr>
            <p:nvPr/>
          </p:nvSpPr>
          <p:spPr bwMode="auto">
            <a:xfrm>
              <a:off x="69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8" name="Rectangle 145"/>
            <p:cNvSpPr>
              <a:spLocks noChangeArrowheads="1"/>
            </p:cNvSpPr>
            <p:nvPr/>
          </p:nvSpPr>
          <p:spPr bwMode="auto">
            <a:xfrm>
              <a:off x="518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9" name="Rectangle 146"/>
            <p:cNvSpPr>
              <a:spLocks noChangeArrowheads="1"/>
            </p:cNvSpPr>
            <p:nvPr/>
          </p:nvSpPr>
          <p:spPr bwMode="auto">
            <a:xfrm>
              <a:off x="4722" y="2982"/>
              <a:ext cx="60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0" name="Rectangle 147"/>
            <p:cNvSpPr>
              <a:spLocks noChangeArrowheads="1"/>
            </p:cNvSpPr>
            <p:nvPr/>
          </p:nvSpPr>
          <p:spPr bwMode="auto">
            <a:xfrm flipH="1">
              <a:off x="4463" y="2975"/>
              <a:ext cx="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1" name="Rectangle 148"/>
            <p:cNvSpPr>
              <a:spLocks noChangeArrowheads="1"/>
            </p:cNvSpPr>
            <p:nvPr/>
          </p:nvSpPr>
          <p:spPr bwMode="auto">
            <a:xfrm>
              <a:off x="3125" y="2982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2" name="Rectangle 149"/>
            <p:cNvSpPr>
              <a:spLocks noChangeArrowheads="1"/>
            </p:cNvSpPr>
            <p:nvPr/>
          </p:nvSpPr>
          <p:spPr bwMode="auto">
            <a:xfrm>
              <a:off x="2237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3" name="Rectangle 150"/>
            <p:cNvSpPr>
              <a:spLocks noChangeArrowheads="1"/>
            </p:cNvSpPr>
            <p:nvPr/>
          </p:nvSpPr>
          <p:spPr bwMode="auto">
            <a:xfrm>
              <a:off x="1636" y="2982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4" name="Rectangle 151"/>
            <p:cNvSpPr>
              <a:spLocks noChangeArrowheads="1"/>
            </p:cNvSpPr>
            <p:nvPr/>
          </p:nvSpPr>
          <p:spPr bwMode="auto">
            <a:xfrm>
              <a:off x="4643" y="2450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5" name="Rectangle 152"/>
            <p:cNvSpPr>
              <a:spLocks noChangeArrowheads="1"/>
            </p:cNvSpPr>
            <p:nvPr/>
          </p:nvSpPr>
          <p:spPr bwMode="auto">
            <a:xfrm>
              <a:off x="4143" y="2450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6" name="Rectangle 153"/>
            <p:cNvSpPr>
              <a:spLocks noChangeArrowheads="1"/>
            </p:cNvSpPr>
            <p:nvPr/>
          </p:nvSpPr>
          <p:spPr bwMode="auto">
            <a:xfrm>
              <a:off x="3896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7" name="Rectangle 154"/>
            <p:cNvSpPr>
              <a:spLocks noChangeArrowheads="1"/>
            </p:cNvSpPr>
            <p:nvPr/>
          </p:nvSpPr>
          <p:spPr bwMode="auto">
            <a:xfrm>
              <a:off x="3440" y="2450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dirty="0">
                  <a:solidFill>
                    <a:srgbClr val="000000"/>
                  </a:solidFill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8" name="Rectangle 155"/>
            <p:cNvSpPr>
              <a:spLocks noChangeArrowheads="1"/>
            </p:cNvSpPr>
            <p:nvPr/>
          </p:nvSpPr>
          <p:spPr bwMode="auto">
            <a:xfrm>
              <a:off x="2553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9" name="Rectangle 156"/>
            <p:cNvSpPr>
              <a:spLocks noChangeArrowheads="1"/>
            </p:cNvSpPr>
            <p:nvPr/>
          </p:nvSpPr>
          <p:spPr bwMode="auto">
            <a:xfrm>
              <a:off x="1952" y="245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0" name="Rectangle 157"/>
            <p:cNvSpPr>
              <a:spLocks noChangeArrowheads="1"/>
            </p:cNvSpPr>
            <p:nvPr/>
          </p:nvSpPr>
          <p:spPr bwMode="auto">
            <a:xfrm>
              <a:off x="5134" y="2013"/>
              <a:ext cx="5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1" name="Rectangle 158"/>
            <p:cNvSpPr>
              <a:spLocks noChangeArrowheads="1"/>
            </p:cNvSpPr>
            <p:nvPr/>
          </p:nvSpPr>
          <p:spPr bwMode="auto">
            <a:xfrm>
              <a:off x="4883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2" name="Rectangle 159"/>
            <p:cNvSpPr>
              <a:spLocks noChangeArrowheads="1"/>
            </p:cNvSpPr>
            <p:nvPr/>
          </p:nvSpPr>
          <p:spPr bwMode="auto">
            <a:xfrm>
              <a:off x="4636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3" name="Rectangle 160"/>
            <p:cNvSpPr>
              <a:spLocks noChangeArrowheads="1"/>
            </p:cNvSpPr>
            <p:nvPr/>
          </p:nvSpPr>
          <p:spPr bwMode="auto">
            <a:xfrm>
              <a:off x="4181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4" name="Rectangle 161"/>
            <p:cNvSpPr>
              <a:spLocks noChangeArrowheads="1"/>
            </p:cNvSpPr>
            <p:nvPr/>
          </p:nvSpPr>
          <p:spPr bwMode="auto">
            <a:xfrm>
              <a:off x="3580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5" name="Rectangle 162"/>
            <p:cNvSpPr>
              <a:spLocks noChangeArrowheads="1"/>
            </p:cNvSpPr>
            <p:nvPr/>
          </p:nvSpPr>
          <p:spPr bwMode="auto">
            <a:xfrm>
              <a:off x="280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6" name="Rectangle 163"/>
            <p:cNvSpPr>
              <a:spLocks noChangeArrowheads="1"/>
            </p:cNvSpPr>
            <p:nvPr/>
          </p:nvSpPr>
          <p:spPr bwMode="auto">
            <a:xfrm>
              <a:off x="2557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7" name="Rectangle 164"/>
            <p:cNvSpPr>
              <a:spLocks noChangeArrowheads="1"/>
            </p:cNvSpPr>
            <p:nvPr/>
          </p:nvSpPr>
          <p:spPr bwMode="auto">
            <a:xfrm>
              <a:off x="2092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8" name="Rectangle 165"/>
            <p:cNvSpPr>
              <a:spLocks noChangeArrowheads="1"/>
            </p:cNvSpPr>
            <p:nvPr/>
          </p:nvSpPr>
          <p:spPr bwMode="auto">
            <a:xfrm>
              <a:off x="1295" y="201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9" name="Rectangle 168"/>
            <p:cNvSpPr>
              <a:spLocks noChangeArrowheads="1"/>
            </p:cNvSpPr>
            <p:nvPr/>
          </p:nvSpPr>
          <p:spPr bwMode="auto">
            <a:xfrm>
              <a:off x="5081" y="298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0" name="Rectangle 169"/>
            <p:cNvSpPr>
              <a:spLocks noChangeArrowheads="1"/>
            </p:cNvSpPr>
            <p:nvPr/>
          </p:nvSpPr>
          <p:spPr bwMode="auto">
            <a:xfrm>
              <a:off x="3766" y="2968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1" name="Rectangle 170"/>
            <p:cNvSpPr>
              <a:spLocks noChangeArrowheads="1"/>
            </p:cNvSpPr>
            <p:nvPr/>
          </p:nvSpPr>
          <p:spPr bwMode="auto">
            <a:xfrm>
              <a:off x="2997" y="298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 dirty="0">
                  <a:solidFill>
                    <a:srgbClr val="000000"/>
                  </a:solidFill>
                </a:rPr>
                <a:t>n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2" name="Rectangle 171"/>
            <p:cNvSpPr>
              <a:spLocks noChangeArrowheads="1"/>
            </p:cNvSpPr>
            <p:nvPr/>
          </p:nvSpPr>
          <p:spPr bwMode="auto">
            <a:xfrm>
              <a:off x="4515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3" name="Rectangle 172"/>
            <p:cNvSpPr>
              <a:spLocks noChangeArrowheads="1"/>
            </p:cNvSpPr>
            <p:nvPr/>
          </p:nvSpPr>
          <p:spPr bwMode="auto">
            <a:xfrm>
              <a:off x="3313" y="245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4" name="Rectangle 177"/>
            <p:cNvSpPr>
              <a:spLocks noChangeArrowheads="1"/>
            </p:cNvSpPr>
            <p:nvPr/>
          </p:nvSpPr>
          <p:spPr bwMode="auto">
            <a:xfrm>
              <a:off x="498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5" name="Rectangle 178"/>
            <p:cNvSpPr>
              <a:spLocks noChangeArrowheads="1"/>
            </p:cNvSpPr>
            <p:nvPr/>
          </p:nvSpPr>
          <p:spPr bwMode="auto">
            <a:xfrm>
              <a:off x="4628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6" name="Rectangle 179"/>
            <p:cNvSpPr>
              <a:spLocks noChangeArrowheads="1"/>
            </p:cNvSpPr>
            <p:nvPr/>
          </p:nvSpPr>
          <p:spPr bwMode="auto">
            <a:xfrm>
              <a:off x="437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7" name="Rectangle 180"/>
            <p:cNvSpPr>
              <a:spLocks noChangeArrowheads="1"/>
            </p:cNvSpPr>
            <p:nvPr/>
          </p:nvSpPr>
          <p:spPr bwMode="auto">
            <a:xfrm>
              <a:off x="419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8" name="Rectangle 181"/>
            <p:cNvSpPr>
              <a:spLocks noChangeArrowheads="1"/>
            </p:cNvSpPr>
            <p:nvPr/>
          </p:nvSpPr>
          <p:spPr bwMode="auto">
            <a:xfrm>
              <a:off x="4012" y="2844"/>
              <a:ext cx="6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f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9" name="Rectangle 182"/>
            <p:cNvSpPr>
              <a:spLocks noChangeArrowheads="1"/>
            </p:cNvSpPr>
            <p:nvPr/>
          </p:nvSpPr>
          <p:spPr bwMode="auto">
            <a:xfrm>
              <a:off x="363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0" name="Rectangle 183"/>
            <p:cNvSpPr>
              <a:spLocks noChangeArrowheads="1"/>
            </p:cNvSpPr>
            <p:nvPr/>
          </p:nvSpPr>
          <p:spPr bwMode="auto">
            <a:xfrm>
              <a:off x="3350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1" name="Rectangle 184"/>
            <p:cNvSpPr>
              <a:spLocks noChangeArrowheads="1"/>
            </p:cNvSpPr>
            <p:nvPr/>
          </p:nvSpPr>
          <p:spPr bwMode="auto">
            <a:xfrm>
              <a:off x="290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 dirty="0">
                  <a:solidFill>
                    <a:srgbClr val="000000"/>
                  </a:solidFill>
                </a:rPr>
                <a:t>x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2" name="Rectangle 185"/>
            <p:cNvSpPr>
              <a:spLocks noChangeArrowheads="1"/>
            </p:cNvSpPr>
            <p:nvPr/>
          </p:nvSpPr>
          <p:spPr bwMode="auto">
            <a:xfrm>
              <a:off x="261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3" name="Rectangle 186"/>
            <p:cNvSpPr>
              <a:spLocks noChangeArrowheads="1"/>
            </p:cNvSpPr>
            <p:nvPr/>
          </p:nvSpPr>
          <p:spPr bwMode="auto">
            <a:xfrm>
              <a:off x="2157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4" name="Rectangle 187"/>
            <p:cNvSpPr>
              <a:spLocks noChangeArrowheads="1"/>
            </p:cNvSpPr>
            <p:nvPr/>
          </p:nvSpPr>
          <p:spPr bwMode="auto">
            <a:xfrm>
              <a:off x="1871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5" name="Rectangle 188"/>
            <p:cNvSpPr>
              <a:spLocks noChangeArrowheads="1"/>
            </p:cNvSpPr>
            <p:nvPr/>
          </p:nvSpPr>
          <p:spPr bwMode="auto">
            <a:xfrm>
              <a:off x="1545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6" name="Rectangle 189"/>
            <p:cNvSpPr>
              <a:spLocks noChangeArrowheads="1"/>
            </p:cNvSpPr>
            <p:nvPr/>
          </p:nvSpPr>
          <p:spPr bwMode="auto">
            <a:xfrm>
              <a:off x="1259" y="2844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7" name="Rectangle 190"/>
            <p:cNvSpPr>
              <a:spLocks noChangeArrowheads="1"/>
            </p:cNvSpPr>
            <p:nvPr/>
          </p:nvSpPr>
          <p:spPr bwMode="auto">
            <a:xfrm>
              <a:off x="442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8" name="Rectangle 191"/>
            <p:cNvSpPr>
              <a:spLocks noChangeArrowheads="1"/>
            </p:cNvSpPr>
            <p:nvPr/>
          </p:nvSpPr>
          <p:spPr bwMode="auto">
            <a:xfrm>
              <a:off x="406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9" name="Rectangle 192"/>
            <p:cNvSpPr>
              <a:spLocks noChangeArrowheads="1"/>
            </p:cNvSpPr>
            <p:nvPr/>
          </p:nvSpPr>
          <p:spPr bwMode="auto">
            <a:xfrm>
              <a:off x="3805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0" name="Rectangle 193"/>
            <p:cNvSpPr>
              <a:spLocks noChangeArrowheads="1"/>
            </p:cNvSpPr>
            <p:nvPr/>
          </p:nvSpPr>
          <p:spPr bwMode="auto">
            <a:xfrm>
              <a:off x="3628" y="2312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1" name="Rectangle 194"/>
            <p:cNvSpPr>
              <a:spLocks noChangeArrowheads="1"/>
            </p:cNvSpPr>
            <p:nvPr/>
          </p:nvSpPr>
          <p:spPr bwMode="auto">
            <a:xfrm>
              <a:off x="3220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2" name="Rectangle 195"/>
            <p:cNvSpPr>
              <a:spLocks noChangeArrowheads="1"/>
            </p:cNvSpPr>
            <p:nvPr/>
          </p:nvSpPr>
          <p:spPr bwMode="auto">
            <a:xfrm>
              <a:off x="2933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3" name="Rectangle 196"/>
            <p:cNvSpPr>
              <a:spLocks noChangeArrowheads="1"/>
            </p:cNvSpPr>
            <p:nvPr/>
          </p:nvSpPr>
          <p:spPr bwMode="auto">
            <a:xfrm>
              <a:off x="24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4" name="Rectangle 197"/>
            <p:cNvSpPr>
              <a:spLocks noChangeArrowheads="1"/>
            </p:cNvSpPr>
            <p:nvPr/>
          </p:nvSpPr>
          <p:spPr bwMode="auto">
            <a:xfrm>
              <a:off x="2187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5" name="Rectangle 198"/>
            <p:cNvSpPr>
              <a:spLocks noChangeArrowheads="1"/>
            </p:cNvSpPr>
            <p:nvPr/>
          </p:nvSpPr>
          <p:spPr bwMode="auto">
            <a:xfrm>
              <a:off x="1862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6" name="Rectangle 199"/>
            <p:cNvSpPr>
              <a:spLocks noChangeArrowheads="1"/>
            </p:cNvSpPr>
            <p:nvPr/>
          </p:nvSpPr>
          <p:spPr bwMode="auto">
            <a:xfrm>
              <a:off x="1574" y="2312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7" name="Rectangle 200"/>
            <p:cNvSpPr>
              <a:spLocks noChangeArrowheads="1"/>
            </p:cNvSpPr>
            <p:nvPr/>
          </p:nvSpPr>
          <p:spPr bwMode="auto">
            <a:xfrm>
              <a:off x="504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8" name="Rectangle 201"/>
            <p:cNvSpPr>
              <a:spLocks noChangeArrowheads="1"/>
            </p:cNvSpPr>
            <p:nvPr/>
          </p:nvSpPr>
          <p:spPr bwMode="auto">
            <a:xfrm>
              <a:off x="480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9" name="Rectangle 202"/>
            <p:cNvSpPr>
              <a:spLocks noChangeArrowheads="1"/>
            </p:cNvSpPr>
            <p:nvPr/>
          </p:nvSpPr>
          <p:spPr bwMode="auto">
            <a:xfrm>
              <a:off x="454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0" name="Rectangle 203"/>
            <p:cNvSpPr>
              <a:spLocks noChangeArrowheads="1"/>
            </p:cNvSpPr>
            <p:nvPr/>
          </p:nvSpPr>
          <p:spPr bwMode="auto">
            <a:xfrm>
              <a:off x="436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1" name="Rectangle 204"/>
            <p:cNvSpPr>
              <a:spLocks noChangeArrowheads="1"/>
            </p:cNvSpPr>
            <p:nvPr/>
          </p:nvSpPr>
          <p:spPr bwMode="auto">
            <a:xfrm>
              <a:off x="41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2" name="Rectangle 205"/>
            <p:cNvSpPr>
              <a:spLocks noChangeArrowheads="1"/>
            </p:cNvSpPr>
            <p:nvPr/>
          </p:nvSpPr>
          <p:spPr bwMode="auto">
            <a:xfrm>
              <a:off x="381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3" name="Rectangle 206"/>
            <p:cNvSpPr>
              <a:spLocks noChangeArrowheads="1"/>
            </p:cNvSpPr>
            <p:nvPr/>
          </p:nvSpPr>
          <p:spPr bwMode="auto">
            <a:xfrm>
              <a:off x="3489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4" name="Rectangle 207"/>
            <p:cNvSpPr>
              <a:spLocks noChangeArrowheads="1"/>
            </p:cNvSpPr>
            <p:nvPr/>
          </p:nvSpPr>
          <p:spPr bwMode="auto">
            <a:xfrm>
              <a:off x="3203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5" name="Rectangle 208"/>
            <p:cNvSpPr>
              <a:spLocks noChangeArrowheads="1"/>
            </p:cNvSpPr>
            <p:nvPr/>
          </p:nvSpPr>
          <p:spPr bwMode="auto">
            <a:xfrm>
              <a:off x="272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6" name="Rectangle 209"/>
            <p:cNvSpPr>
              <a:spLocks noChangeArrowheads="1"/>
            </p:cNvSpPr>
            <p:nvPr/>
          </p:nvSpPr>
          <p:spPr bwMode="auto">
            <a:xfrm>
              <a:off x="2466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7" name="Rectangle 210"/>
            <p:cNvSpPr>
              <a:spLocks noChangeArrowheads="1"/>
            </p:cNvSpPr>
            <p:nvPr/>
          </p:nvSpPr>
          <p:spPr bwMode="auto">
            <a:xfrm>
              <a:off x="2289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8" name="Rectangle 211"/>
            <p:cNvSpPr>
              <a:spLocks noChangeArrowheads="1"/>
            </p:cNvSpPr>
            <p:nvPr/>
          </p:nvSpPr>
          <p:spPr bwMode="auto">
            <a:xfrm>
              <a:off x="2001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9" name="Rectangle 212"/>
            <p:cNvSpPr>
              <a:spLocks noChangeArrowheads="1"/>
            </p:cNvSpPr>
            <p:nvPr/>
          </p:nvSpPr>
          <p:spPr bwMode="auto">
            <a:xfrm>
              <a:off x="1714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0" name="Rectangle 213"/>
            <p:cNvSpPr>
              <a:spLocks noChangeArrowheads="1"/>
            </p:cNvSpPr>
            <p:nvPr/>
          </p:nvSpPr>
          <p:spPr bwMode="auto">
            <a:xfrm>
              <a:off x="1205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1" name="Rectangle 214"/>
            <p:cNvSpPr>
              <a:spLocks noChangeArrowheads="1"/>
            </p:cNvSpPr>
            <p:nvPr/>
          </p:nvSpPr>
          <p:spPr bwMode="auto">
            <a:xfrm>
              <a:off x="1015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2" name="Rectangle 215"/>
            <p:cNvSpPr>
              <a:spLocks noChangeArrowheads="1"/>
            </p:cNvSpPr>
            <p:nvPr/>
          </p:nvSpPr>
          <p:spPr bwMode="auto">
            <a:xfrm>
              <a:off x="602" y="1876"/>
              <a:ext cx="10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3" name="Rectangle 216"/>
            <p:cNvSpPr>
              <a:spLocks noChangeArrowheads="1"/>
            </p:cNvSpPr>
            <p:nvPr/>
          </p:nvSpPr>
          <p:spPr bwMode="auto">
            <a:xfrm>
              <a:off x="412" y="1876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4" name="Rectangle 219"/>
            <p:cNvSpPr>
              <a:spLocks noChangeArrowheads="1"/>
            </p:cNvSpPr>
            <p:nvPr/>
          </p:nvSpPr>
          <p:spPr bwMode="auto">
            <a:xfrm>
              <a:off x="3479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5" name="Rectangle 220"/>
            <p:cNvSpPr>
              <a:spLocks noChangeArrowheads="1"/>
            </p:cNvSpPr>
            <p:nvPr/>
          </p:nvSpPr>
          <p:spPr bwMode="auto">
            <a:xfrm>
              <a:off x="274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6" name="Rectangle 221"/>
            <p:cNvSpPr>
              <a:spLocks noChangeArrowheads="1"/>
            </p:cNvSpPr>
            <p:nvPr/>
          </p:nvSpPr>
          <p:spPr bwMode="auto">
            <a:xfrm>
              <a:off x="2000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7" name="Rectangle 222"/>
            <p:cNvSpPr>
              <a:spLocks noChangeArrowheads="1"/>
            </p:cNvSpPr>
            <p:nvPr/>
          </p:nvSpPr>
          <p:spPr bwMode="auto">
            <a:xfrm>
              <a:off x="1388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8" name="Rectangle 223"/>
            <p:cNvSpPr>
              <a:spLocks noChangeArrowheads="1"/>
            </p:cNvSpPr>
            <p:nvPr/>
          </p:nvSpPr>
          <p:spPr bwMode="auto">
            <a:xfrm>
              <a:off x="1026" y="2818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9" name="Rectangle 224"/>
            <p:cNvSpPr>
              <a:spLocks noChangeArrowheads="1"/>
            </p:cNvSpPr>
            <p:nvPr/>
          </p:nvSpPr>
          <p:spPr bwMode="auto">
            <a:xfrm>
              <a:off x="3062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0" name="Rectangle 225"/>
            <p:cNvSpPr>
              <a:spLocks noChangeArrowheads="1"/>
            </p:cNvSpPr>
            <p:nvPr/>
          </p:nvSpPr>
          <p:spPr bwMode="auto">
            <a:xfrm>
              <a:off x="2315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1" name="Rectangle 226"/>
            <p:cNvSpPr>
              <a:spLocks noChangeArrowheads="1"/>
            </p:cNvSpPr>
            <p:nvPr/>
          </p:nvSpPr>
          <p:spPr bwMode="auto">
            <a:xfrm>
              <a:off x="1703" y="228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2" name="Rectangle 227"/>
            <p:cNvSpPr>
              <a:spLocks noChangeArrowheads="1"/>
            </p:cNvSpPr>
            <p:nvPr/>
          </p:nvSpPr>
          <p:spPr bwMode="auto">
            <a:xfrm>
              <a:off x="1343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3" name="Rectangle 228"/>
            <p:cNvSpPr>
              <a:spLocks noChangeArrowheads="1"/>
            </p:cNvSpPr>
            <p:nvPr/>
          </p:nvSpPr>
          <p:spPr bwMode="auto">
            <a:xfrm>
              <a:off x="1026" y="228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4" name="Rectangle 229"/>
            <p:cNvSpPr>
              <a:spLocks noChangeArrowheads="1"/>
            </p:cNvSpPr>
            <p:nvPr/>
          </p:nvSpPr>
          <p:spPr bwMode="auto">
            <a:xfrm>
              <a:off x="3944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5" name="Rectangle 230"/>
            <p:cNvSpPr>
              <a:spLocks noChangeArrowheads="1"/>
            </p:cNvSpPr>
            <p:nvPr/>
          </p:nvSpPr>
          <p:spPr bwMode="auto">
            <a:xfrm>
              <a:off x="3332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6" name="Rectangle 231"/>
            <p:cNvSpPr>
              <a:spLocks noChangeArrowheads="1"/>
            </p:cNvSpPr>
            <p:nvPr/>
          </p:nvSpPr>
          <p:spPr bwMode="auto">
            <a:xfrm>
              <a:off x="2970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7" name="Rectangle 232"/>
            <p:cNvSpPr>
              <a:spLocks noChangeArrowheads="1"/>
            </p:cNvSpPr>
            <p:nvPr/>
          </p:nvSpPr>
          <p:spPr bwMode="auto">
            <a:xfrm>
              <a:off x="184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8" name="Rectangle 233"/>
            <p:cNvSpPr>
              <a:spLocks noChangeArrowheads="1"/>
            </p:cNvSpPr>
            <p:nvPr/>
          </p:nvSpPr>
          <p:spPr bwMode="auto">
            <a:xfrm>
              <a:off x="1483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9" name="Rectangle 234"/>
            <p:cNvSpPr>
              <a:spLocks noChangeArrowheads="1"/>
            </p:cNvSpPr>
            <p:nvPr/>
          </p:nvSpPr>
          <p:spPr bwMode="auto">
            <a:xfrm>
              <a:off x="815" y="1849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5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80" name="Rectangle 235"/>
            <p:cNvSpPr>
              <a:spLocks noChangeArrowheads="1"/>
            </p:cNvSpPr>
            <p:nvPr/>
          </p:nvSpPr>
          <p:spPr bwMode="auto">
            <a:xfrm>
              <a:off x="3065" y="2967"/>
              <a:ext cx="6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81" name="Rectangle 236"/>
            <p:cNvSpPr>
              <a:spLocks noChangeArrowheads="1"/>
            </p:cNvSpPr>
            <p:nvPr/>
          </p:nvSpPr>
          <p:spPr bwMode="auto">
            <a:xfrm>
              <a:off x="4583" y="2436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82" name="Rectangle 237"/>
            <p:cNvSpPr>
              <a:spLocks noChangeArrowheads="1"/>
            </p:cNvSpPr>
            <p:nvPr/>
          </p:nvSpPr>
          <p:spPr bwMode="auto">
            <a:xfrm>
              <a:off x="3381" y="2436"/>
              <a:ext cx="6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1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1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172200"/>
            <a:ext cx="1905000" cy="457200"/>
          </a:xfrm>
        </p:spPr>
        <p:txBody>
          <a:bodyPr/>
          <a:lstStyle/>
          <a:p>
            <a:pPr>
              <a:defRPr/>
            </a:pPr>
            <a:fld id="{E50A9D27-A85F-4547-8E27-C7034A3D2D8D}" type="slidenum">
              <a:rPr lang="zh-CN" altLang="en-US"/>
              <a:pPr>
                <a:defRPr/>
              </a:pPr>
              <a:t>43</a:t>
            </a:fld>
            <a:endParaRPr lang="en-US" altLang="zh-CN"/>
          </a:p>
        </p:txBody>
      </p:sp>
      <p:graphicFrame>
        <p:nvGraphicFramePr>
          <p:cNvPr id="7270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489647"/>
              </p:ext>
            </p:extLst>
          </p:nvPr>
        </p:nvGraphicFramePr>
        <p:xfrm>
          <a:off x="0" y="693738"/>
          <a:ext cx="8888413" cy="566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1" name="Document" r:id="rId3" imgW="6221383" imgH="3963856" progId="Word.Document.8">
                  <p:embed/>
                </p:oleObj>
              </mc:Choice>
              <mc:Fallback>
                <p:oleObj name="Document" r:id="rId3" imgW="6221383" imgH="396385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93738"/>
                        <a:ext cx="8888413" cy="566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3"/>
          <p:cNvGraphicFramePr>
            <a:graphicFrameLocks noChangeAspect="1"/>
          </p:cNvGraphicFramePr>
          <p:nvPr/>
        </p:nvGraphicFramePr>
        <p:xfrm>
          <a:off x="4140200" y="260350"/>
          <a:ext cx="385286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2" name="公式" r:id="rId5" imgW="1358310" imgH="241195" progId="Equation.3">
                  <p:embed/>
                </p:oleObj>
              </mc:Choice>
              <mc:Fallback>
                <p:oleObj name="公式" r:id="rId5" imgW="1358310" imgH="2411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60350"/>
                        <a:ext cx="385286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4"/>
          <p:cNvGraphicFramePr>
            <a:graphicFrameLocks noChangeAspect="1"/>
          </p:cNvGraphicFramePr>
          <p:nvPr/>
        </p:nvGraphicFramePr>
        <p:xfrm>
          <a:off x="684213" y="260350"/>
          <a:ext cx="23764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3" name="公式" r:id="rId7" imgW="838200" imgH="228600" progId="Equation.3">
                  <p:embed/>
                </p:oleObj>
              </mc:Choice>
              <mc:Fallback>
                <p:oleObj name="公式" r:id="rId7" imgW="8382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60350"/>
                        <a:ext cx="23764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0" name="Group 113"/>
          <p:cNvGrpSpPr>
            <a:grpSpLocks/>
          </p:cNvGrpSpPr>
          <p:nvPr/>
        </p:nvGrpSpPr>
        <p:grpSpPr bwMode="auto">
          <a:xfrm>
            <a:off x="285750" y="6021388"/>
            <a:ext cx="8678863" cy="860425"/>
            <a:chOff x="113" y="3739"/>
            <a:chExt cx="5535" cy="607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1240" y="4035"/>
              <a:ext cx="13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2023" y="4035"/>
              <a:ext cx="59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629" y="4035"/>
              <a:ext cx="158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4449" y="406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2" name="Rectangle 25"/>
            <p:cNvSpPr>
              <a:spLocks noChangeArrowheads="1"/>
            </p:cNvSpPr>
            <p:nvPr/>
          </p:nvSpPr>
          <p:spPr bwMode="auto">
            <a:xfrm>
              <a:off x="5129" y="3739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5033" y="3739"/>
              <a:ext cx="11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4139" y="3739"/>
              <a:ext cx="32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)...(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4043" y="3739"/>
              <a:ext cx="11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6" name="Rectangle 29"/>
            <p:cNvSpPr>
              <a:spLocks noChangeArrowheads="1"/>
            </p:cNvSpPr>
            <p:nvPr/>
          </p:nvSpPr>
          <p:spPr bwMode="auto">
            <a:xfrm>
              <a:off x="3716" y="3739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" name="Rectangle 30"/>
            <p:cNvSpPr>
              <a:spLocks noChangeArrowheads="1"/>
            </p:cNvSpPr>
            <p:nvPr/>
          </p:nvSpPr>
          <p:spPr bwMode="auto">
            <a:xfrm>
              <a:off x="3262" y="3886"/>
              <a:ext cx="17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...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8" name="Rectangle 31"/>
            <p:cNvSpPr>
              <a:spLocks noChangeArrowheads="1"/>
            </p:cNvSpPr>
            <p:nvPr/>
          </p:nvSpPr>
          <p:spPr bwMode="auto">
            <a:xfrm>
              <a:off x="2347" y="406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" name="Rectangle 32"/>
            <p:cNvSpPr>
              <a:spLocks noChangeArrowheads="1"/>
            </p:cNvSpPr>
            <p:nvPr/>
          </p:nvSpPr>
          <p:spPr bwMode="auto">
            <a:xfrm>
              <a:off x="2250" y="4068"/>
              <a:ext cx="111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" name="Rectangle 33"/>
            <p:cNvSpPr>
              <a:spLocks noChangeArrowheads="1"/>
            </p:cNvSpPr>
            <p:nvPr/>
          </p:nvSpPr>
          <p:spPr bwMode="auto">
            <a:xfrm>
              <a:off x="2533" y="3739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" name="Rectangle 34"/>
            <p:cNvSpPr>
              <a:spLocks noChangeArrowheads="1"/>
            </p:cNvSpPr>
            <p:nvPr/>
          </p:nvSpPr>
          <p:spPr bwMode="auto">
            <a:xfrm>
              <a:off x="2437" y="3739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2" name="Rectangle 35"/>
            <p:cNvSpPr>
              <a:spLocks noChangeArrowheads="1"/>
            </p:cNvSpPr>
            <p:nvPr/>
          </p:nvSpPr>
          <p:spPr bwMode="auto">
            <a:xfrm>
              <a:off x="2110" y="3739"/>
              <a:ext cx="7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" name="Rectangle 36"/>
            <p:cNvSpPr>
              <a:spLocks noChangeArrowheads="1"/>
            </p:cNvSpPr>
            <p:nvPr/>
          </p:nvSpPr>
          <p:spPr bwMode="auto">
            <a:xfrm>
              <a:off x="1309" y="4068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!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4" name="Rectangle 37"/>
            <p:cNvSpPr>
              <a:spLocks noChangeArrowheads="1"/>
            </p:cNvSpPr>
            <p:nvPr/>
          </p:nvSpPr>
          <p:spPr bwMode="auto">
            <a:xfrm>
              <a:off x="1231" y="406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5" name="Rectangle 40"/>
            <p:cNvSpPr>
              <a:spLocks noChangeArrowheads="1"/>
            </p:cNvSpPr>
            <p:nvPr/>
          </p:nvSpPr>
          <p:spPr bwMode="auto">
            <a:xfrm>
              <a:off x="574" y="3860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6" name="Rectangle 41"/>
            <p:cNvSpPr>
              <a:spLocks noChangeArrowheads="1"/>
            </p:cNvSpPr>
            <p:nvPr/>
          </p:nvSpPr>
          <p:spPr bwMode="auto">
            <a:xfrm>
              <a:off x="375" y="3860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7" name="Rectangle 48"/>
            <p:cNvSpPr>
              <a:spLocks noChangeArrowheads="1"/>
            </p:cNvSpPr>
            <p:nvPr/>
          </p:nvSpPr>
          <p:spPr bwMode="auto">
            <a:xfrm>
              <a:off x="5580" y="4030"/>
              <a:ext cx="68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8" name="Rectangle 49"/>
            <p:cNvSpPr>
              <a:spLocks noChangeArrowheads="1"/>
            </p:cNvSpPr>
            <p:nvPr/>
          </p:nvSpPr>
          <p:spPr bwMode="auto">
            <a:xfrm>
              <a:off x="2981" y="4030"/>
              <a:ext cx="68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9" name="Rectangle 50"/>
            <p:cNvSpPr>
              <a:spLocks noChangeArrowheads="1"/>
            </p:cNvSpPr>
            <p:nvPr/>
          </p:nvSpPr>
          <p:spPr bwMode="auto">
            <a:xfrm>
              <a:off x="2786" y="3867"/>
              <a:ext cx="68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2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0" name="Rectangle 51"/>
            <p:cNvSpPr>
              <a:spLocks noChangeArrowheads="1"/>
            </p:cNvSpPr>
            <p:nvPr/>
          </p:nvSpPr>
          <p:spPr bwMode="auto">
            <a:xfrm>
              <a:off x="1725" y="4030"/>
              <a:ext cx="68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1" name="Rectangle 52"/>
            <p:cNvSpPr>
              <a:spLocks noChangeArrowheads="1"/>
            </p:cNvSpPr>
            <p:nvPr/>
          </p:nvSpPr>
          <p:spPr bwMode="auto">
            <a:xfrm>
              <a:off x="942" y="4030"/>
              <a:ext cx="68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2" name="Rectangle 66"/>
            <p:cNvSpPr>
              <a:spLocks noChangeArrowheads="1"/>
            </p:cNvSpPr>
            <p:nvPr/>
          </p:nvSpPr>
          <p:spPr bwMode="auto">
            <a:xfrm>
              <a:off x="5504" y="3886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3" name="Rectangle 67"/>
            <p:cNvSpPr>
              <a:spLocks noChangeArrowheads="1"/>
            </p:cNvSpPr>
            <p:nvPr/>
          </p:nvSpPr>
          <p:spPr bwMode="auto">
            <a:xfrm>
              <a:off x="4349" y="4068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4" name="Rectangle 68"/>
            <p:cNvSpPr>
              <a:spLocks noChangeArrowheads="1"/>
            </p:cNvSpPr>
            <p:nvPr/>
          </p:nvSpPr>
          <p:spPr bwMode="auto">
            <a:xfrm>
              <a:off x="4737" y="3739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" name="Rectangle 69"/>
            <p:cNvSpPr>
              <a:spLocks noChangeArrowheads="1"/>
            </p:cNvSpPr>
            <p:nvPr/>
          </p:nvSpPr>
          <p:spPr bwMode="auto">
            <a:xfrm>
              <a:off x="4460" y="3739"/>
              <a:ext cx="62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 dirty="0">
                  <a:solidFill>
                    <a:srgbClr val="000000"/>
                  </a:solidFill>
                </a:rPr>
                <a:t>t -    +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6" name="Rectangle 70"/>
            <p:cNvSpPr>
              <a:spLocks noChangeArrowheads="1"/>
            </p:cNvSpPr>
            <p:nvPr/>
          </p:nvSpPr>
          <p:spPr bwMode="auto">
            <a:xfrm>
              <a:off x="3790" y="3739"/>
              <a:ext cx="30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 dirty="0">
                  <a:solidFill>
                    <a:srgbClr val="000000"/>
                  </a:solidFill>
                </a:rPr>
                <a:t>t -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7" name="Rectangle 71"/>
            <p:cNvSpPr>
              <a:spLocks noChangeArrowheads="1"/>
            </p:cNvSpPr>
            <p:nvPr/>
          </p:nvSpPr>
          <p:spPr bwMode="auto">
            <a:xfrm>
              <a:off x="3637" y="3739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8" name="Rectangle 72"/>
            <p:cNvSpPr>
              <a:spLocks noChangeArrowheads="1"/>
            </p:cNvSpPr>
            <p:nvPr/>
          </p:nvSpPr>
          <p:spPr bwMode="auto">
            <a:xfrm>
              <a:off x="2906" y="3886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9" name="Rectangle 73"/>
            <p:cNvSpPr>
              <a:spLocks noChangeArrowheads="1"/>
            </p:cNvSpPr>
            <p:nvPr/>
          </p:nvSpPr>
          <p:spPr bwMode="auto">
            <a:xfrm>
              <a:off x="2185" y="3739"/>
              <a:ext cx="387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 dirty="0">
                  <a:solidFill>
                    <a:srgbClr val="000000"/>
                  </a:solidFill>
                </a:rPr>
                <a:t>t -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0" name="Rectangle 74"/>
            <p:cNvSpPr>
              <a:spLocks noChangeArrowheads="1"/>
            </p:cNvSpPr>
            <p:nvPr/>
          </p:nvSpPr>
          <p:spPr bwMode="auto">
            <a:xfrm>
              <a:off x="2031" y="3739"/>
              <a:ext cx="6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1" name="Rectangle 75"/>
            <p:cNvSpPr>
              <a:spLocks noChangeArrowheads="1"/>
            </p:cNvSpPr>
            <p:nvPr/>
          </p:nvSpPr>
          <p:spPr bwMode="auto">
            <a:xfrm>
              <a:off x="1649" y="3886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2" name="Rectangle 76"/>
            <p:cNvSpPr>
              <a:spLocks noChangeArrowheads="1"/>
            </p:cNvSpPr>
            <p:nvPr/>
          </p:nvSpPr>
          <p:spPr bwMode="auto">
            <a:xfrm>
              <a:off x="1266" y="3739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t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3" name="Rectangle 77"/>
            <p:cNvSpPr>
              <a:spLocks noChangeArrowheads="1"/>
            </p:cNvSpPr>
            <p:nvPr/>
          </p:nvSpPr>
          <p:spPr bwMode="auto">
            <a:xfrm>
              <a:off x="866" y="3886"/>
              <a:ext cx="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4" name="Rectangle 81"/>
            <p:cNvSpPr>
              <a:spLocks noChangeArrowheads="1"/>
            </p:cNvSpPr>
            <p:nvPr/>
          </p:nvSpPr>
          <p:spPr bwMode="auto">
            <a:xfrm>
              <a:off x="467" y="3860"/>
              <a:ext cx="9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5" name="Rectangle 82"/>
            <p:cNvSpPr>
              <a:spLocks noChangeArrowheads="1"/>
            </p:cNvSpPr>
            <p:nvPr/>
          </p:nvSpPr>
          <p:spPr bwMode="auto">
            <a:xfrm>
              <a:off x="113" y="3860"/>
              <a:ext cx="15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6" name="Rectangle 86"/>
            <p:cNvSpPr>
              <a:spLocks noChangeArrowheads="1"/>
            </p:cNvSpPr>
            <p:nvPr/>
          </p:nvSpPr>
          <p:spPr bwMode="auto">
            <a:xfrm>
              <a:off x="5381" y="3867"/>
              <a:ext cx="68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7" name="Rectangle 88"/>
            <p:cNvSpPr>
              <a:spLocks noChangeArrowheads="1"/>
            </p:cNvSpPr>
            <p:nvPr/>
          </p:nvSpPr>
          <p:spPr bwMode="auto">
            <a:xfrm>
              <a:off x="280" y="4004"/>
              <a:ext cx="68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700" b="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8" name="Rectangle 95"/>
            <p:cNvSpPr>
              <a:spLocks noChangeArrowheads="1"/>
            </p:cNvSpPr>
            <p:nvPr/>
          </p:nvSpPr>
          <p:spPr bwMode="auto">
            <a:xfrm>
              <a:off x="5255" y="3859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9" name="Rectangle 99"/>
            <p:cNvSpPr>
              <a:spLocks noChangeArrowheads="1"/>
            </p:cNvSpPr>
            <p:nvPr/>
          </p:nvSpPr>
          <p:spPr bwMode="auto">
            <a:xfrm>
              <a:off x="3458" y="3859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0" name="Rectangle 100"/>
            <p:cNvSpPr>
              <a:spLocks noChangeArrowheads="1"/>
            </p:cNvSpPr>
            <p:nvPr/>
          </p:nvSpPr>
          <p:spPr bwMode="auto">
            <a:xfrm>
              <a:off x="3109" y="3859"/>
              <a:ext cx="1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1" name="Rectangle 101"/>
            <p:cNvSpPr>
              <a:spLocks noChangeArrowheads="1"/>
            </p:cNvSpPr>
            <p:nvPr/>
          </p:nvSpPr>
          <p:spPr bwMode="auto">
            <a:xfrm>
              <a:off x="2659" y="3859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2" name="Rectangle 103"/>
            <p:cNvSpPr>
              <a:spLocks noChangeArrowheads="1"/>
            </p:cNvSpPr>
            <p:nvPr/>
          </p:nvSpPr>
          <p:spPr bwMode="auto">
            <a:xfrm>
              <a:off x="1852" y="3859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3" name="Rectangle 104"/>
            <p:cNvSpPr>
              <a:spLocks noChangeArrowheads="1"/>
            </p:cNvSpPr>
            <p:nvPr/>
          </p:nvSpPr>
          <p:spPr bwMode="auto">
            <a:xfrm>
              <a:off x="1410" y="3859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4" name="Rectangle 105"/>
            <p:cNvSpPr>
              <a:spLocks noChangeArrowheads="1"/>
            </p:cNvSpPr>
            <p:nvPr/>
          </p:nvSpPr>
          <p:spPr bwMode="auto">
            <a:xfrm>
              <a:off x="1069" y="3859"/>
              <a:ext cx="1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5" name="Rectangle 106"/>
            <p:cNvSpPr>
              <a:spLocks noChangeArrowheads="1"/>
            </p:cNvSpPr>
            <p:nvPr/>
          </p:nvSpPr>
          <p:spPr bwMode="auto">
            <a:xfrm>
              <a:off x="646" y="3859"/>
              <a:ext cx="1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9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6E0FD1-F570-4469-9111-9F88666892CD}" type="slidenum">
              <a:rPr lang="zh-CN" altLang="en-US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578565" name="Text Box 5"/>
          <p:cNvSpPr txBox="1">
            <a:spLocks noChangeArrowheads="1"/>
          </p:cNvSpPr>
          <p:nvPr/>
        </p:nvSpPr>
        <p:spPr bwMode="auto">
          <a:xfrm>
            <a:off x="250825" y="333375"/>
            <a:ext cx="86423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上面介绍的差分叫向前差分。鉴于计算实践的需要，我们再介绍向后差分概念。</a:t>
            </a:r>
          </a:p>
        </p:txBody>
      </p:sp>
      <p:sp>
        <p:nvSpPr>
          <p:cNvPr id="578566" name="Rectangle 6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78570" name="Group 10"/>
          <p:cNvGrpSpPr>
            <a:grpSpLocks/>
          </p:cNvGrpSpPr>
          <p:nvPr/>
        </p:nvGrpSpPr>
        <p:grpSpPr bwMode="auto">
          <a:xfrm>
            <a:off x="395288" y="1196975"/>
            <a:ext cx="8229600" cy="1363663"/>
            <a:chOff x="249" y="2550"/>
            <a:chExt cx="5184" cy="859"/>
          </a:xfrm>
        </p:grpSpPr>
        <p:grpSp>
          <p:nvGrpSpPr>
            <p:cNvPr id="73770" name="Group 11"/>
            <p:cNvGrpSpPr>
              <a:grpSpLocks/>
            </p:cNvGrpSpPr>
            <p:nvPr/>
          </p:nvGrpSpPr>
          <p:grpSpPr bwMode="auto">
            <a:xfrm>
              <a:off x="249" y="2689"/>
              <a:ext cx="2426" cy="720"/>
              <a:chOff x="249" y="2689"/>
              <a:chExt cx="2426" cy="720"/>
            </a:xfrm>
          </p:grpSpPr>
          <p:sp>
            <p:nvSpPr>
              <p:cNvPr id="578572" name="Rectangle 12"/>
              <p:cNvSpPr>
                <a:spLocks noChangeArrowheads="1"/>
              </p:cNvSpPr>
              <p:nvPr/>
            </p:nvSpPr>
            <p:spPr bwMode="auto">
              <a:xfrm>
                <a:off x="612" y="2711"/>
                <a:ext cx="5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rgbClr val="000000"/>
                    </a:solidFill>
                  </a:rPr>
                  <a:t> </a:t>
                </a:r>
                <a:endPara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73" name="Rectangle 13"/>
              <p:cNvSpPr>
                <a:spLocks noChangeArrowheads="1"/>
              </p:cNvSpPr>
              <p:nvPr/>
            </p:nvSpPr>
            <p:spPr bwMode="auto">
              <a:xfrm>
                <a:off x="521" y="2717"/>
                <a:ext cx="67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设函数</a:t>
                </a:r>
                <a:endPara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74" name="Rectangle 14"/>
              <p:cNvSpPr>
                <a:spLocks noChangeArrowheads="1"/>
              </p:cNvSpPr>
              <p:nvPr/>
            </p:nvSpPr>
            <p:spPr bwMode="auto">
              <a:xfrm>
                <a:off x="1228" y="2689"/>
                <a:ext cx="33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800" i="1">
                    <a:solidFill>
                      <a:srgbClr val="000000"/>
                    </a:solidFill>
                  </a:rPr>
                  <a:t>f(x)</a:t>
                </a:r>
                <a:endParaRPr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75" name="Rectangle 15"/>
              <p:cNvSpPr>
                <a:spLocks noChangeArrowheads="1"/>
              </p:cNvSpPr>
              <p:nvPr/>
            </p:nvSpPr>
            <p:spPr bwMode="auto">
              <a:xfrm>
                <a:off x="1550" y="2717"/>
                <a:ext cx="11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在等距节点</a:t>
                </a:r>
                <a:endParaRPr lang="zh-CN" altLang="en-US" sz="280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76" name="Rectangle 16"/>
              <p:cNvSpPr>
                <a:spLocks noChangeArrowheads="1"/>
              </p:cNvSpPr>
              <p:nvPr/>
            </p:nvSpPr>
            <p:spPr bwMode="auto">
              <a:xfrm>
                <a:off x="249" y="3140"/>
                <a:ext cx="67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800" b="0">
                    <a:solidFill>
                      <a:srgbClr val="000000"/>
                    </a:solidFill>
                    <a:latin typeface="宋体" pitchFamily="2" charset="-122"/>
                    <a:ea typeface="黑体" pitchFamily="49" charset="-122"/>
                  </a:rPr>
                  <a:t>上值为</a:t>
                </a:r>
                <a:endParaRPr lang="zh-CN" altLang="en-US" sz="28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49" charset="-122"/>
                </a:endParaRPr>
              </a:p>
            </p:txBody>
          </p:sp>
          <p:sp>
            <p:nvSpPr>
              <p:cNvPr id="578577" name="Rectangle 17"/>
              <p:cNvSpPr>
                <a:spLocks noChangeArrowheads="1"/>
              </p:cNvSpPr>
              <p:nvPr/>
            </p:nvSpPr>
            <p:spPr bwMode="auto">
              <a:xfrm>
                <a:off x="952" y="3160"/>
                <a:ext cx="44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200" b="0">
                    <a:solidFill>
                      <a:srgbClr val="000000"/>
                    </a:solidFill>
                  </a:rPr>
                  <a:t> </a:t>
                </a:r>
                <a:endParaRPr lang="zh-CN" altLang="en-US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78" name="Rectangle 18"/>
              <p:cNvSpPr>
                <a:spLocks noChangeArrowheads="1"/>
              </p:cNvSpPr>
              <p:nvPr/>
            </p:nvSpPr>
            <p:spPr bwMode="auto">
              <a:xfrm>
                <a:off x="2218" y="3160"/>
                <a:ext cx="44" cy="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zh-CN" altLang="en-US" sz="2200" b="0">
                    <a:solidFill>
                      <a:srgbClr val="000000"/>
                    </a:solidFill>
                  </a:rPr>
                  <a:t> </a:t>
                </a:r>
                <a:endParaRPr lang="zh-CN" altLang="en-US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graphicFrame>
          <p:nvGraphicFramePr>
            <p:cNvPr id="73771" name="Object 19"/>
            <p:cNvGraphicFramePr>
              <a:graphicFrameLocks noChangeAspect="1"/>
            </p:cNvGraphicFramePr>
            <p:nvPr/>
          </p:nvGraphicFramePr>
          <p:xfrm>
            <a:off x="2789" y="2550"/>
            <a:ext cx="2644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12" name="公式" r:id="rId3" imgW="1600200" imgH="317500" progId="Equation.3">
                    <p:embed/>
                  </p:oleObj>
                </mc:Choice>
                <mc:Fallback>
                  <p:oleObj name="公式" r:id="rId3" imgW="1600200" imgH="3175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2550"/>
                          <a:ext cx="2644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72" name="Rectangle 20"/>
            <p:cNvSpPr>
              <a:spLocks noChangeArrowheads="1"/>
            </p:cNvSpPr>
            <p:nvPr/>
          </p:nvSpPr>
          <p:spPr bwMode="auto">
            <a:xfrm>
              <a:off x="1020" y="3140"/>
              <a:ext cx="11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en-US" altLang="zh-CN" sz="2800" i="1">
                  <a:solidFill>
                    <a:srgbClr val="000000"/>
                  </a:solidFill>
                </a:rPr>
                <a:t>f</a:t>
              </a:r>
              <a:r>
                <a:rPr lang="en-US" altLang="zh-CN" sz="2800" i="1" baseline="-25000">
                  <a:solidFill>
                    <a:srgbClr val="000000"/>
                  </a:solidFill>
                </a:rPr>
                <a:t>i </a:t>
              </a:r>
              <a:r>
                <a:rPr lang="en-US" altLang="zh-CN" sz="2800" i="1">
                  <a:solidFill>
                    <a:srgbClr val="000000"/>
                  </a:solidFill>
                </a:rPr>
                <a:t>=f(x</a:t>
              </a:r>
              <a:r>
                <a:rPr lang="en-US" altLang="zh-CN" sz="2800" i="1" baseline="-25000">
                  <a:solidFill>
                    <a:srgbClr val="000000"/>
                  </a:solidFill>
                </a:rPr>
                <a:t>i </a:t>
              </a:r>
              <a:r>
                <a:rPr lang="en-US" altLang="zh-CN" sz="2800" i="1">
                  <a:solidFill>
                    <a:srgbClr val="000000"/>
                  </a:solidFill>
                </a:rPr>
                <a:t>)</a:t>
              </a:r>
              <a:r>
                <a:rPr lang="zh-CN" altLang="en-US" sz="2800" b="0">
                  <a:solidFill>
                    <a:srgbClr val="000000"/>
                  </a:solidFill>
                  <a:ea typeface="黑体" pitchFamily="49" charset="-122"/>
                </a:rPr>
                <a:t>，则</a:t>
              </a:r>
              <a:endParaRPr lang="en-US" altLang="zh-CN" sz="2800" b="0">
                <a:solidFill>
                  <a:srgbClr val="000000"/>
                </a:solidFill>
                <a:ea typeface="黑体" pitchFamily="49" charset="-122"/>
              </a:endParaRPr>
            </a:p>
          </p:txBody>
        </p:sp>
      </p:grpSp>
      <p:grpSp>
        <p:nvGrpSpPr>
          <p:cNvPr id="578602" name="Group 42"/>
          <p:cNvGrpSpPr>
            <a:grpSpLocks/>
          </p:cNvGrpSpPr>
          <p:nvPr/>
        </p:nvGrpSpPr>
        <p:grpSpPr bwMode="auto">
          <a:xfrm>
            <a:off x="250825" y="2319338"/>
            <a:ext cx="7850188" cy="1325562"/>
            <a:chOff x="158" y="1461"/>
            <a:chExt cx="4945" cy="835"/>
          </a:xfrm>
        </p:grpSpPr>
        <p:grpSp>
          <p:nvGrpSpPr>
            <p:cNvPr id="73753" name="Group 26"/>
            <p:cNvGrpSpPr>
              <a:grpSpLocks/>
            </p:cNvGrpSpPr>
            <p:nvPr/>
          </p:nvGrpSpPr>
          <p:grpSpPr bwMode="auto">
            <a:xfrm>
              <a:off x="158" y="1912"/>
              <a:ext cx="4945" cy="384"/>
              <a:chOff x="158" y="1707"/>
              <a:chExt cx="4945" cy="384"/>
            </a:xfrm>
          </p:grpSpPr>
          <p:sp>
            <p:nvSpPr>
              <p:cNvPr id="578583" name="Text Box 23"/>
              <p:cNvSpPr txBox="1">
                <a:spLocks noChangeArrowheads="1"/>
              </p:cNvSpPr>
              <p:nvPr/>
            </p:nvSpPr>
            <p:spPr bwMode="auto">
              <a:xfrm>
                <a:off x="158" y="1731"/>
                <a:ext cx="122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为</a:t>
                </a:r>
                <a:r>
                  <a:rPr lang="en-US" altLang="zh-CN" sz="2800" i="1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f(x)</a:t>
                </a:r>
                <a:r>
                  <a:rPr lang="zh-CN" altLang="en-US"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在点</a:t>
                </a:r>
              </a:p>
            </p:txBody>
          </p:sp>
          <p:graphicFrame>
            <p:nvGraphicFramePr>
              <p:cNvPr id="73768" name="Object 24"/>
              <p:cNvGraphicFramePr>
                <a:graphicFrameLocks noChangeAspect="1"/>
              </p:cNvGraphicFramePr>
              <p:nvPr/>
            </p:nvGraphicFramePr>
            <p:xfrm>
              <a:off x="1292" y="1707"/>
              <a:ext cx="258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913" name="公式" r:id="rId5" imgW="152334" imgH="228501" progId="Equation.3">
                      <p:embed/>
                    </p:oleObj>
                  </mc:Choice>
                  <mc:Fallback>
                    <p:oleObj name="公式" r:id="rId5" imgW="152334" imgH="228501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2" y="1707"/>
                            <a:ext cx="258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8585" name="Text Box 25"/>
              <p:cNvSpPr txBox="1">
                <a:spLocks noChangeArrowheads="1"/>
              </p:cNvSpPr>
              <p:nvPr/>
            </p:nvSpPr>
            <p:spPr bwMode="auto">
              <a:xfrm>
                <a:off x="1565" y="1752"/>
                <a:ext cx="353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处的一阶向后差分</a:t>
                </a:r>
              </a:p>
            </p:txBody>
          </p:sp>
        </p:grpSp>
        <p:grpSp>
          <p:nvGrpSpPr>
            <p:cNvPr id="73754" name="Group 28"/>
            <p:cNvGrpSpPr>
              <a:grpSpLocks noChangeAspect="1"/>
            </p:cNvGrpSpPr>
            <p:nvPr/>
          </p:nvGrpSpPr>
          <p:grpSpPr bwMode="auto">
            <a:xfrm>
              <a:off x="2653" y="1461"/>
              <a:ext cx="1497" cy="402"/>
              <a:chOff x="2653" y="1461"/>
              <a:chExt cx="1497" cy="402"/>
            </a:xfrm>
          </p:grpSpPr>
          <p:sp>
            <p:nvSpPr>
              <p:cNvPr id="578587" name="AutoShape 27"/>
              <p:cNvSpPr>
                <a:spLocks noChangeAspect="1" noChangeArrowheads="1" noTextEdit="1"/>
              </p:cNvSpPr>
              <p:nvPr/>
            </p:nvSpPr>
            <p:spPr bwMode="auto">
              <a:xfrm>
                <a:off x="2653" y="1461"/>
                <a:ext cx="1497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78589" name="Rectangle 29"/>
              <p:cNvSpPr>
                <a:spLocks noChangeArrowheads="1"/>
              </p:cNvSpPr>
              <p:nvPr/>
            </p:nvSpPr>
            <p:spPr bwMode="auto">
              <a:xfrm>
                <a:off x="4032" y="1656"/>
                <a:ext cx="14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solidFill>
                      <a:srgbClr val="000000"/>
                    </a:solidFill>
                  </a:rPr>
                  <a:t>1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0" name="Rectangle 30"/>
              <p:cNvSpPr>
                <a:spLocks noChangeArrowheads="1"/>
              </p:cNvSpPr>
              <p:nvPr/>
            </p:nvSpPr>
            <p:spPr bwMode="auto">
              <a:xfrm>
                <a:off x="3954" y="1639"/>
                <a:ext cx="184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solidFill>
                      <a:srgbClr val="000000"/>
                    </a:solidFill>
                    <a:latin typeface="Symbol" pitchFamily="18" charset="2"/>
                  </a:rPr>
                  <a:t>-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1" name="Rectangle 31"/>
              <p:cNvSpPr>
                <a:spLocks noChangeArrowheads="1"/>
              </p:cNvSpPr>
              <p:nvPr/>
            </p:nvSpPr>
            <p:spPr bwMode="auto">
              <a:xfrm>
                <a:off x="3569" y="1460"/>
                <a:ext cx="313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3400" b="0">
                    <a:solidFill>
                      <a:srgbClr val="000000"/>
                    </a:solidFill>
                    <a:latin typeface="Symbol" pitchFamily="18" charset="2"/>
                  </a:rPr>
                  <a:t>-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2" name="Rectangle 32"/>
              <p:cNvSpPr>
                <a:spLocks noChangeArrowheads="1"/>
              </p:cNvSpPr>
              <p:nvPr/>
            </p:nvSpPr>
            <p:spPr bwMode="auto">
              <a:xfrm>
                <a:off x="3102" y="1460"/>
                <a:ext cx="313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3400" b="0">
                    <a:solidFill>
                      <a:srgbClr val="000000"/>
                    </a:solidFill>
                    <a:latin typeface="Symbol" pitchFamily="18" charset="2"/>
                  </a:rPr>
                  <a:t>=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3" name="Rectangle 33"/>
              <p:cNvSpPr>
                <a:spLocks noChangeArrowheads="1"/>
              </p:cNvSpPr>
              <p:nvPr/>
            </p:nvSpPr>
            <p:spPr bwMode="auto">
              <a:xfrm>
                <a:off x="2685" y="1460"/>
                <a:ext cx="357" cy="3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3400" b="0" dirty="0">
                    <a:solidFill>
                      <a:srgbClr val="000000"/>
                    </a:solidFill>
                    <a:latin typeface="Symbol" pitchFamily="18" charset="2"/>
                  </a:rPr>
                  <a:t>Ñ</a:t>
                </a:r>
                <a:endParaRPr lang="en-US" altLang="zh-CN" b="0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4" name="Rectangle 34"/>
              <p:cNvSpPr>
                <a:spLocks noChangeArrowheads="1"/>
              </p:cNvSpPr>
              <p:nvPr/>
            </p:nvSpPr>
            <p:spPr bwMode="auto">
              <a:xfrm>
                <a:off x="3899" y="1656"/>
                <a:ext cx="10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000" b="0" i="1">
                    <a:solidFill>
                      <a:srgbClr val="000000"/>
                    </a:solidFill>
                  </a:rPr>
                  <a:t>i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5" name="Rectangle 35"/>
              <p:cNvSpPr>
                <a:spLocks noChangeArrowheads="1"/>
              </p:cNvSpPr>
              <p:nvPr/>
            </p:nvSpPr>
            <p:spPr bwMode="auto">
              <a:xfrm>
                <a:off x="3448" y="1656"/>
                <a:ext cx="10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000" b="0" i="1">
                    <a:solidFill>
                      <a:srgbClr val="000000"/>
                    </a:solidFill>
                  </a:rPr>
                  <a:t>i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6" name="Rectangle 36"/>
              <p:cNvSpPr>
                <a:spLocks noChangeArrowheads="1"/>
              </p:cNvSpPr>
              <p:nvPr/>
            </p:nvSpPr>
            <p:spPr bwMode="auto">
              <a:xfrm>
                <a:off x="2964" y="1656"/>
                <a:ext cx="10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2000" b="0" i="1">
                    <a:solidFill>
                      <a:srgbClr val="000000"/>
                    </a:solidFill>
                  </a:rPr>
                  <a:t>i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7" name="Rectangle 37"/>
              <p:cNvSpPr>
                <a:spLocks noChangeArrowheads="1"/>
              </p:cNvSpPr>
              <p:nvPr/>
            </p:nvSpPr>
            <p:spPr bwMode="auto">
              <a:xfrm>
                <a:off x="3812" y="1490"/>
                <a:ext cx="185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3400" b="0" i="1">
                    <a:solidFill>
                      <a:srgbClr val="000000"/>
                    </a:solidFill>
                  </a:rPr>
                  <a:t>f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8" name="Rectangle 38"/>
              <p:cNvSpPr>
                <a:spLocks noChangeArrowheads="1"/>
              </p:cNvSpPr>
              <p:nvPr/>
            </p:nvSpPr>
            <p:spPr bwMode="auto">
              <a:xfrm>
                <a:off x="3362" y="1490"/>
                <a:ext cx="185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3400" b="0" i="1" dirty="0">
                    <a:solidFill>
                      <a:srgbClr val="000000"/>
                    </a:solidFill>
                  </a:rPr>
                  <a:t>f</a:t>
                </a:r>
                <a:endParaRPr lang="en-US" altLang="zh-CN" b="0" dirty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  <p:sp>
            <p:nvSpPr>
              <p:cNvPr id="578599" name="Rectangle 39"/>
              <p:cNvSpPr>
                <a:spLocks noChangeArrowheads="1"/>
              </p:cNvSpPr>
              <p:nvPr/>
            </p:nvSpPr>
            <p:spPr bwMode="auto">
              <a:xfrm>
                <a:off x="2878" y="1490"/>
                <a:ext cx="185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defRPr/>
                </a:pPr>
                <a:r>
                  <a:rPr lang="en-US" altLang="zh-CN" sz="3400" b="0" i="1">
                    <a:solidFill>
                      <a:srgbClr val="000000"/>
                    </a:solidFill>
                  </a:rPr>
                  <a:t>f</a:t>
                </a:r>
                <a:endParaRPr lang="en-US" altLang="zh-CN" b="0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  <p:grpSp>
        <p:nvGrpSpPr>
          <p:cNvPr id="578601" name="Group 41"/>
          <p:cNvGrpSpPr>
            <a:grpSpLocks/>
          </p:cNvGrpSpPr>
          <p:nvPr/>
        </p:nvGrpSpPr>
        <p:grpSpPr bwMode="auto">
          <a:xfrm>
            <a:off x="250825" y="4437063"/>
            <a:ext cx="8424863" cy="1871662"/>
            <a:chOff x="158" y="2795"/>
            <a:chExt cx="5307" cy="1179"/>
          </a:xfrm>
        </p:grpSpPr>
        <p:sp>
          <p:nvSpPr>
            <p:cNvPr id="578568" name="Text Box 8"/>
            <p:cNvSpPr txBox="1">
              <a:spLocks noChangeArrowheads="1"/>
            </p:cNvSpPr>
            <p:nvPr/>
          </p:nvSpPr>
          <p:spPr bwMode="auto">
            <a:xfrm>
              <a:off x="158" y="3601"/>
              <a:ext cx="19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为</a:t>
              </a:r>
              <a:r>
                <a:rPr lang="en-US" altLang="zh-CN" sz="280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f(x)</a:t>
              </a:r>
              <a:r>
                <a:rPr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在点  </a:t>
              </a:r>
              <a:r>
                <a:rPr lang="en-US" altLang="zh-CN" sz="2800" i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</a:t>
              </a:r>
              <a:r>
                <a:rPr lang="en-US" altLang="zh-CN" sz="2800" i="1" baseline="-2500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578569" name="Text Box 9"/>
            <p:cNvSpPr txBox="1">
              <a:spLocks noChangeArrowheads="1"/>
            </p:cNvSpPr>
            <p:nvPr/>
          </p:nvSpPr>
          <p:spPr bwMode="auto">
            <a:xfrm>
              <a:off x="1973" y="3647"/>
              <a:ext cx="34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处的</a:t>
              </a:r>
              <a:r>
                <a:rPr lang="en-US" altLang="zh-CN" sz="2800" i="1">
                  <a:solidFill>
                    <a:schemeClr val="tx1"/>
                  </a:solidFill>
                </a:rPr>
                <a:t>n</a:t>
              </a:r>
              <a:r>
                <a:rPr lang="zh-CN" altLang="en-US" sz="2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阶向后差分。</a:t>
              </a:r>
            </a:p>
          </p:txBody>
        </p:sp>
        <p:graphicFrame>
          <p:nvGraphicFramePr>
            <p:cNvPr id="73752" name="Object 40"/>
            <p:cNvGraphicFramePr>
              <a:graphicFrameLocks noChangeAspect="1"/>
            </p:cNvGraphicFramePr>
            <p:nvPr/>
          </p:nvGraphicFramePr>
          <p:xfrm>
            <a:off x="896" y="2795"/>
            <a:ext cx="2586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914" name="公式" r:id="rId7" imgW="1447800" imgH="241300" progId="Equation.3">
                    <p:embed/>
                  </p:oleObj>
                </mc:Choice>
                <mc:Fallback>
                  <p:oleObj name="公式" r:id="rId7" imgW="1447800" imgH="2413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" y="2795"/>
                          <a:ext cx="2586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8624" name="Object 64"/>
          <p:cNvGraphicFramePr>
            <a:graphicFrameLocks noChangeAspect="1"/>
          </p:cNvGraphicFramePr>
          <p:nvPr/>
        </p:nvGraphicFramePr>
        <p:xfrm>
          <a:off x="5291138" y="5084763"/>
          <a:ext cx="3852862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15" name="公式" r:id="rId9" imgW="1358310" imgH="241195" progId="Equation.3">
                  <p:embed/>
                </p:oleObj>
              </mc:Choice>
              <mc:Fallback>
                <p:oleObj name="公式" r:id="rId9" imgW="1358310" imgH="241195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38" y="5084763"/>
                        <a:ext cx="3852862" cy="6842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13" name="Group 67"/>
          <p:cNvGrpSpPr>
            <a:grpSpLocks noChangeAspect="1"/>
          </p:cNvGrpSpPr>
          <p:nvPr/>
        </p:nvGrpSpPr>
        <p:grpSpPr bwMode="auto">
          <a:xfrm>
            <a:off x="6156325" y="3140075"/>
            <a:ext cx="2376488" cy="649288"/>
            <a:chOff x="3878" y="1978"/>
            <a:chExt cx="1497" cy="409"/>
          </a:xfrm>
        </p:grpSpPr>
        <p:sp>
          <p:nvSpPr>
            <p:cNvPr id="578626" name="AutoShape 66"/>
            <p:cNvSpPr>
              <a:spLocks noChangeAspect="1" noChangeArrowheads="1" noTextEdit="1"/>
            </p:cNvSpPr>
            <p:nvPr/>
          </p:nvSpPr>
          <p:spPr bwMode="auto">
            <a:xfrm>
              <a:off x="3878" y="1979"/>
              <a:ext cx="1497" cy="40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8628" name="Rectangle 68"/>
            <p:cNvSpPr>
              <a:spLocks noChangeArrowheads="1"/>
            </p:cNvSpPr>
            <p:nvPr/>
          </p:nvSpPr>
          <p:spPr bwMode="auto">
            <a:xfrm>
              <a:off x="5277" y="2177"/>
              <a:ext cx="44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b="0" i="1">
                  <a:solidFill>
                    <a:srgbClr val="000000"/>
                  </a:solidFill>
                </a:rPr>
                <a:t>i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29" name="Rectangle 69"/>
            <p:cNvSpPr>
              <a:spLocks noChangeArrowheads="1"/>
            </p:cNvSpPr>
            <p:nvPr/>
          </p:nvSpPr>
          <p:spPr bwMode="auto">
            <a:xfrm>
              <a:off x="4664" y="2177"/>
              <a:ext cx="44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b="0" i="1">
                  <a:solidFill>
                    <a:srgbClr val="000000"/>
                  </a:solidFill>
                </a:rPr>
                <a:t>i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0" name="Rectangle 70"/>
            <p:cNvSpPr>
              <a:spLocks noChangeArrowheads="1"/>
            </p:cNvSpPr>
            <p:nvPr/>
          </p:nvSpPr>
          <p:spPr bwMode="auto">
            <a:xfrm>
              <a:off x="4173" y="2177"/>
              <a:ext cx="44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b="0" i="1">
                  <a:solidFill>
                    <a:srgbClr val="000000"/>
                  </a:solidFill>
                </a:rPr>
                <a:t>i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1" name="Rectangle 71"/>
            <p:cNvSpPr>
              <a:spLocks noChangeArrowheads="1"/>
            </p:cNvSpPr>
            <p:nvPr/>
          </p:nvSpPr>
          <p:spPr bwMode="auto">
            <a:xfrm>
              <a:off x="5189" y="2009"/>
              <a:ext cx="76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4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2" name="Rectangle 72"/>
            <p:cNvSpPr>
              <a:spLocks noChangeArrowheads="1"/>
            </p:cNvSpPr>
            <p:nvPr/>
          </p:nvSpPr>
          <p:spPr bwMode="auto">
            <a:xfrm>
              <a:off x="4576" y="2009"/>
              <a:ext cx="76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4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3" name="Rectangle 73"/>
            <p:cNvSpPr>
              <a:spLocks noChangeArrowheads="1"/>
            </p:cNvSpPr>
            <p:nvPr/>
          </p:nvSpPr>
          <p:spPr bwMode="auto">
            <a:xfrm>
              <a:off x="4085" y="2009"/>
              <a:ext cx="76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400" b="0" i="1">
                  <a:solidFill>
                    <a:srgbClr val="000000"/>
                  </a:solidFill>
                </a:rPr>
                <a:t>f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4" name="Rectangle 74"/>
            <p:cNvSpPr>
              <a:spLocks noChangeArrowheads="1"/>
            </p:cNvSpPr>
            <p:nvPr/>
          </p:nvSpPr>
          <p:spPr bwMode="auto">
            <a:xfrm>
              <a:off x="4943" y="1978"/>
              <a:ext cx="149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400" b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5" name="Rectangle 75"/>
            <p:cNvSpPr>
              <a:spLocks noChangeArrowheads="1"/>
            </p:cNvSpPr>
            <p:nvPr/>
          </p:nvSpPr>
          <p:spPr bwMode="auto">
            <a:xfrm>
              <a:off x="4312" y="1978"/>
              <a:ext cx="149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400" b="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6" name="Rectangle 76"/>
            <p:cNvSpPr>
              <a:spLocks noChangeArrowheads="1"/>
            </p:cNvSpPr>
            <p:nvPr/>
          </p:nvSpPr>
          <p:spPr bwMode="auto">
            <a:xfrm>
              <a:off x="3919" y="1978"/>
              <a:ext cx="166" cy="3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400" b="0">
                  <a:solidFill>
                    <a:srgbClr val="000000"/>
                  </a:solidFill>
                  <a:latin typeface="Symbol" pitchFamily="18" charset="2"/>
                </a:rPr>
                <a:t>D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7" name="Rectangle 77"/>
            <p:cNvSpPr>
              <a:spLocks noChangeArrowheads="1"/>
            </p:cNvSpPr>
            <p:nvPr/>
          </p:nvSpPr>
          <p:spPr bwMode="auto">
            <a:xfrm>
              <a:off x="4721" y="2160"/>
              <a:ext cx="88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b="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8638" name="Rectangle 78"/>
            <p:cNvSpPr>
              <a:spLocks noChangeArrowheads="1"/>
            </p:cNvSpPr>
            <p:nvPr/>
          </p:nvSpPr>
          <p:spPr bwMode="auto">
            <a:xfrm>
              <a:off x="4802" y="2177"/>
              <a:ext cx="80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b="0">
                  <a:solidFill>
                    <a:srgbClr val="000000"/>
                  </a:solidFill>
                </a:rPr>
                <a:t>1</a:t>
              </a:r>
              <a:endParaRPr lang="en-US" altLang="zh-CN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8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8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8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5E99DC-8039-41AA-83C6-358708612799}" type="slidenum">
              <a:rPr lang="zh-CN" altLang="en-US"/>
              <a:pPr>
                <a:defRPr/>
              </a:pPr>
              <a:t>45</a:t>
            </a:fld>
            <a:endParaRPr lang="en-US" altLang="zh-CN"/>
          </a:p>
        </p:txBody>
      </p:sp>
      <p:graphicFrame>
        <p:nvGraphicFramePr>
          <p:cNvPr id="74755" name="Object 2"/>
          <p:cNvGraphicFramePr>
            <a:graphicFrameLocks noChangeAspect="1"/>
          </p:cNvGraphicFramePr>
          <p:nvPr/>
        </p:nvGraphicFramePr>
        <p:xfrm>
          <a:off x="900113" y="2924175"/>
          <a:ext cx="81280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4" name="公式" r:id="rId3" imgW="292100" imgH="914400" progId="Equation.3">
                  <p:embed/>
                </p:oleObj>
              </mc:Choice>
              <mc:Fallback>
                <p:oleObj name="公式" r:id="rId3" imgW="292100" imgH="914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24175"/>
                        <a:ext cx="812800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3"/>
          <p:cNvGraphicFramePr>
            <a:graphicFrameLocks noChangeAspect="1"/>
          </p:cNvGraphicFramePr>
          <p:nvPr/>
        </p:nvGraphicFramePr>
        <p:xfrm>
          <a:off x="2124075" y="3068638"/>
          <a:ext cx="839788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5" name="公式" r:id="rId5" imgW="304800" imgH="914400" progId="Equation.3">
                  <p:embed/>
                </p:oleObj>
              </mc:Choice>
              <mc:Fallback>
                <p:oleObj name="公式" r:id="rId5" imgW="30480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068638"/>
                        <a:ext cx="839788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Object 4"/>
          <p:cNvGraphicFramePr>
            <a:graphicFrameLocks noChangeAspect="1"/>
          </p:cNvGraphicFramePr>
          <p:nvPr/>
        </p:nvGraphicFramePr>
        <p:xfrm>
          <a:off x="3348038" y="3500438"/>
          <a:ext cx="936625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6" name="公式" r:id="rId7" imgW="368300" imgH="685800" progId="Equation.3">
                  <p:embed/>
                </p:oleObj>
              </mc:Choice>
              <mc:Fallback>
                <p:oleObj name="公式" r:id="rId7" imgW="36830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500438"/>
                        <a:ext cx="93662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5"/>
          <p:cNvGraphicFramePr>
            <a:graphicFrameLocks noChangeAspect="1"/>
          </p:cNvGraphicFramePr>
          <p:nvPr/>
        </p:nvGraphicFramePr>
        <p:xfrm>
          <a:off x="4643438" y="3716338"/>
          <a:ext cx="1128712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7" name="公式" r:id="rId9" imgW="444307" imgH="482391" progId="Equation.3">
                  <p:embed/>
                </p:oleObj>
              </mc:Choice>
              <mc:Fallback>
                <p:oleObj name="公式" r:id="rId9" imgW="444307" imgH="4823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16338"/>
                        <a:ext cx="1128712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6"/>
          <p:cNvGraphicFramePr>
            <a:graphicFrameLocks noChangeAspect="1"/>
          </p:cNvGraphicFramePr>
          <p:nvPr/>
        </p:nvGraphicFramePr>
        <p:xfrm>
          <a:off x="6011863" y="4076700"/>
          <a:ext cx="9366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48" name="公式" r:id="rId11" imgW="355446" imgH="241195" progId="Equation.3">
                  <p:embed/>
                </p:oleObj>
              </mc:Choice>
              <mc:Fallback>
                <p:oleObj name="公式" r:id="rId11" imgW="355446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076700"/>
                        <a:ext cx="9366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575" name="Rectangle 7"/>
          <p:cNvSpPr>
            <a:spLocks noChangeArrowheads="1"/>
          </p:cNvSpPr>
          <p:nvPr/>
        </p:nvSpPr>
        <p:spPr bwMode="auto">
          <a:xfrm>
            <a:off x="2076450" y="2971800"/>
            <a:ext cx="998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1576" name="Rectangle 8"/>
          <p:cNvSpPr>
            <a:spLocks noChangeArrowheads="1"/>
          </p:cNvSpPr>
          <p:nvPr/>
        </p:nvSpPr>
        <p:spPr bwMode="auto">
          <a:xfrm>
            <a:off x="2076450" y="2971800"/>
            <a:ext cx="998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1577" name="Rectangle 9"/>
          <p:cNvSpPr>
            <a:spLocks noChangeArrowheads="1"/>
          </p:cNvSpPr>
          <p:nvPr/>
        </p:nvSpPr>
        <p:spPr bwMode="auto">
          <a:xfrm>
            <a:off x="2076450" y="2971800"/>
            <a:ext cx="998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1578" name="Rectangle 10"/>
          <p:cNvSpPr>
            <a:spLocks noChangeArrowheads="1"/>
          </p:cNvSpPr>
          <p:nvPr/>
        </p:nvSpPr>
        <p:spPr bwMode="auto">
          <a:xfrm>
            <a:off x="2076450" y="2971800"/>
            <a:ext cx="998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1579" name="Rectangle 11"/>
          <p:cNvSpPr>
            <a:spLocks noChangeArrowheads="1"/>
          </p:cNvSpPr>
          <p:nvPr/>
        </p:nvSpPr>
        <p:spPr bwMode="auto">
          <a:xfrm>
            <a:off x="2076450" y="2971800"/>
            <a:ext cx="998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21580" name="Group 12"/>
          <p:cNvGraphicFramePr>
            <a:graphicFrameLocks noGrp="1"/>
          </p:cNvGraphicFramePr>
          <p:nvPr/>
        </p:nvGraphicFramePr>
        <p:xfrm>
          <a:off x="755650" y="2060575"/>
          <a:ext cx="6337300" cy="4176713"/>
        </p:xfrm>
        <a:graphic>
          <a:graphicData uri="http://schemas.openxmlformats.org/drawingml/2006/table">
            <a:tbl>
              <a:tblPr/>
              <a:tblGrid>
                <a:gridCol w="123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7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52911-71DC-4466-B4BE-6376CF53D246}" type="slidenum">
              <a:rPr lang="zh-CN" altLang="en-US"/>
              <a:pPr>
                <a:defRPr/>
              </a:pPr>
              <a:t>46</a:t>
            </a:fld>
            <a:endParaRPr lang="en-US" altLang="zh-CN"/>
          </a:p>
        </p:txBody>
      </p:sp>
      <p:graphicFrame>
        <p:nvGraphicFramePr>
          <p:cNvPr id="75779" name="Object 2"/>
          <p:cNvGraphicFramePr>
            <a:graphicFrameLocks noChangeAspect="1"/>
          </p:cNvGraphicFramePr>
          <p:nvPr/>
        </p:nvGraphicFramePr>
        <p:xfrm>
          <a:off x="0" y="622300"/>
          <a:ext cx="8888413" cy="566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" name="Document" r:id="rId3" imgW="6220940" imgH="3964056" progId="Word.Document.8">
                  <p:embed/>
                </p:oleObj>
              </mc:Choice>
              <mc:Fallback>
                <p:oleObj name="Document" r:id="rId3" imgW="6220940" imgH="396405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22300"/>
                        <a:ext cx="8888413" cy="566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92275" y="5681663"/>
          <a:ext cx="748823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" name="公式" r:id="rId5" imgW="3365500" imgH="482600" progId="Equation.3">
                  <p:embed/>
                </p:oleObj>
              </mc:Choice>
              <mc:Fallback>
                <p:oleObj name="公式" r:id="rId5" imgW="3365500" imgH="4826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681663"/>
                        <a:ext cx="7488238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1317EF-C98E-4689-B3E1-F48FE12F3D55}" type="slidenum">
              <a:rPr lang="zh-CN" altLang="en-US"/>
              <a:pPr>
                <a:defRPr/>
              </a:pPr>
              <a:t>47</a:t>
            </a:fld>
            <a:endParaRPr lang="en-US" altLang="zh-CN"/>
          </a:p>
        </p:txBody>
      </p:sp>
      <p:graphicFrame>
        <p:nvGraphicFramePr>
          <p:cNvPr id="7680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95288" y="1635125"/>
          <a:ext cx="7705725" cy="474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38" name="公式" r:id="rId3" imgW="2603500" imgH="2108200" progId="Equation.3">
                  <p:embed/>
                </p:oleObj>
              </mc:Choice>
              <mc:Fallback>
                <p:oleObj name="公式" r:id="rId3" imgW="2603500" imgH="2108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635125"/>
                        <a:ext cx="7705725" cy="474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25" name="Rectangle 5"/>
          <p:cNvSpPr>
            <a:spLocks noChangeArrowheads="1"/>
          </p:cNvSpPr>
          <p:nvPr/>
        </p:nvSpPr>
        <p:spPr bwMode="auto">
          <a:xfrm>
            <a:off x="395288" y="620713"/>
            <a:ext cx="77724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/>
            </a:pPr>
            <a:r>
              <a:rPr kumimoji="1" lang="zh-CN" altLang="en-US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插商与</a:t>
            </a:r>
            <a:r>
              <a:rPr lang="zh-CN" altLang="en-US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向后</a:t>
            </a:r>
            <a:r>
              <a:rPr kumimoji="1" lang="zh-CN" altLang="en-US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差分的关系</a:t>
            </a:r>
          </a:p>
        </p:txBody>
      </p:sp>
    </p:spTree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30B338-A637-4100-998F-0AD4FE403B22}" type="slidenum">
              <a:rPr lang="zh-CN" altLang="en-US"/>
              <a:pPr>
                <a:defRPr/>
              </a:pPr>
              <a:t>48</a:t>
            </a:fld>
            <a:endParaRPr lang="en-US" altLang="zh-CN"/>
          </a:p>
        </p:txBody>
      </p:sp>
      <p:sp>
        <p:nvSpPr>
          <p:cNvPr id="77827" name="Rectangle 70"/>
          <p:cNvSpPr>
            <a:spLocks noChangeArrowheads="1"/>
          </p:cNvSpPr>
          <p:nvPr/>
        </p:nvSpPr>
        <p:spPr bwMode="auto">
          <a:xfrm>
            <a:off x="539750" y="404813"/>
            <a:ext cx="3313113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用后插分表示</a:t>
            </a:r>
            <a:r>
              <a:rPr kumimoji="1" lang="en-US" altLang="zh-CN" sz="32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N(x)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en-US" altLang="zh-CN" sz="1800" b="0" dirty="0">
                <a:solidFill>
                  <a:schemeClr val="tx1"/>
                </a:solidFill>
                <a:ea typeface="宋体" pitchFamily="2" charset="-122"/>
              </a:rPr>
              <a:t>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 dirty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kumimoji="1" lang="zh-CN" altLang="en-US" sz="1800" b="0" dirty="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77828" name="Object 72"/>
          <p:cNvGraphicFramePr>
            <a:graphicFrameLocks noGrp="1" noChangeAspect="1"/>
          </p:cNvGraphicFramePr>
          <p:nvPr>
            <p:ph sz="half" idx="2"/>
          </p:nvPr>
        </p:nvGraphicFramePr>
        <p:xfrm>
          <a:off x="395288" y="1844675"/>
          <a:ext cx="8280400" cy="342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62" name="公式" r:id="rId3" imgW="3086100" imgH="1371600" progId="Equation.3">
                  <p:embed/>
                </p:oleObj>
              </mc:Choice>
              <mc:Fallback>
                <p:oleObj name="公式" r:id="rId3" imgW="3086100" imgH="13716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844675"/>
                        <a:ext cx="8280400" cy="342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0AB498-B7A1-47AD-91F9-8A596148B599}" type="slidenum">
              <a:rPr lang="zh-CN" altLang="en-US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78851" name="Rectangle 2"/>
          <p:cNvSpPr>
            <a:spLocks noChangeArrowheads="1"/>
          </p:cNvSpPr>
          <p:nvPr/>
        </p:nvSpPr>
        <p:spPr bwMode="auto">
          <a:xfrm>
            <a:off x="539750" y="404813"/>
            <a:ext cx="3313113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用后插表示</a:t>
            </a:r>
            <a:r>
              <a:rPr kumimoji="1" lang="en-US" altLang="zh-CN" sz="320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N(x)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en-US" altLang="zh-CN" sz="1800" b="0">
                <a:solidFill>
                  <a:schemeClr val="tx1"/>
                </a:solidFill>
                <a:ea typeface="宋体" pitchFamily="2" charset="-122"/>
              </a:rPr>
              <a:t>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endParaRPr kumimoji="1" lang="en-US" altLang="zh-CN" sz="1800" b="0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endParaRPr kumimoji="1" lang="zh-CN" altLang="en-US" sz="1800" b="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7885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23850" y="1700213"/>
          <a:ext cx="8280400" cy="374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6" name="公式" r:id="rId3" imgW="3606800" imgH="1498600" progId="Equation.3">
                  <p:embed/>
                </p:oleObj>
              </mc:Choice>
              <mc:Fallback>
                <p:oleObj name="公式" r:id="rId3" imgW="3606800" imgH="149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00213"/>
                        <a:ext cx="8280400" cy="374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A99077-18D7-46AC-8F1E-04E7DB85E064}" type="slidenum">
              <a:rPr lang="zh-CN" altLang="en-US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595970" name="Text Box 2"/>
          <p:cNvSpPr txBox="1">
            <a:spLocks noChangeArrowheads="1"/>
          </p:cNvSpPr>
          <p:nvPr/>
        </p:nvSpPr>
        <p:spPr bwMode="auto">
          <a:xfrm>
            <a:off x="323850" y="600075"/>
            <a:ext cx="8229600" cy="297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对于给定的等距结点的数据，我们可以灵活运用插值余项极小化原则，给出适应具体要求的插值公式。一般说来，在左端点附近进行插值，宜用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Newton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向前插值公式；在右端点附近插值，宜用</a:t>
            </a:r>
            <a:r>
              <a:rPr lang="en-US" altLang="zh-CN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Newton</a:t>
            </a:r>
            <a:r>
              <a:rPr lang="zh-CN" altLang="en-US"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向后插值公式。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DDF8FB-8D2B-4B47-B0B0-1DBDF3023754}" type="slidenum">
              <a:rPr lang="zh-CN" altLang="en-US"/>
              <a:pPr>
                <a:defRPr/>
              </a:pPr>
              <a:t>51</a:t>
            </a:fld>
            <a:endParaRPr lang="en-US" altLang="zh-CN"/>
          </a:p>
        </p:txBody>
      </p:sp>
      <p:sp>
        <p:nvSpPr>
          <p:cNvPr id="80899" name="Rectangle 4"/>
          <p:cNvSpPr>
            <a:spLocks noChangeArrowheads="1"/>
          </p:cNvSpPr>
          <p:nvPr/>
        </p:nvSpPr>
        <p:spPr bwMode="auto">
          <a:xfrm>
            <a:off x="468313" y="1412875"/>
            <a:ext cx="7772400" cy="467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kumimoji="1" lang="zh-CN" altLang="en-US" sz="3200" dirty="0">
                <a:solidFill>
                  <a:schemeClr val="tx1"/>
                </a:solidFill>
                <a:ea typeface="宋体" pitchFamily="2" charset="-122"/>
              </a:rPr>
              <a:t>前面我们根据区间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[</a:t>
            </a:r>
            <a:r>
              <a:rPr kumimoji="1" lang="en-US" altLang="zh-CN" sz="3200" dirty="0" err="1">
                <a:solidFill>
                  <a:schemeClr val="tx1"/>
                </a:solidFill>
                <a:ea typeface="宋体" pitchFamily="2" charset="-122"/>
              </a:rPr>
              <a:t>a,b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]</a:t>
            </a:r>
            <a:r>
              <a:rPr kumimoji="1" lang="zh-CN" altLang="en-US" sz="3200" dirty="0">
                <a:solidFill>
                  <a:schemeClr val="tx1"/>
                </a:solidFill>
                <a:ea typeface="宋体" pitchFamily="2" charset="-122"/>
              </a:rPr>
              <a:t>上给出的节点做插值多项式</a:t>
            </a:r>
            <a:r>
              <a:rPr kumimoji="1" lang="en-US" altLang="zh-CN" sz="3200" i="1" dirty="0" err="1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kumimoji="1" lang="en-US" altLang="zh-CN" sz="3200" baseline="-25000" dirty="0" err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(x)</a:t>
            </a:r>
            <a:r>
              <a:rPr kumimoji="1" lang="zh-CN" altLang="en-US" sz="3200" dirty="0">
                <a:solidFill>
                  <a:schemeClr val="tx1"/>
                </a:solidFill>
                <a:ea typeface="宋体" pitchFamily="2" charset="-122"/>
              </a:rPr>
              <a:t>近似表示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f 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(x)</a:t>
            </a:r>
            <a:r>
              <a:rPr kumimoji="1" lang="zh-CN" altLang="en-US" sz="3200" dirty="0">
                <a:solidFill>
                  <a:schemeClr val="tx1"/>
                </a:solidFill>
                <a:ea typeface="宋体" pitchFamily="2" charset="-122"/>
              </a:rPr>
              <a:t>。一般总以为</a:t>
            </a:r>
            <a:r>
              <a:rPr kumimoji="1" lang="en-US" altLang="zh-CN" sz="3200" i="1" dirty="0" err="1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kumimoji="1" lang="en-US" altLang="zh-CN" sz="3200" baseline="-25000" dirty="0" err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 (x)</a:t>
            </a:r>
            <a:r>
              <a:rPr kumimoji="1" lang="zh-CN" altLang="en-US" sz="3200" dirty="0">
                <a:solidFill>
                  <a:schemeClr val="tx1"/>
                </a:solidFill>
                <a:ea typeface="宋体" pitchFamily="2" charset="-122"/>
              </a:rPr>
              <a:t>的次数越高，逼近</a:t>
            </a:r>
            <a:r>
              <a:rPr kumimoji="1" lang="en-US" altLang="zh-CN" sz="3200" i="1" dirty="0">
                <a:solidFill>
                  <a:schemeClr val="tx1"/>
                </a:solidFill>
                <a:ea typeface="宋体" pitchFamily="2" charset="-122"/>
              </a:rPr>
              <a:t>f </a:t>
            </a:r>
            <a:r>
              <a:rPr kumimoji="1" lang="en-US" altLang="zh-CN" sz="3200" dirty="0">
                <a:solidFill>
                  <a:schemeClr val="tx1"/>
                </a:solidFill>
                <a:ea typeface="宋体" pitchFamily="2" charset="-122"/>
              </a:rPr>
              <a:t>(x)</a:t>
            </a:r>
            <a:r>
              <a:rPr kumimoji="1" lang="zh-CN" altLang="en-US" sz="3200" dirty="0">
                <a:solidFill>
                  <a:schemeClr val="tx1"/>
                </a:solidFill>
                <a:ea typeface="宋体" pitchFamily="2" charset="-122"/>
              </a:rPr>
              <a:t>的精度越好，但实际并非如此，次数越高，计算量越大，也不一定收敛。因此高次插值一般要慎用，实际上较多采用分段低次插值。</a:t>
            </a:r>
          </a:p>
        </p:txBody>
      </p:sp>
      <p:sp>
        <p:nvSpPr>
          <p:cNvPr id="80900" name="Rectangle 5"/>
          <p:cNvSpPr>
            <a:spLocks noChangeArrowheads="1"/>
          </p:cNvSpPr>
          <p:nvPr/>
        </p:nvSpPr>
        <p:spPr bwMode="auto">
          <a:xfrm>
            <a:off x="900113" y="476250"/>
            <a:ext cx="7793037" cy="83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chemeClr val="tx2"/>
                </a:solidFill>
                <a:ea typeface="宋体" pitchFamily="2" charset="-122"/>
              </a:rPr>
              <a:t>分段插值</a:t>
            </a:r>
          </a:p>
        </p:txBody>
      </p:sp>
    </p:spTree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83789A-5B39-4BA3-8007-0FBB45F92C2A}" type="slidenum">
              <a:rPr lang="zh-CN" altLang="en-US"/>
              <a:pPr>
                <a:defRPr/>
              </a:pPr>
              <a:t>52</a:t>
            </a:fld>
            <a:endParaRPr lang="en-US" altLang="zh-CN"/>
          </a:p>
        </p:txBody>
      </p:sp>
      <p:grpSp>
        <p:nvGrpSpPr>
          <p:cNvPr id="81923" name="Group 99"/>
          <p:cNvGrpSpPr>
            <a:grpSpLocks/>
          </p:cNvGrpSpPr>
          <p:nvPr/>
        </p:nvGrpSpPr>
        <p:grpSpPr bwMode="auto">
          <a:xfrm>
            <a:off x="511175" y="1196975"/>
            <a:ext cx="7991475" cy="1520825"/>
            <a:chOff x="322" y="1383"/>
            <a:chExt cx="5034" cy="958"/>
          </a:xfrm>
        </p:grpSpPr>
        <p:sp>
          <p:nvSpPr>
            <p:cNvPr id="614417" name="Rectangle 17"/>
            <p:cNvSpPr>
              <a:spLocks noChangeArrowheads="1"/>
            </p:cNvSpPr>
            <p:nvPr/>
          </p:nvSpPr>
          <p:spPr bwMode="auto">
            <a:xfrm>
              <a:off x="2071" y="1997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18" name="Rectangle 18"/>
            <p:cNvSpPr>
              <a:spLocks noChangeArrowheads="1"/>
            </p:cNvSpPr>
            <p:nvPr/>
          </p:nvSpPr>
          <p:spPr bwMode="auto">
            <a:xfrm>
              <a:off x="1735" y="1997"/>
              <a:ext cx="6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19" name="Rectangle 19"/>
            <p:cNvSpPr>
              <a:spLocks noChangeArrowheads="1"/>
            </p:cNvSpPr>
            <p:nvPr/>
          </p:nvSpPr>
          <p:spPr bwMode="auto">
            <a:xfrm>
              <a:off x="1259" y="1997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0" name="Rectangle 20"/>
            <p:cNvSpPr>
              <a:spLocks noChangeArrowheads="1"/>
            </p:cNvSpPr>
            <p:nvPr/>
          </p:nvSpPr>
          <p:spPr bwMode="auto">
            <a:xfrm>
              <a:off x="948" y="1997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1" name="Rectangle 21"/>
            <p:cNvSpPr>
              <a:spLocks noChangeArrowheads="1"/>
            </p:cNvSpPr>
            <p:nvPr/>
          </p:nvSpPr>
          <p:spPr bwMode="auto">
            <a:xfrm>
              <a:off x="719" y="1997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2" name="Rectangle 22"/>
            <p:cNvSpPr>
              <a:spLocks noChangeArrowheads="1"/>
            </p:cNvSpPr>
            <p:nvPr/>
          </p:nvSpPr>
          <p:spPr bwMode="auto">
            <a:xfrm>
              <a:off x="5268" y="1413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]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3" name="Rectangle 23"/>
            <p:cNvSpPr>
              <a:spLocks noChangeArrowheads="1"/>
            </p:cNvSpPr>
            <p:nvPr/>
          </p:nvSpPr>
          <p:spPr bwMode="auto">
            <a:xfrm>
              <a:off x="4932" y="1413"/>
              <a:ext cx="6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4" name="Rectangle 24"/>
            <p:cNvSpPr>
              <a:spLocks noChangeArrowheads="1"/>
            </p:cNvSpPr>
            <p:nvPr/>
          </p:nvSpPr>
          <p:spPr bwMode="auto">
            <a:xfrm>
              <a:off x="4457" y="1413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[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5" name="Rectangle 25"/>
            <p:cNvSpPr>
              <a:spLocks noChangeArrowheads="1"/>
            </p:cNvSpPr>
            <p:nvPr/>
          </p:nvSpPr>
          <p:spPr bwMode="auto">
            <a:xfrm>
              <a:off x="3491" y="1413"/>
              <a:ext cx="6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6" name="Rectangle 26"/>
            <p:cNvSpPr>
              <a:spLocks noChangeArrowheads="1"/>
            </p:cNvSpPr>
            <p:nvPr/>
          </p:nvSpPr>
          <p:spPr bwMode="auto">
            <a:xfrm>
              <a:off x="3000" y="1413"/>
              <a:ext cx="33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,...,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7" name="Rectangle 27"/>
            <p:cNvSpPr>
              <a:spLocks noChangeArrowheads="1"/>
            </p:cNvSpPr>
            <p:nvPr/>
          </p:nvSpPr>
          <p:spPr bwMode="auto">
            <a:xfrm>
              <a:off x="2893" y="141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8" name="Rectangle 28"/>
            <p:cNvSpPr>
              <a:spLocks noChangeArrowheads="1"/>
            </p:cNvSpPr>
            <p:nvPr/>
          </p:nvSpPr>
          <p:spPr bwMode="auto">
            <a:xfrm>
              <a:off x="2853" y="1413"/>
              <a:ext cx="6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29" name="Rectangle 29"/>
            <p:cNvSpPr>
              <a:spLocks noChangeArrowheads="1"/>
            </p:cNvSpPr>
            <p:nvPr/>
          </p:nvSpPr>
          <p:spPr bwMode="auto">
            <a:xfrm>
              <a:off x="2726" y="141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0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30" name="Rectangle 30"/>
            <p:cNvSpPr>
              <a:spLocks noChangeArrowheads="1"/>
            </p:cNvSpPr>
            <p:nvPr/>
          </p:nvSpPr>
          <p:spPr bwMode="auto">
            <a:xfrm>
              <a:off x="2235" y="1413"/>
              <a:ext cx="6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31" name="Rectangle 31"/>
            <p:cNvSpPr>
              <a:spLocks noChangeArrowheads="1"/>
            </p:cNvSpPr>
            <p:nvPr/>
          </p:nvSpPr>
          <p:spPr bwMode="auto">
            <a:xfrm>
              <a:off x="1812" y="1413"/>
              <a:ext cx="6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37" name="Rectangle 37"/>
            <p:cNvSpPr>
              <a:spLocks noChangeArrowheads="1"/>
            </p:cNvSpPr>
            <p:nvPr/>
          </p:nvSpPr>
          <p:spPr bwMode="auto">
            <a:xfrm>
              <a:off x="1645" y="215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38" name="Rectangle 38"/>
            <p:cNvSpPr>
              <a:spLocks noChangeArrowheads="1"/>
            </p:cNvSpPr>
            <p:nvPr/>
          </p:nvSpPr>
          <p:spPr bwMode="auto">
            <a:xfrm>
              <a:off x="4842" y="1575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47" name="Rectangle 47"/>
            <p:cNvSpPr>
              <a:spLocks noChangeArrowheads="1"/>
            </p:cNvSpPr>
            <p:nvPr/>
          </p:nvSpPr>
          <p:spPr bwMode="auto">
            <a:xfrm>
              <a:off x="4256" y="1383"/>
              <a:ext cx="1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  <a:latin typeface="Symbol" pitchFamily="18" charset="2"/>
                </a:rPr>
                <a:t>Î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48" name="Rectangle 48"/>
            <p:cNvSpPr>
              <a:spLocks noChangeArrowheads="1"/>
            </p:cNvSpPr>
            <p:nvPr/>
          </p:nvSpPr>
          <p:spPr bwMode="auto">
            <a:xfrm>
              <a:off x="2525" y="1383"/>
              <a:ext cx="145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49" name="Rectangle 49"/>
            <p:cNvSpPr>
              <a:spLocks noChangeArrowheads="1"/>
            </p:cNvSpPr>
            <p:nvPr/>
          </p:nvSpPr>
          <p:spPr bwMode="auto">
            <a:xfrm>
              <a:off x="1569" y="2142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50" name="Rectangle 50"/>
            <p:cNvSpPr>
              <a:spLocks noChangeArrowheads="1"/>
            </p:cNvSpPr>
            <p:nvPr/>
          </p:nvSpPr>
          <p:spPr bwMode="auto">
            <a:xfrm>
              <a:off x="4766" y="1559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65" name="Rectangle 65"/>
            <p:cNvSpPr>
              <a:spLocks noChangeArrowheads="1"/>
            </p:cNvSpPr>
            <p:nvPr/>
          </p:nvSpPr>
          <p:spPr bwMode="auto">
            <a:xfrm>
              <a:off x="1845" y="1997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66" name="Rectangle 66"/>
            <p:cNvSpPr>
              <a:spLocks noChangeArrowheads="1"/>
            </p:cNvSpPr>
            <p:nvPr/>
          </p:nvSpPr>
          <p:spPr bwMode="auto">
            <a:xfrm>
              <a:off x="1366" y="1997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67" name="Rectangle 67"/>
            <p:cNvSpPr>
              <a:spLocks noChangeArrowheads="1"/>
            </p:cNvSpPr>
            <p:nvPr/>
          </p:nvSpPr>
          <p:spPr bwMode="auto">
            <a:xfrm>
              <a:off x="826" y="1997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68" name="Rectangle 68"/>
            <p:cNvSpPr>
              <a:spLocks noChangeArrowheads="1"/>
            </p:cNvSpPr>
            <p:nvPr/>
          </p:nvSpPr>
          <p:spPr bwMode="auto">
            <a:xfrm>
              <a:off x="584" y="1997"/>
              <a:ext cx="8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f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69" name="Rectangle 69"/>
            <p:cNvSpPr>
              <a:spLocks noChangeArrowheads="1"/>
            </p:cNvSpPr>
            <p:nvPr/>
          </p:nvSpPr>
          <p:spPr bwMode="auto">
            <a:xfrm>
              <a:off x="5042" y="141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0" name="Rectangle 70"/>
            <p:cNvSpPr>
              <a:spLocks noChangeArrowheads="1"/>
            </p:cNvSpPr>
            <p:nvPr/>
          </p:nvSpPr>
          <p:spPr bwMode="auto">
            <a:xfrm>
              <a:off x="4563" y="141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1" name="Rectangle 71"/>
            <p:cNvSpPr>
              <a:spLocks noChangeArrowheads="1"/>
            </p:cNvSpPr>
            <p:nvPr/>
          </p:nvSpPr>
          <p:spPr bwMode="auto">
            <a:xfrm>
              <a:off x="4105" y="141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2" name="Rectangle 72"/>
            <p:cNvSpPr>
              <a:spLocks noChangeArrowheads="1"/>
            </p:cNvSpPr>
            <p:nvPr/>
          </p:nvSpPr>
          <p:spPr bwMode="auto">
            <a:xfrm>
              <a:off x="3360" y="1413"/>
              <a:ext cx="14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n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3" name="Rectangle 73"/>
            <p:cNvSpPr>
              <a:spLocks noChangeArrowheads="1"/>
            </p:cNvSpPr>
            <p:nvPr/>
          </p:nvSpPr>
          <p:spPr bwMode="auto">
            <a:xfrm>
              <a:off x="2382" y="1413"/>
              <a:ext cx="7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4" name="Rectangle 74"/>
            <p:cNvSpPr>
              <a:spLocks noChangeArrowheads="1"/>
            </p:cNvSpPr>
            <p:nvPr/>
          </p:nvSpPr>
          <p:spPr bwMode="auto">
            <a:xfrm>
              <a:off x="1935" y="1413"/>
              <a:ext cx="11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5" name="Rectangle 75"/>
            <p:cNvSpPr>
              <a:spLocks noChangeArrowheads="1"/>
            </p:cNvSpPr>
            <p:nvPr/>
          </p:nvSpPr>
          <p:spPr bwMode="auto">
            <a:xfrm>
              <a:off x="1591" y="1413"/>
              <a:ext cx="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3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6" name="Rectangle 76"/>
            <p:cNvSpPr>
              <a:spLocks noChangeArrowheads="1"/>
            </p:cNvSpPr>
            <p:nvPr/>
          </p:nvSpPr>
          <p:spPr bwMode="auto">
            <a:xfrm>
              <a:off x="1991" y="2159"/>
              <a:ext cx="4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7" name="Rectangle 77"/>
            <p:cNvSpPr>
              <a:spLocks noChangeArrowheads="1"/>
            </p:cNvSpPr>
            <p:nvPr/>
          </p:nvSpPr>
          <p:spPr bwMode="auto">
            <a:xfrm>
              <a:off x="1512" y="2159"/>
              <a:ext cx="4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8" name="Rectangle 78"/>
            <p:cNvSpPr>
              <a:spLocks noChangeArrowheads="1"/>
            </p:cNvSpPr>
            <p:nvPr/>
          </p:nvSpPr>
          <p:spPr bwMode="auto">
            <a:xfrm>
              <a:off x="5188" y="1576"/>
              <a:ext cx="4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79" name="Rectangle 79"/>
            <p:cNvSpPr>
              <a:spLocks noChangeArrowheads="1"/>
            </p:cNvSpPr>
            <p:nvPr/>
          </p:nvSpPr>
          <p:spPr bwMode="auto">
            <a:xfrm>
              <a:off x="4709" y="1576"/>
              <a:ext cx="4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80" name="Rectangle 80"/>
            <p:cNvSpPr>
              <a:spLocks noChangeArrowheads="1"/>
            </p:cNvSpPr>
            <p:nvPr/>
          </p:nvSpPr>
          <p:spPr bwMode="auto">
            <a:xfrm>
              <a:off x="2085" y="1576"/>
              <a:ext cx="4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81" name="Rectangle 81"/>
            <p:cNvSpPr>
              <a:spLocks noChangeArrowheads="1"/>
            </p:cNvSpPr>
            <p:nvPr/>
          </p:nvSpPr>
          <p:spPr bwMode="auto">
            <a:xfrm>
              <a:off x="1737" y="1576"/>
              <a:ext cx="4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900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92" name="Rectangle 92"/>
            <p:cNvSpPr>
              <a:spLocks noChangeArrowheads="1"/>
            </p:cNvSpPr>
            <p:nvPr/>
          </p:nvSpPr>
          <p:spPr bwMode="auto">
            <a:xfrm>
              <a:off x="4764" y="2005"/>
              <a:ext cx="26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。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2077" name="Rectangle 93"/>
            <p:cNvSpPr>
              <a:spLocks noChangeArrowheads="1"/>
            </p:cNvSpPr>
            <p:nvPr/>
          </p:nvSpPr>
          <p:spPr bwMode="auto">
            <a:xfrm>
              <a:off x="2145" y="2005"/>
              <a:ext cx="265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上的线性插值函数表示</a:t>
              </a:r>
            </a:p>
          </p:txBody>
        </p:sp>
        <p:sp>
          <p:nvSpPr>
            <p:cNvPr id="614494" name="Rectangle 94"/>
            <p:cNvSpPr>
              <a:spLocks noChangeArrowheads="1"/>
            </p:cNvSpPr>
            <p:nvPr/>
          </p:nvSpPr>
          <p:spPr bwMode="auto">
            <a:xfrm>
              <a:off x="1034" y="2005"/>
              <a:ext cx="26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95" name="Rectangle 95"/>
            <p:cNvSpPr>
              <a:spLocks noChangeArrowheads="1"/>
            </p:cNvSpPr>
            <p:nvPr/>
          </p:nvSpPr>
          <p:spPr bwMode="auto">
            <a:xfrm>
              <a:off x="322" y="2005"/>
              <a:ext cx="26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则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96" name="Rectangle 96"/>
            <p:cNvSpPr>
              <a:spLocks noChangeArrowheads="1"/>
            </p:cNvSpPr>
            <p:nvPr/>
          </p:nvSpPr>
          <p:spPr bwMode="auto">
            <a:xfrm>
              <a:off x="3581" y="1421"/>
              <a:ext cx="530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判断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97" name="Rectangle 97"/>
            <p:cNvSpPr>
              <a:spLocks noChangeArrowheads="1"/>
            </p:cNvSpPr>
            <p:nvPr/>
          </p:nvSpPr>
          <p:spPr bwMode="auto">
            <a:xfrm>
              <a:off x="2112" y="1421"/>
              <a:ext cx="26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）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498" name="Rectangle 98"/>
            <p:cNvSpPr>
              <a:spLocks noChangeArrowheads="1"/>
            </p:cNvSpPr>
            <p:nvPr/>
          </p:nvSpPr>
          <p:spPr bwMode="auto">
            <a:xfrm>
              <a:off x="805" y="1421"/>
              <a:ext cx="795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已知（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81924" name="Rectangle 10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7772400" cy="78263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3600" b="1"/>
              <a:t>分段线性插值</a:t>
            </a:r>
          </a:p>
        </p:txBody>
      </p:sp>
      <p:grpSp>
        <p:nvGrpSpPr>
          <p:cNvPr id="81925" name="Group 104"/>
          <p:cNvGrpSpPr>
            <a:grpSpLocks noChangeAspect="1"/>
          </p:cNvGrpSpPr>
          <p:nvPr/>
        </p:nvGrpSpPr>
        <p:grpSpPr bwMode="auto">
          <a:xfrm>
            <a:off x="1382713" y="3257550"/>
            <a:ext cx="6378575" cy="3484563"/>
            <a:chOff x="871" y="2052"/>
            <a:chExt cx="4018" cy="2195"/>
          </a:xfrm>
        </p:grpSpPr>
        <p:sp>
          <p:nvSpPr>
            <p:cNvPr id="614503" name="AutoShape 103"/>
            <p:cNvSpPr>
              <a:spLocks noChangeAspect="1" noChangeArrowheads="1" noTextEdit="1"/>
            </p:cNvSpPr>
            <p:nvPr/>
          </p:nvSpPr>
          <p:spPr bwMode="auto">
            <a:xfrm>
              <a:off x="871" y="2052"/>
              <a:ext cx="4018" cy="2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05" name="Line 105"/>
            <p:cNvSpPr>
              <a:spLocks noChangeShapeType="1"/>
            </p:cNvSpPr>
            <p:nvPr/>
          </p:nvSpPr>
          <p:spPr bwMode="auto">
            <a:xfrm>
              <a:off x="1656" y="3557"/>
              <a:ext cx="71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06" name="Line 106"/>
            <p:cNvSpPr>
              <a:spLocks noChangeShapeType="1"/>
            </p:cNvSpPr>
            <p:nvPr/>
          </p:nvSpPr>
          <p:spPr bwMode="auto">
            <a:xfrm>
              <a:off x="2925" y="3557"/>
              <a:ext cx="71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4507" name="Rectangle 107"/>
            <p:cNvSpPr>
              <a:spLocks noChangeArrowheads="1"/>
            </p:cNvSpPr>
            <p:nvPr/>
          </p:nvSpPr>
          <p:spPr bwMode="auto">
            <a:xfrm>
              <a:off x="4788" y="3936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08" name="Rectangle 108"/>
            <p:cNvSpPr>
              <a:spLocks noChangeArrowheads="1"/>
            </p:cNvSpPr>
            <p:nvPr/>
          </p:nvSpPr>
          <p:spPr bwMode="auto">
            <a:xfrm>
              <a:off x="3960" y="3936"/>
              <a:ext cx="13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/(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09" name="Rectangle 109"/>
            <p:cNvSpPr>
              <a:spLocks noChangeArrowheads="1"/>
            </p:cNvSpPr>
            <p:nvPr/>
          </p:nvSpPr>
          <p:spPr bwMode="auto">
            <a:xfrm>
              <a:off x="3857" y="3936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0" name="Rectangle 110"/>
            <p:cNvSpPr>
              <a:spLocks noChangeArrowheads="1"/>
            </p:cNvSpPr>
            <p:nvPr/>
          </p:nvSpPr>
          <p:spPr bwMode="auto">
            <a:xfrm>
              <a:off x="2993" y="3936"/>
              <a:ext cx="14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1" name="Rectangle 111"/>
            <p:cNvSpPr>
              <a:spLocks noChangeArrowheads="1"/>
            </p:cNvSpPr>
            <p:nvPr/>
          </p:nvSpPr>
          <p:spPr bwMode="auto">
            <a:xfrm>
              <a:off x="2309" y="3936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2" name="Rectangle 112"/>
            <p:cNvSpPr>
              <a:spLocks noChangeArrowheads="1"/>
            </p:cNvSpPr>
            <p:nvPr/>
          </p:nvSpPr>
          <p:spPr bwMode="auto">
            <a:xfrm>
              <a:off x="4437" y="2522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3" name="Rectangle 113"/>
            <p:cNvSpPr>
              <a:spLocks noChangeArrowheads="1"/>
            </p:cNvSpPr>
            <p:nvPr/>
          </p:nvSpPr>
          <p:spPr bwMode="auto">
            <a:xfrm>
              <a:off x="3610" y="2522"/>
              <a:ext cx="13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/(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4" name="Rectangle 114"/>
            <p:cNvSpPr>
              <a:spLocks noChangeArrowheads="1"/>
            </p:cNvSpPr>
            <p:nvPr/>
          </p:nvSpPr>
          <p:spPr bwMode="auto">
            <a:xfrm>
              <a:off x="3507" y="2522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5" name="Rectangle 115"/>
            <p:cNvSpPr>
              <a:spLocks noChangeArrowheads="1"/>
            </p:cNvSpPr>
            <p:nvPr/>
          </p:nvSpPr>
          <p:spPr bwMode="auto">
            <a:xfrm>
              <a:off x="2643" y="2522"/>
              <a:ext cx="14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)(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6" name="Rectangle 116"/>
            <p:cNvSpPr>
              <a:spLocks noChangeArrowheads="1"/>
            </p:cNvSpPr>
            <p:nvPr/>
          </p:nvSpPr>
          <p:spPr bwMode="auto">
            <a:xfrm>
              <a:off x="1958" y="2522"/>
              <a:ext cx="7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(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7" name="Rectangle 117"/>
            <p:cNvSpPr>
              <a:spLocks noChangeArrowheads="1"/>
            </p:cNvSpPr>
            <p:nvPr/>
          </p:nvSpPr>
          <p:spPr bwMode="auto">
            <a:xfrm>
              <a:off x="2763" y="2081"/>
              <a:ext cx="54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</a:rPr>
                <a:t>,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8" name="Rectangle 118"/>
            <p:cNvSpPr>
              <a:spLocks noChangeArrowheads="1"/>
            </p:cNvSpPr>
            <p:nvPr/>
          </p:nvSpPr>
          <p:spPr bwMode="auto">
            <a:xfrm>
              <a:off x="4711" y="406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19" name="Rectangle 119"/>
            <p:cNvSpPr>
              <a:spLocks noChangeArrowheads="1"/>
            </p:cNvSpPr>
            <p:nvPr/>
          </p:nvSpPr>
          <p:spPr bwMode="auto">
            <a:xfrm>
              <a:off x="3781" y="406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0" name="Rectangle 120"/>
            <p:cNvSpPr>
              <a:spLocks noChangeArrowheads="1"/>
            </p:cNvSpPr>
            <p:nvPr/>
          </p:nvSpPr>
          <p:spPr bwMode="auto">
            <a:xfrm>
              <a:off x="2917" y="406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1" name="Rectangle 121"/>
            <p:cNvSpPr>
              <a:spLocks noChangeArrowheads="1"/>
            </p:cNvSpPr>
            <p:nvPr/>
          </p:nvSpPr>
          <p:spPr bwMode="auto">
            <a:xfrm>
              <a:off x="2047" y="4067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2" name="Rectangle 122"/>
            <p:cNvSpPr>
              <a:spLocks noChangeArrowheads="1"/>
            </p:cNvSpPr>
            <p:nvPr/>
          </p:nvSpPr>
          <p:spPr bwMode="auto">
            <a:xfrm>
              <a:off x="3554" y="371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3" name="Rectangle 123"/>
            <p:cNvSpPr>
              <a:spLocks noChangeArrowheads="1"/>
            </p:cNvSpPr>
            <p:nvPr/>
          </p:nvSpPr>
          <p:spPr bwMode="auto">
            <a:xfrm>
              <a:off x="3513" y="339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4" name="Rectangle 124"/>
            <p:cNvSpPr>
              <a:spLocks noChangeArrowheads="1"/>
            </p:cNvSpPr>
            <p:nvPr/>
          </p:nvSpPr>
          <p:spPr bwMode="auto">
            <a:xfrm>
              <a:off x="2656" y="3552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5" name="Rectangle 125"/>
            <p:cNvSpPr>
              <a:spLocks noChangeArrowheads="1"/>
            </p:cNvSpPr>
            <p:nvPr/>
          </p:nvSpPr>
          <p:spPr bwMode="auto">
            <a:xfrm>
              <a:off x="1907" y="371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6" name="Rectangle 126"/>
            <p:cNvSpPr>
              <a:spLocks noChangeArrowheads="1"/>
            </p:cNvSpPr>
            <p:nvPr/>
          </p:nvSpPr>
          <p:spPr bwMode="auto">
            <a:xfrm>
              <a:off x="4361" y="265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7" name="Rectangle 127"/>
            <p:cNvSpPr>
              <a:spLocks noChangeArrowheads="1"/>
            </p:cNvSpPr>
            <p:nvPr/>
          </p:nvSpPr>
          <p:spPr bwMode="auto">
            <a:xfrm>
              <a:off x="3430" y="265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8" name="Rectangle 128"/>
            <p:cNvSpPr>
              <a:spLocks noChangeArrowheads="1"/>
            </p:cNvSpPr>
            <p:nvPr/>
          </p:nvSpPr>
          <p:spPr bwMode="auto">
            <a:xfrm>
              <a:off x="2566" y="265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29" name="Rectangle 129"/>
            <p:cNvSpPr>
              <a:spLocks noChangeArrowheads="1"/>
            </p:cNvSpPr>
            <p:nvPr/>
          </p:nvSpPr>
          <p:spPr bwMode="auto">
            <a:xfrm>
              <a:off x="1696" y="2653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0" name="Rectangle 130"/>
            <p:cNvSpPr>
              <a:spLocks noChangeArrowheads="1"/>
            </p:cNvSpPr>
            <p:nvPr/>
          </p:nvSpPr>
          <p:spPr bwMode="auto">
            <a:xfrm>
              <a:off x="1969" y="2212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</a:rPr>
                <a:t>1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1" name="Rectangle 131"/>
            <p:cNvSpPr>
              <a:spLocks noChangeArrowheads="1"/>
            </p:cNvSpPr>
            <p:nvPr/>
          </p:nvSpPr>
          <p:spPr bwMode="auto">
            <a:xfrm>
              <a:off x="4650" y="4054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2" name="Rectangle 132"/>
            <p:cNvSpPr>
              <a:spLocks noChangeArrowheads="1"/>
            </p:cNvSpPr>
            <p:nvPr/>
          </p:nvSpPr>
          <p:spPr bwMode="auto">
            <a:xfrm>
              <a:off x="3720" y="4054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3" name="Rectangle 133"/>
            <p:cNvSpPr>
              <a:spLocks noChangeArrowheads="1"/>
            </p:cNvSpPr>
            <p:nvPr/>
          </p:nvSpPr>
          <p:spPr bwMode="auto">
            <a:xfrm>
              <a:off x="2856" y="4054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4" name="Rectangle 134"/>
            <p:cNvSpPr>
              <a:spLocks noChangeArrowheads="1"/>
            </p:cNvSpPr>
            <p:nvPr/>
          </p:nvSpPr>
          <p:spPr bwMode="auto">
            <a:xfrm>
              <a:off x="1986" y="4054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5" name="Rectangle 135"/>
            <p:cNvSpPr>
              <a:spLocks noChangeArrowheads="1"/>
            </p:cNvSpPr>
            <p:nvPr/>
          </p:nvSpPr>
          <p:spPr bwMode="auto">
            <a:xfrm>
              <a:off x="3493" y="3705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6" name="Rectangle 136"/>
            <p:cNvSpPr>
              <a:spLocks noChangeArrowheads="1"/>
            </p:cNvSpPr>
            <p:nvPr/>
          </p:nvSpPr>
          <p:spPr bwMode="auto">
            <a:xfrm>
              <a:off x="3451" y="3380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7" name="Rectangle 137"/>
            <p:cNvSpPr>
              <a:spLocks noChangeArrowheads="1"/>
            </p:cNvSpPr>
            <p:nvPr/>
          </p:nvSpPr>
          <p:spPr bwMode="auto">
            <a:xfrm>
              <a:off x="2595" y="3539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8" name="Rectangle 138"/>
            <p:cNvSpPr>
              <a:spLocks noChangeArrowheads="1"/>
            </p:cNvSpPr>
            <p:nvPr/>
          </p:nvSpPr>
          <p:spPr bwMode="auto">
            <a:xfrm>
              <a:off x="1846" y="3705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39" name="Rectangle 139"/>
            <p:cNvSpPr>
              <a:spLocks noChangeArrowheads="1"/>
            </p:cNvSpPr>
            <p:nvPr/>
          </p:nvSpPr>
          <p:spPr bwMode="auto">
            <a:xfrm>
              <a:off x="4299" y="2640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0" name="Rectangle 140"/>
            <p:cNvSpPr>
              <a:spLocks noChangeArrowheads="1"/>
            </p:cNvSpPr>
            <p:nvPr/>
          </p:nvSpPr>
          <p:spPr bwMode="auto">
            <a:xfrm>
              <a:off x="3369" y="2640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1" name="Rectangle 141"/>
            <p:cNvSpPr>
              <a:spLocks noChangeArrowheads="1"/>
            </p:cNvSpPr>
            <p:nvPr/>
          </p:nvSpPr>
          <p:spPr bwMode="auto">
            <a:xfrm>
              <a:off x="2505" y="2640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2" name="Rectangle 142"/>
            <p:cNvSpPr>
              <a:spLocks noChangeArrowheads="1"/>
            </p:cNvSpPr>
            <p:nvPr/>
          </p:nvSpPr>
          <p:spPr bwMode="auto">
            <a:xfrm>
              <a:off x="1635" y="2640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3" name="Rectangle 143"/>
            <p:cNvSpPr>
              <a:spLocks noChangeArrowheads="1"/>
            </p:cNvSpPr>
            <p:nvPr/>
          </p:nvSpPr>
          <p:spPr bwMode="auto">
            <a:xfrm>
              <a:off x="1908" y="2199"/>
              <a:ext cx="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4" name="Rectangle 144"/>
            <p:cNvSpPr>
              <a:spLocks noChangeArrowheads="1"/>
            </p:cNvSpPr>
            <p:nvPr/>
          </p:nvSpPr>
          <p:spPr bwMode="auto">
            <a:xfrm>
              <a:off x="4323" y="3911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5" name="Rectangle 145"/>
            <p:cNvSpPr>
              <a:spLocks noChangeArrowheads="1"/>
            </p:cNvSpPr>
            <p:nvPr/>
          </p:nvSpPr>
          <p:spPr bwMode="auto">
            <a:xfrm>
              <a:off x="3379" y="3911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6" name="Rectangle 146"/>
            <p:cNvSpPr>
              <a:spLocks noChangeArrowheads="1"/>
            </p:cNvSpPr>
            <p:nvPr/>
          </p:nvSpPr>
          <p:spPr bwMode="auto">
            <a:xfrm>
              <a:off x="2528" y="3911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7" name="Rectangle 147"/>
            <p:cNvSpPr>
              <a:spLocks noChangeArrowheads="1"/>
            </p:cNvSpPr>
            <p:nvPr/>
          </p:nvSpPr>
          <p:spPr bwMode="auto">
            <a:xfrm>
              <a:off x="2156" y="3911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8" name="Rectangle 148"/>
            <p:cNvSpPr>
              <a:spLocks noChangeArrowheads="1"/>
            </p:cNvSpPr>
            <p:nvPr/>
          </p:nvSpPr>
          <p:spPr bwMode="auto">
            <a:xfrm>
              <a:off x="1632" y="3911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49" name="Rectangle 149"/>
            <p:cNvSpPr>
              <a:spLocks noChangeArrowheads="1"/>
            </p:cNvSpPr>
            <p:nvPr/>
          </p:nvSpPr>
          <p:spPr bwMode="auto">
            <a:xfrm>
              <a:off x="3165" y="3562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0" name="Rectangle 150"/>
            <p:cNvSpPr>
              <a:spLocks noChangeArrowheads="1"/>
            </p:cNvSpPr>
            <p:nvPr/>
          </p:nvSpPr>
          <p:spPr bwMode="auto">
            <a:xfrm>
              <a:off x="3124" y="3236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1" name="Rectangle 151"/>
            <p:cNvSpPr>
              <a:spLocks noChangeArrowheads="1"/>
            </p:cNvSpPr>
            <p:nvPr/>
          </p:nvSpPr>
          <p:spPr bwMode="auto">
            <a:xfrm>
              <a:off x="2766" y="3396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2" name="Rectangle 152"/>
            <p:cNvSpPr>
              <a:spLocks noChangeArrowheads="1"/>
            </p:cNvSpPr>
            <p:nvPr/>
          </p:nvSpPr>
          <p:spPr bwMode="auto">
            <a:xfrm>
              <a:off x="2017" y="3562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3" name="Rectangle 153"/>
            <p:cNvSpPr>
              <a:spLocks noChangeArrowheads="1"/>
            </p:cNvSpPr>
            <p:nvPr/>
          </p:nvSpPr>
          <p:spPr bwMode="auto">
            <a:xfrm>
              <a:off x="1915" y="3236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4" name="Rectangle 154"/>
            <p:cNvSpPr>
              <a:spLocks noChangeArrowheads="1"/>
            </p:cNvSpPr>
            <p:nvPr/>
          </p:nvSpPr>
          <p:spPr bwMode="auto">
            <a:xfrm>
              <a:off x="1487" y="3396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5" name="Rectangle 155"/>
            <p:cNvSpPr>
              <a:spLocks noChangeArrowheads="1"/>
            </p:cNvSpPr>
            <p:nvPr/>
          </p:nvSpPr>
          <p:spPr bwMode="auto">
            <a:xfrm>
              <a:off x="3972" y="249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6" name="Rectangle 156"/>
            <p:cNvSpPr>
              <a:spLocks noChangeArrowheads="1"/>
            </p:cNvSpPr>
            <p:nvPr/>
          </p:nvSpPr>
          <p:spPr bwMode="auto">
            <a:xfrm>
              <a:off x="3028" y="249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7" name="Rectangle 157"/>
            <p:cNvSpPr>
              <a:spLocks noChangeArrowheads="1"/>
            </p:cNvSpPr>
            <p:nvPr/>
          </p:nvSpPr>
          <p:spPr bwMode="auto">
            <a:xfrm>
              <a:off x="2178" y="249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8" name="Rectangle 158"/>
            <p:cNvSpPr>
              <a:spLocks noChangeArrowheads="1"/>
            </p:cNvSpPr>
            <p:nvPr/>
          </p:nvSpPr>
          <p:spPr bwMode="auto">
            <a:xfrm>
              <a:off x="1806" y="249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59" name="Rectangle 159"/>
            <p:cNvSpPr>
              <a:spLocks noChangeArrowheads="1"/>
            </p:cNvSpPr>
            <p:nvPr/>
          </p:nvSpPr>
          <p:spPr bwMode="auto">
            <a:xfrm>
              <a:off x="1281" y="2497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0" name="Rectangle 160"/>
            <p:cNvSpPr>
              <a:spLocks noChangeArrowheads="1"/>
            </p:cNvSpPr>
            <p:nvPr/>
          </p:nvSpPr>
          <p:spPr bwMode="auto">
            <a:xfrm>
              <a:off x="2407" y="2056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1" name="Rectangle 161"/>
            <p:cNvSpPr>
              <a:spLocks noChangeArrowheads="1"/>
            </p:cNvSpPr>
            <p:nvPr/>
          </p:nvSpPr>
          <p:spPr bwMode="auto">
            <a:xfrm>
              <a:off x="2088" y="2056"/>
              <a:ext cx="119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2" name="Rectangle 162"/>
            <p:cNvSpPr>
              <a:spLocks noChangeArrowheads="1"/>
            </p:cNvSpPr>
            <p:nvPr/>
          </p:nvSpPr>
          <p:spPr bwMode="auto">
            <a:xfrm>
              <a:off x="4604" y="4067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3" name="Rectangle 163"/>
            <p:cNvSpPr>
              <a:spLocks noChangeArrowheads="1"/>
            </p:cNvSpPr>
            <p:nvPr/>
          </p:nvSpPr>
          <p:spPr bwMode="auto">
            <a:xfrm>
              <a:off x="4225" y="4067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4" name="Rectangle 164"/>
            <p:cNvSpPr>
              <a:spLocks noChangeArrowheads="1"/>
            </p:cNvSpPr>
            <p:nvPr/>
          </p:nvSpPr>
          <p:spPr bwMode="auto">
            <a:xfrm>
              <a:off x="3673" y="4067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5" name="Rectangle 165"/>
            <p:cNvSpPr>
              <a:spLocks noChangeArrowheads="1"/>
            </p:cNvSpPr>
            <p:nvPr/>
          </p:nvSpPr>
          <p:spPr bwMode="auto">
            <a:xfrm>
              <a:off x="3281" y="4067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6" name="Rectangle 166"/>
            <p:cNvSpPr>
              <a:spLocks noChangeArrowheads="1"/>
            </p:cNvSpPr>
            <p:nvPr/>
          </p:nvSpPr>
          <p:spPr bwMode="auto">
            <a:xfrm>
              <a:off x="2809" y="4067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7" name="Rectangle 167"/>
            <p:cNvSpPr>
              <a:spLocks noChangeArrowheads="1"/>
            </p:cNvSpPr>
            <p:nvPr/>
          </p:nvSpPr>
          <p:spPr bwMode="auto">
            <a:xfrm>
              <a:off x="1939" y="4067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8" name="Rectangle 168"/>
            <p:cNvSpPr>
              <a:spLocks noChangeArrowheads="1"/>
            </p:cNvSpPr>
            <p:nvPr/>
          </p:nvSpPr>
          <p:spPr bwMode="auto">
            <a:xfrm>
              <a:off x="3816" y="3552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69" name="Rectangle 169"/>
            <p:cNvSpPr>
              <a:spLocks noChangeArrowheads="1"/>
            </p:cNvSpPr>
            <p:nvPr/>
          </p:nvSpPr>
          <p:spPr bwMode="auto">
            <a:xfrm>
              <a:off x="3446" y="3718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0" name="Rectangle 170"/>
            <p:cNvSpPr>
              <a:spLocks noChangeArrowheads="1"/>
            </p:cNvSpPr>
            <p:nvPr/>
          </p:nvSpPr>
          <p:spPr bwMode="auto">
            <a:xfrm>
              <a:off x="3068" y="3718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1" name="Rectangle 171"/>
            <p:cNvSpPr>
              <a:spLocks noChangeArrowheads="1"/>
            </p:cNvSpPr>
            <p:nvPr/>
          </p:nvSpPr>
          <p:spPr bwMode="auto">
            <a:xfrm>
              <a:off x="3405" y="339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2" name="Rectangle 172"/>
            <p:cNvSpPr>
              <a:spLocks noChangeArrowheads="1"/>
            </p:cNvSpPr>
            <p:nvPr/>
          </p:nvSpPr>
          <p:spPr bwMode="auto">
            <a:xfrm>
              <a:off x="2548" y="3552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3" name="Rectangle 173"/>
            <p:cNvSpPr>
              <a:spLocks noChangeArrowheads="1"/>
            </p:cNvSpPr>
            <p:nvPr/>
          </p:nvSpPr>
          <p:spPr bwMode="auto">
            <a:xfrm>
              <a:off x="2298" y="3718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4" name="Rectangle 174"/>
            <p:cNvSpPr>
              <a:spLocks noChangeArrowheads="1"/>
            </p:cNvSpPr>
            <p:nvPr/>
          </p:nvSpPr>
          <p:spPr bwMode="auto">
            <a:xfrm>
              <a:off x="1799" y="3718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5" name="Rectangle 175"/>
            <p:cNvSpPr>
              <a:spLocks noChangeArrowheads="1"/>
            </p:cNvSpPr>
            <p:nvPr/>
          </p:nvSpPr>
          <p:spPr bwMode="auto">
            <a:xfrm>
              <a:off x="2196" y="339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6" name="Rectangle 176"/>
            <p:cNvSpPr>
              <a:spLocks noChangeArrowheads="1"/>
            </p:cNvSpPr>
            <p:nvPr/>
          </p:nvSpPr>
          <p:spPr bwMode="auto">
            <a:xfrm>
              <a:off x="4253" y="265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7" name="Rectangle 177"/>
            <p:cNvSpPr>
              <a:spLocks noChangeArrowheads="1"/>
            </p:cNvSpPr>
            <p:nvPr/>
          </p:nvSpPr>
          <p:spPr bwMode="auto">
            <a:xfrm>
              <a:off x="3874" y="265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8" name="Rectangle 178"/>
            <p:cNvSpPr>
              <a:spLocks noChangeArrowheads="1"/>
            </p:cNvSpPr>
            <p:nvPr/>
          </p:nvSpPr>
          <p:spPr bwMode="auto">
            <a:xfrm>
              <a:off x="3323" y="265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79" name="Rectangle 179"/>
            <p:cNvSpPr>
              <a:spLocks noChangeArrowheads="1"/>
            </p:cNvSpPr>
            <p:nvPr/>
          </p:nvSpPr>
          <p:spPr bwMode="auto">
            <a:xfrm>
              <a:off x="2930" y="265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0" name="Rectangle 180"/>
            <p:cNvSpPr>
              <a:spLocks noChangeArrowheads="1"/>
            </p:cNvSpPr>
            <p:nvPr/>
          </p:nvSpPr>
          <p:spPr bwMode="auto">
            <a:xfrm>
              <a:off x="2459" y="265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1" name="Rectangle 181"/>
            <p:cNvSpPr>
              <a:spLocks noChangeArrowheads="1"/>
            </p:cNvSpPr>
            <p:nvPr/>
          </p:nvSpPr>
          <p:spPr bwMode="auto">
            <a:xfrm>
              <a:off x="1588" y="265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2" name="Rectangle 182"/>
            <p:cNvSpPr>
              <a:spLocks noChangeArrowheads="1"/>
            </p:cNvSpPr>
            <p:nvPr/>
          </p:nvSpPr>
          <p:spPr bwMode="auto">
            <a:xfrm>
              <a:off x="2701" y="2212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3" name="Rectangle 183"/>
            <p:cNvSpPr>
              <a:spLocks noChangeArrowheads="1"/>
            </p:cNvSpPr>
            <p:nvPr/>
          </p:nvSpPr>
          <p:spPr bwMode="auto">
            <a:xfrm>
              <a:off x="1861" y="2212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i="1">
                  <a:solidFill>
                    <a:srgbClr val="000000"/>
                  </a:solidFill>
                </a:rPr>
                <a:t>j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4" name="Rectangle 184"/>
            <p:cNvSpPr>
              <a:spLocks noChangeArrowheads="1"/>
            </p:cNvSpPr>
            <p:nvPr/>
          </p:nvSpPr>
          <p:spPr bwMode="auto">
            <a:xfrm>
              <a:off x="4485" y="393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5" name="Rectangle 185"/>
            <p:cNvSpPr>
              <a:spLocks noChangeArrowheads="1"/>
            </p:cNvSpPr>
            <p:nvPr/>
          </p:nvSpPr>
          <p:spPr bwMode="auto">
            <a:xfrm>
              <a:off x="4106" y="393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6" name="Rectangle 186"/>
            <p:cNvSpPr>
              <a:spLocks noChangeArrowheads="1"/>
            </p:cNvSpPr>
            <p:nvPr/>
          </p:nvSpPr>
          <p:spPr bwMode="auto">
            <a:xfrm>
              <a:off x="3552" y="3936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7" name="Rectangle 187"/>
            <p:cNvSpPr>
              <a:spLocks noChangeArrowheads="1"/>
            </p:cNvSpPr>
            <p:nvPr/>
          </p:nvSpPr>
          <p:spPr bwMode="auto">
            <a:xfrm>
              <a:off x="3159" y="3936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8" name="Rectangle 188"/>
            <p:cNvSpPr>
              <a:spLocks noChangeArrowheads="1"/>
            </p:cNvSpPr>
            <p:nvPr/>
          </p:nvSpPr>
          <p:spPr bwMode="auto">
            <a:xfrm>
              <a:off x="2691" y="393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89" name="Rectangle 189"/>
            <p:cNvSpPr>
              <a:spLocks noChangeArrowheads="1"/>
            </p:cNvSpPr>
            <p:nvPr/>
          </p:nvSpPr>
          <p:spPr bwMode="auto">
            <a:xfrm>
              <a:off x="2395" y="3936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0" name="Rectangle 190"/>
            <p:cNvSpPr>
              <a:spLocks noChangeArrowheads="1"/>
            </p:cNvSpPr>
            <p:nvPr/>
          </p:nvSpPr>
          <p:spPr bwMode="auto">
            <a:xfrm>
              <a:off x="1817" y="3936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1" name="Rectangle 191"/>
            <p:cNvSpPr>
              <a:spLocks noChangeArrowheads="1"/>
            </p:cNvSpPr>
            <p:nvPr/>
          </p:nvSpPr>
          <p:spPr bwMode="auto">
            <a:xfrm>
              <a:off x="3695" y="3421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2" name="Rectangle 192"/>
            <p:cNvSpPr>
              <a:spLocks noChangeArrowheads="1"/>
            </p:cNvSpPr>
            <p:nvPr/>
          </p:nvSpPr>
          <p:spPr bwMode="auto">
            <a:xfrm>
              <a:off x="3328" y="3587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3" name="Rectangle 193"/>
            <p:cNvSpPr>
              <a:spLocks noChangeArrowheads="1"/>
            </p:cNvSpPr>
            <p:nvPr/>
          </p:nvSpPr>
          <p:spPr bwMode="auto">
            <a:xfrm>
              <a:off x="2949" y="3587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4" name="Rectangle 194"/>
            <p:cNvSpPr>
              <a:spLocks noChangeArrowheads="1"/>
            </p:cNvSpPr>
            <p:nvPr/>
          </p:nvSpPr>
          <p:spPr bwMode="auto">
            <a:xfrm>
              <a:off x="3287" y="3261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5" name="Rectangle 195"/>
            <p:cNvSpPr>
              <a:spLocks noChangeArrowheads="1"/>
            </p:cNvSpPr>
            <p:nvPr/>
          </p:nvSpPr>
          <p:spPr bwMode="auto">
            <a:xfrm>
              <a:off x="2991" y="3261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6" name="Rectangle 196"/>
            <p:cNvSpPr>
              <a:spLocks noChangeArrowheads="1"/>
            </p:cNvSpPr>
            <p:nvPr/>
          </p:nvSpPr>
          <p:spPr bwMode="auto">
            <a:xfrm>
              <a:off x="2426" y="3421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7" name="Rectangle 197"/>
            <p:cNvSpPr>
              <a:spLocks noChangeArrowheads="1"/>
            </p:cNvSpPr>
            <p:nvPr/>
          </p:nvSpPr>
          <p:spPr bwMode="auto">
            <a:xfrm>
              <a:off x="2179" y="3587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8" name="Rectangle 198"/>
            <p:cNvSpPr>
              <a:spLocks noChangeArrowheads="1"/>
            </p:cNvSpPr>
            <p:nvPr/>
          </p:nvSpPr>
          <p:spPr bwMode="auto">
            <a:xfrm>
              <a:off x="1681" y="3587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599" name="Rectangle 199"/>
            <p:cNvSpPr>
              <a:spLocks noChangeArrowheads="1"/>
            </p:cNvSpPr>
            <p:nvPr/>
          </p:nvSpPr>
          <p:spPr bwMode="auto">
            <a:xfrm>
              <a:off x="2078" y="3261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0" name="Rectangle 200"/>
            <p:cNvSpPr>
              <a:spLocks noChangeArrowheads="1"/>
            </p:cNvSpPr>
            <p:nvPr/>
          </p:nvSpPr>
          <p:spPr bwMode="auto">
            <a:xfrm>
              <a:off x="1783" y="3261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1" name="Rectangle 201"/>
            <p:cNvSpPr>
              <a:spLocks noChangeArrowheads="1"/>
            </p:cNvSpPr>
            <p:nvPr/>
          </p:nvSpPr>
          <p:spPr bwMode="auto">
            <a:xfrm>
              <a:off x="1338" y="3421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2" name="Rectangle 202"/>
            <p:cNvSpPr>
              <a:spLocks noChangeArrowheads="1"/>
            </p:cNvSpPr>
            <p:nvPr/>
          </p:nvSpPr>
          <p:spPr bwMode="auto">
            <a:xfrm>
              <a:off x="4135" y="2522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3" name="Rectangle 203"/>
            <p:cNvSpPr>
              <a:spLocks noChangeArrowheads="1"/>
            </p:cNvSpPr>
            <p:nvPr/>
          </p:nvSpPr>
          <p:spPr bwMode="auto">
            <a:xfrm>
              <a:off x="3756" y="2522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4" name="Rectangle 204"/>
            <p:cNvSpPr>
              <a:spLocks noChangeArrowheads="1"/>
            </p:cNvSpPr>
            <p:nvPr/>
          </p:nvSpPr>
          <p:spPr bwMode="auto">
            <a:xfrm>
              <a:off x="3201" y="2522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5" name="Rectangle 205"/>
            <p:cNvSpPr>
              <a:spLocks noChangeArrowheads="1"/>
            </p:cNvSpPr>
            <p:nvPr/>
          </p:nvSpPr>
          <p:spPr bwMode="auto">
            <a:xfrm>
              <a:off x="2809" y="2522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6" name="Rectangle 206"/>
            <p:cNvSpPr>
              <a:spLocks noChangeArrowheads="1"/>
            </p:cNvSpPr>
            <p:nvPr/>
          </p:nvSpPr>
          <p:spPr bwMode="auto">
            <a:xfrm>
              <a:off x="2340" y="2522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7" name="Rectangle 207"/>
            <p:cNvSpPr>
              <a:spLocks noChangeArrowheads="1"/>
            </p:cNvSpPr>
            <p:nvPr/>
          </p:nvSpPr>
          <p:spPr bwMode="auto">
            <a:xfrm>
              <a:off x="2028" y="2522"/>
              <a:ext cx="120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u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8" name="Rectangle 208"/>
            <p:cNvSpPr>
              <a:spLocks noChangeArrowheads="1"/>
            </p:cNvSpPr>
            <p:nvPr/>
          </p:nvSpPr>
          <p:spPr bwMode="auto">
            <a:xfrm>
              <a:off x="1467" y="2522"/>
              <a:ext cx="9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09" name="Rectangle 209"/>
            <p:cNvSpPr>
              <a:spLocks noChangeArrowheads="1"/>
            </p:cNvSpPr>
            <p:nvPr/>
          </p:nvSpPr>
          <p:spPr bwMode="auto">
            <a:xfrm>
              <a:off x="1118" y="2522"/>
              <a:ext cx="120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u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10" name="Rectangle 210"/>
            <p:cNvSpPr>
              <a:spLocks noChangeArrowheads="1"/>
            </p:cNvSpPr>
            <p:nvPr/>
          </p:nvSpPr>
          <p:spPr bwMode="auto">
            <a:xfrm>
              <a:off x="2583" y="2081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11" name="Rectangle 211"/>
            <p:cNvSpPr>
              <a:spLocks noChangeArrowheads="1"/>
            </p:cNvSpPr>
            <p:nvPr/>
          </p:nvSpPr>
          <p:spPr bwMode="auto">
            <a:xfrm>
              <a:off x="2248" y="2081"/>
              <a:ext cx="120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u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12" name="Rectangle 212"/>
            <p:cNvSpPr>
              <a:spLocks noChangeArrowheads="1"/>
            </p:cNvSpPr>
            <p:nvPr/>
          </p:nvSpPr>
          <p:spPr bwMode="auto">
            <a:xfrm>
              <a:off x="1743" y="2081"/>
              <a:ext cx="10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700" i="1">
                  <a:solidFill>
                    <a:srgbClr val="000000"/>
                  </a:solidFill>
                </a:rPr>
                <a:t>x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13" name="Rectangle 213"/>
            <p:cNvSpPr>
              <a:spLocks noChangeArrowheads="1"/>
            </p:cNvSpPr>
            <p:nvPr/>
          </p:nvSpPr>
          <p:spPr bwMode="auto">
            <a:xfrm>
              <a:off x="896" y="2949"/>
              <a:ext cx="86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7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这是因为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14" name="Rectangle 214"/>
            <p:cNvSpPr>
              <a:spLocks noChangeArrowheads="1"/>
            </p:cNvSpPr>
            <p:nvPr/>
          </p:nvSpPr>
          <p:spPr bwMode="auto">
            <a:xfrm>
              <a:off x="2832" y="2087"/>
              <a:ext cx="1736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7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则线性插值函数为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4615" name="Rectangle 215"/>
            <p:cNvSpPr>
              <a:spLocks noChangeArrowheads="1"/>
            </p:cNvSpPr>
            <p:nvPr/>
          </p:nvSpPr>
          <p:spPr bwMode="auto">
            <a:xfrm>
              <a:off x="893" y="2087"/>
              <a:ext cx="86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27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一般的，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1FAB71-B309-4560-A652-102806CD45C0}" type="slidenum">
              <a:rPr lang="zh-CN" altLang="en-US"/>
              <a:pPr>
                <a:defRPr/>
              </a:pPr>
              <a:t>53</a:t>
            </a:fld>
            <a:endParaRPr lang="en-US" altLang="zh-CN"/>
          </a:p>
        </p:txBody>
      </p:sp>
      <p:sp>
        <p:nvSpPr>
          <p:cNvPr id="82947" name="Rectangle 4"/>
          <p:cNvSpPr>
            <a:spLocks noChangeArrowheads="1"/>
          </p:cNvSpPr>
          <p:nvPr/>
        </p:nvSpPr>
        <p:spPr bwMode="auto">
          <a:xfrm>
            <a:off x="468313" y="2349500"/>
            <a:ext cx="828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缺点：</a:t>
            </a:r>
            <a:r>
              <a:rPr lang="en-US" altLang="zh-CN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I(x)</a:t>
            </a:r>
            <a:r>
              <a:rPr lang="zh-CN" altLang="en-US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连续，但不光滑，精度较低</a:t>
            </a:r>
            <a:r>
              <a:rPr lang="en-US" altLang="zh-CN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,</a:t>
            </a:r>
            <a:r>
              <a:rPr lang="zh-CN" altLang="en-US"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仅在</a:t>
            </a:r>
          </a:p>
        </p:txBody>
      </p:sp>
      <p:sp>
        <p:nvSpPr>
          <p:cNvPr id="82948" name="Rectangle 6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7772400" cy="78263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分段线性插值</a:t>
            </a:r>
          </a:p>
        </p:txBody>
      </p:sp>
      <p:sp>
        <p:nvSpPr>
          <p:cNvPr id="82949" name="Rectangle 77"/>
          <p:cNvSpPr>
            <a:spLocks noChangeArrowheads="1"/>
          </p:cNvSpPr>
          <p:nvPr/>
        </p:nvSpPr>
        <p:spPr bwMode="auto">
          <a:xfrm>
            <a:off x="395288" y="5084763"/>
            <a:ext cx="7793037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tx2"/>
                </a:solidFill>
                <a:ea typeface="宋体" pitchFamily="2" charset="-122"/>
              </a:rPr>
              <a:t>分段三次</a:t>
            </a:r>
            <a:r>
              <a:rPr kumimoji="1" lang="en-US" altLang="zh-CN" sz="3200">
                <a:solidFill>
                  <a:schemeClr val="tx2"/>
                </a:solidFill>
                <a:ea typeface="宋体" pitchFamily="2" charset="-122"/>
              </a:rPr>
              <a:t>Hermite</a:t>
            </a:r>
            <a:r>
              <a:rPr kumimoji="1" lang="zh-CN" altLang="en-US" sz="3200">
                <a:solidFill>
                  <a:schemeClr val="tx2"/>
                </a:solidFill>
                <a:ea typeface="宋体" pitchFamily="2" charset="-122"/>
              </a:rPr>
              <a:t>插值</a:t>
            </a:r>
          </a:p>
        </p:txBody>
      </p:sp>
      <p:grpSp>
        <p:nvGrpSpPr>
          <p:cNvPr id="82950" name="Group 80"/>
          <p:cNvGrpSpPr>
            <a:grpSpLocks noChangeAspect="1"/>
          </p:cNvGrpSpPr>
          <p:nvPr/>
        </p:nvGrpSpPr>
        <p:grpSpPr bwMode="auto">
          <a:xfrm>
            <a:off x="468313" y="3932238"/>
            <a:ext cx="7988300" cy="796925"/>
            <a:chOff x="295" y="2477"/>
            <a:chExt cx="5032" cy="502"/>
          </a:xfrm>
        </p:grpSpPr>
        <p:sp>
          <p:nvSpPr>
            <p:cNvPr id="615503" name="AutoShape 79"/>
            <p:cNvSpPr>
              <a:spLocks noChangeAspect="1" noChangeArrowheads="1" noTextEdit="1"/>
            </p:cNvSpPr>
            <p:nvPr/>
          </p:nvSpPr>
          <p:spPr bwMode="auto">
            <a:xfrm>
              <a:off x="295" y="2478"/>
              <a:ext cx="4925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5505" name="Rectangle 81"/>
            <p:cNvSpPr>
              <a:spLocks noChangeArrowheads="1"/>
            </p:cNvSpPr>
            <p:nvPr/>
          </p:nvSpPr>
          <p:spPr bwMode="auto">
            <a:xfrm>
              <a:off x="5084" y="2506"/>
              <a:ext cx="24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0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。</a:t>
              </a:r>
              <a:endParaRPr lang="zh-CN" altLang="en-US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06" name="Rectangle 82"/>
            <p:cNvSpPr>
              <a:spLocks noChangeArrowheads="1"/>
            </p:cNvSpPr>
            <p:nvPr/>
          </p:nvSpPr>
          <p:spPr bwMode="auto">
            <a:xfrm>
              <a:off x="2600" y="2506"/>
              <a:ext cx="24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0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足够小才能较好的逼近</a:t>
              </a:r>
              <a:endParaRPr lang="zh-CN" altLang="en-US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07" name="Rectangle 83"/>
            <p:cNvSpPr>
              <a:spLocks noChangeArrowheads="1"/>
            </p:cNvSpPr>
            <p:nvPr/>
          </p:nvSpPr>
          <p:spPr bwMode="auto">
            <a:xfrm>
              <a:off x="2496" y="2500"/>
              <a:ext cx="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</a:rPr>
                <a:t>}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08" name="Rectangle 84"/>
            <p:cNvSpPr>
              <a:spLocks noChangeArrowheads="1"/>
            </p:cNvSpPr>
            <p:nvPr/>
          </p:nvSpPr>
          <p:spPr bwMode="auto">
            <a:xfrm>
              <a:off x="1124" y="2500"/>
              <a:ext cx="9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</a:rPr>
                <a:t>{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09" name="Rectangle 85"/>
            <p:cNvSpPr>
              <a:spLocks noChangeArrowheads="1"/>
            </p:cNvSpPr>
            <p:nvPr/>
          </p:nvSpPr>
          <p:spPr bwMode="auto">
            <a:xfrm>
              <a:off x="709" y="2500"/>
              <a:ext cx="4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</a:rPr>
                <a:t>max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0" name="Rectangle 86"/>
            <p:cNvSpPr>
              <a:spLocks noChangeArrowheads="1"/>
            </p:cNvSpPr>
            <p:nvPr/>
          </p:nvSpPr>
          <p:spPr bwMode="auto">
            <a:xfrm>
              <a:off x="2422" y="2619"/>
              <a:ext cx="1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</a:rPr>
                <a:t>1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1" name="Rectangle 87"/>
            <p:cNvSpPr>
              <a:spLocks noChangeArrowheads="1"/>
            </p:cNvSpPr>
            <p:nvPr/>
          </p:nvSpPr>
          <p:spPr bwMode="auto">
            <a:xfrm>
              <a:off x="720" y="2687"/>
              <a:ext cx="1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dirty="0">
                  <a:solidFill>
                    <a:srgbClr val="000000"/>
                  </a:solidFill>
                </a:rPr>
                <a:t>1</a:t>
              </a:r>
              <a:endParaRPr lang="en-US" altLang="zh-CN" sz="3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2" name="Rectangle 88"/>
            <p:cNvSpPr>
              <a:spLocks noChangeArrowheads="1"/>
            </p:cNvSpPr>
            <p:nvPr/>
          </p:nvSpPr>
          <p:spPr bwMode="auto">
            <a:xfrm>
              <a:off x="2350" y="2607"/>
              <a:ext cx="1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3" name="Rectangle 89"/>
            <p:cNvSpPr>
              <a:spLocks noChangeArrowheads="1"/>
            </p:cNvSpPr>
            <p:nvPr/>
          </p:nvSpPr>
          <p:spPr bwMode="auto">
            <a:xfrm>
              <a:off x="951" y="2675"/>
              <a:ext cx="1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4" name="Rectangle 90"/>
            <p:cNvSpPr>
              <a:spLocks noChangeArrowheads="1"/>
            </p:cNvSpPr>
            <p:nvPr/>
          </p:nvSpPr>
          <p:spPr bwMode="auto">
            <a:xfrm>
              <a:off x="785" y="2675"/>
              <a:ext cx="1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5" name="Rectangle 91"/>
            <p:cNvSpPr>
              <a:spLocks noChangeArrowheads="1"/>
            </p:cNvSpPr>
            <p:nvPr/>
          </p:nvSpPr>
          <p:spPr bwMode="auto">
            <a:xfrm>
              <a:off x="1967" y="2477"/>
              <a:ext cx="1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6" name="Rectangle 92"/>
            <p:cNvSpPr>
              <a:spLocks noChangeArrowheads="1"/>
            </p:cNvSpPr>
            <p:nvPr/>
          </p:nvSpPr>
          <p:spPr bwMode="auto">
            <a:xfrm>
              <a:off x="1509" y="2477"/>
              <a:ext cx="1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7" name="Rectangle 93"/>
            <p:cNvSpPr>
              <a:spLocks noChangeArrowheads="1"/>
            </p:cNvSpPr>
            <p:nvPr/>
          </p:nvSpPr>
          <p:spPr bwMode="auto">
            <a:xfrm>
              <a:off x="515" y="2477"/>
              <a:ext cx="1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8" name="Rectangle 94"/>
            <p:cNvSpPr>
              <a:spLocks noChangeArrowheads="1"/>
            </p:cNvSpPr>
            <p:nvPr/>
          </p:nvSpPr>
          <p:spPr bwMode="auto">
            <a:xfrm>
              <a:off x="2296" y="2620"/>
              <a:ext cx="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j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19" name="Rectangle 95"/>
            <p:cNvSpPr>
              <a:spLocks noChangeArrowheads="1"/>
            </p:cNvSpPr>
            <p:nvPr/>
          </p:nvSpPr>
          <p:spPr bwMode="auto">
            <a:xfrm>
              <a:off x="1853" y="2620"/>
              <a:ext cx="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j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0" name="Rectangle 96"/>
            <p:cNvSpPr>
              <a:spLocks noChangeArrowheads="1"/>
            </p:cNvSpPr>
            <p:nvPr/>
          </p:nvSpPr>
          <p:spPr bwMode="auto">
            <a:xfrm>
              <a:off x="1379" y="2620"/>
              <a:ext cx="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j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1" name="Rectangle 97"/>
            <p:cNvSpPr>
              <a:spLocks noChangeArrowheads="1"/>
            </p:cNvSpPr>
            <p:nvPr/>
          </p:nvSpPr>
          <p:spPr bwMode="auto">
            <a:xfrm>
              <a:off x="1039" y="2688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n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2" name="Rectangle 98"/>
            <p:cNvSpPr>
              <a:spLocks noChangeArrowheads="1"/>
            </p:cNvSpPr>
            <p:nvPr/>
          </p:nvSpPr>
          <p:spPr bwMode="auto">
            <a:xfrm>
              <a:off x="900" y="2688"/>
              <a:ext cx="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j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3" name="Rectangle 99"/>
            <p:cNvSpPr>
              <a:spLocks noChangeArrowheads="1"/>
            </p:cNvSpPr>
            <p:nvPr/>
          </p:nvSpPr>
          <p:spPr bwMode="auto">
            <a:xfrm>
              <a:off x="2157" y="2500"/>
              <a:ext cx="1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x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4" name="Rectangle 100"/>
            <p:cNvSpPr>
              <a:spLocks noChangeArrowheads="1"/>
            </p:cNvSpPr>
            <p:nvPr/>
          </p:nvSpPr>
          <p:spPr bwMode="auto">
            <a:xfrm>
              <a:off x="1714" y="2500"/>
              <a:ext cx="12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x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5" name="Rectangle 101"/>
            <p:cNvSpPr>
              <a:spLocks noChangeArrowheads="1"/>
            </p:cNvSpPr>
            <p:nvPr/>
          </p:nvSpPr>
          <p:spPr bwMode="auto">
            <a:xfrm>
              <a:off x="1237" y="2500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h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15526" name="Rectangle 102"/>
            <p:cNvSpPr>
              <a:spLocks noChangeArrowheads="1"/>
            </p:cNvSpPr>
            <p:nvPr/>
          </p:nvSpPr>
          <p:spPr bwMode="auto">
            <a:xfrm>
              <a:off x="333" y="2500"/>
              <a:ext cx="1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i="1">
                  <a:solidFill>
                    <a:srgbClr val="000000"/>
                  </a:solidFill>
                </a:rPr>
                <a:t>h</a:t>
              </a:r>
              <a:endParaRPr lang="en-US" altLang="zh-CN" sz="3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EBD772-A348-46F4-A20E-114E21A4D873}" type="slidenum">
              <a:rPr lang="zh-CN" altLang="en-US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496300" cy="508476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Lagrange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插值公式所求得</a:t>
            </a:r>
            <a:r>
              <a:rPr lang="en-US" altLang="zh-CN" i="1" dirty="0" err="1">
                <a:ea typeface="宋体" pitchFamily="2" charset="-122"/>
              </a:rPr>
              <a:t>P</a:t>
            </a:r>
            <a:r>
              <a:rPr lang="en-US" altLang="zh-CN" baseline="-25000" dirty="0" err="1">
                <a:ea typeface="宋体" pitchFamily="2" charset="-122"/>
              </a:rPr>
              <a:t>n</a:t>
            </a:r>
            <a:r>
              <a:rPr lang="en-US" altLang="zh-CN" b="1" dirty="0">
                <a:latin typeface="黑体" pitchFamily="49" charset="-122"/>
                <a:ea typeface="黑体" pitchFamily="49" charset="-122"/>
              </a:rPr>
              <a:t>(x)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保证了节点处的函数值相等，也就是保证了函数的连续性，但不少实际问题还需要插值得光滑，也就是还要求在节点处的导数值也相等，导数的阶数越高则光滑度越高。现代的仿生学就是一个典型的例子。在设计交通工具的外形，就是参照海豚的标本上已知点及已知点的导数，做插值在计算机上模拟海豚的外形制成飞机、汽车等外形。</a:t>
            </a:r>
          </a:p>
        </p:txBody>
      </p:sp>
      <p:grpSp>
        <p:nvGrpSpPr>
          <p:cNvPr id="83972" name="Group 5"/>
          <p:cNvGrpSpPr>
            <a:grpSpLocks noChangeAspect="1"/>
          </p:cNvGrpSpPr>
          <p:nvPr/>
        </p:nvGrpSpPr>
        <p:grpSpPr bwMode="auto">
          <a:xfrm>
            <a:off x="1042988" y="333375"/>
            <a:ext cx="4252912" cy="1184275"/>
            <a:chOff x="657" y="688"/>
            <a:chExt cx="2679" cy="746"/>
          </a:xfrm>
        </p:grpSpPr>
        <p:sp>
          <p:nvSpPr>
            <p:cNvPr id="600068" name="AutoShape 4"/>
            <p:cNvSpPr>
              <a:spLocks noChangeAspect="1" noChangeArrowheads="1" noTextEdit="1"/>
            </p:cNvSpPr>
            <p:nvPr/>
          </p:nvSpPr>
          <p:spPr bwMode="auto">
            <a:xfrm>
              <a:off x="657" y="688"/>
              <a:ext cx="2679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0070" name="Rectangle 6"/>
            <p:cNvSpPr>
              <a:spLocks noChangeArrowheads="1"/>
            </p:cNvSpPr>
            <p:nvPr/>
          </p:nvSpPr>
          <p:spPr bwMode="auto">
            <a:xfrm>
              <a:off x="657" y="748"/>
              <a:ext cx="1125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700" dirty="0">
                  <a:solidFill>
                    <a:srgbClr val="000000"/>
                  </a:solidFill>
                </a:rPr>
                <a:t> Hermite</a:t>
              </a:r>
              <a:endParaRPr lang="en-US" altLang="zh-CN" b="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0071" name="Rectangle 7"/>
            <p:cNvSpPr>
              <a:spLocks noChangeArrowheads="1"/>
            </p:cNvSpPr>
            <p:nvPr/>
          </p:nvSpPr>
          <p:spPr bwMode="auto">
            <a:xfrm>
              <a:off x="1952" y="755"/>
              <a:ext cx="594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7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插值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0072" name="Rectangle 8"/>
            <p:cNvSpPr>
              <a:spLocks noChangeArrowheads="1"/>
            </p:cNvSpPr>
            <p:nvPr/>
          </p:nvSpPr>
          <p:spPr bwMode="auto">
            <a:xfrm>
              <a:off x="2449" y="748"/>
              <a:ext cx="74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700">
                  <a:solidFill>
                    <a:srgbClr val="000000"/>
                  </a:solidFill>
                </a:rPr>
                <a:t> </a:t>
              </a:r>
              <a:endParaRPr lang="zh-CN" altLang="en-US" b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D04ABE-B736-480E-8A7D-78EB94C69DE1}" type="slidenum">
              <a:rPr lang="zh-CN" altLang="en-US"/>
              <a:pPr>
                <a:defRPr/>
              </a:pPr>
              <a:t>55</a:t>
            </a:fld>
            <a:endParaRPr lang="en-US" altLang="zh-CN"/>
          </a:p>
        </p:txBody>
      </p:sp>
      <p:grpSp>
        <p:nvGrpSpPr>
          <p:cNvPr id="84995" name="Group 111"/>
          <p:cNvGrpSpPr>
            <a:grpSpLocks/>
          </p:cNvGrpSpPr>
          <p:nvPr/>
        </p:nvGrpSpPr>
        <p:grpSpPr bwMode="auto">
          <a:xfrm>
            <a:off x="539750" y="549275"/>
            <a:ext cx="8018463" cy="1109663"/>
            <a:chOff x="385" y="527"/>
            <a:chExt cx="5051" cy="699"/>
          </a:xfrm>
        </p:grpSpPr>
        <p:sp>
          <p:nvSpPr>
            <p:cNvPr id="601093" name="Rectangle 5"/>
            <p:cNvSpPr>
              <a:spLocks noChangeArrowheads="1"/>
            </p:cNvSpPr>
            <p:nvPr/>
          </p:nvSpPr>
          <p:spPr bwMode="auto">
            <a:xfrm>
              <a:off x="866" y="535"/>
              <a:ext cx="4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0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所谓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094" name="Rectangle 6"/>
            <p:cNvSpPr>
              <a:spLocks noChangeArrowheads="1"/>
            </p:cNvSpPr>
            <p:nvPr/>
          </p:nvSpPr>
          <p:spPr bwMode="auto">
            <a:xfrm>
              <a:off x="1393" y="527"/>
              <a:ext cx="9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000" dirty="0">
                  <a:solidFill>
                    <a:srgbClr val="000000"/>
                  </a:solidFill>
                </a:rPr>
                <a:t>Hermite </a:t>
              </a:r>
              <a:endPara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095" name="Rectangle 7"/>
            <p:cNvSpPr>
              <a:spLocks noChangeArrowheads="1"/>
            </p:cNvSpPr>
            <p:nvPr/>
          </p:nvSpPr>
          <p:spPr bwMode="auto">
            <a:xfrm>
              <a:off x="2303" y="535"/>
              <a:ext cx="31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30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插值是插值函数与被插值函数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85073" name="Rectangle 8"/>
            <p:cNvSpPr>
              <a:spLocks noChangeArrowheads="1"/>
            </p:cNvSpPr>
            <p:nvPr/>
          </p:nvSpPr>
          <p:spPr bwMode="auto">
            <a:xfrm>
              <a:off x="385" y="935"/>
              <a:ext cx="29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3000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不仅在节点处函数值相等，</a:t>
              </a:r>
              <a:endParaRPr lang="en-US" altLang="zh-CN" sz="30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5074" name="Rectangle 17"/>
            <p:cNvSpPr>
              <a:spLocks noChangeArrowheads="1"/>
            </p:cNvSpPr>
            <p:nvPr/>
          </p:nvSpPr>
          <p:spPr bwMode="auto">
            <a:xfrm>
              <a:off x="3288" y="935"/>
              <a:ext cx="19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r>
                <a:rPr lang="zh-CN" altLang="en-US" sz="3000" dirty="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而且导数值相等。</a:t>
              </a:r>
              <a:endParaRPr lang="en-US" altLang="zh-CN" sz="30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601107" name="Rectangle 19"/>
          <p:cNvSpPr>
            <a:spLocks noChangeArrowheads="1"/>
          </p:cNvSpPr>
          <p:nvPr/>
        </p:nvSpPr>
        <p:spPr bwMode="auto">
          <a:xfrm>
            <a:off x="684213" y="1989138"/>
            <a:ext cx="10715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设函数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08" name="Rectangle 20"/>
          <p:cNvSpPr>
            <a:spLocks noChangeArrowheads="1"/>
          </p:cNvSpPr>
          <p:nvPr/>
        </p:nvSpPr>
        <p:spPr bwMode="auto">
          <a:xfrm>
            <a:off x="1908175" y="1919288"/>
            <a:ext cx="1190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 i="1">
                <a:solidFill>
                  <a:srgbClr val="000000"/>
                </a:solidFill>
                <a:ea typeface="黑体" pitchFamily="49" charset="-122"/>
              </a:rPr>
              <a:t>f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601109" name="Rectangle 21"/>
          <p:cNvSpPr>
            <a:spLocks noChangeArrowheads="1"/>
          </p:cNvSpPr>
          <p:nvPr/>
        </p:nvSpPr>
        <p:spPr bwMode="auto">
          <a:xfrm>
            <a:off x="2016125" y="1916113"/>
            <a:ext cx="1190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rgbClr val="000000"/>
                </a:solidFill>
                <a:ea typeface="黑体" pitchFamily="49" charset="-122"/>
              </a:rPr>
              <a:t>(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601110" name="Rectangle 22"/>
          <p:cNvSpPr>
            <a:spLocks noChangeArrowheads="1"/>
          </p:cNvSpPr>
          <p:nvPr/>
        </p:nvSpPr>
        <p:spPr bwMode="auto">
          <a:xfrm>
            <a:off x="2144713" y="1919288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 i="1">
                <a:solidFill>
                  <a:srgbClr val="000000"/>
                </a:solidFill>
                <a:ea typeface="黑体" pitchFamily="49" charset="-122"/>
              </a:rPr>
              <a:t>x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601111" name="Rectangle 23"/>
          <p:cNvSpPr>
            <a:spLocks noChangeArrowheads="1"/>
          </p:cNvSpPr>
          <p:nvPr/>
        </p:nvSpPr>
        <p:spPr bwMode="auto">
          <a:xfrm>
            <a:off x="2314575" y="1916113"/>
            <a:ext cx="1190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rgbClr val="000000"/>
                </a:solidFill>
                <a:ea typeface="黑体" pitchFamily="49" charset="-122"/>
              </a:rPr>
              <a:t>)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601112" name="Rectangle 24"/>
          <p:cNvSpPr>
            <a:spLocks noChangeArrowheads="1"/>
          </p:cNvSpPr>
          <p:nvPr/>
        </p:nvSpPr>
        <p:spPr bwMode="auto">
          <a:xfrm>
            <a:off x="2449513" y="1928813"/>
            <a:ext cx="10715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在区间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13" name="Rectangle 25"/>
          <p:cNvSpPr>
            <a:spLocks noChangeArrowheads="1"/>
          </p:cNvSpPr>
          <p:nvPr/>
        </p:nvSpPr>
        <p:spPr bwMode="auto">
          <a:xfrm>
            <a:off x="3621088" y="1916113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[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14" name="Rectangle 26"/>
          <p:cNvSpPr>
            <a:spLocks noChangeArrowheads="1"/>
          </p:cNvSpPr>
          <p:nvPr/>
        </p:nvSpPr>
        <p:spPr bwMode="auto">
          <a:xfrm>
            <a:off x="3748088" y="1919288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 i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a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15" name="Rectangle 27"/>
          <p:cNvSpPr>
            <a:spLocks noChangeArrowheads="1"/>
          </p:cNvSpPr>
          <p:nvPr/>
        </p:nvSpPr>
        <p:spPr bwMode="auto">
          <a:xfrm>
            <a:off x="3941763" y="1916113"/>
            <a:ext cx="3619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, 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16" name="Rectangle 28"/>
          <p:cNvSpPr>
            <a:spLocks noChangeArrowheads="1"/>
          </p:cNvSpPr>
          <p:nvPr/>
        </p:nvSpPr>
        <p:spPr bwMode="auto">
          <a:xfrm>
            <a:off x="4033838" y="1919288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 i="1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b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17" name="Rectangle 29"/>
          <p:cNvSpPr>
            <a:spLocks noChangeArrowheads="1"/>
          </p:cNvSpPr>
          <p:nvPr/>
        </p:nvSpPr>
        <p:spPr bwMode="auto">
          <a:xfrm>
            <a:off x="4227513" y="1916113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]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1118" name="Rectangle 30"/>
          <p:cNvSpPr>
            <a:spLocks noChangeArrowheads="1"/>
          </p:cNvSpPr>
          <p:nvPr/>
        </p:nvSpPr>
        <p:spPr bwMode="auto">
          <a:xfrm>
            <a:off x="4359275" y="1928813"/>
            <a:ext cx="33940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上具有一阶连续导数</a:t>
            </a:r>
            <a:r>
              <a:rPr lang="en-US" altLang="zh-CN" sz="280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,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5008" name="Rectangle 33"/>
          <p:cNvSpPr>
            <a:spLocks noChangeArrowheads="1"/>
          </p:cNvSpPr>
          <p:nvPr/>
        </p:nvSpPr>
        <p:spPr bwMode="auto">
          <a:xfrm>
            <a:off x="755650" y="2708275"/>
            <a:ext cx="21431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2800">
                <a:solidFill>
                  <a:srgbClr val="000000"/>
                </a:solidFill>
                <a:ea typeface="黑体" pitchFamily="49" charset="-122"/>
              </a:rPr>
              <a:t>如果有不超</a:t>
            </a:r>
            <a:r>
              <a:rPr lang="zh-CN" altLang="en-US" sz="2800">
                <a:solidFill>
                  <a:srgbClr val="000000"/>
                </a:solidFill>
                <a:latin typeface="宋体" pitchFamily="2" charset="-122"/>
                <a:ea typeface="黑体" pitchFamily="49" charset="-122"/>
              </a:rPr>
              <a:t>过</a:t>
            </a:r>
          </a:p>
        </p:txBody>
      </p:sp>
      <p:sp>
        <p:nvSpPr>
          <p:cNvPr id="601124" name="Rectangle 36"/>
          <p:cNvSpPr>
            <a:spLocks noChangeArrowheads="1"/>
          </p:cNvSpPr>
          <p:nvPr/>
        </p:nvSpPr>
        <p:spPr bwMode="auto">
          <a:xfrm>
            <a:off x="3041650" y="2708275"/>
            <a:ext cx="809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000" i="1">
                <a:solidFill>
                  <a:srgbClr val="000000"/>
                </a:solidFill>
              </a:rPr>
              <a:t>2n+1</a:t>
            </a:r>
            <a:endParaRPr lang="en-US" altLang="zh-CN" i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25" name="Rectangle 37"/>
          <p:cNvSpPr>
            <a:spLocks noChangeArrowheads="1"/>
          </p:cNvSpPr>
          <p:nvPr/>
        </p:nvSpPr>
        <p:spPr bwMode="auto">
          <a:xfrm>
            <a:off x="4067175" y="2636838"/>
            <a:ext cx="14287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00"/>
                </a:solidFill>
                <a:latin typeface="宋体" pitchFamily="2" charset="-122"/>
                <a:ea typeface="黑体" pitchFamily="49" charset="-122"/>
              </a:rPr>
              <a:t>次多项式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601129" name="Rectangle 41"/>
          <p:cNvSpPr>
            <a:spLocks noChangeArrowheads="1"/>
          </p:cNvSpPr>
          <p:nvPr/>
        </p:nvSpPr>
        <p:spPr bwMode="auto">
          <a:xfrm>
            <a:off x="5795963" y="2636838"/>
            <a:ext cx="1512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zh-CN" sz="3000" i="1">
                <a:solidFill>
                  <a:srgbClr val="000000"/>
                </a:solidFill>
              </a:rPr>
              <a:t>H</a:t>
            </a:r>
            <a:r>
              <a:rPr lang="en-US" altLang="zh-CN" sz="3000" i="1" baseline="-25000">
                <a:solidFill>
                  <a:srgbClr val="000000"/>
                </a:solidFill>
              </a:rPr>
              <a:t>2n+1</a:t>
            </a:r>
            <a:r>
              <a:rPr lang="en-US" altLang="zh-CN" sz="3000" i="1">
                <a:solidFill>
                  <a:srgbClr val="000000"/>
                </a:solidFill>
              </a:rPr>
              <a:t>(x)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2" name="Rectangle 44"/>
          <p:cNvSpPr>
            <a:spLocks noChangeArrowheads="1"/>
          </p:cNvSpPr>
          <p:nvPr/>
        </p:nvSpPr>
        <p:spPr bwMode="auto">
          <a:xfrm>
            <a:off x="7308850" y="2636838"/>
            <a:ext cx="7143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rgbClr val="000000"/>
                </a:solidFill>
                <a:latin typeface="宋体" pitchFamily="2" charset="-122"/>
                <a:ea typeface="黑体" pitchFamily="49" charset="-122"/>
              </a:rPr>
              <a:t>满足</a:t>
            </a:r>
            <a:endParaRPr lang="zh-CN" altLang="en-US" sz="2800">
              <a:effectLst>
                <a:outerShdw blurRad="38100" dist="38100" dir="2700000" algn="tl">
                  <a:srgbClr val="C0C0C0"/>
                </a:outerShdw>
              </a:effectLst>
              <a:ea typeface="黑体" pitchFamily="49" charset="-122"/>
            </a:endParaRPr>
          </a:p>
        </p:txBody>
      </p:sp>
      <p:sp>
        <p:nvSpPr>
          <p:cNvPr id="601133" name="Rectangle 45"/>
          <p:cNvSpPr>
            <a:spLocks noChangeArrowheads="1"/>
          </p:cNvSpPr>
          <p:nvPr/>
        </p:nvSpPr>
        <p:spPr bwMode="auto">
          <a:xfrm>
            <a:off x="5637213" y="3005138"/>
            <a:ext cx="9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 b="0">
                <a:solidFill>
                  <a:srgbClr val="000000"/>
                </a:solidFill>
              </a:rPr>
              <a:t> 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4" name="Rectangle 46"/>
          <p:cNvSpPr>
            <a:spLocks noChangeArrowheads="1"/>
          </p:cNvSpPr>
          <p:nvPr/>
        </p:nvSpPr>
        <p:spPr bwMode="auto">
          <a:xfrm>
            <a:off x="8350250" y="3670300"/>
            <a:ext cx="10953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)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5" name="Rectangle 47"/>
          <p:cNvSpPr>
            <a:spLocks noChangeArrowheads="1"/>
          </p:cNvSpPr>
          <p:nvPr/>
        </p:nvSpPr>
        <p:spPr bwMode="auto">
          <a:xfrm>
            <a:off x="7848600" y="3670300"/>
            <a:ext cx="3302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,...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6" name="Rectangle 48"/>
          <p:cNvSpPr>
            <a:spLocks noChangeArrowheads="1"/>
          </p:cNvSpPr>
          <p:nvPr/>
        </p:nvSpPr>
        <p:spPr bwMode="auto">
          <a:xfrm>
            <a:off x="7685088" y="3670300"/>
            <a:ext cx="1651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2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7" name="Rectangle 49"/>
          <p:cNvSpPr>
            <a:spLocks noChangeArrowheads="1"/>
          </p:cNvSpPr>
          <p:nvPr/>
        </p:nvSpPr>
        <p:spPr bwMode="auto">
          <a:xfrm>
            <a:off x="7594600" y="3670300"/>
            <a:ext cx="825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,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8" name="Rectangle 50"/>
          <p:cNvSpPr>
            <a:spLocks noChangeArrowheads="1"/>
          </p:cNvSpPr>
          <p:nvPr/>
        </p:nvSpPr>
        <p:spPr bwMode="auto">
          <a:xfrm>
            <a:off x="7458075" y="3670300"/>
            <a:ext cx="1651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1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39" name="Rectangle 51"/>
          <p:cNvSpPr>
            <a:spLocks noChangeArrowheads="1"/>
          </p:cNvSpPr>
          <p:nvPr/>
        </p:nvSpPr>
        <p:spPr bwMode="auto">
          <a:xfrm>
            <a:off x="7405688" y="3670300"/>
            <a:ext cx="825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,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40" name="Rectangle 52"/>
          <p:cNvSpPr>
            <a:spLocks noChangeArrowheads="1"/>
          </p:cNvSpPr>
          <p:nvPr/>
        </p:nvSpPr>
        <p:spPr bwMode="auto">
          <a:xfrm>
            <a:off x="7240588" y="3670300"/>
            <a:ext cx="1651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0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41" name="Rectangle 53"/>
          <p:cNvSpPr>
            <a:spLocks noChangeArrowheads="1"/>
          </p:cNvSpPr>
          <p:nvPr/>
        </p:nvSpPr>
        <p:spPr bwMode="auto">
          <a:xfrm>
            <a:off x="6743700" y="3670300"/>
            <a:ext cx="201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</a:rPr>
              <a:t>(</a:t>
            </a:r>
            <a:r>
              <a:rPr lang="en-US" altLang="zh-CN" sz="2600" b="0" i="1">
                <a:solidFill>
                  <a:srgbClr val="000000"/>
                </a:solidFill>
              </a:rPr>
              <a:t>i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54" name="Rectangle 66"/>
          <p:cNvSpPr>
            <a:spLocks noChangeArrowheads="1"/>
          </p:cNvSpPr>
          <p:nvPr/>
        </p:nvSpPr>
        <p:spPr bwMode="auto">
          <a:xfrm>
            <a:off x="8177213" y="3671888"/>
            <a:ext cx="16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 i="1">
                <a:solidFill>
                  <a:srgbClr val="000000"/>
                </a:solidFill>
              </a:rPr>
              <a:t>n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67" name="Rectangle 79"/>
          <p:cNvSpPr>
            <a:spLocks noChangeArrowheads="1"/>
          </p:cNvSpPr>
          <p:nvPr/>
        </p:nvSpPr>
        <p:spPr bwMode="auto">
          <a:xfrm>
            <a:off x="6981825" y="3625850"/>
            <a:ext cx="180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2600" b="0">
                <a:solidFill>
                  <a:srgbClr val="000000"/>
                </a:solidFill>
                <a:latin typeface="Symbol" pitchFamily="18" charset="2"/>
              </a:rPr>
              <a:t>=</a:t>
            </a:r>
            <a:endParaRPr lang="en-US" altLang="zh-CN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85024" name="Group 113"/>
          <p:cNvGrpSpPr>
            <a:grpSpLocks/>
          </p:cNvGrpSpPr>
          <p:nvPr/>
        </p:nvGrpSpPr>
        <p:grpSpPr bwMode="auto">
          <a:xfrm>
            <a:off x="3756025" y="3573463"/>
            <a:ext cx="2028825" cy="565150"/>
            <a:chOff x="2366" y="2284"/>
            <a:chExt cx="1177" cy="324"/>
          </a:xfrm>
        </p:grpSpPr>
        <p:sp>
          <p:nvSpPr>
            <p:cNvPr id="601142" name="Rectangle 54"/>
            <p:cNvSpPr>
              <a:spLocks noChangeArrowheads="1"/>
            </p:cNvSpPr>
            <p:nvPr/>
          </p:nvSpPr>
          <p:spPr bwMode="auto">
            <a:xfrm>
              <a:off x="3474" y="2312"/>
              <a:ext cx="6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)</a:t>
              </a:r>
              <a:endPara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43" name="Rectangle 55"/>
            <p:cNvSpPr>
              <a:spLocks noChangeArrowheads="1"/>
            </p:cNvSpPr>
            <p:nvPr/>
          </p:nvSpPr>
          <p:spPr bwMode="auto">
            <a:xfrm>
              <a:off x="3233" y="2312"/>
              <a:ext cx="6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(</a:t>
              </a:r>
              <a:endPara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48" name="Rectangle 60"/>
            <p:cNvSpPr>
              <a:spLocks noChangeArrowheads="1"/>
            </p:cNvSpPr>
            <p:nvPr/>
          </p:nvSpPr>
          <p:spPr bwMode="auto">
            <a:xfrm>
              <a:off x="3190" y="2293"/>
              <a:ext cx="58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 dirty="0">
                  <a:solidFill>
                    <a:srgbClr val="000000"/>
                  </a:solidFill>
                </a:rPr>
                <a:t>'</a:t>
              </a:r>
              <a:endPara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49" name="Rectangle 61"/>
            <p:cNvSpPr>
              <a:spLocks noChangeArrowheads="1"/>
            </p:cNvSpPr>
            <p:nvPr/>
          </p:nvSpPr>
          <p:spPr bwMode="auto">
            <a:xfrm>
              <a:off x="2555" y="2293"/>
              <a:ext cx="58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'</a:t>
              </a:r>
              <a:endPara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0" name="Rectangle 62"/>
            <p:cNvSpPr>
              <a:spLocks noChangeArrowheads="1"/>
            </p:cNvSpPr>
            <p:nvPr/>
          </p:nvSpPr>
          <p:spPr bwMode="auto">
            <a:xfrm>
              <a:off x="2744" y="2477"/>
              <a:ext cx="56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1</a:t>
              </a:r>
              <a:endParaRPr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1" name="Rectangle 63"/>
            <p:cNvSpPr>
              <a:spLocks noChangeArrowheads="1"/>
            </p:cNvSpPr>
            <p:nvPr/>
          </p:nvSpPr>
          <p:spPr bwMode="auto">
            <a:xfrm>
              <a:off x="2539" y="2477"/>
              <a:ext cx="55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2</a:t>
              </a:r>
              <a:endParaRPr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5" name="Rectangle 67"/>
            <p:cNvSpPr>
              <a:spLocks noChangeArrowheads="1"/>
            </p:cNvSpPr>
            <p:nvPr/>
          </p:nvSpPr>
          <p:spPr bwMode="auto">
            <a:xfrm>
              <a:off x="3320" y="2313"/>
              <a:ext cx="10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>
                  <a:solidFill>
                    <a:srgbClr val="000000"/>
                  </a:solidFill>
                </a:rPr>
                <a:t>x</a:t>
              </a:r>
              <a:endParaRPr lang="en-US" altLang="zh-CN" sz="28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6" name="Rectangle 68"/>
            <p:cNvSpPr>
              <a:spLocks noChangeArrowheads="1"/>
            </p:cNvSpPr>
            <p:nvPr/>
          </p:nvSpPr>
          <p:spPr bwMode="auto">
            <a:xfrm>
              <a:off x="3073" y="2313"/>
              <a:ext cx="6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800" i="1" dirty="0">
                  <a:solidFill>
                    <a:srgbClr val="000000"/>
                  </a:solidFill>
                </a:rPr>
                <a:t>f</a:t>
              </a:r>
              <a:endPara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7" name="Rectangle 69"/>
            <p:cNvSpPr>
              <a:spLocks noChangeArrowheads="1"/>
            </p:cNvSpPr>
            <p:nvPr/>
          </p:nvSpPr>
          <p:spPr bwMode="auto">
            <a:xfrm>
              <a:off x="2366" y="2313"/>
              <a:ext cx="185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i="1" dirty="0">
                  <a:solidFill>
                    <a:srgbClr val="000000"/>
                  </a:solidFill>
                </a:rPr>
                <a:t>H</a:t>
              </a:r>
              <a:endParaRPr lang="en-US" altLang="zh-CN" sz="3200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2" name="Rectangle 74"/>
            <p:cNvSpPr>
              <a:spLocks noChangeArrowheads="1"/>
            </p:cNvSpPr>
            <p:nvPr/>
          </p:nvSpPr>
          <p:spPr bwMode="auto">
            <a:xfrm>
              <a:off x="3411" y="2477"/>
              <a:ext cx="29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i</a:t>
              </a:r>
              <a:endParaRPr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3" name="Rectangle 75"/>
            <p:cNvSpPr>
              <a:spLocks noChangeArrowheads="1"/>
            </p:cNvSpPr>
            <p:nvPr/>
          </p:nvSpPr>
          <p:spPr bwMode="auto">
            <a:xfrm>
              <a:off x="2610" y="2477"/>
              <a:ext cx="62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</a:rPr>
                <a:t>n</a:t>
              </a:r>
              <a:endParaRPr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8" name="Rectangle 80"/>
            <p:cNvSpPr>
              <a:spLocks noChangeArrowheads="1"/>
            </p:cNvSpPr>
            <p:nvPr/>
          </p:nvSpPr>
          <p:spPr bwMode="auto">
            <a:xfrm>
              <a:off x="2867" y="2284"/>
              <a:ext cx="105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600" i="1">
                  <a:solidFill>
                    <a:srgbClr val="000000"/>
                  </a:solidFill>
                  <a:latin typeface="Symbol" pitchFamily="18" charset="2"/>
                </a:rPr>
                <a:t>=</a:t>
              </a:r>
              <a:endParaRPr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70" name="Rectangle 82"/>
            <p:cNvSpPr>
              <a:spLocks noChangeArrowheads="1"/>
            </p:cNvSpPr>
            <p:nvPr/>
          </p:nvSpPr>
          <p:spPr bwMode="auto">
            <a:xfrm>
              <a:off x="2680" y="2459"/>
              <a:ext cx="61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1500" i="1">
                  <a:solidFill>
                    <a:srgbClr val="000000"/>
                  </a:solidFill>
                  <a:latin typeface="Symbol" pitchFamily="18" charset="2"/>
                </a:rPr>
                <a:t>+</a:t>
              </a:r>
              <a:endParaRPr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85025" name="Group 112"/>
          <p:cNvGrpSpPr>
            <a:grpSpLocks/>
          </p:cNvGrpSpPr>
          <p:nvPr/>
        </p:nvGrpSpPr>
        <p:grpSpPr bwMode="auto">
          <a:xfrm>
            <a:off x="827088" y="3573463"/>
            <a:ext cx="2549525" cy="631825"/>
            <a:chOff x="703" y="2277"/>
            <a:chExt cx="1515" cy="373"/>
          </a:xfrm>
        </p:grpSpPr>
        <p:sp>
          <p:nvSpPr>
            <p:cNvPr id="601144" name="Rectangle 56"/>
            <p:cNvSpPr>
              <a:spLocks noChangeArrowheads="1"/>
            </p:cNvSpPr>
            <p:nvPr/>
          </p:nvSpPr>
          <p:spPr bwMode="auto">
            <a:xfrm>
              <a:off x="2077" y="2305"/>
              <a:ext cx="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),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45" name="Rectangle 57"/>
            <p:cNvSpPr>
              <a:spLocks noChangeArrowheads="1"/>
            </p:cNvSpPr>
            <p:nvPr/>
          </p:nvSpPr>
          <p:spPr bwMode="auto">
            <a:xfrm>
              <a:off x="1834" y="2305"/>
              <a:ext cx="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(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46" name="Rectangle 58"/>
            <p:cNvSpPr>
              <a:spLocks noChangeArrowheads="1"/>
            </p:cNvSpPr>
            <p:nvPr/>
          </p:nvSpPr>
          <p:spPr bwMode="auto">
            <a:xfrm>
              <a:off x="1399" y="2305"/>
              <a:ext cx="8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 dirty="0">
                  <a:solidFill>
                    <a:srgbClr val="000000"/>
                  </a:solidFill>
                </a:rPr>
                <a:t>)</a:t>
              </a:r>
              <a:endParaRPr lang="en-US" altLang="zh-CN" sz="3200" b="0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47" name="Rectangle 59"/>
            <p:cNvSpPr>
              <a:spLocks noChangeArrowheads="1"/>
            </p:cNvSpPr>
            <p:nvPr/>
          </p:nvSpPr>
          <p:spPr bwMode="auto">
            <a:xfrm>
              <a:off x="1158" y="2305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(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2" name="Rectangle 64"/>
            <p:cNvSpPr>
              <a:spLocks noChangeArrowheads="1"/>
            </p:cNvSpPr>
            <p:nvPr/>
          </p:nvSpPr>
          <p:spPr bwMode="auto">
            <a:xfrm>
              <a:off x="1080" y="2470"/>
              <a:ext cx="75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i="1">
                  <a:solidFill>
                    <a:srgbClr val="000000"/>
                  </a:solidFill>
                </a:rPr>
                <a:t>1</a:t>
              </a:r>
              <a:endParaRPr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3" name="Rectangle 65"/>
            <p:cNvSpPr>
              <a:spLocks noChangeArrowheads="1"/>
            </p:cNvSpPr>
            <p:nvPr/>
          </p:nvSpPr>
          <p:spPr bwMode="auto">
            <a:xfrm>
              <a:off x="876" y="2470"/>
              <a:ext cx="75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i="1">
                  <a:solidFill>
                    <a:srgbClr val="000000"/>
                  </a:solidFill>
                </a:rPr>
                <a:t>2</a:t>
              </a:r>
              <a:endParaRPr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8" name="Rectangle 70"/>
            <p:cNvSpPr>
              <a:spLocks noChangeArrowheads="1"/>
            </p:cNvSpPr>
            <p:nvPr/>
          </p:nvSpPr>
          <p:spPr bwMode="auto">
            <a:xfrm>
              <a:off x="1921" y="2306"/>
              <a:ext cx="1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x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59" name="Rectangle 71"/>
            <p:cNvSpPr>
              <a:spLocks noChangeArrowheads="1"/>
            </p:cNvSpPr>
            <p:nvPr/>
          </p:nvSpPr>
          <p:spPr bwMode="auto">
            <a:xfrm>
              <a:off x="1725" y="2306"/>
              <a:ext cx="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f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0" name="Rectangle 72"/>
            <p:cNvSpPr>
              <a:spLocks noChangeArrowheads="1"/>
            </p:cNvSpPr>
            <p:nvPr/>
          </p:nvSpPr>
          <p:spPr bwMode="auto">
            <a:xfrm>
              <a:off x="1243" y="2306"/>
              <a:ext cx="1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x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1" name="Rectangle 73"/>
            <p:cNvSpPr>
              <a:spLocks noChangeArrowheads="1"/>
            </p:cNvSpPr>
            <p:nvPr/>
          </p:nvSpPr>
          <p:spPr bwMode="auto">
            <a:xfrm>
              <a:off x="703" y="2306"/>
              <a:ext cx="1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H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4" name="Rectangle 76"/>
            <p:cNvSpPr>
              <a:spLocks noChangeArrowheads="1"/>
            </p:cNvSpPr>
            <p:nvPr/>
          </p:nvSpPr>
          <p:spPr bwMode="auto">
            <a:xfrm>
              <a:off x="2014" y="2470"/>
              <a:ext cx="4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i="1">
                  <a:solidFill>
                    <a:srgbClr val="000000"/>
                  </a:solidFill>
                </a:rPr>
                <a:t>i</a:t>
              </a:r>
              <a:endParaRPr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5" name="Rectangle 77"/>
            <p:cNvSpPr>
              <a:spLocks noChangeArrowheads="1"/>
            </p:cNvSpPr>
            <p:nvPr/>
          </p:nvSpPr>
          <p:spPr bwMode="auto">
            <a:xfrm>
              <a:off x="1336" y="2470"/>
              <a:ext cx="42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i="1">
                  <a:solidFill>
                    <a:srgbClr val="000000"/>
                  </a:solidFill>
                </a:rPr>
                <a:t>i</a:t>
              </a:r>
              <a:endParaRPr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6" name="Rectangle 78"/>
            <p:cNvSpPr>
              <a:spLocks noChangeArrowheads="1"/>
            </p:cNvSpPr>
            <p:nvPr/>
          </p:nvSpPr>
          <p:spPr bwMode="auto">
            <a:xfrm>
              <a:off x="947" y="2470"/>
              <a:ext cx="8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i="1">
                  <a:solidFill>
                    <a:srgbClr val="000000"/>
                  </a:solidFill>
                </a:rPr>
                <a:t>n</a:t>
              </a:r>
              <a:endParaRPr lang="en-US" altLang="zh-CN" sz="200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69" name="Rectangle 81"/>
            <p:cNvSpPr>
              <a:spLocks noChangeArrowheads="1"/>
            </p:cNvSpPr>
            <p:nvPr/>
          </p:nvSpPr>
          <p:spPr bwMode="auto">
            <a:xfrm>
              <a:off x="1519" y="2277"/>
              <a:ext cx="1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3200" b="0" i="1">
                  <a:solidFill>
                    <a:srgbClr val="000000"/>
                  </a:solidFill>
                </a:rPr>
                <a:t>=</a:t>
              </a:r>
              <a:endParaRPr lang="en-US" altLang="zh-CN" sz="3200" b="0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601171" name="Rectangle 83"/>
            <p:cNvSpPr>
              <a:spLocks noChangeArrowheads="1"/>
            </p:cNvSpPr>
            <p:nvPr/>
          </p:nvSpPr>
          <p:spPr bwMode="auto">
            <a:xfrm>
              <a:off x="1017" y="2452"/>
              <a:ext cx="86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i="1" dirty="0">
                  <a:solidFill>
                    <a:srgbClr val="000000"/>
                  </a:solidFill>
                </a:rPr>
                <a:t>+</a:t>
              </a:r>
              <a:endParaRPr lang="en-US" altLang="zh-CN" sz="2000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601173" name="Rectangle 85"/>
          <p:cNvSpPr>
            <a:spLocks noChangeArrowheads="1"/>
          </p:cNvSpPr>
          <p:nvPr/>
        </p:nvSpPr>
        <p:spPr bwMode="auto">
          <a:xfrm>
            <a:off x="8331200" y="3608388"/>
            <a:ext cx="9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 b="0">
                <a:solidFill>
                  <a:srgbClr val="000000"/>
                </a:solidFill>
              </a:rPr>
              <a:t> </a:t>
            </a:r>
            <a:endParaRPr lang="zh-CN" altLang="en-US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74" name="Rectangle 86"/>
          <p:cNvSpPr>
            <a:spLocks noChangeArrowheads="1"/>
          </p:cNvSpPr>
          <p:nvPr/>
        </p:nvSpPr>
        <p:spPr bwMode="auto">
          <a:xfrm>
            <a:off x="611188" y="4673600"/>
            <a:ext cx="76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则称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81" name="Rectangle 93"/>
          <p:cNvSpPr>
            <a:spLocks noChangeArrowheads="1"/>
          </p:cNvSpPr>
          <p:nvPr/>
        </p:nvSpPr>
        <p:spPr bwMode="auto">
          <a:xfrm>
            <a:off x="2740025" y="4673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为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82" name="Rectangle 94"/>
          <p:cNvSpPr>
            <a:spLocks noChangeArrowheads="1"/>
          </p:cNvSpPr>
          <p:nvPr/>
        </p:nvSpPr>
        <p:spPr bwMode="auto">
          <a:xfrm>
            <a:off x="3205163" y="4664075"/>
            <a:ext cx="12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000" i="1" dirty="0">
                <a:solidFill>
                  <a:srgbClr val="000000"/>
                </a:solidFill>
              </a:rPr>
              <a:t>f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83" name="Rectangle 95"/>
          <p:cNvSpPr>
            <a:spLocks noChangeArrowheads="1"/>
          </p:cNvSpPr>
          <p:nvPr/>
        </p:nvSpPr>
        <p:spPr bwMode="auto">
          <a:xfrm>
            <a:off x="3314700" y="4660900"/>
            <a:ext cx="12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000">
                <a:solidFill>
                  <a:srgbClr val="000000"/>
                </a:solidFill>
              </a:rPr>
              <a:t>(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84" name="Rectangle 96"/>
          <p:cNvSpPr>
            <a:spLocks noChangeArrowheads="1"/>
          </p:cNvSpPr>
          <p:nvPr/>
        </p:nvSpPr>
        <p:spPr bwMode="auto">
          <a:xfrm>
            <a:off x="3441700" y="4664075"/>
            <a:ext cx="190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000" i="1">
                <a:solidFill>
                  <a:srgbClr val="000000"/>
                </a:solidFill>
              </a:rPr>
              <a:t>x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85" name="Rectangle 97"/>
          <p:cNvSpPr>
            <a:spLocks noChangeArrowheads="1"/>
          </p:cNvSpPr>
          <p:nvPr/>
        </p:nvSpPr>
        <p:spPr bwMode="auto">
          <a:xfrm>
            <a:off x="3613150" y="4660900"/>
            <a:ext cx="12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000">
                <a:solidFill>
                  <a:srgbClr val="000000"/>
                </a:solidFill>
              </a:rPr>
              <a:t>)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86" name="Rectangle 98"/>
          <p:cNvSpPr>
            <a:spLocks noChangeArrowheads="1"/>
          </p:cNvSpPr>
          <p:nvPr/>
        </p:nvSpPr>
        <p:spPr bwMode="auto">
          <a:xfrm>
            <a:off x="3740150" y="4673600"/>
            <a:ext cx="1530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关于节点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93" name="Rectangle 105"/>
          <p:cNvSpPr>
            <a:spLocks noChangeArrowheads="1"/>
          </p:cNvSpPr>
          <p:nvPr/>
        </p:nvSpPr>
        <p:spPr bwMode="auto">
          <a:xfrm>
            <a:off x="6062663" y="4673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94" name="Rectangle 106"/>
          <p:cNvSpPr>
            <a:spLocks noChangeArrowheads="1"/>
          </p:cNvSpPr>
          <p:nvPr/>
        </p:nvSpPr>
        <p:spPr bwMode="auto">
          <a:xfrm>
            <a:off x="6529388" y="4660900"/>
            <a:ext cx="1357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en-US" altLang="zh-CN" sz="3000">
                <a:solidFill>
                  <a:srgbClr val="000000"/>
                </a:solidFill>
              </a:rPr>
              <a:t>Hermite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95" name="Rectangle 107"/>
          <p:cNvSpPr>
            <a:spLocks noChangeArrowheads="1"/>
          </p:cNvSpPr>
          <p:nvPr/>
        </p:nvSpPr>
        <p:spPr bwMode="auto">
          <a:xfrm>
            <a:off x="7867650" y="4673600"/>
            <a:ext cx="76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插值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96" name="Rectangle 108"/>
          <p:cNvSpPr>
            <a:spLocks noChangeArrowheads="1"/>
          </p:cNvSpPr>
          <p:nvPr/>
        </p:nvSpPr>
        <p:spPr bwMode="auto">
          <a:xfrm>
            <a:off x="611188" y="5276850"/>
            <a:ext cx="1147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多项式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97" name="Rectangle 109"/>
          <p:cNvSpPr>
            <a:spLocks noChangeArrowheads="1"/>
          </p:cNvSpPr>
          <p:nvPr/>
        </p:nvSpPr>
        <p:spPr bwMode="auto">
          <a:xfrm>
            <a:off x="1762125" y="52768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198" name="Rectangle 110"/>
          <p:cNvSpPr>
            <a:spLocks noChangeArrowheads="1"/>
          </p:cNvSpPr>
          <p:nvPr/>
        </p:nvSpPr>
        <p:spPr bwMode="auto">
          <a:xfrm>
            <a:off x="2146300" y="5264150"/>
            <a:ext cx="9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/>
            </a:pPr>
            <a:r>
              <a:rPr lang="zh-CN" altLang="en-US" sz="3000">
                <a:solidFill>
                  <a:srgbClr val="000000"/>
                </a:solidFill>
              </a:rPr>
              <a:t> 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1202" name="Rectangle 114"/>
          <p:cNvSpPr>
            <a:spLocks noChangeArrowheads="1"/>
          </p:cNvSpPr>
          <p:nvPr/>
        </p:nvSpPr>
        <p:spPr bwMode="auto">
          <a:xfrm>
            <a:off x="1403350" y="4725988"/>
            <a:ext cx="1512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zh-CN" sz="3000" i="1">
                <a:solidFill>
                  <a:srgbClr val="000000"/>
                </a:solidFill>
              </a:rPr>
              <a:t>H</a:t>
            </a:r>
            <a:r>
              <a:rPr lang="en-US" altLang="zh-CN" sz="3000" i="1" baseline="-25000">
                <a:solidFill>
                  <a:srgbClr val="000000"/>
                </a:solidFill>
              </a:rPr>
              <a:t>2n+1</a:t>
            </a:r>
            <a:r>
              <a:rPr lang="en-US" altLang="zh-CN" sz="3000" i="1">
                <a:solidFill>
                  <a:srgbClr val="000000"/>
                </a:solidFill>
              </a:rPr>
              <a:t>(x)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5041" name="Rectangle 115"/>
          <p:cNvSpPr>
            <a:spLocks noChangeArrowheads="1"/>
          </p:cNvSpPr>
          <p:nvPr/>
        </p:nvSpPr>
        <p:spPr bwMode="auto">
          <a:xfrm>
            <a:off x="5435600" y="4654550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000" i="1">
                <a:solidFill>
                  <a:srgbClr val="000000"/>
                </a:solidFill>
              </a:rPr>
              <a:t>x</a:t>
            </a:r>
            <a:r>
              <a:rPr lang="en-US" altLang="zh-CN" sz="3000" i="1" baseline="-25000">
                <a:solidFill>
                  <a:srgbClr val="000000"/>
                </a:solidFill>
              </a:rPr>
              <a:t>i</a:t>
            </a:r>
            <a:endParaRPr lang="en-US" altLang="zh-CN" sz="3000" i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F2195F-37D3-4B49-863E-41BB0707F0A7}" type="slidenum">
              <a:rPr lang="zh-CN" altLang="en-US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b="1">
                <a:solidFill>
                  <a:schemeClr val="tx1"/>
                </a:solidFill>
              </a:rPr>
              <a:t>构造 </a:t>
            </a:r>
            <a:r>
              <a:rPr lang="en-US" altLang="zh-CN" sz="3200" b="1"/>
              <a:t>Hermite </a:t>
            </a:r>
            <a:r>
              <a:rPr lang="zh-CN" altLang="en-US" sz="3200" b="1"/>
              <a:t>插值多项式 </a:t>
            </a:r>
            <a:r>
              <a:rPr lang="en-US" altLang="zh-CN" sz="4000" b="1" i="1"/>
              <a:t>H</a:t>
            </a:r>
            <a:r>
              <a:rPr lang="en-US" altLang="zh-CN" sz="4000" b="1"/>
              <a:t>(</a:t>
            </a:r>
            <a:r>
              <a:rPr lang="en-US" altLang="zh-CN" sz="4000" b="1" i="1"/>
              <a:t>x</a:t>
            </a:r>
            <a:r>
              <a:rPr lang="en-US" altLang="zh-CN" sz="4000" b="1"/>
              <a:t>)</a:t>
            </a:r>
            <a:endParaRPr lang="zh-CN" altLang="en-US" sz="4000" b="1"/>
          </a:p>
        </p:txBody>
      </p:sp>
      <p:sp>
        <p:nvSpPr>
          <p:cNvPr id="635907" name="Rectangle 3"/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6021" name="Object 4"/>
          <p:cNvGraphicFramePr>
            <a:graphicFrameLocks noChangeAspect="1"/>
          </p:cNvGraphicFramePr>
          <p:nvPr/>
        </p:nvGraphicFramePr>
        <p:xfrm>
          <a:off x="581025" y="2205038"/>
          <a:ext cx="7908925" cy="329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5" name="公式" r:id="rId3" imgW="3327400" imgH="1587500" progId="Equation.3">
                  <p:embed/>
                </p:oleObj>
              </mc:Choice>
              <mc:Fallback>
                <p:oleObj name="公式" r:id="rId3" imgW="3327400" imgH="1587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2205038"/>
                        <a:ext cx="7908925" cy="329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B9821-0421-4E1E-99B9-EA3F0000BB85}" type="slidenum">
              <a:rPr lang="zh-CN" altLang="en-US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5334000" cy="762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5400">
                <a:solidFill>
                  <a:schemeClr val="tx1"/>
                </a:solidFill>
              </a:rPr>
              <a:t>Hermite </a:t>
            </a:r>
            <a:r>
              <a:rPr lang="zh-CN" altLang="en-US" sz="5400" b="1">
                <a:solidFill>
                  <a:schemeClr val="tx1"/>
                </a:solidFill>
              </a:rPr>
              <a:t>插值</a:t>
            </a:r>
          </a:p>
        </p:txBody>
      </p:sp>
      <p:sp>
        <p:nvSpPr>
          <p:cNvPr id="87044" name="Rectangle 3"/>
          <p:cNvSpPr>
            <a:spLocks noChangeArrowheads="1"/>
          </p:cNvSpPr>
          <p:nvPr/>
        </p:nvSpPr>
        <p:spPr bwMode="auto">
          <a:xfrm>
            <a:off x="323850" y="1341438"/>
            <a:ext cx="8351838" cy="11271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一般来说，给定 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m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+1</a:t>
            </a:r>
            <a:r>
              <a:rPr kumimoji="1" lang="en-US" altLang="zh-CN" sz="280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个插值条件，就可以构造出一个 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m</a:t>
            </a:r>
            <a:r>
              <a:rPr kumimoji="1" lang="en-US" altLang="zh-CN" sz="280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次 </a:t>
            </a:r>
            <a:r>
              <a:rPr kumimoji="1" lang="en-US" altLang="zh-CN" sz="2800">
                <a:solidFill>
                  <a:schemeClr val="tx1"/>
                </a:solidFill>
                <a:ea typeface="黑体" pitchFamily="49" charset="-122"/>
              </a:rPr>
              <a:t>Hermite </a:t>
            </a: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插值多项式  </a:t>
            </a:r>
          </a:p>
        </p:txBody>
      </p:sp>
      <p:sp>
        <p:nvSpPr>
          <p:cNvPr id="87045" name="Rectangle 4"/>
          <p:cNvSpPr>
            <a:spLocks noChangeArrowheads="1"/>
          </p:cNvSpPr>
          <p:nvPr/>
        </p:nvSpPr>
        <p:spPr bwMode="auto">
          <a:xfrm>
            <a:off x="179388" y="2708275"/>
            <a:ext cx="50927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hlink"/>
              </a:buClr>
              <a:buFont typeface="Wingdings" pitchFamily="2" charset="2"/>
              <a:buChar char="n"/>
            </a:pPr>
            <a:r>
              <a:rPr kumimoji="1" lang="zh-CN" altLang="en-US" sz="3200">
                <a:solidFill>
                  <a:srgbClr val="0000CC"/>
                </a:solidFill>
                <a:ea typeface="黑体" pitchFamily="49" charset="-122"/>
              </a:rPr>
              <a:t> 两个典型的 </a:t>
            </a:r>
            <a:r>
              <a:rPr kumimoji="1" lang="en-US" altLang="zh-CN" sz="3200">
                <a:solidFill>
                  <a:srgbClr val="0000CC"/>
                </a:solidFill>
                <a:ea typeface="黑体" pitchFamily="49" charset="-122"/>
              </a:rPr>
              <a:t>Hermite</a:t>
            </a:r>
            <a:r>
              <a:rPr kumimoji="1" lang="zh-CN" altLang="en-US" sz="3200">
                <a:solidFill>
                  <a:srgbClr val="0000CC"/>
                </a:solidFill>
                <a:ea typeface="黑体" pitchFamily="49" charset="-122"/>
              </a:rPr>
              <a:t> 插值</a:t>
            </a:r>
          </a:p>
        </p:txBody>
      </p:sp>
      <p:sp>
        <p:nvSpPr>
          <p:cNvPr id="87046" name="Rectangle 5"/>
          <p:cNvSpPr>
            <a:spLocks noChangeArrowheads="1"/>
          </p:cNvSpPr>
          <p:nvPr/>
        </p:nvSpPr>
        <p:spPr bwMode="auto">
          <a:xfrm>
            <a:off x="468313" y="3357563"/>
            <a:ext cx="4121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 三点三次 </a:t>
            </a:r>
            <a:r>
              <a:rPr kumimoji="1" lang="en-US" altLang="zh-CN" sz="2800">
                <a:solidFill>
                  <a:schemeClr val="tx1"/>
                </a:solidFill>
                <a:ea typeface="黑体" pitchFamily="49" charset="-122"/>
              </a:rPr>
              <a:t>Hermite </a:t>
            </a: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插值</a:t>
            </a:r>
          </a:p>
        </p:txBody>
      </p:sp>
      <p:sp>
        <p:nvSpPr>
          <p:cNvPr id="87047" name="Rectangle 6"/>
          <p:cNvSpPr>
            <a:spLocks noChangeArrowheads="1"/>
          </p:cNvSpPr>
          <p:nvPr/>
        </p:nvSpPr>
        <p:spPr bwMode="auto">
          <a:xfrm>
            <a:off x="468313" y="5084763"/>
            <a:ext cx="4121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zh-CN" altLang="en-US" sz="2800" dirty="0">
                <a:solidFill>
                  <a:schemeClr val="tx1"/>
                </a:solidFill>
                <a:ea typeface="黑体" pitchFamily="49" charset="-122"/>
              </a:rPr>
              <a:t> 两点三次 </a:t>
            </a:r>
            <a:r>
              <a:rPr kumimoji="1" lang="en-US" altLang="zh-CN" sz="2800" dirty="0" err="1">
                <a:solidFill>
                  <a:schemeClr val="tx1"/>
                </a:solidFill>
                <a:ea typeface="黑体" pitchFamily="49" charset="-122"/>
              </a:rPr>
              <a:t>Hermite</a:t>
            </a:r>
            <a:r>
              <a:rPr kumimoji="1" lang="en-US" altLang="zh-CN" sz="2800" dirty="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zh-CN" altLang="en-US" sz="2800" dirty="0">
                <a:solidFill>
                  <a:schemeClr val="tx1"/>
                </a:solidFill>
                <a:ea typeface="黑体" pitchFamily="49" charset="-122"/>
              </a:rPr>
              <a:t>插值</a:t>
            </a:r>
          </a:p>
        </p:txBody>
      </p:sp>
      <p:sp>
        <p:nvSpPr>
          <p:cNvPr id="87048" name="Rectangle 7"/>
          <p:cNvSpPr>
            <a:spLocks noChangeArrowheads="1"/>
          </p:cNvSpPr>
          <p:nvPr/>
        </p:nvSpPr>
        <p:spPr bwMode="auto">
          <a:xfrm>
            <a:off x="827088" y="3789363"/>
            <a:ext cx="7993062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插值节点：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0 </a:t>
            </a:r>
            <a:r>
              <a:rPr kumimoji="1" lang="en-US" altLang="zh-CN" sz="2800">
                <a:solidFill>
                  <a:srgbClr val="0000CC"/>
                </a:solidFill>
                <a:ea typeface="黑体" pitchFamily="49" charset="-122"/>
              </a:rPr>
              <a:t>,  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1 </a:t>
            </a:r>
            <a:r>
              <a:rPr kumimoji="1" lang="en-US" altLang="zh-CN" sz="2800">
                <a:solidFill>
                  <a:srgbClr val="0000CC"/>
                </a:solidFill>
                <a:ea typeface="黑体" pitchFamily="49" charset="-122"/>
              </a:rPr>
              <a:t>,  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2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插值条件：</a:t>
            </a:r>
            <a:r>
              <a:rPr kumimoji="1" lang="en-US" altLang="zh-CN" sz="2400" i="1">
                <a:solidFill>
                  <a:srgbClr val="0000FF"/>
                </a:solidFill>
              </a:rPr>
              <a:t>P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400">
                <a:solidFill>
                  <a:srgbClr val="0000FF"/>
                </a:solidFill>
              </a:rPr>
              <a:t>) = </a:t>
            </a:r>
            <a:r>
              <a:rPr kumimoji="1" lang="en-US" altLang="zh-CN" sz="2400" i="1">
                <a:solidFill>
                  <a:srgbClr val="0000FF"/>
                </a:solidFill>
              </a:rPr>
              <a:t>f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400">
                <a:solidFill>
                  <a:srgbClr val="0000FF"/>
                </a:solidFill>
              </a:rPr>
              <a:t>)</a:t>
            </a:r>
            <a:r>
              <a:rPr kumimoji="1" lang="zh-CN" altLang="en-US" sz="2400">
                <a:solidFill>
                  <a:srgbClr val="0000CC"/>
                </a:solidFill>
              </a:rPr>
              <a:t>，</a:t>
            </a:r>
            <a:r>
              <a:rPr kumimoji="1" lang="en-US" altLang="zh-CN" sz="2400" i="1">
                <a:solidFill>
                  <a:srgbClr val="0000CC"/>
                </a:solidFill>
                <a:ea typeface="黑体" pitchFamily="49" charset="-122"/>
              </a:rPr>
              <a:t>i =</a:t>
            </a:r>
            <a:r>
              <a:rPr kumimoji="1" lang="zh-CN" altLang="en-US" sz="2400">
                <a:solidFill>
                  <a:srgbClr val="0000CC"/>
                </a:solidFill>
                <a:ea typeface="黑体" pitchFamily="49" charset="-122"/>
              </a:rPr>
              <a:t> </a:t>
            </a:r>
            <a:r>
              <a:rPr kumimoji="1" lang="en-US" altLang="zh-CN" sz="2400">
                <a:solidFill>
                  <a:srgbClr val="0000CC"/>
                </a:solidFill>
                <a:ea typeface="黑体" pitchFamily="49" charset="-122"/>
              </a:rPr>
              <a:t>0, 1, 2</a:t>
            </a:r>
            <a:r>
              <a:rPr kumimoji="1" lang="zh-CN" altLang="en-US" sz="2400">
                <a:solidFill>
                  <a:srgbClr val="0000FF"/>
                </a:solidFill>
              </a:rPr>
              <a:t>，</a:t>
            </a:r>
            <a:r>
              <a:rPr kumimoji="1" lang="en-US" altLang="zh-CN" sz="2400" i="1">
                <a:solidFill>
                  <a:srgbClr val="0000FF"/>
                </a:solidFill>
              </a:rPr>
              <a:t>P</a:t>
            </a:r>
            <a:r>
              <a:rPr kumimoji="1" lang="en-US" altLang="zh-CN" sz="24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baseline="-25000">
                <a:solidFill>
                  <a:srgbClr val="0000FF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) = </a:t>
            </a:r>
            <a:r>
              <a:rPr kumimoji="1" lang="en-US" altLang="zh-CN" sz="2400" i="1">
                <a:solidFill>
                  <a:srgbClr val="0000FF"/>
                </a:solidFill>
              </a:rPr>
              <a:t>f</a:t>
            </a:r>
            <a:r>
              <a:rPr kumimoji="1" lang="en-US" altLang="zh-CN" sz="24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baseline="-25000">
                <a:solidFill>
                  <a:srgbClr val="0000FF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)</a:t>
            </a:r>
            <a:endParaRPr kumimoji="1" lang="zh-CN" altLang="en-US" sz="2400">
              <a:solidFill>
                <a:srgbClr val="0000FF"/>
              </a:solidFill>
            </a:endParaRPr>
          </a:p>
        </p:txBody>
      </p:sp>
      <p:sp>
        <p:nvSpPr>
          <p:cNvPr id="87049" name="Rectangle 8"/>
          <p:cNvSpPr>
            <a:spLocks noChangeArrowheads="1"/>
          </p:cNvSpPr>
          <p:nvPr/>
        </p:nvSpPr>
        <p:spPr bwMode="auto">
          <a:xfrm>
            <a:off x="827088" y="5516563"/>
            <a:ext cx="6624637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插值节点：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0 </a:t>
            </a:r>
            <a:r>
              <a:rPr kumimoji="1" lang="en-US" altLang="zh-CN" sz="2800">
                <a:solidFill>
                  <a:srgbClr val="0000CC"/>
                </a:solidFill>
                <a:ea typeface="黑体" pitchFamily="49" charset="-122"/>
              </a:rPr>
              <a:t>,  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1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插值条件：</a:t>
            </a:r>
            <a:r>
              <a:rPr kumimoji="1" lang="en-US" altLang="zh-CN" sz="2400" i="1">
                <a:solidFill>
                  <a:srgbClr val="0000FF"/>
                </a:solidFill>
              </a:rPr>
              <a:t>P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400">
                <a:solidFill>
                  <a:srgbClr val="0000FF"/>
                </a:solidFill>
              </a:rPr>
              <a:t>) = </a:t>
            </a:r>
            <a:r>
              <a:rPr kumimoji="1" lang="en-US" altLang="zh-CN" sz="2400" i="1">
                <a:solidFill>
                  <a:srgbClr val="0000FF"/>
                </a:solidFill>
              </a:rPr>
              <a:t>f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400">
                <a:solidFill>
                  <a:srgbClr val="0000FF"/>
                </a:solidFill>
              </a:rPr>
              <a:t>)</a:t>
            </a:r>
            <a:r>
              <a:rPr kumimoji="1" lang="zh-CN" altLang="en-US" sz="2400">
                <a:solidFill>
                  <a:srgbClr val="0000FF"/>
                </a:solidFill>
              </a:rPr>
              <a:t>，</a:t>
            </a:r>
            <a:r>
              <a:rPr kumimoji="1" lang="en-US" altLang="zh-CN" sz="2400" i="1">
                <a:solidFill>
                  <a:srgbClr val="0000FF"/>
                </a:solidFill>
              </a:rPr>
              <a:t>P</a:t>
            </a:r>
            <a:r>
              <a:rPr kumimoji="1" lang="en-US" altLang="zh-CN" sz="24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400">
                <a:solidFill>
                  <a:srgbClr val="0000FF"/>
                </a:solidFill>
              </a:rPr>
              <a:t>) = </a:t>
            </a:r>
            <a:r>
              <a:rPr kumimoji="1" lang="en-US" altLang="zh-CN" sz="2400" i="1">
                <a:solidFill>
                  <a:srgbClr val="0000FF"/>
                </a:solidFill>
              </a:rPr>
              <a:t>f</a:t>
            </a:r>
            <a:r>
              <a:rPr kumimoji="1" lang="en-US" altLang="zh-CN" sz="24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400">
                <a:solidFill>
                  <a:srgbClr val="0000FF"/>
                </a:solidFill>
              </a:rPr>
              <a:t>) </a:t>
            </a:r>
            <a:r>
              <a:rPr kumimoji="1" lang="zh-CN" altLang="en-US" sz="2400">
                <a:solidFill>
                  <a:srgbClr val="0000CC"/>
                </a:solidFill>
              </a:rPr>
              <a:t>，</a:t>
            </a:r>
            <a:r>
              <a:rPr kumimoji="1" lang="en-US" altLang="zh-CN" sz="2400" i="1">
                <a:solidFill>
                  <a:srgbClr val="0000CC"/>
                </a:solidFill>
                <a:ea typeface="黑体" pitchFamily="49" charset="-122"/>
              </a:rPr>
              <a:t>i =</a:t>
            </a:r>
            <a:r>
              <a:rPr kumimoji="1" lang="zh-CN" altLang="en-US" sz="2400">
                <a:solidFill>
                  <a:srgbClr val="0000CC"/>
                </a:solidFill>
                <a:ea typeface="黑体" pitchFamily="49" charset="-122"/>
              </a:rPr>
              <a:t> </a:t>
            </a:r>
            <a:r>
              <a:rPr kumimoji="1" lang="en-US" altLang="zh-CN" sz="2400">
                <a:solidFill>
                  <a:srgbClr val="0000CC"/>
                </a:solidFill>
                <a:ea typeface="黑体" pitchFamily="49" charset="-122"/>
              </a:rPr>
              <a:t>0, 1</a:t>
            </a:r>
            <a:endParaRPr kumimoji="1" lang="zh-CN" altLang="en-US" sz="2400">
              <a:solidFill>
                <a:srgbClr val="0000CC"/>
              </a:solidFill>
              <a:ea typeface="黑体" pitchFamily="49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361ED-4EC2-4804-94EF-4EA48735134D}" type="slidenum">
              <a:rPr lang="zh-CN" altLang="en-US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638" y="434975"/>
            <a:ext cx="6991350" cy="762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三点三次</a:t>
            </a:r>
            <a:r>
              <a:rPr lang="en-US" altLang="zh-CN" b="1"/>
              <a:t>Hermite </a:t>
            </a:r>
            <a:r>
              <a:rPr lang="zh-CN" altLang="en-US" b="1"/>
              <a:t>插值</a:t>
            </a:r>
          </a:p>
        </p:txBody>
      </p:sp>
      <p:sp>
        <p:nvSpPr>
          <p:cNvPr id="88068" name="Rectangle 3"/>
          <p:cNvSpPr>
            <a:spLocks noChangeArrowheads="1"/>
          </p:cNvSpPr>
          <p:nvPr/>
        </p:nvSpPr>
        <p:spPr bwMode="auto">
          <a:xfrm>
            <a:off x="468313" y="1773238"/>
            <a:ext cx="8207375" cy="1136650"/>
          </a:xfrm>
          <a:prstGeom prst="rect">
            <a:avLst/>
          </a:prstGeom>
          <a:noFill/>
          <a:ln w="1905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插值节点：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0 </a:t>
            </a:r>
            <a:r>
              <a:rPr kumimoji="1" lang="en-US" altLang="zh-CN" sz="2800">
                <a:solidFill>
                  <a:srgbClr val="0000CC"/>
                </a:solidFill>
                <a:ea typeface="黑体" pitchFamily="49" charset="-122"/>
              </a:rPr>
              <a:t>,  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1 </a:t>
            </a:r>
            <a:r>
              <a:rPr kumimoji="1" lang="en-US" altLang="zh-CN" sz="2800">
                <a:solidFill>
                  <a:srgbClr val="0000CC"/>
                </a:solidFill>
                <a:ea typeface="黑体" pitchFamily="49" charset="-122"/>
              </a:rPr>
              <a:t>,  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>
                <a:solidFill>
                  <a:srgbClr val="0000CC"/>
                </a:solidFill>
                <a:ea typeface="黑体" pitchFamily="49" charset="-122"/>
              </a:rPr>
              <a:t>2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chemeClr val="tx1"/>
                </a:solidFill>
                <a:ea typeface="黑体" pitchFamily="49" charset="-122"/>
              </a:rPr>
              <a:t>插值条件：</a:t>
            </a:r>
            <a:r>
              <a:rPr kumimoji="1" lang="en-US" altLang="zh-CN" sz="2800" i="1">
                <a:solidFill>
                  <a:srgbClr val="0000FF"/>
                </a:solidFill>
              </a:rPr>
              <a:t>P</a:t>
            </a:r>
            <a:r>
              <a:rPr kumimoji="1" lang="en-US" altLang="zh-CN" sz="2800">
                <a:solidFill>
                  <a:srgbClr val="0000FF"/>
                </a:solidFill>
              </a:rPr>
              <a:t>(</a:t>
            </a:r>
            <a:r>
              <a:rPr kumimoji="1" lang="en-US" altLang="zh-CN" sz="2800" i="1">
                <a:solidFill>
                  <a:srgbClr val="0000FF"/>
                </a:solidFill>
              </a:rPr>
              <a:t>x</a:t>
            </a:r>
            <a:r>
              <a:rPr kumimoji="1" lang="en-US" altLang="zh-CN" sz="28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800">
                <a:solidFill>
                  <a:srgbClr val="0000FF"/>
                </a:solidFill>
              </a:rPr>
              <a:t>) = </a:t>
            </a:r>
            <a:r>
              <a:rPr kumimoji="1" lang="en-US" altLang="zh-CN" sz="2800" i="1">
                <a:solidFill>
                  <a:srgbClr val="0000FF"/>
                </a:solidFill>
              </a:rPr>
              <a:t>f</a:t>
            </a:r>
            <a:r>
              <a:rPr kumimoji="1" lang="en-US" altLang="zh-CN" sz="2800">
                <a:solidFill>
                  <a:srgbClr val="0000FF"/>
                </a:solidFill>
              </a:rPr>
              <a:t>(</a:t>
            </a:r>
            <a:r>
              <a:rPr kumimoji="1" lang="en-US" altLang="zh-CN" sz="2800" i="1">
                <a:solidFill>
                  <a:srgbClr val="0000FF"/>
                </a:solidFill>
              </a:rPr>
              <a:t>x</a:t>
            </a:r>
            <a:r>
              <a:rPr kumimoji="1" lang="en-US" altLang="zh-CN" sz="2800" i="1" baseline="-25000">
                <a:solidFill>
                  <a:srgbClr val="0000FF"/>
                </a:solidFill>
              </a:rPr>
              <a:t>i</a:t>
            </a:r>
            <a:r>
              <a:rPr kumimoji="1" lang="en-US" altLang="zh-CN" sz="2800">
                <a:solidFill>
                  <a:srgbClr val="0000FF"/>
                </a:solidFill>
              </a:rPr>
              <a:t>)</a:t>
            </a:r>
            <a:r>
              <a:rPr kumimoji="1" lang="zh-CN" altLang="en-US" sz="2800">
                <a:solidFill>
                  <a:srgbClr val="0000CC"/>
                </a:solidFill>
              </a:rPr>
              <a:t>，</a:t>
            </a:r>
            <a:r>
              <a:rPr kumimoji="1" lang="en-US" altLang="zh-CN" sz="2800" i="1">
                <a:solidFill>
                  <a:srgbClr val="0000CC"/>
                </a:solidFill>
                <a:ea typeface="黑体" pitchFamily="49" charset="-122"/>
              </a:rPr>
              <a:t>i =</a:t>
            </a:r>
            <a:r>
              <a:rPr kumimoji="1" lang="zh-CN" altLang="en-US" sz="2800">
                <a:solidFill>
                  <a:srgbClr val="0000CC"/>
                </a:solidFill>
                <a:ea typeface="黑体" pitchFamily="49" charset="-122"/>
              </a:rPr>
              <a:t> </a:t>
            </a:r>
            <a:r>
              <a:rPr kumimoji="1" lang="en-US" altLang="zh-CN" sz="2800">
                <a:solidFill>
                  <a:srgbClr val="0000CC"/>
                </a:solidFill>
                <a:ea typeface="黑体" pitchFamily="49" charset="-122"/>
              </a:rPr>
              <a:t>0, 1, 2</a:t>
            </a:r>
            <a:r>
              <a:rPr kumimoji="1" lang="zh-CN" altLang="en-US" sz="2800">
                <a:solidFill>
                  <a:srgbClr val="0000FF"/>
                </a:solidFill>
              </a:rPr>
              <a:t>，</a:t>
            </a:r>
            <a:r>
              <a:rPr kumimoji="1" lang="en-US" altLang="zh-CN" sz="2800" i="1">
                <a:solidFill>
                  <a:srgbClr val="0000FF"/>
                </a:solidFill>
              </a:rPr>
              <a:t>P</a:t>
            </a:r>
            <a:r>
              <a:rPr kumimoji="1" lang="en-US" altLang="zh-CN" sz="28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800">
                <a:solidFill>
                  <a:srgbClr val="0000FF"/>
                </a:solidFill>
              </a:rPr>
              <a:t>(</a:t>
            </a:r>
            <a:r>
              <a:rPr kumimoji="1" lang="en-US" altLang="zh-CN" sz="2800" i="1">
                <a:solidFill>
                  <a:srgbClr val="0000FF"/>
                </a:solidFill>
              </a:rPr>
              <a:t>x</a:t>
            </a:r>
            <a:r>
              <a:rPr kumimoji="1" lang="en-US" altLang="zh-CN" sz="2800" baseline="-25000">
                <a:solidFill>
                  <a:srgbClr val="0000FF"/>
                </a:solidFill>
              </a:rPr>
              <a:t>1</a:t>
            </a:r>
            <a:r>
              <a:rPr kumimoji="1" lang="en-US" altLang="zh-CN" sz="2800">
                <a:solidFill>
                  <a:srgbClr val="0000FF"/>
                </a:solidFill>
              </a:rPr>
              <a:t>) = </a:t>
            </a:r>
            <a:r>
              <a:rPr kumimoji="1" lang="en-US" altLang="zh-CN" sz="2800" i="1">
                <a:solidFill>
                  <a:srgbClr val="0000FF"/>
                </a:solidFill>
              </a:rPr>
              <a:t>f</a:t>
            </a:r>
            <a:r>
              <a:rPr kumimoji="1" lang="en-US" altLang="zh-CN" sz="28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800">
                <a:solidFill>
                  <a:srgbClr val="0000FF"/>
                </a:solidFill>
              </a:rPr>
              <a:t>(</a:t>
            </a:r>
            <a:r>
              <a:rPr kumimoji="1" lang="en-US" altLang="zh-CN" sz="2800" i="1">
                <a:solidFill>
                  <a:srgbClr val="0000FF"/>
                </a:solidFill>
              </a:rPr>
              <a:t>x</a:t>
            </a:r>
            <a:r>
              <a:rPr kumimoji="1" lang="en-US" altLang="zh-CN" sz="2800" baseline="-25000">
                <a:solidFill>
                  <a:srgbClr val="0000FF"/>
                </a:solidFill>
              </a:rPr>
              <a:t>1</a:t>
            </a:r>
            <a:r>
              <a:rPr kumimoji="1" lang="en-US" altLang="zh-CN" sz="2800">
                <a:solidFill>
                  <a:srgbClr val="0000FF"/>
                </a:solidFill>
              </a:rPr>
              <a:t>)</a:t>
            </a:r>
            <a:endParaRPr kumimoji="1" lang="zh-CN" altLang="en-US" sz="2800">
              <a:solidFill>
                <a:srgbClr val="0000FF"/>
              </a:solidFill>
            </a:endParaRPr>
          </a:p>
        </p:txBody>
      </p:sp>
      <p:sp>
        <p:nvSpPr>
          <p:cNvPr id="88069" name="Rectangle 4"/>
          <p:cNvSpPr>
            <a:spLocks noChangeArrowheads="1"/>
          </p:cNvSpPr>
          <p:nvPr/>
        </p:nvSpPr>
        <p:spPr bwMode="auto">
          <a:xfrm>
            <a:off x="468313" y="3213100"/>
            <a:ext cx="118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设</a:t>
            </a:r>
          </a:p>
        </p:txBody>
      </p:sp>
      <p:graphicFrame>
        <p:nvGraphicFramePr>
          <p:cNvPr id="88070" name="Object 5" descr="蓝色面巾纸"/>
          <p:cNvGraphicFramePr>
            <a:graphicFrameLocks noChangeAspect="1"/>
          </p:cNvGraphicFramePr>
          <p:nvPr/>
        </p:nvGraphicFramePr>
        <p:xfrm>
          <a:off x="1042988" y="3284538"/>
          <a:ext cx="56165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9" name="Equation" r:id="rId3" imgW="2311400" imgH="711200" progId="Equation.DSMT4">
                  <p:embed/>
                </p:oleObj>
              </mc:Choice>
              <mc:Fallback>
                <p:oleObj name="Equation" r:id="rId3" imgW="2311400" imgH="711200" progId="Equation.DSMT4">
                  <p:embed/>
                  <p:pic>
                    <p:nvPicPr>
                      <p:cNvPr id="0" name="Object 5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284538"/>
                        <a:ext cx="5616575" cy="1422400"/>
                      </a:xfrm>
                      <a:prstGeom prst="rect">
                        <a:avLst/>
                      </a:prstGeom>
                      <a:blipFill dpi="0" rotWithShape="1">
                        <a:blip r:embed="rId5">
                          <a:alphaModFix amt="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Rectangle 6"/>
          <p:cNvSpPr>
            <a:spLocks noChangeArrowheads="1"/>
          </p:cNvSpPr>
          <p:nvPr/>
        </p:nvSpPr>
        <p:spPr bwMode="auto">
          <a:xfrm>
            <a:off x="539750" y="5013325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将 </a:t>
            </a:r>
            <a:r>
              <a:rPr kumimoji="1" lang="en-US" altLang="zh-CN" sz="2400" i="1">
                <a:solidFill>
                  <a:srgbClr val="0000FF"/>
                </a:solidFill>
              </a:rPr>
              <a:t>P</a:t>
            </a:r>
            <a:r>
              <a:rPr kumimoji="1" lang="en-US" altLang="zh-CN" sz="24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baseline="-25000">
                <a:solidFill>
                  <a:srgbClr val="0000FF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) = </a:t>
            </a:r>
            <a:r>
              <a:rPr kumimoji="1" lang="en-US" altLang="zh-CN" sz="2400" i="1">
                <a:solidFill>
                  <a:srgbClr val="0000FF"/>
                </a:solidFill>
              </a:rPr>
              <a:t>f</a:t>
            </a:r>
            <a:r>
              <a:rPr kumimoji="1" lang="en-US" altLang="zh-CN" sz="2400" i="1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>
                <a:solidFill>
                  <a:srgbClr val="0000FF"/>
                </a:solidFill>
              </a:rPr>
              <a:t>(</a:t>
            </a:r>
            <a:r>
              <a:rPr kumimoji="1" lang="en-US" altLang="zh-CN" sz="2400" i="1">
                <a:solidFill>
                  <a:srgbClr val="0000FF"/>
                </a:solidFill>
              </a:rPr>
              <a:t>x</a:t>
            </a:r>
            <a:r>
              <a:rPr kumimoji="1" lang="en-US" altLang="zh-CN" sz="2400" baseline="-25000">
                <a:solidFill>
                  <a:srgbClr val="0000FF"/>
                </a:solidFill>
              </a:rPr>
              <a:t>1</a:t>
            </a:r>
            <a:r>
              <a:rPr kumimoji="1" lang="en-US" altLang="zh-CN" sz="2400">
                <a:solidFill>
                  <a:srgbClr val="0000FF"/>
                </a:solidFill>
              </a:rPr>
              <a:t>)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 代入可得</a:t>
            </a:r>
          </a:p>
        </p:txBody>
      </p:sp>
      <p:graphicFrame>
        <p:nvGraphicFramePr>
          <p:cNvPr id="637959" name="Object 7" descr="蓝色面巾纸"/>
          <p:cNvGraphicFramePr>
            <a:graphicFrameLocks noChangeAspect="1"/>
          </p:cNvGraphicFramePr>
          <p:nvPr/>
        </p:nvGraphicFramePr>
        <p:xfrm>
          <a:off x="971550" y="5589588"/>
          <a:ext cx="57546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0" name="Equation" r:id="rId6" imgW="2882900" imgH="431800" progId="Equation.DSMT4">
                  <p:embed/>
                </p:oleObj>
              </mc:Choice>
              <mc:Fallback>
                <p:oleObj name="Equation" r:id="rId6" imgW="2882900" imgH="431800" progId="Equation.DSMT4">
                  <p:embed/>
                  <p:pic>
                    <p:nvPicPr>
                      <p:cNvPr id="0" name="Object 7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589588"/>
                        <a:ext cx="5754688" cy="863600"/>
                      </a:xfrm>
                      <a:prstGeom prst="rect">
                        <a:avLst/>
                      </a:prstGeom>
                      <a:blipFill dpi="0" rotWithShape="1">
                        <a:blip r:embed="rId5">
                          <a:alphaModFix amt="5000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24042F-56D8-420E-8E1F-61A17468F33D}" type="slidenum">
              <a:rPr lang="zh-CN" altLang="en-US"/>
              <a:pPr>
                <a:defRPr/>
              </a:pPr>
              <a:t>59</a:t>
            </a:fld>
            <a:endParaRPr lang="en-US" altLang="zh-CN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5334000" cy="762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插值举例</a:t>
            </a:r>
          </a:p>
        </p:txBody>
      </p:sp>
      <p:sp>
        <p:nvSpPr>
          <p:cNvPr id="89092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80772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2800">
                <a:solidFill>
                  <a:srgbClr val="0000CC"/>
                </a:solidFill>
                <a:ea typeface="黑体" pitchFamily="49" charset="-122"/>
              </a:rPr>
              <a:t>例：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函数 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f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(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x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)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 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= 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x</a:t>
            </a:r>
            <a:r>
              <a:rPr kumimoji="1" lang="en-US" altLang="zh-CN" sz="2800" baseline="30000">
                <a:solidFill>
                  <a:srgbClr val="0000FF"/>
                </a:solidFill>
                <a:ea typeface="黑体" pitchFamily="49" charset="-122"/>
              </a:rPr>
              <a:t>3/2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，插值条件如下</a:t>
            </a:r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395288" y="2565400"/>
            <a:ext cx="642778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试给出三次</a:t>
            </a:r>
            <a:r>
              <a:rPr kumimoji="1" lang="en-US" altLang="zh-CN" sz="2400">
                <a:solidFill>
                  <a:schemeClr val="tx1"/>
                </a:solidFill>
                <a:ea typeface="黑体" pitchFamily="49" charset="-122"/>
              </a:rPr>
              <a:t>Hermite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插值多项式</a:t>
            </a:r>
          </a:p>
        </p:txBody>
      </p:sp>
      <p:graphicFrame>
        <p:nvGraphicFramePr>
          <p:cNvPr id="89094" name="Object 6"/>
          <p:cNvGraphicFramePr>
            <a:graphicFrameLocks noChangeAspect="1"/>
          </p:cNvGraphicFramePr>
          <p:nvPr/>
        </p:nvGraphicFramePr>
        <p:xfrm>
          <a:off x="4140200" y="2060575"/>
          <a:ext cx="914400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7" name="Equation" r:id="rId3" imgW="429604" imgH="668273" progId="Equation.DSMT4">
                  <p:embed/>
                </p:oleObj>
              </mc:Choice>
              <mc:Fallback>
                <p:oleObj name="Equation" r:id="rId3" imgW="429604" imgH="66827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060575"/>
                        <a:ext cx="914400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5" name="Rectangle 25"/>
          <p:cNvSpPr>
            <a:spLocks noChangeArrowheads="1"/>
          </p:cNvSpPr>
          <p:nvPr/>
        </p:nvSpPr>
        <p:spPr bwMode="auto">
          <a:xfrm>
            <a:off x="539750" y="1989138"/>
            <a:ext cx="6518275" cy="46672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chemeClr val="tx1"/>
                </a:solidFill>
                <a:ea typeface="黑体" pitchFamily="49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ea typeface="黑体" pitchFamily="49" charset="-122"/>
              </a:rPr>
              <a:t>(1/4)</a:t>
            </a:r>
            <a:r>
              <a:rPr kumimoji="1" lang="en-US" altLang="zh-CN" sz="2400" i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黑体" pitchFamily="49" charset="-122"/>
              </a:rPr>
              <a:t>= 1/8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1</a:t>
            </a:r>
            <a:r>
              <a:rPr kumimoji="1" lang="zh-CN" altLang="en-US" sz="2400">
                <a:solidFill>
                  <a:schemeClr val="tx1"/>
                </a:solidFill>
                <a:ea typeface="宋体" pitchFamily="2" charset="-122"/>
              </a:rPr>
              <a:t>，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(9/4)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27/8</a:t>
            </a:r>
            <a:r>
              <a:rPr kumimoji="1" lang="zh-CN" altLang="en-US" sz="2400">
                <a:solidFill>
                  <a:schemeClr val="tx1"/>
                </a:solidFill>
                <a:ea typeface="宋体" pitchFamily="2" charset="-122"/>
              </a:rPr>
              <a:t>，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’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3/2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  </a:t>
            </a:r>
          </a:p>
        </p:txBody>
      </p:sp>
      <p:graphicFrame>
        <p:nvGraphicFramePr>
          <p:cNvPr id="89096" name="对象 1" descr="蓝色面巾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725865"/>
              </p:ext>
            </p:extLst>
          </p:nvPr>
        </p:nvGraphicFramePr>
        <p:xfrm>
          <a:off x="1331689" y="3518768"/>
          <a:ext cx="561657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8" name="Equation" r:id="rId5" imgW="2311400" imgH="711200" progId="Equation.DSMT4">
                  <p:embed/>
                </p:oleObj>
              </mc:Choice>
              <mc:Fallback>
                <p:oleObj name="Equation" r:id="rId5" imgW="2311400" imgH="711200" progId="Equation.DSMT4">
                  <p:embed/>
                  <p:pic>
                    <p:nvPicPr>
                      <p:cNvPr id="0" name="对象 1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89" y="3518768"/>
                        <a:ext cx="5616575" cy="1422400"/>
                      </a:xfrm>
                      <a:prstGeom prst="rect">
                        <a:avLst/>
                      </a:prstGeom>
                      <a:blipFill dpi="0" rotWithShape="1">
                        <a:blip r:embed="rId7">
                          <a:alphaModFix amt="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 descr="蓝色面巾纸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375619"/>
              </p:ext>
            </p:extLst>
          </p:nvPr>
        </p:nvGraphicFramePr>
        <p:xfrm>
          <a:off x="1389856" y="5445224"/>
          <a:ext cx="57546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9" name="Equation" r:id="rId8" imgW="2882900" imgH="431800" progId="Equation.DSMT4">
                  <p:embed/>
                </p:oleObj>
              </mc:Choice>
              <mc:Fallback>
                <p:oleObj name="Equation" r:id="rId8" imgW="2882900" imgH="431800" progId="Equation.DSMT4">
                  <p:embed/>
                  <p:pic>
                    <p:nvPicPr>
                      <p:cNvPr id="0" name="对象 2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856" y="5445224"/>
                        <a:ext cx="5754687" cy="863600"/>
                      </a:xfrm>
                      <a:prstGeom prst="rect">
                        <a:avLst/>
                      </a:prstGeom>
                      <a:blipFill dpi="0" rotWithShape="1">
                        <a:blip r:embed="rId7">
                          <a:alphaModFix amt="5000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805723-200A-47B3-BA01-6A60A6CECE8D}" type="slidenum">
              <a:rPr lang="zh-CN" altLang="en-US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115888"/>
            <a:ext cx="5334000" cy="762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插值举例</a:t>
            </a:r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228600" y="908050"/>
            <a:ext cx="80772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2800">
                <a:solidFill>
                  <a:srgbClr val="0000CC"/>
                </a:solidFill>
                <a:ea typeface="黑体" pitchFamily="49" charset="-122"/>
              </a:rPr>
              <a:t>例：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函数 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f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(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x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)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 </a:t>
            </a:r>
            <a:r>
              <a:rPr kumimoji="1" lang="en-US" altLang="zh-CN" sz="2800">
                <a:solidFill>
                  <a:srgbClr val="0000FF"/>
                </a:solidFill>
                <a:ea typeface="黑体" pitchFamily="49" charset="-122"/>
              </a:rPr>
              <a:t>= </a:t>
            </a:r>
            <a:r>
              <a:rPr kumimoji="1" lang="en-US" altLang="zh-CN" sz="2800" i="1">
                <a:solidFill>
                  <a:srgbClr val="0000FF"/>
                </a:solidFill>
                <a:ea typeface="黑体" pitchFamily="49" charset="-122"/>
              </a:rPr>
              <a:t>x</a:t>
            </a:r>
            <a:r>
              <a:rPr kumimoji="1" lang="en-US" altLang="zh-CN" sz="2800" baseline="30000">
                <a:solidFill>
                  <a:srgbClr val="0000FF"/>
                </a:solidFill>
                <a:ea typeface="黑体" pitchFamily="49" charset="-122"/>
              </a:rPr>
              <a:t>3/2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，插值条件如下</a:t>
            </a:r>
          </a:p>
        </p:txBody>
      </p:sp>
      <p:sp>
        <p:nvSpPr>
          <p:cNvPr id="638980" name="Text Box 4"/>
          <p:cNvSpPr txBox="1">
            <a:spLocks noChangeArrowheads="1"/>
          </p:cNvSpPr>
          <p:nvPr/>
        </p:nvSpPr>
        <p:spPr bwMode="auto">
          <a:xfrm>
            <a:off x="179388" y="2681288"/>
            <a:ext cx="532765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2800">
                <a:solidFill>
                  <a:srgbClr val="0000CC"/>
                </a:solidFill>
                <a:ea typeface="黑体" pitchFamily="49" charset="-122"/>
              </a:rPr>
              <a:t>解</a:t>
            </a:r>
            <a:r>
              <a:rPr kumimoji="1" lang="zh-CN" altLang="en-US" sz="2800">
                <a:solidFill>
                  <a:srgbClr val="0000FF"/>
                </a:solidFill>
                <a:ea typeface="黑体" pitchFamily="49" charset="-122"/>
              </a:rPr>
              <a:t>：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作差商表</a:t>
            </a:r>
          </a:p>
        </p:txBody>
      </p:sp>
      <p:sp>
        <p:nvSpPr>
          <p:cNvPr id="90118" name="Text Box 5"/>
          <p:cNvSpPr txBox="1">
            <a:spLocks noChangeArrowheads="1"/>
          </p:cNvSpPr>
          <p:nvPr/>
        </p:nvSpPr>
        <p:spPr bwMode="auto">
          <a:xfrm>
            <a:off x="395288" y="2178050"/>
            <a:ext cx="6427787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试给出三次</a:t>
            </a:r>
            <a:r>
              <a:rPr kumimoji="1" lang="en-US" altLang="zh-CN" sz="2400">
                <a:solidFill>
                  <a:schemeClr val="tx1"/>
                </a:solidFill>
                <a:ea typeface="黑体" pitchFamily="49" charset="-122"/>
              </a:rPr>
              <a:t>Hermite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插值多项式</a:t>
            </a:r>
          </a:p>
        </p:txBody>
      </p:sp>
      <p:graphicFrame>
        <p:nvGraphicFramePr>
          <p:cNvPr id="90119" name="Object 6"/>
          <p:cNvGraphicFramePr>
            <a:graphicFrameLocks noChangeAspect="1"/>
          </p:cNvGraphicFramePr>
          <p:nvPr/>
        </p:nvGraphicFramePr>
        <p:xfrm>
          <a:off x="4140200" y="2060575"/>
          <a:ext cx="914400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40" name="Equation" r:id="rId3" imgW="429604" imgH="668273" progId="Equation.DSMT4">
                  <p:embed/>
                </p:oleObj>
              </mc:Choice>
              <mc:Fallback>
                <p:oleObj name="Equation" r:id="rId3" imgW="429604" imgH="66827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060575"/>
                        <a:ext cx="914400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3" name="Group 7"/>
          <p:cNvGraphicFramePr>
            <a:graphicFrameLocks noGrp="1"/>
          </p:cNvGraphicFramePr>
          <p:nvPr/>
        </p:nvGraphicFramePr>
        <p:xfrm>
          <a:off x="5003800" y="3213100"/>
          <a:ext cx="4046538" cy="2157696"/>
        </p:xfrm>
        <a:graphic>
          <a:graphicData uri="http://schemas.openxmlformats.org/drawingml/2006/table">
            <a:tbl>
              <a:tblPr/>
              <a:tblGrid>
                <a:gridCol w="62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kumimoji="1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T="45648" marB="456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ƒ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kumimoji="1" lang="en-US" altLang="zh-CN" sz="24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648" marB="456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一阶差商</a:t>
                      </a:r>
                    </a:p>
                  </a:txBody>
                  <a:tcPr marT="45648" marB="456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</a:rPr>
                        <a:t>二阶差商</a:t>
                      </a:r>
                    </a:p>
                  </a:txBody>
                  <a:tcPr marT="45648" marB="456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4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1/4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9/4</a:t>
                      </a:r>
                    </a:p>
                  </a:txBody>
                  <a:tcPr marT="45648" marB="4564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1/8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27/8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648" marB="456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7/6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19/10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T="45648" marB="456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11/30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</a:endParaRPr>
                    </a:p>
                  </a:txBody>
                  <a:tcPr marT="45648" marB="4564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9000" name="Rectangle 24"/>
          <p:cNvSpPr>
            <a:spLocks noChangeArrowheads="1"/>
          </p:cNvSpPr>
          <p:nvPr/>
        </p:nvSpPr>
        <p:spPr bwMode="auto">
          <a:xfrm>
            <a:off x="179388" y="5346700"/>
            <a:ext cx="648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将  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’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’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3/2 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代入可得 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A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-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14/225</a:t>
            </a:r>
            <a:endParaRPr kumimoji="1" lang="zh-CN" altLang="en-US" sz="24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90138" name="Rectangle 25"/>
          <p:cNvSpPr>
            <a:spLocks noChangeArrowheads="1"/>
          </p:cNvSpPr>
          <p:nvPr/>
        </p:nvSpPr>
        <p:spPr bwMode="auto">
          <a:xfrm>
            <a:off x="539750" y="1601788"/>
            <a:ext cx="6518275" cy="46672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chemeClr val="tx1"/>
                </a:solidFill>
                <a:ea typeface="黑体" pitchFamily="49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ea typeface="黑体" pitchFamily="49" charset="-122"/>
              </a:rPr>
              <a:t>(1/4)</a:t>
            </a:r>
            <a:r>
              <a:rPr kumimoji="1" lang="en-US" altLang="zh-CN" sz="2400" i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黑体" pitchFamily="49" charset="-122"/>
              </a:rPr>
              <a:t>= 1/8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1</a:t>
            </a:r>
            <a:r>
              <a:rPr kumimoji="1" lang="zh-CN" altLang="en-US" sz="2400">
                <a:solidFill>
                  <a:schemeClr val="tx1"/>
                </a:solidFill>
                <a:ea typeface="宋体" pitchFamily="2" charset="-122"/>
              </a:rPr>
              <a:t>，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(9/4)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27/8</a:t>
            </a:r>
            <a:r>
              <a:rPr kumimoji="1" lang="zh-CN" altLang="en-US" sz="2400">
                <a:solidFill>
                  <a:schemeClr val="tx1"/>
                </a:solidFill>
                <a:ea typeface="宋体" pitchFamily="2" charset="-122"/>
              </a:rPr>
              <a:t>，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’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3/2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  </a:t>
            </a:r>
          </a:p>
        </p:txBody>
      </p:sp>
      <p:graphicFrame>
        <p:nvGraphicFramePr>
          <p:cNvPr id="639002" name="Object 26" descr="蓝色面巾纸"/>
          <p:cNvGraphicFramePr>
            <a:graphicFrameLocks noChangeAspect="1"/>
          </p:cNvGraphicFramePr>
          <p:nvPr/>
        </p:nvGraphicFramePr>
        <p:xfrm>
          <a:off x="250825" y="3617913"/>
          <a:ext cx="460851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41" name="Equation" r:id="rId5" imgW="2527300" imgH="812800" progId="Equation.DSMT4">
                  <p:embed/>
                </p:oleObj>
              </mc:Choice>
              <mc:Fallback>
                <p:oleObj name="Equation" r:id="rId5" imgW="2527300" imgH="812800" progId="Equation.DSMT4">
                  <p:embed/>
                  <p:pic>
                    <p:nvPicPr>
                      <p:cNvPr id="0" name="Object 26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617913"/>
                        <a:ext cx="4608513" cy="1485900"/>
                      </a:xfrm>
                      <a:prstGeom prst="rect">
                        <a:avLst/>
                      </a:prstGeom>
                      <a:blipFill dpi="0" rotWithShape="1">
                        <a:blip r:embed="rId7">
                          <a:alphaModFix amt="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 descr="蓝色面巾纸"/>
          <p:cNvGraphicFramePr>
            <a:graphicFrameLocks noChangeAspect="1"/>
          </p:cNvGraphicFramePr>
          <p:nvPr/>
        </p:nvGraphicFramePr>
        <p:xfrm>
          <a:off x="525463" y="5949950"/>
          <a:ext cx="57546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42" name="Equation" r:id="rId8" imgW="2882900" imgH="431800" progId="Equation.DSMT4">
                  <p:embed/>
                </p:oleObj>
              </mc:Choice>
              <mc:Fallback>
                <p:oleObj name="Equation" r:id="rId8" imgW="2882900" imgH="431800" progId="Equation.DSMT4">
                  <p:embed/>
                  <p:pic>
                    <p:nvPicPr>
                      <p:cNvPr id="0" name="对象 1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5949950"/>
                        <a:ext cx="5754687" cy="863600"/>
                      </a:xfrm>
                      <a:prstGeom prst="rect">
                        <a:avLst/>
                      </a:prstGeom>
                      <a:blipFill dpi="0" rotWithShape="1">
                        <a:blip r:embed="rId7">
                          <a:alphaModFix amt="5000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9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9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9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9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80" grpId="0"/>
      <p:bldP spid="63900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2936BF-07A6-4BDD-9723-3CD505C937FB}" type="slidenum">
              <a:rPr lang="zh-CN" altLang="en-US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5334000" cy="762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5400"/>
              <a:t>插值举例</a:t>
            </a:r>
          </a:p>
        </p:txBody>
      </p:sp>
      <p:graphicFrame>
        <p:nvGraphicFramePr>
          <p:cNvPr id="91140" name="Object 3" descr="蓝色面巾纸"/>
          <p:cNvGraphicFramePr>
            <a:graphicFrameLocks noChangeAspect="1"/>
          </p:cNvGraphicFramePr>
          <p:nvPr/>
        </p:nvGraphicFramePr>
        <p:xfrm>
          <a:off x="1116013" y="4941888"/>
          <a:ext cx="44704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10" name="Equation" r:id="rId3" imgW="2451100" imgH="393700" progId="Equation.DSMT4">
                  <p:embed/>
                </p:oleObj>
              </mc:Choice>
              <mc:Fallback>
                <p:oleObj name="Equation" r:id="rId3" imgW="2451100" imgH="393700" progId="Equation.DSMT4">
                  <p:embed/>
                  <p:pic>
                    <p:nvPicPr>
                      <p:cNvPr id="0" name="Object 3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41888"/>
                        <a:ext cx="4470400" cy="720725"/>
                      </a:xfrm>
                      <a:prstGeom prst="rect">
                        <a:avLst/>
                      </a:prstGeom>
                      <a:blipFill dpi="0" rotWithShape="1">
                        <a:blip r:embed="rId5">
                          <a:alphaModFix amt="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0004" name="AutoShape 4"/>
          <p:cNvSpPr>
            <a:spLocks noChangeArrowheads="1"/>
          </p:cNvSpPr>
          <p:nvPr/>
        </p:nvSpPr>
        <p:spPr bwMode="auto">
          <a:xfrm>
            <a:off x="395288" y="5373688"/>
            <a:ext cx="504825" cy="431800"/>
          </a:xfrm>
          <a:prstGeom prst="rightArrow">
            <a:avLst>
              <a:gd name="adj1" fmla="val 50000"/>
              <a:gd name="adj2" fmla="val 292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142" name="Rectangle 5"/>
          <p:cNvSpPr>
            <a:spLocks noChangeArrowheads="1"/>
          </p:cNvSpPr>
          <p:nvPr/>
        </p:nvSpPr>
        <p:spPr bwMode="auto">
          <a:xfrm>
            <a:off x="396875" y="4149725"/>
            <a:ext cx="648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将  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’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f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’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(1)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3/2 </a:t>
            </a:r>
            <a:r>
              <a:rPr kumimoji="1" lang="zh-CN" altLang="en-US" sz="2400">
                <a:solidFill>
                  <a:schemeClr val="tx1"/>
                </a:solidFill>
                <a:ea typeface="黑体" pitchFamily="49" charset="-122"/>
              </a:rPr>
              <a:t>代入可得 </a:t>
            </a:r>
            <a:r>
              <a:rPr kumimoji="1" lang="en-US" altLang="zh-CN" sz="2400" i="1">
                <a:solidFill>
                  <a:schemeClr val="tx1"/>
                </a:solidFill>
                <a:ea typeface="宋体" pitchFamily="2" charset="-122"/>
              </a:rPr>
              <a:t>A 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= </a:t>
            </a:r>
            <a:r>
              <a:rPr kumimoji="1" lang="en-US" altLang="zh-CN" sz="24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-</a:t>
            </a:r>
            <a:r>
              <a:rPr kumimoji="1" lang="en-US" altLang="zh-CN" sz="2400">
                <a:solidFill>
                  <a:schemeClr val="tx1"/>
                </a:solidFill>
                <a:ea typeface="宋体" pitchFamily="2" charset="-122"/>
              </a:rPr>
              <a:t>14/225</a:t>
            </a:r>
            <a:endParaRPr kumimoji="1" lang="zh-CN" altLang="en-US" sz="2400">
              <a:solidFill>
                <a:schemeClr val="tx1"/>
              </a:solidFill>
              <a:ea typeface="宋体" pitchFamily="2" charset="-122"/>
            </a:endParaRPr>
          </a:p>
        </p:txBody>
      </p:sp>
      <p:graphicFrame>
        <p:nvGraphicFramePr>
          <p:cNvPr id="91143" name="Object 6" descr="蓝色面巾纸"/>
          <p:cNvGraphicFramePr>
            <a:graphicFrameLocks noChangeAspect="1"/>
          </p:cNvGraphicFramePr>
          <p:nvPr/>
        </p:nvGraphicFramePr>
        <p:xfrm>
          <a:off x="611188" y="1557338"/>
          <a:ext cx="6337300" cy="179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11" name="Equation" r:id="rId6" imgW="2527300" imgH="812800" progId="Equation.DSMT4">
                  <p:embed/>
                </p:oleObj>
              </mc:Choice>
              <mc:Fallback>
                <p:oleObj name="Equation" r:id="rId6" imgW="2527300" imgH="812800" progId="Equation.DSMT4">
                  <p:embed/>
                  <p:pic>
                    <p:nvPicPr>
                      <p:cNvPr id="0" name="Object 6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557338"/>
                        <a:ext cx="6337300" cy="1792287"/>
                      </a:xfrm>
                      <a:prstGeom prst="rect">
                        <a:avLst/>
                      </a:prstGeom>
                      <a:blipFill dpi="0" rotWithShape="1">
                        <a:blip r:embed="rId5">
                          <a:alphaModFix amt="0"/>
                        </a:blip>
                        <a:srcRect/>
                        <a:tile tx="0" ty="0" sx="100000" sy="100000" flip="none" algn="tl"/>
                      </a:blip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99448" y="6284168"/>
            <a:ext cx="1905000" cy="457200"/>
          </a:xfrm>
        </p:spPr>
        <p:txBody>
          <a:bodyPr/>
          <a:lstStyle/>
          <a:p>
            <a:pPr>
              <a:defRPr/>
            </a:pPr>
            <a:fld id="{0AAB9821-0421-4E1E-99B9-EA3F0000BB85}" type="slidenum">
              <a:rPr lang="zh-CN" altLang="en-US"/>
              <a:pPr>
                <a:defRPr/>
              </a:pPr>
              <a:t>62</a:t>
            </a:fld>
            <a:endParaRPr lang="en-US" altLang="zh-CN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506760"/>
            <a:ext cx="7495728" cy="762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5400" dirty="0">
                <a:solidFill>
                  <a:schemeClr val="tx1"/>
                </a:solidFill>
                <a:ea typeface="黑体" pitchFamily="49" charset="-122"/>
              </a:rPr>
              <a:t>两点三次 </a:t>
            </a:r>
            <a:r>
              <a:rPr lang="en-US" altLang="zh-CN" sz="5400" dirty="0" err="1">
                <a:solidFill>
                  <a:schemeClr val="tx1"/>
                </a:solidFill>
              </a:rPr>
              <a:t>Hermite</a:t>
            </a:r>
            <a:r>
              <a:rPr lang="en-US" altLang="zh-CN" sz="5400" dirty="0">
                <a:solidFill>
                  <a:schemeClr val="tx1"/>
                </a:solidFill>
              </a:rPr>
              <a:t> </a:t>
            </a:r>
            <a:r>
              <a:rPr lang="zh-CN" altLang="en-US" sz="5400" b="1" dirty="0">
                <a:solidFill>
                  <a:schemeClr val="tx1"/>
                </a:solidFill>
              </a:rPr>
              <a:t>插值</a:t>
            </a:r>
          </a:p>
        </p:txBody>
      </p:sp>
      <p:sp>
        <p:nvSpPr>
          <p:cNvPr id="87047" name="Rectangle 6"/>
          <p:cNvSpPr>
            <a:spLocks noChangeArrowheads="1"/>
          </p:cNvSpPr>
          <p:nvPr/>
        </p:nvSpPr>
        <p:spPr bwMode="auto">
          <a:xfrm>
            <a:off x="468313" y="1484784"/>
            <a:ext cx="4121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0000CC"/>
              </a:buClr>
              <a:buFont typeface="Wingdings" pitchFamily="2" charset="2"/>
              <a:buChar char="l"/>
            </a:pPr>
            <a:r>
              <a:rPr kumimoji="1" lang="zh-CN" altLang="en-US" sz="2800" dirty="0">
                <a:solidFill>
                  <a:schemeClr val="tx1"/>
                </a:solidFill>
                <a:ea typeface="黑体" pitchFamily="49" charset="-122"/>
              </a:rPr>
              <a:t> 两点三次 </a:t>
            </a:r>
            <a:r>
              <a:rPr kumimoji="1" lang="en-US" altLang="zh-CN" sz="2800" dirty="0" err="1">
                <a:solidFill>
                  <a:schemeClr val="tx1"/>
                </a:solidFill>
                <a:ea typeface="黑体" pitchFamily="49" charset="-122"/>
              </a:rPr>
              <a:t>Hermite</a:t>
            </a:r>
            <a:r>
              <a:rPr kumimoji="1" lang="en-US" altLang="zh-CN" sz="2800" dirty="0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zh-CN" altLang="en-US" sz="2800" dirty="0">
                <a:solidFill>
                  <a:schemeClr val="tx1"/>
                </a:solidFill>
                <a:ea typeface="黑体" pitchFamily="49" charset="-122"/>
              </a:rPr>
              <a:t>插值</a:t>
            </a:r>
          </a:p>
        </p:txBody>
      </p:sp>
      <p:sp>
        <p:nvSpPr>
          <p:cNvPr id="87049" name="Rectangle 8"/>
          <p:cNvSpPr>
            <a:spLocks noChangeArrowheads="1"/>
          </p:cNvSpPr>
          <p:nvPr/>
        </p:nvSpPr>
        <p:spPr bwMode="auto">
          <a:xfrm>
            <a:off x="827088" y="1916584"/>
            <a:ext cx="6624637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chemeClr val="tx1"/>
                </a:solidFill>
                <a:ea typeface="黑体" pitchFamily="49" charset="-122"/>
              </a:rPr>
              <a:t>插值节点：</a:t>
            </a:r>
            <a:r>
              <a:rPr kumimoji="1" lang="en-US" altLang="zh-CN" sz="2800" i="1" dirty="0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 dirty="0">
                <a:solidFill>
                  <a:srgbClr val="0000CC"/>
                </a:solidFill>
                <a:ea typeface="黑体" pitchFamily="49" charset="-122"/>
              </a:rPr>
              <a:t>0 </a:t>
            </a:r>
            <a:r>
              <a:rPr kumimoji="1" lang="en-US" altLang="zh-CN" sz="2800" dirty="0">
                <a:solidFill>
                  <a:srgbClr val="0000CC"/>
                </a:solidFill>
                <a:ea typeface="黑体" pitchFamily="49" charset="-122"/>
              </a:rPr>
              <a:t>,  </a:t>
            </a:r>
            <a:r>
              <a:rPr kumimoji="1" lang="en-US" altLang="zh-CN" sz="2800" i="1" dirty="0">
                <a:solidFill>
                  <a:srgbClr val="0000CC"/>
                </a:solidFill>
                <a:ea typeface="黑体" pitchFamily="49" charset="-122"/>
              </a:rPr>
              <a:t>x</a:t>
            </a:r>
            <a:r>
              <a:rPr kumimoji="1" lang="en-US" altLang="zh-CN" sz="2800" baseline="-25000" dirty="0">
                <a:solidFill>
                  <a:srgbClr val="0000CC"/>
                </a:solidFill>
                <a:ea typeface="黑体" pitchFamily="49" charset="-122"/>
              </a:rPr>
              <a:t>1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chemeClr val="tx1"/>
                </a:solidFill>
                <a:ea typeface="黑体" pitchFamily="49" charset="-122"/>
              </a:rPr>
              <a:t>插值条件：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P</a:t>
            </a:r>
            <a:r>
              <a:rPr kumimoji="1" lang="en-US" altLang="zh-CN" sz="2400" dirty="0">
                <a:solidFill>
                  <a:srgbClr val="0000FF"/>
                </a:solidFill>
              </a:rPr>
              <a:t>(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 dirty="0">
                <a:solidFill>
                  <a:srgbClr val="0000FF"/>
                </a:solidFill>
              </a:rPr>
              <a:t>i</a:t>
            </a:r>
            <a:r>
              <a:rPr kumimoji="1" lang="en-US" altLang="zh-CN" sz="2400" dirty="0">
                <a:solidFill>
                  <a:srgbClr val="0000FF"/>
                </a:solidFill>
              </a:rPr>
              <a:t>) = 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f</a:t>
            </a:r>
            <a:r>
              <a:rPr kumimoji="1" lang="en-US" altLang="zh-CN" sz="2400" dirty="0">
                <a:solidFill>
                  <a:srgbClr val="0000FF"/>
                </a:solidFill>
              </a:rPr>
              <a:t>(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 dirty="0">
                <a:solidFill>
                  <a:srgbClr val="0000FF"/>
                </a:solidFill>
              </a:rPr>
              <a:t>i</a:t>
            </a:r>
            <a:r>
              <a:rPr kumimoji="1" lang="en-US" altLang="zh-CN" sz="2400" dirty="0">
                <a:solidFill>
                  <a:srgbClr val="0000FF"/>
                </a:solidFill>
              </a:rPr>
              <a:t>)</a:t>
            </a:r>
            <a:r>
              <a:rPr kumimoji="1" lang="zh-CN" altLang="en-US" sz="2400" dirty="0">
                <a:solidFill>
                  <a:srgbClr val="0000FF"/>
                </a:solidFill>
              </a:rPr>
              <a:t>，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P</a:t>
            </a:r>
            <a:r>
              <a:rPr kumimoji="1" lang="en-US" altLang="zh-CN" sz="2400" i="1" dirty="0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 dirty="0">
                <a:solidFill>
                  <a:srgbClr val="0000FF"/>
                </a:solidFill>
              </a:rPr>
              <a:t>(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 dirty="0">
                <a:solidFill>
                  <a:srgbClr val="0000FF"/>
                </a:solidFill>
              </a:rPr>
              <a:t>i</a:t>
            </a:r>
            <a:r>
              <a:rPr kumimoji="1" lang="en-US" altLang="zh-CN" sz="2400" dirty="0">
                <a:solidFill>
                  <a:srgbClr val="0000FF"/>
                </a:solidFill>
              </a:rPr>
              <a:t>) = 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f</a:t>
            </a:r>
            <a:r>
              <a:rPr kumimoji="1" lang="en-US" altLang="zh-CN" sz="2400" i="1" dirty="0">
                <a:solidFill>
                  <a:srgbClr val="0000FF"/>
                </a:solidFill>
                <a:latin typeface="Courier New" pitchFamily="49" charset="0"/>
              </a:rPr>
              <a:t>’</a:t>
            </a:r>
            <a:r>
              <a:rPr kumimoji="1" lang="en-US" altLang="zh-CN" sz="2400" dirty="0">
                <a:solidFill>
                  <a:srgbClr val="0000FF"/>
                </a:solidFill>
              </a:rPr>
              <a:t>(</a:t>
            </a:r>
            <a:r>
              <a:rPr kumimoji="1" lang="en-US" altLang="zh-CN" sz="2400" i="1" dirty="0">
                <a:solidFill>
                  <a:srgbClr val="0000FF"/>
                </a:solidFill>
              </a:rPr>
              <a:t>x</a:t>
            </a:r>
            <a:r>
              <a:rPr kumimoji="1" lang="en-US" altLang="zh-CN" sz="2400" i="1" baseline="-25000" dirty="0">
                <a:solidFill>
                  <a:srgbClr val="0000FF"/>
                </a:solidFill>
              </a:rPr>
              <a:t>i</a:t>
            </a:r>
            <a:r>
              <a:rPr kumimoji="1" lang="en-US" altLang="zh-CN" sz="2400" dirty="0">
                <a:solidFill>
                  <a:srgbClr val="0000FF"/>
                </a:solidFill>
              </a:rPr>
              <a:t>) </a:t>
            </a:r>
            <a:r>
              <a:rPr kumimoji="1" lang="zh-CN" altLang="en-US" sz="2400" dirty="0">
                <a:solidFill>
                  <a:srgbClr val="0000CC"/>
                </a:solidFill>
              </a:rPr>
              <a:t>，</a:t>
            </a:r>
            <a:r>
              <a:rPr kumimoji="1" lang="en-US" altLang="zh-CN" sz="2400" i="1" dirty="0" err="1">
                <a:solidFill>
                  <a:srgbClr val="0000CC"/>
                </a:solidFill>
                <a:ea typeface="黑体" pitchFamily="49" charset="-122"/>
              </a:rPr>
              <a:t>i</a:t>
            </a:r>
            <a:r>
              <a:rPr kumimoji="1" lang="en-US" altLang="zh-CN" sz="2400" i="1" dirty="0">
                <a:solidFill>
                  <a:srgbClr val="0000CC"/>
                </a:solidFill>
                <a:ea typeface="黑体" pitchFamily="49" charset="-122"/>
              </a:rPr>
              <a:t> =</a:t>
            </a:r>
            <a:r>
              <a:rPr kumimoji="1" lang="zh-CN" altLang="en-US" sz="2400" dirty="0">
                <a:solidFill>
                  <a:srgbClr val="0000CC"/>
                </a:solidFill>
                <a:ea typeface="黑体" pitchFamily="49" charset="-122"/>
              </a:rPr>
              <a:t> </a:t>
            </a:r>
            <a:r>
              <a:rPr kumimoji="1" lang="en-US" altLang="zh-CN" sz="2400" dirty="0">
                <a:solidFill>
                  <a:srgbClr val="0000CC"/>
                </a:solidFill>
                <a:ea typeface="黑体" pitchFamily="49" charset="-122"/>
              </a:rPr>
              <a:t>0, 1</a:t>
            </a:r>
            <a:endParaRPr kumimoji="1" lang="zh-CN" altLang="en-US" sz="2400" dirty="0">
              <a:solidFill>
                <a:srgbClr val="0000CC"/>
              </a:solidFill>
              <a:ea typeface="黑体" pitchFamily="49" charset="-122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42DE4DA-DFF8-45C0-82DE-F41100B7D5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764886"/>
              </p:ext>
            </p:extLst>
          </p:nvPr>
        </p:nvGraphicFramePr>
        <p:xfrm>
          <a:off x="395536" y="3159274"/>
          <a:ext cx="7908925" cy="329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43" name="公式" r:id="rId3" imgW="3327400" imgH="1587500" progId="Equation.3">
                  <p:embed/>
                </p:oleObj>
              </mc:Choice>
              <mc:Fallback>
                <p:oleObj name="公式" r:id="rId3" imgW="3327400" imgH="1587500" progId="Equation.3">
                  <p:embed/>
                  <p:pic>
                    <p:nvPicPr>
                      <p:cNvPr id="860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159274"/>
                        <a:ext cx="7908925" cy="329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6208619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99448" y="6284168"/>
            <a:ext cx="1905000" cy="457200"/>
          </a:xfrm>
        </p:spPr>
        <p:txBody>
          <a:bodyPr/>
          <a:lstStyle/>
          <a:p>
            <a:pPr>
              <a:defRPr/>
            </a:pPr>
            <a:fld id="{0AAB9821-0421-4E1E-99B9-EA3F0000BB85}" type="slidenum">
              <a:rPr lang="zh-CN" altLang="en-US"/>
              <a:pPr>
                <a:defRPr/>
              </a:pPr>
              <a:t>63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B2C4B8-487E-4A5C-8186-B80FC09D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98" y="548680"/>
            <a:ext cx="4857750" cy="10572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AD6F7F-F8CE-493D-B6C1-8EB0F0EC4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36" y="1988840"/>
            <a:ext cx="5661631" cy="412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59816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81A799-A29E-4F9D-841F-591203F439B3}" type="slidenum">
              <a:rPr lang="zh-CN" altLang="en-US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92163" name="矩形 1"/>
          <p:cNvSpPr>
            <a:spLocks noChangeArrowheads="1"/>
          </p:cNvSpPr>
          <p:nvPr/>
        </p:nvSpPr>
        <p:spPr bwMode="auto">
          <a:xfrm>
            <a:off x="647700" y="549275"/>
            <a:ext cx="45910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4000">
                <a:solidFill>
                  <a:schemeClr val="tx1"/>
                </a:solidFill>
              </a:rPr>
              <a:t>Spline Interpolation</a:t>
            </a:r>
            <a:endParaRPr lang="zh-CN" altLang="en-US" sz="4000">
              <a:solidFill>
                <a:schemeClr val="tx1"/>
              </a:solidFill>
            </a:endParaRPr>
          </a:p>
        </p:txBody>
      </p:sp>
      <p:sp>
        <p:nvSpPr>
          <p:cNvPr id="92164" name="矩形 3"/>
          <p:cNvSpPr>
            <a:spLocks noChangeArrowheads="1"/>
          </p:cNvSpPr>
          <p:nvPr/>
        </p:nvSpPr>
        <p:spPr bwMode="auto">
          <a:xfrm>
            <a:off x="468313" y="1689100"/>
            <a:ext cx="8351837" cy="457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上面讨论的分段低次插值函数都有一致收敛性，但光滑性较差，对于像高速飞机的机翼形线，船体放样等型值线往往要求有二阶光滑度，即有二阶连续导数，早期工程师制图时，把富有弹性的细长木条（所谓样条）用压铁固定在样点上，在其它地方让它自由弯曲，然后画下长条的曲线，称为样条曲线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矩形 3"/>
          <p:cNvSpPr>
            <a:spLocks noChangeArrowheads="1"/>
          </p:cNvSpPr>
          <p:nvPr/>
        </p:nvSpPr>
        <p:spPr bwMode="auto">
          <a:xfrm>
            <a:off x="323850" y="404813"/>
            <a:ext cx="8820150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chemeClr val="tx1"/>
                </a:solidFill>
              </a:rPr>
              <a:t>三次样条插值</a:t>
            </a:r>
            <a:r>
              <a:rPr lang="en-US" altLang="zh-CN" sz="3200">
                <a:solidFill>
                  <a:schemeClr val="tx1"/>
                </a:solidFill>
              </a:rPr>
              <a:t>(Cubic Spline Interpolation)</a:t>
            </a:r>
            <a:endParaRPr lang="zh-CN" altLang="en-US" sz="320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endParaRPr lang="en-US" altLang="zh-CN" sz="320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chemeClr val="tx1"/>
                </a:solidFill>
              </a:rPr>
              <a:t>三次样条又是样条插值中用的较为广泛的一种。</a:t>
            </a:r>
            <a:endParaRPr lang="en-US" altLang="zh-CN" sz="3200">
              <a:solidFill>
                <a:schemeClr val="tx1"/>
              </a:solidFill>
            </a:endParaRPr>
          </a:p>
        </p:txBody>
      </p:sp>
      <p:sp>
        <p:nvSpPr>
          <p:cNvPr id="93187" name="矩形 4"/>
          <p:cNvSpPr>
            <a:spLocks noChangeArrowheads="1"/>
          </p:cNvSpPr>
          <p:nvPr/>
        </p:nvSpPr>
        <p:spPr bwMode="auto">
          <a:xfrm>
            <a:off x="179388" y="3357563"/>
            <a:ext cx="8353425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</a:rPr>
              <a:t>它实际上是由分段三次曲线并接而成，在连接点即样点上要求二阶导数连续，从数学上加以概括就得到数学样条这一概念。</a:t>
            </a:r>
          </a:p>
          <a:p>
            <a:pPr>
              <a:lnSpc>
                <a:spcPct val="130000"/>
              </a:lnSpc>
            </a:pPr>
            <a:r>
              <a:rPr lang="zh-CN" altLang="en-US" sz="3200">
                <a:solidFill>
                  <a:schemeClr val="tx1"/>
                </a:solidFill>
              </a:rPr>
              <a:t>下面我们介绍一下三次样条插值的原理</a:t>
            </a:r>
            <a:r>
              <a:rPr lang="en-US" altLang="zh-CN" sz="3200">
                <a:solidFill>
                  <a:schemeClr val="tx1"/>
                </a:solidFill>
              </a:rPr>
              <a:t>, </a:t>
            </a:r>
            <a:r>
              <a:rPr lang="zh-CN" altLang="en-US" sz="3200">
                <a:solidFill>
                  <a:schemeClr val="tx1"/>
                </a:solidFill>
              </a:rPr>
              <a:t>力求用容易理解的方式。</a:t>
            </a:r>
            <a:endParaRPr lang="en-US" altLang="zh-CN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矩形 3"/>
          <p:cNvSpPr>
            <a:spLocks noChangeArrowheads="1"/>
          </p:cNvSpPr>
          <p:nvPr/>
        </p:nvSpPr>
        <p:spPr bwMode="auto">
          <a:xfrm>
            <a:off x="250825" y="333375"/>
            <a:ext cx="8537575" cy="649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>
                <a:solidFill>
                  <a:schemeClr val="tx1"/>
                </a:solidFill>
              </a:rPr>
              <a:t>1. </a:t>
            </a:r>
            <a:r>
              <a:rPr lang="zh-CN" altLang="en-US" sz="3200">
                <a:solidFill>
                  <a:schemeClr val="tx1"/>
                </a:solidFill>
              </a:rPr>
              <a:t>三次样条曲线原理</a:t>
            </a:r>
          </a:p>
          <a:p>
            <a:r>
              <a:rPr lang="zh-CN" altLang="en-US" sz="3200">
                <a:solidFill>
                  <a:schemeClr val="tx1"/>
                </a:solidFill>
              </a:rPr>
              <a:t>假设有以下节点</a:t>
            </a:r>
            <a:endParaRPr lang="en-US" altLang="zh-CN" sz="3200">
              <a:solidFill>
                <a:schemeClr val="tx1"/>
              </a:solidFill>
            </a:endParaRPr>
          </a:p>
          <a:p>
            <a:endParaRPr lang="en-US" altLang="zh-CN" sz="3200">
              <a:solidFill>
                <a:schemeClr val="tx1"/>
              </a:solidFill>
            </a:endParaRPr>
          </a:p>
          <a:p>
            <a:endParaRPr lang="en-US" altLang="zh-CN" sz="3200">
              <a:solidFill>
                <a:schemeClr val="tx1"/>
              </a:solidFill>
            </a:endParaRPr>
          </a:p>
          <a:p>
            <a:r>
              <a:rPr lang="en-US" altLang="zh-CN" sz="3200">
                <a:solidFill>
                  <a:schemeClr val="tx1"/>
                </a:solidFill>
              </a:rPr>
              <a:t>1.1 </a:t>
            </a:r>
            <a:r>
              <a:rPr lang="zh-CN" altLang="en-US" sz="3200">
                <a:solidFill>
                  <a:schemeClr val="tx1"/>
                </a:solidFill>
              </a:rPr>
              <a:t>定义</a:t>
            </a:r>
          </a:p>
          <a:p>
            <a:r>
              <a:rPr lang="zh-CN" altLang="en-US" sz="3200">
                <a:solidFill>
                  <a:schemeClr val="tx1"/>
                </a:solidFill>
              </a:rPr>
              <a:t>样条曲线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S(x)</a:t>
            </a:r>
            <a:r>
              <a:rPr lang="zh-CN" altLang="en-US" sz="3200">
                <a:solidFill>
                  <a:schemeClr val="tx1"/>
                </a:solidFill>
              </a:rPr>
              <a:t>是一个分段定义的公式。给定</a:t>
            </a:r>
            <a:r>
              <a:rPr lang="en-US" altLang="zh-CN" sz="3200">
                <a:solidFill>
                  <a:schemeClr val="tx1"/>
                </a:solidFill>
              </a:rPr>
              <a:t>n+1</a:t>
            </a:r>
            <a:r>
              <a:rPr lang="zh-CN" altLang="en-US" sz="3200">
                <a:solidFill>
                  <a:schemeClr val="tx1"/>
                </a:solidFill>
              </a:rPr>
              <a:t>个数据点，共有</a:t>
            </a:r>
            <a:r>
              <a:rPr lang="en-US" altLang="zh-CN" sz="3200">
                <a:solidFill>
                  <a:schemeClr val="tx1"/>
                </a:solidFill>
              </a:rPr>
              <a:t>n</a:t>
            </a:r>
            <a:r>
              <a:rPr lang="zh-CN" altLang="en-US" sz="3200">
                <a:solidFill>
                  <a:schemeClr val="tx1"/>
                </a:solidFill>
              </a:rPr>
              <a:t>个区间，三次样条方程满足以下条件：</a:t>
            </a:r>
          </a:p>
          <a:p>
            <a:r>
              <a:rPr lang="en-US" altLang="zh-CN" sz="3200">
                <a:solidFill>
                  <a:schemeClr val="tx1"/>
                </a:solidFill>
              </a:rPr>
              <a:t>a. </a:t>
            </a:r>
            <a:r>
              <a:rPr lang="zh-CN" altLang="en-US" sz="3200">
                <a:solidFill>
                  <a:schemeClr val="tx1"/>
                </a:solidFill>
              </a:rPr>
              <a:t>在每个分段区间 </a:t>
            </a:r>
            <a:r>
              <a:rPr lang="en-US" altLang="zh-CN" sz="3200">
                <a:solidFill>
                  <a:schemeClr val="tx1"/>
                </a:solidFill>
              </a:rPr>
              <a:t>[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3200" i="1" baseline="-25000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, x</a:t>
            </a:r>
            <a:r>
              <a:rPr lang="en-US" altLang="zh-CN" sz="3200" i="1" baseline="-25000">
                <a:solidFill>
                  <a:schemeClr val="tx1"/>
                </a:solidFill>
                <a:cs typeface="Times New Roman" pitchFamily="18" charset="0"/>
              </a:rPr>
              <a:t>i+1</a:t>
            </a:r>
            <a:r>
              <a:rPr lang="en-US" altLang="zh-CN" sz="3200">
                <a:solidFill>
                  <a:schemeClr val="tx1"/>
                </a:solidFill>
              </a:rPr>
              <a:t>]</a:t>
            </a:r>
            <a:r>
              <a:rPr lang="zh-CN" altLang="en-US" sz="3200">
                <a:solidFill>
                  <a:schemeClr val="tx1"/>
                </a:solidFill>
              </a:rPr>
              <a:t> （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i = 0, 1, …, n-1</a:t>
            </a:r>
            <a:r>
              <a:rPr lang="zh-CN" altLang="en-US" sz="3200" i="1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3200">
                <a:solidFill>
                  <a:schemeClr val="tx1"/>
                </a:solidFill>
              </a:rPr>
              <a:t>递增），                      都是一个三次多项式。</a:t>
            </a:r>
          </a:p>
          <a:p>
            <a:r>
              <a:rPr lang="en-US" altLang="zh-CN" sz="3200">
                <a:solidFill>
                  <a:schemeClr val="tx1"/>
                </a:solidFill>
              </a:rPr>
              <a:t>b. </a:t>
            </a:r>
            <a:r>
              <a:rPr lang="zh-CN" altLang="en-US" sz="3200">
                <a:solidFill>
                  <a:schemeClr val="tx1"/>
                </a:solidFill>
              </a:rPr>
              <a:t>满足                         （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i = 0, 1, …, n </a:t>
            </a:r>
            <a:r>
              <a:rPr lang="zh-CN" altLang="en-US" sz="3200">
                <a:solidFill>
                  <a:schemeClr val="tx1"/>
                </a:solidFill>
              </a:rPr>
              <a:t>）</a:t>
            </a:r>
          </a:p>
          <a:p>
            <a:r>
              <a:rPr lang="en-US" altLang="zh-CN" sz="3200">
                <a:solidFill>
                  <a:schemeClr val="tx1"/>
                </a:solidFill>
              </a:rPr>
              <a:t>c.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S(x)</a:t>
            </a:r>
            <a:r>
              <a:rPr lang="zh-CN" altLang="en-US" sz="3200">
                <a:solidFill>
                  <a:schemeClr val="tx1"/>
                </a:solidFill>
              </a:rPr>
              <a:t>，导数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S’(x)</a:t>
            </a:r>
            <a:r>
              <a:rPr lang="zh-CN" altLang="en-US" sz="3200">
                <a:solidFill>
                  <a:schemeClr val="tx1"/>
                </a:solidFill>
              </a:rPr>
              <a:t> ，二阶导数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S’’(x)</a:t>
            </a:r>
            <a:r>
              <a:rPr lang="zh-CN" altLang="en-US" sz="3200">
                <a:solidFill>
                  <a:schemeClr val="tx1"/>
                </a:solidFill>
              </a:rPr>
              <a:t>  在</a:t>
            </a:r>
            <a:r>
              <a:rPr lang="en-US" altLang="zh-CN" sz="3200">
                <a:solidFill>
                  <a:schemeClr val="tx1"/>
                </a:solidFill>
              </a:rPr>
              <a:t>[a, b]</a:t>
            </a:r>
            <a:r>
              <a:rPr lang="zh-CN" altLang="en-US" sz="3200">
                <a:solidFill>
                  <a:schemeClr val="tx1"/>
                </a:solidFill>
              </a:rPr>
              <a:t>区间都是连续的，即曲线是光滑的。</a:t>
            </a:r>
          </a:p>
        </p:txBody>
      </p:sp>
      <p:pic>
        <p:nvPicPr>
          <p:cNvPr id="94211" name="图片 2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873125"/>
            <a:ext cx="5467350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2" name="图片 4" descr="image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754563"/>
            <a:ext cx="165576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图片 5" descr="image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5337175"/>
            <a:ext cx="14351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矩形 3"/>
          <p:cNvSpPr>
            <a:spLocks noChangeArrowheads="1"/>
          </p:cNvSpPr>
          <p:nvPr/>
        </p:nvSpPr>
        <p:spPr bwMode="auto">
          <a:xfrm>
            <a:off x="434975" y="333375"/>
            <a:ext cx="83534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</a:rPr>
              <a:t>所以</a:t>
            </a:r>
            <a:r>
              <a:rPr lang="en-US" altLang="zh-CN" sz="3200">
                <a:solidFill>
                  <a:schemeClr val="tx1"/>
                </a:solidFill>
              </a:rPr>
              <a:t>n</a:t>
            </a:r>
            <a:r>
              <a:rPr lang="zh-CN" altLang="en-US" sz="3200">
                <a:solidFill>
                  <a:schemeClr val="tx1"/>
                </a:solidFill>
              </a:rPr>
              <a:t>个三次多项式分段可以写作：</a:t>
            </a:r>
            <a:endParaRPr lang="en-US" altLang="zh-CN" sz="3200">
              <a:solidFill>
                <a:schemeClr val="tx1"/>
              </a:solidFill>
            </a:endParaRPr>
          </a:p>
        </p:txBody>
      </p:sp>
      <p:pic>
        <p:nvPicPr>
          <p:cNvPr id="95235" name="图片 6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36613"/>
            <a:ext cx="77057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6" name="矩形 7"/>
          <p:cNvSpPr>
            <a:spLocks noChangeArrowheads="1"/>
          </p:cNvSpPr>
          <p:nvPr/>
        </p:nvSpPr>
        <p:spPr bwMode="auto">
          <a:xfrm>
            <a:off x="0" y="1806575"/>
            <a:ext cx="9180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</a:rPr>
              <a:t>其中</a:t>
            </a:r>
            <a:r>
              <a:rPr lang="en-US" altLang="zh-CN" sz="3200">
                <a:solidFill>
                  <a:schemeClr val="tx1"/>
                </a:solidFill>
              </a:rPr>
              <a:t>ai, bi, ci, di</a:t>
            </a:r>
            <a:r>
              <a:rPr lang="zh-CN" altLang="en-US" sz="3200">
                <a:solidFill>
                  <a:schemeClr val="tx1"/>
                </a:solidFill>
              </a:rPr>
              <a:t>代表</a:t>
            </a:r>
            <a:r>
              <a:rPr lang="en-US" altLang="zh-CN" sz="3200">
                <a:solidFill>
                  <a:schemeClr val="tx1"/>
                </a:solidFill>
              </a:rPr>
              <a:t>4n</a:t>
            </a:r>
            <a:r>
              <a:rPr lang="zh-CN" altLang="en-US" sz="3200">
                <a:solidFill>
                  <a:schemeClr val="tx1"/>
                </a:solidFill>
              </a:rPr>
              <a:t>个未知系数</a:t>
            </a:r>
            <a:r>
              <a:rPr lang="en-US" altLang="zh-CN" sz="3200">
                <a:solidFill>
                  <a:schemeClr val="tx1"/>
                </a:solidFill>
              </a:rPr>
              <a:t>,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i = 0, 1, …, n-1</a:t>
            </a:r>
          </a:p>
        </p:txBody>
      </p:sp>
      <p:sp>
        <p:nvSpPr>
          <p:cNvPr id="95237" name="矩形 8"/>
          <p:cNvSpPr>
            <a:spLocks noChangeArrowheads="1"/>
          </p:cNvSpPr>
          <p:nvPr/>
        </p:nvSpPr>
        <p:spPr bwMode="auto">
          <a:xfrm>
            <a:off x="165100" y="2565400"/>
            <a:ext cx="8893175" cy="403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>
                <a:solidFill>
                  <a:schemeClr val="tx1"/>
                </a:solidFill>
              </a:rPr>
              <a:t>1.2 </a:t>
            </a:r>
            <a:r>
              <a:rPr lang="zh-CN" altLang="en-US" sz="3200">
                <a:solidFill>
                  <a:schemeClr val="tx1"/>
                </a:solidFill>
              </a:rPr>
              <a:t>求解</a:t>
            </a:r>
          </a:p>
          <a:p>
            <a:r>
              <a:rPr lang="zh-CN" altLang="en-US" sz="3200">
                <a:solidFill>
                  <a:schemeClr val="tx1"/>
                </a:solidFill>
              </a:rPr>
              <a:t>已知</a:t>
            </a:r>
            <a:r>
              <a:rPr lang="en-US" altLang="zh-CN" sz="3200">
                <a:solidFill>
                  <a:schemeClr val="tx1"/>
                </a:solidFill>
              </a:rPr>
              <a:t>:   a. n+1</a:t>
            </a:r>
            <a:r>
              <a:rPr lang="zh-CN" altLang="en-US" sz="3200">
                <a:solidFill>
                  <a:schemeClr val="tx1"/>
                </a:solidFill>
              </a:rPr>
              <a:t>个数据点</a:t>
            </a:r>
            <a:r>
              <a:rPr lang="en-US" altLang="zh-CN" sz="3200">
                <a:solidFill>
                  <a:schemeClr val="tx1"/>
                </a:solidFill>
              </a:rPr>
              <a:t>[xi, yi],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i = 0, 1, …, n</a:t>
            </a:r>
          </a:p>
          <a:p>
            <a:r>
              <a:rPr lang="en-US" altLang="zh-CN" sz="3200">
                <a:solidFill>
                  <a:schemeClr val="tx1"/>
                </a:solidFill>
              </a:rPr>
              <a:t>             b. </a:t>
            </a:r>
            <a:r>
              <a:rPr lang="zh-CN" altLang="en-US" sz="3200">
                <a:solidFill>
                  <a:schemeClr val="tx1"/>
                </a:solidFill>
              </a:rPr>
              <a:t>每一分段都是三次多项式函数曲线</a:t>
            </a:r>
          </a:p>
          <a:p>
            <a:r>
              <a:rPr lang="en-US" altLang="zh-CN" sz="3200">
                <a:solidFill>
                  <a:schemeClr val="tx1"/>
                </a:solidFill>
              </a:rPr>
              <a:t>             c. </a:t>
            </a:r>
            <a:r>
              <a:rPr lang="zh-CN" altLang="en-US" sz="3200">
                <a:solidFill>
                  <a:schemeClr val="tx1"/>
                </a:solidFill>
              </a:rPr>
              <a:t>节点达到二阶连续</a:t>
            </a:r>
          </a:p>
          <a:p>
            <a:r>
              <a:rPr lang="en-US" altLang="zh-CN" sz="3200">
                <a:solidFill>
                  <a:schemeClr val="tx1"/>
                </a:solidFill>
              </a:rPr>
              <a:t>             d. </a:t>
            </a:r>
            <a:r>
              <a:rPr lang="zh-CN" altLang="en-US" sz="3200">
                <a:solidFill>
                  <a:schemeClr val="tx1"/>
                </a:solidFill>
              </a:rPr>
              <a:t>左右两端点处特性（自然边界，固定边   界，非节点边界）</a:t>
            </a:r>
          </a:p>
          <a:p>
            <a:r>
              <a:rPr lang="zh-CN" altLang="en-US" sz="3200">
                <a:solidFill>
                  <a:schemeClr val="tx1"/>
                </a:solidFill>
              </a:rPr>
              <a:t>根据定点，求出每段样条曲线方程中的系数，即可得到每段曲线的具体表达式。</a:t>
            </a:r>
          </a:p>
        </p:txBody>
      </p:sp>
    </p:spTree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矩形 8"/>
          <p:cNvSpPr>
            <a:spLocks noChangeArrowheads="1"/>
          </p:cNvSpPr>
          <p:nvPr/>
        </p:nvSpPr>
        <p:spPr bwMode="auto">
          <a:xfrm>
            <a:off x="0" y="598488"/>
            <a:ext cx="48593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</a:rPr>
              <a:t>插值和连续性：</a:t>
            </a:r>
            <a:endParaRPr lang="en-US" altLang="zh-CN" sz="3200">
              <a:solidFill>
                <a:schemeClr val="tx1"/>
              </a:solidFill>
            </a:endParaRPr>
          </a:p>
        </p:txBody>
      </p:sp>
      <p:sp>
        <p:nvSpPr>
          <p:cNvPr id="96259" name="矩形 9"/>
          <p:cNvSpPr>
            <a:spLocks noChangeArrowheads="1"/>
          </p:cNvSpPr>
          <p:nvPr/>
        </p:nvSpPr>
        <p:spPr bwMode="auto">
          <a:xfrm>
            <a:off x="17463" y="1700213"/>
            <a:ext cx="88931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</a:rPr>
              <a:t>微分连续性：</a:t>
            </a:r>
          </a:p>
        </p:txBody>
      </p:sp>
      <p:sp>
        <p:nvSpPr>
          <p:cNvPr id="96260" name="矩形 10"/>
          <p:cNvSpPr>
            <a:spLocks noChangeArrowheads="1"/>
          </p:cNvSpPr>
          <p:nvPr/>
        </p:nvSpPr>
        <p:spPr bwMode="auto">
          <a:xfrm>
            <a:off x="28575" y="2997200"/>
            <a:ext cx="6210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>
                <a:solidFill>
                  <a:schemeClr val="tx1"/>
                </a:solidFill>
              </a:rPr>
              <a:t> </a:t>
            </a:r>
            <a:r>
              <a:rPr lang="zh-CN" altLang="en-US" sz="3200">
                <a:solidFill>
                  <a:schemeClr val="tx1"/>
                </a:solidFill>
              </a:rPr>
              <a:t>其中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i = 0, 1, …, n-1</a:t>
            </a:r>
          </a:p>
        </p:txBody>
      </p:sp>
      <p:pic>
        <p:nvPicPr>
          <p:cNvPr id="96261" name="图片 11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30175"/>
            <a:ext cx="24479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2" name="矩形 12"/>
          <p:cNvSpPr>
            <a:spLocks noChangeArrowheads="1"/>
          </p:cNvSpPr>
          <p:nvPr/>
        </p:nvSpPr>
        <p:spPr bwMode="auto">
          <a:xfrm>
            <a:off x="179388" y="3692525"/>
            <a:ext cx="4679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zh-CN" altLang="en-US" sz="3200">
                <a:solidFill>
                  <a:schemeClr val="tx1"/>
                </a:solidFill>
              </a:rPr>
              <a:t>样条曲线的微分式：</a:t>
            </a:r>
          </a:p>
        </p:txBody>
      </p:sp>
      <p:pic>
        <p:nvPicPr>
          <p:cNvPr id="96263" name="图片 13" descr="image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663" y="1773238"/>
            <a:ext cx="4048125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4" name="图片 15" descr="image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437063"/>
            <a:ext cx="8586788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矩形 3"/>
          <p:cNvSpPr>
            <a:spLocks noChangeArrowheads="1"/>
          </p:cNvSpPr>
          <p:nvPr/>
        </p:nvSpPr>
        <p:spPr bwMode="auto">
          <a:xfrm>
            <a:off x="211138" y="2565400"/>
            <a:ext cx="83534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zh-CN" altLang="zh-CN" sz="3200">
                <a:solidFill>
                  <a:schemeClr val="tx1"/>
                </a:solidFill>
              </a:rPr>
              <a:t>将步长</a:t>
            </a:r>
            <a:r>
              <a:rPr lang="en-US" altLang="zh-CN" sz="3200">
                <a:solidFill>
                  <a:schemeClr val="tx1"/>
                </a:solidFill>
              </a:rPr>
              <a:t>                            </a:t>
            </a:r>
            <a:r>
              <a:rPr lang="zh-CN" altLang="zh-CN" sz="3200">
                <a:solidFill>
                  <a:schemeClr val="tx1"/>
                </a:solidFill>
              </a:rPr>
              <a:t>带入样条曲线的条件：</a:t>
            </a:r>
          </a:p>
          <a:p>
            <a:pPr latinLnBrk="1"/>
            <a:r>
              <a:rPr lang="en-US" altLang="zh-CN" sz="3200">
                <a:solidFill>
                  <a:schemeClr val="tx1"/>
                </a:solidFill>
              </a:rPr>
              <a:t>a. </a:t>
            </a:r>
            <a:r>
              <a:rPr lang="zh-CN" altLang="zh-CN" sz="3200">
                <a:solidFill>
                  <a:schemeClr val="tx1"/>
                </a:solidFill>
              </a:rPr>
              <a:t>由</a:t>
            </a:r>
            <a:r>
              <a:rPr lang="en-US" altLang="zh-CN" sz="3200">
                <a:solidFill>
                  <a:schemeClr val="tx1"/>
                </a:solidFill>
              </a:rPr>
              <a:t>                 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(i = 0, 1, …, n-1)</a:t>
            </a:r>
            <a:r>
              <a:rPr lang="zh-CN" altLang="zh-CN" sz="3200">
                <a:solidFill>
                  <a:schemeClr val="tx1"/>
                </a:solidFill>
              </a:rPr>
              <a:t>推出</a:t>
            </a:r>
          </a:p>
        </p:txBody>
      </p:sp>
      <p:pic>
        <p:nvPicPr>
          <p:cNvPr id="97283" name="图片 2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115888"/>
            <a:ext cx="8586787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4" name="图片 11" descr="http://images.cnitblog.com/blog/477176/201301/30112501-c41aaa7575a94b928080667d2a9cb48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565400"/>
            <a:ext cx="24479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图片 12" descr="imag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175000"/>
            <a:ext cx="1655763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图片 13" descr="image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3222625"/>
            <a:ext cx="108108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7" name="矩形 14"/>
          <p:cNvSpPr>
            <a:spLocks noChangeArrowheads="1"/>
          </p:cNvSpPr>
          <p:nvPr/>
        </p:nvSpPr>
        <p:spPr bwMode="auto">
          <a:xfrm>
            <a:off x="211138" y="3641725"/>
            <a:ext cx="83534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en-US" altLang="zh-CN" sz="3200">
                <a:solidFill>
                  <a:schemeClr val="tx1"/>
                </a:solidFill>
              </a:rPr>
              <a:t>b. </a:t>
            </a:r>
            <a:r>
              <a:rPr lang="zh-CN" altLang="zh-CN" sz="3200">
                <a:solidFill>
                  <a:schemeClr val="tx1"/>
                </a:solidFill>
              </a:rPr>
              <a:t>由</a:t>
            </a:r>
            <a:r>
              <a:rPr lang="en-US" altLang="zh-CN" sz="3200">
                <a:solidFill>
                  <a:schemeClr val="tx1"/>
                </a:solidFill>
              </a:rPr>
              <a:t>                               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(i = 0, 1, …, n-1)</a:t>
            </a:r>
            <a:r>
              <a:rPr lang="zh-CN" altLang="zh-CN" sz="3200">
                <a:solidFill>
                  <a:schemeClr val="tx1"/>
                </a:solidFill>
              </a:rPr>
              <a:t>推出</a:t>
            </a:r>
          </a:p>
        </p:txBody>
      </p:sp>
      <p:pic>
        <p:nvPicPr>
          <p:cNvPr id="97288" name="图片 15" descr="image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188" y="4437063"/>
            <a:ext cx="49688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9" name="图片 16" descr="image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587750"/>
            <a:ext cx="23764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90" name="矩形 17"/>
          <p:cNvSpPr>
            <a:spLocks noChangeArrowheads="1"/>
          </p:cNvSpPr>
          <p:nvPr/>
        </p:nvSpPr>
        <p:spPr bwMode="auto">
          <a:xfrm>
            <a:off x="250825" y="5084763"/>
            <a:ext cx="835342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en-US" altLang="zh-CN" sz="3200">
                <a:solidFill>
                  <a:schemeClr val="tx1"/>
                </a:solidFill>
              </a:rPr>
              <a:t>c. </a:t>
            </a:r>
            <a:r>
              <a:rPr lang="zh-CN" altLang="zh-CN" sz="3200">
                <a:solidFill>
                  <a:schemeClr val="tx1"/>
                </a:solidFill>
              </a:rPr>
              <a:t>由</a:t>
            </a:r>
            <a:r>
              <a:rPr lang="en-US" altLang="zh-CN" sz="3200">
                <a:solidFill>
                  <a:schemeClr val="tx1"/>
                </a:solidFill>
              </a:rPr>
              <a:t>                                </a:t>
            </a:r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(i = 0, 1, …, n-1)</a:t>
            </a:r>
            <a:r>
              <a:rPr lang="zh-CN" altLang="zh-CN" sz="3200">
                <a:solidFill>
                  <a:schemeClr val="tx1"/>
                </a:solidFill>
              </a:rPr>
              <a:t>推出</a:t>
            </a:r>
          </a:p>
        </p:txBody>
      </p:sp>
      <p:pic>
        <p:nvPicPr>
          <p:cNvPr id="97291" name="图片 18" descr="image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5176838"/>
            <a:ext cx="244157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92" name="图片 19" descr="http://images.cnitblog.com/blog/477176/201308/13111838-8f7c9318d79f411288368f2c397959ac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5805488"/>
            <a:ext cx="72009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93" name="TextBox 7"/>
          <p:cNvSpPr txBox="1">
            <a:spLocks noChangeArrowheads="1"/>
          </p:cNvSpPr>
          <p:nvPr/>
        </p:nvSpPr>
        <p:spPr bwMode="auto">
          <a:xfrm>
            <a:off x="8604250" y="115888"/>
            <a:ext cx="604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(1)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7294" name="TextBox 21"/>
          <p:cNvSpPr txBox="1">
            <a:spLocks noChangeArrowheads="1"/>
          </p:cNvSpPr>
          <p:nvPr/>
        </p:nvSpPr>
        <p:spPr bwMode="auto">
          <a:xfrm>
            <a:off x="8261350" y="993775"/>
            <a:ext cx="6048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(2)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7295" name="TextBox 22"/>
          <p:cNvSpPr txBox="1">
            <a:spLocks noChangeArrowheads="1"/>
          </p:cNvSpPr>
          <p:nvPr/>
        </p:nvSpPr>
        <p:spPr bwMode="auto">
          <a:xfrm>
            <a:off x="7812088" y="1851025"/>
            <a:ext cx="604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(3)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7296" name="TextBox 23"/>
          <p:cNvSpPr txBox="1">
            <a:spLocks noChangeArrowheads="1"/>
          </p:cNvSpPr>
          <p:nvPr/>
        </p:nvSpPr>
        <p:spPr bwMode="auto">
          <a:xfrm>
            <a:off x="8115300" y="3141663"/>
            <a:ext cx="6032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(4)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7297" name="TextBox 20"/>
          <p:cNvSpPr txBox="1">
            <a:spLocks noChangeArrowheads="1"/>
          </p:cNvSpPr>
          <p:nvPr/>
        </p:nvSpPr>
        <p:spPr bwMode="auto">
          <a:xfrm>
            <a:off x="7113588" y="4376738"/>
            <a:ext cx="604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(5)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6" name="组合 8"/>
          <p:cNvGrpSpPr>
            <a:grpSpLocks/>
          </p:cNvGrpSpPr>
          <p:nvPr/>
        </p:nvGrpSpPr>
        <p:grpSpPr bwMode="auto">
          <a:xfrm>
            <a:off x="179388" y="260350"/>
            <a:ext cx="8353425" cy="2566988"/>
            <a:chOff x="4932040" y="260648"/>
            <a:chExt cx="8352928" cy="2566700"/>
          </a:xfrm>
        </p:grpSpPr>
        <p:sp>
          <p:nvSpPr>
            <p:cNvPr id="98320" name="矩形 17"/>
            <p:cNvSpPr>
              <a:spLocks noChangeArrowheads="1"/>
            </p:cNvSpPr>
            <p:nvPr/>
          </p:nvSpPr>
          <p:spPr bwMode="auto">
            <a:xfrm>
              <a:off x="4932040" y="260648"/>
              <a:ext cx="835292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1pPr>
              <a:lvl2pPr marL="742950" indent="-28575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2pPr>
              <a:lvl3pPr marL="11430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3pPr>
              <a:lvl4pPr marL="16002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4pPr>
              <a:lvl5pPr marL="2057400" indent="-228600"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rgbClr val="CCFFFF"/>
                  </a:solidFill>
                  <a:latin typeface="Times New Roman" pitchFamily="18" charset="0"/>
                  <a:ea typeface="楷体_GB2312" pitchFamily="49" charset="-122"/>
                </a:defRPr>
              </a:lvl9pPr>
            </a:lstStyle>
            <a:p>
              <a:pPr latinLnBrk="1"/>
              <a:r>
                <a:rPr lang="en-US" altLang="zh-CN" sz="3200">
                  <a:solidFill>
                    <a:schemeClr val="tx1"/>
                  </a:solidFill>
                </a:rPr>
                <a:t>c. </a:t>
              </a:r>
              <a:r>
                <a:rPr lang="zh-CN" altLang="zh-CN" sz="3200">
                  <a:solidFill>
                    <a:schemeClr val="tx1"/>
                  </a:solidFill>
                </a:rPr>
                <a:t>由</a:t>
              </a:r>
              <a:r>
                <a:rPr lang="en-US" altLang="zh-CN" sz="3200">
                  <a:solidFill>
                    <a:schemeClr val="tx1"/>
                  </a:solidFill>
                </a:rPr>
                <a:t>                                </a:t>
              </a:r>
              <a:r>
                <a:rPr lang="en-US" altLang="zh-CN" sz="3200" i="1">
                  <a:solidFill>
                    <a:schemeClr val="tx1"/>
                  </a:solidFill>
                  <a:cs typeface="Times New Roman" pitchFamily="18" charset="0"/>
                </a:rPr>
                <a:t>(i = 0, 1, …, n-1)</a:t>
              </a:r>
              <a:r>
                <a:rPr lang="zh-CN" altLang="zh-CN" sz="3200">
                  <a:solidFill>
                    <a:schemeClr val="tx1"/>
                  </a:solidFill>
                </a:rPr>
                <a:t>推出</a:t>
              </a:r>
            </a:p>
          </p:txBody>
        </p:sp>
        <p:pic>
          <p:nvPicPr>
            <p:cNvPr id="98321" name="图片 18" descr="image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5947" y="360465"/>
              <a:ext cx="2218531" cy="402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22" name="图片 19" descr="http://images.cnitblog.com/blog/477176/201308/13111838-8f7c9318d79f411288368f2c397959ac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6096" y="985838"/>
              <a:ext cx="7200800" cy="930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23" name="图片 20" descr="image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2204864"/>
              <a:ext cx="4718065" cy="622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8307" name="矩形 21"/>
          <p:cNvSpPr>
            <a:spLocks noChangeArrowheads="1"/>
          </p:cNvSpPr>
          <p:nvPr/>
        </p:nvSpPr>
        <p:spPr bwMode="auto">
          <a:xfrm>
            <a:off x="179388" y="3141663"/>
            <a:ext cx="4105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en-US" altLang="zh-CN" sz="3200">
                <a:solidFill>
                  <a:schemeClr val="tx1"/>
                </a:solidFill>
              </a:rPr>
              <a:t>d. </a:t>
            </a:r>
            <a:r>
              <a:rPr lang="zh-CN" altLang="zh-CN" sz="3200">
                <a:solidFill>
                  <a:schemeClr val="tx1"/>
                </a:solidFill>
              </a:rPr>
              <a:t>由</a:t>
            </a:r>
          </a:p>
        </p:txBody>
      </p:sp>
      <p:pic>
        <p:nvPicPr>
          <p:cNvPr id="98308" name="图片 22" descr="image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3167063"/>
            <a:ext cx="25844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9" name="图片 23" descr="image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3860800"/>
            <a:ext cx="37449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0" name="图片 32" descr="image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586288"/>
            <a:ext cx="2830513" cy="47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1" name="图片 30" descr="image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5" y="5233988"/>
            <a:ext cx="40655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2" name="图片 29" descr="image">
            <a:hlinkClick r:id="rId15"/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5732463"/>
            <a:ext cx="2895600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13" name="Rectangle 5"/>
          <p:cNvSpPr>
            <a:spLocks noChangeArrowheads="1"/>
          </p:cNvSpPr>
          <p:nvPr/>
        </p:nvSpPr>
        <p:spPr bwMode="auto">
          <a:xfrm>
            <a:off x="611188" y="4602163"/>
            <a:ext cx="6769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zh-CN" sz="28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设</a:t>
            </a:r>
            <a:r>
              <a:rPr lang="en-US" altLang="zh-CN" sz="28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                                 </a:t>
            </a:r>
            <a:r>
              <a:rPr lang="zh-CN" altLang="en-US" sz="28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代入</a:t>
            </a:r>
            <a:r>
              <a:rPr lang="en-US" altLang="zh-CN" sz="28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(7)</a:t>
            </a:r>
            <a:r>
              <a:rPr lang="zh-CN" altLang="en-US" sz="2800">
                <a:solidFill>
                  <a:schemeClr val="tx1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式</a:t>
            </a:r>
            <a:endParaRPr lang="zh-CN" altLang="zh-CN" sz="2800">
              <a:solidFill>
                <a:schemeClr val="tx1"/>
              </a:solidFill>
              <a:latin typeface="Arial" pitchFamily="34" charset="0"/>
              <a:ea typeface="宋体" pitchFamily="2" charset="-122"/>
              <a:cs typeface="Tahoma" pitchFamily="34" charset="0"/>
            </a:endParaRPr>
          </a:p>
        </p:txBody>
      </p:sp>
      <p:pic>
        <p:nvPicPr>
          <p:cNvPr id="98314" name="Picture 10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5" y="2997200"/>
            <a:ext cx="43529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8315" name="Rectangle 19"/>
          <p:cNvSpPr>
            <a:spLocks noChangeArrowheads="1"/>
          </p:cNvSpPr>
          <p:nvPr/>
        </p:nvSpPr>
        <p:spPr bwMode="auto">
          <a:xfrm>
            <a:off x="0" y="1839913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zh-CN" sz="18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98316" name="TextBox 36"/>
          <p:cNvSpPr txBox="1">
            <a:spLocks noChangeArrowheads="1"/>
          </p:cNvSpPr>
          <p:nvPr/>
        </p:nvSpPr>
        <p:spPr bwMode="auto">
          <a:xfrm>
            <a:off x="7164388" y="3789363"/>
            <a:ext cx="6048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(7)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8317" name="TextBox 37"/>
          <p:cNvSpPr txBox="1">
            <a:spLocks noChangeArrowheads="1"/>
          </p:cNvSpPr>
          <p:nvPr/>
        </p:nvSpPr>
        <p:spPr bwMode="auto">
          <a:xfrm>
            <a:off x="7240588" y="2305050"/>
            <a:ext cx="6048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(6)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8318" name="TextBox 38"/>
          <p:cNvSpPr txBox="1">
            <a:spLocks noChangeArrowheads="1"/>
          </p:cNvSpPr>
          <p:nvPr/>
        </p:nvSpPr>
        <p:spPr bwMode="auto">
          <a:xfrm>
            <a:off x="5822950" y="5903913"/>
            <a:ext cx="604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(8)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8319" name="TextBox 39"/>
          <p:cNvSpPr txBox="1">
            <a:spLocks noChangeArrowheads="1"/>
          </p:cNvSpPr>
          <p:nvPr/>
        </p:nvSpPr>
        <p:spPr bwMode="auto">
          <a:xfrm>
            <a:off x="8604250" y="3062288"/>
            <a:ext cx="604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(3)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图片 28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33375"/>
            <a:ext cx="53578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1" name="图片 27" descr="image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1325563"/>
            <a:ext cx="48990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2" name="图片 26" descr="image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63" y="2197100"/>
            <a:ext cx="35258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3" name="图片 25" descr="image">
            <a:hlinkClick r:id="rId8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3500438"/>
            <a:ext cx="913606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4" name="Rectangle 5"/>
          <p:cNvSpPr>
            <a:spLocks noChangeArrowheads="1"/>
          </p:cNvSpPr>
          <p:nvPr/>
        </p:nvSpPr>
        <p:spPr bwMode="auto">
          <a:xfrm>
            <a:off x="0" y="-33338"/>
            <a:ext cx="3057525" cy="52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b="0">
                <a:solidFill>
                  <a:srgbClr val="444444"/>
                </a:solidFill>
                <a:latin typeface="宋体" pitchFamily="2" charset="-122"/>
                <a:cs typeface="Tahoma" pitchFamily="34" charset="0"/>
              </a:rPr>
              <a:t>b. </a:t>
            </a:r>
            <a:r>
              <a:rPr lang="zh-CN" altLang="en-US" sz="2800" b="0">
                <a:solidFill>
                  <a:srgbClr val="444444"/>
                </a:solidFill>
                <a:latin typeface="宋体" pitchFamily="2" charset="-122"/>
                <a:cs typeface="Tahoma" pitchFamily="34" charset="0"/>
              </a:rPr>
              <a:t>将</a:t>
            </a:r>
            <a:r>
              <a:rPr lang="en-US" altLang="zh-CN" sz="2800" b="0">
                <a:solidFill>
                  <a:srgbClr val="444444"/>
                </a:solidFill>
                <a:latin typeface="宋体" pitchFamily="2" charset="-122"/>
                <a:cs typeface="Tahoma" pitchFamily="34" charset="0"/>
              </a:rPr>
              <a:t>ci, di</a:t>
            </a:r>
            <a:r>
              <a:rPr lang="zh-CN" altLang="en-US" sz="2800" b="0">
                <a:solidFill>
                  <a:srgbClr val="444444"/>
                </a:solidFill>
                <a:latin typeface="宋体" pitchFamily="2" charset="-122"/>
                <a:cs typeface="Tahoma" pitchFamily="34" charset="0"/>
              </a:rPr>
              <a:t>带入 </a:t>
            </a:r>
            <a:endParaRPr lang="zh-CN" altLang="en-US" sz="2800" b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9335" name="Rectangle 7"/>
          <p:cNvSpPr>
            <a:spLocks noChangeArrowheads="1"/>
          </p:cNvSpPr>
          <p:nvPr/>
        </p:nvSpPr>
        <p:spPr bwMode="auto">
          <a:xfrm>
            <a:off x="0" y="1908175"/>
            <a:ext cx="2898775" cy="523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b="0">
                <a:solidFill>
                  <a:srgbClr val="444444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c. </a:t>
            </a:r>
            <a:r>
              <a:rPr lang="zh-CN" altLang="en-US" sz="2800" b="0">
                <a:solidFill>
                  <a:srgbClr val="444444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将</a:t>
            </a:r>
            <a:r>
              <a:rPr lang="en-US" altLang="zh-CN" sz="2800" b="0">
                <a:solidFill>
                  <a:srgbClr val="444444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bi, ci, di</a:t>
            </a:r>
            <a:r>
              <a:rPr lang="zh-CN" altLang="en-US" sz="2800" b="0">
                <a:solidFill>
                  <a:srgbClr val="444444"/>
                </a:solidFill>
                <a:latin typeface="Tahoma" pitchFamily="34" charset="0"/>
                <a:ea typeface="宋体" pitchFamily="2" charset="-122"/>
                <a:cs typeface="Tahoma" pitchFamily="34" charset="0"/>
              </a:rPr>
              <a:t>带入</a:t>
            </a:r>
            <a:endParaRPr lang="zh-CN" altLang="en-US" sz="2800" b="0">
              <a:solidFill>
                <a:schemeClr val="tx1"/>
              </a:solidFill>
              <a:latin typeface="Arial" pitchFamily="34" charset="0"/>
              <a:ea typeface="宋体" pitchFamily="2" charset="-122"/>
              <a:cs typeface="Tahoma" pitchFamily="34" charset="0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79388" y="4422775"/>
            <a:ext cx="8929687" cy="2246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sz="2800" dirty="0">
                <a:solidFill>
                  <a:schemeClr val="tx1"/>
                </a:solidFill>
                <a:latin typeface="+mn-ea"/>
                <a:cs typeface="Tahoma" pitchFamily="34" charset="0"/>
              </a:rPr>
              <a:t>端点条件</a:t>
            </a:r>
            <a:endParaRPr lang="en-US" altLang="zh-CN" sz="2800" dirty="0">
              <a:solidFill>
                <a:schemeClr val="tx1"/>
              </a:solidFill>
              <a:latin typeface="+mn-ea"/>
              <a:cs typeface="Tahoma" pitchFamily="34" charset="0"/>
            </a:endParaRPr>
          </a:p>
          <a:p>
            <a:pPr latinLnBrk="1">
              <a:defRPr/>
            </a:pPr>
            <a:r>
              <a:rPr lang="zh-CN" altLang="zh-CN" sz="2800" dirty="0">
                <a:solidFill>
                  <a:schemeClr val="tx1"/>
                </a:solidFill>
              </a:rPr>
              <a:t>由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zh-CN" altLang="zh-CN" sz="2800" dirty="0">
                <a:solidFill>
                  <a:schemeClr val="tx1"/>
                </a:solidFill>
              </a:rPr>
              <a:t>的取值范围可知，共有</a:t>
            </a:r>
            <a:r>
              <a:rPr lang="en-US" altLang="zh-CN" sz="2800" dirty="0">
                <a:solidFill>
                  <a:schemeClr val="tx1"/>
                </a:solidFill>
              </a:rPr>
              <a:t>n-1</a:t>
            </a:r>
            <a:r>
              <a:rPr lang="zh-CN" altLang="zh-CN" sz="2800" dirty="0">
                <a:solidFill>
                  <a:schemeClr val="tx1"/>
                </a:solidFill>
              </a:rPr>
              <a:t>个公式， 但却有</a:t>
            </a:r>
            <a:r>
              <a:rPr lang="en-US" altLang="zh-CN" sz="2800" dirty="0">
                <a:solidFill>
                  <a:schemeClr val="tx1"/>
                </a:solidFill>
              </a:rPr>
              <a:t>n+1</a:t>
            </a:r>
            <a:r>
              <a:rPr lang="zh-CN" altLang="zh-CN" sz="2800" dirty="0">
                <a:solidFill>
                  <a:schemeClr val="tx1"/>
                </a:solidFill>
              </a:rPr>
              <a:t>个未知量</a:t>
            </a:r>
            <a:r>
              <a:rPr lang="en-US" altLang="zh-CN" sz="2800" dirty="0">
                <a:solidFill>
                  <a:schemeClr val="tx1"/>
                </a:solidFill>
              </a:rPr>
              <a:t>m </a:t>
            </a:r>
            <a:r>
              <a:rPr lang="zh-CN" altLang="zh-CN" sz="2800" dirty="0">
                <a:solidFill>
                  <a:schemeClr val="tx1"/>
                </a:solidFill>
              </a:rPr>
              <a:t>。要想求解该方程组，还需另外两个式子。所以需要对两端点</a:t>
            </a:r>
            <a:r>
              <a:rPr lang="en-US" altLang="zh-CN" sz="2800" dirty="0">
                <a:solidFill>
                  <a:schemeClr val="tx1"/>
                </a:solidFill>
              </a:rPr>
              <a:t>x0</a:t>
            </a:r>
            <a:r>
              <a:rPr lang="zh-CN" altLang="zh-CN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 err="1">
                <a:solidFill>
                  <a:schemeClr val="tx1"/>
                </a:solidFill>
              </a:rPr>
              <a:t>xn</a:t>
            </a:r>
            <a:r>
              <a:rPr lang="zh-CN" altLang="zh-CN" sz="2800" dirty="0">
                <a:solidFill>
                  <a:schemeClr val="tx1"/>
                </a:solidFill>
              </a:rPr>
              <a:t>的微分加些限制。 选择不是唯一的，</a:t>
            </a:r>
            <a:r>
              <a:rPr lang="en-US" altLang="zh-CN" sz="2800" dirty="0">
                <a:solidFill>
                  <a:schemeClr val="tx1"/>
                </a:solidFill>
              </a:rPr>
              <a:t>3</a:t>
            </a:r>
            <a:r>
              <a:rPr lang="zh-CN" altLang="zh-CN" sz="2800" dirty="0">
                <a:solidFill>
                  <a:schemeClr val="tx1"/>
                </a:solidFill>
              </a:rPr>
              <a:t>种比较常用的限制如下。</a:t>
            </a:r>
          </a:p>
        </p:txBody>
      </p:sp>
      <p:sp>
        <p:nvSpPr>
          <p:cNvPr id="99337" name="TextBox 32"/>
          <p:cNvSpPr txBox="1">
            <a:spLocks noChangeArrowheads="1"/>
          </p:cNvSpPr>
          <p:nvPr/>
        </p:nvSpPr>
        <p:spPr bwMode="auto">
          <a:xfrm>
            <a:off x="8518525" y="376238"/>
            <a:ext cx="604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(5)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9338" name="TextBox 33"/>
          <p:cNvSpPr txBox="1">
            <a:spLocks noChangeArrowheads="1"/>
          </p:cNvSpPr>
          <p:nvPr/>
        </p:nvSpPr>
        <p:spPr bwMode="auto">
          <a:xfrm>
            <a:off x="8101013" y="1301750"/>
            <a:ext cx="603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(9)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9339" name="TextBox 34"/>
          <p:cNvSpPr txBox="1">
            <a:spLocks noChangeArrowheads="1"/>
          </p:cNvSpPr>
          <p:nvPr/>
        </p:nvSpPr>
        <p:spPr bwMode="auto">
          <a:xfrm>
            <a:off x="7092950" y="2259013"/>
            <a:ext cx="603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(6)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9340" name="TextBox 35"/>
          <p:cNvSpPr txBox="1">
            <a:spLocks noChangeArrowheads="1"/>
          </p:cNvSpPr>
          <p:nvPr/>
        </p:nvSpPr>
        <p:spPr bwMode="auto">
          <a:xfrm>
            <a:off x="7797800" y="4149725"/>
            <a:ext cx="784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(10)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99341" name="矩形 7"/>
          <p:cNvSpPr>
            <a:spLocks noChangeArrowheads="1"/>
          </p:cNvSpPr>
          <p:nvPr/>
        </p:nvSpPr>
        <p:spPr bwMode="auto">
          <a:xfrm>
            <a:off x="4378325" y="2916238"/>
            <a:ext cx="301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3200" i="1">
                <a:solidFill>
                  <a:schemeClr val="tx1"/>
                </a:solidFill>
                <a:cs typeface="Times New Roman" pitchFamily="18" charset="0"/>
              </a:rPr>
              <a:t>(i = 0, 1, …, n-2)</a:t>
            </a:r>
            <a:endParaRPr lang="zh-CN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9"/>
          <p:cNvSpPr>
            <a:spLocks noChangeArrowheads="1"/>
          </p:cNvSpPr>
          <p:nvPr/>
        </p:nvSpPr>
        <p:spPr bwMode="auto">
          <a:xfrm>
            <a:off x="276225" y="260350"/>
            <a:ext cx="8893175" cy="95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en-US" altLang="zh-CN" sz="2800">
                <a:solidFill>
                  <a:schemeClr val="tx1"/>
                </a:solidFill>
              </a:rPr>
              <a:t>a. </a:t>
            </a:r>
            <a:r>
              <a:rPr lang="zh-CN" altLang="zh-CN" sz="2800">
                <a:solidFill>
                  <a:schemeClr val="tx1"/>
                </a:solidFill>
              </a:rPr>
              <a:t>自由边界</a:t>
            </a:r>
            <a:r>
              <a:rPr lang="en-US" altLang="zh-CN" sz="2800">
                <a:solidFill>
                  <a:schemeClr val="tx1"/>
                </a:solidFill>
              </a:rPr>
              <a:t>(Natural) </a:t>
            </a:r>
            <a:r>
              <a:rPr lang="zh-CN" altLang="zh-CN" sz="2800">
                <a:solidFill>
                  <a:schemeClr val="tx1"/>
                </a:solidFill>
              </a:rPr>
              <a:t>首尾两端没有受到任何让它们弯曲的力，即</a:t>
            </a:r>
            <a:r>
              <a:rPr lang="en-US" altLang="zh-CN" sz="2800">
                <a:solidFill>
                  <a:schemeClr val="tx1"/>
                </a:solidFill>
              </a:rPr>
              <a:t>           </a:t>
            </a:r>
            <a:r>
              <a:rPr lang="zh-CN" altLang="zh-CN" sz="2800">
                <a:solidFill>
                  <a:schemeClr val="tx1"/>
                </a:solidFill>
              </a:rPr>
              <a:t>。具体表示为</a:t>
            </a:r>
            <a:r>
              <a:rPr lang="en-US" altLang="zh-CN" sz="2800">
                <a:solidFill>
                  <a:schemeClr val="tx1"/>
                </a:solidFill>
              </a:rPr>
              <a:t>                   </a:t>
            </a:r>
            <a:r>
              <a:rPr lang="zh-CN" altLang="zh-CN" sz="2800">
                <a:solidFill>
                  <a:schemeClr val="tx1"/>
                </a:solidFill>
              </a:rPr>
              <a:t>和 </a:t>
            </a:r>
          </a:p>
        </p:txBody>
      </p:sp>
      <p:pic>
        <p:nvPicPr>
          <p:cNvPr id="100355" name="图片 14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795338"/>
            <a:ext cx="792163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341438"/>
            <a:ext cx="43529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0357" name="TextBox 16"/>
          <p:cNvSpPr txBox="1">
            <a:spLocks noChangeArrowheads="1"/>
          </p:cNvSpPr>
          <p:nvPr/>
        </p:nvSpPr>
        <p:spPr bwMode="auto">
          <a:xfrm>
            <a:off x="4532313" y="1404938"/>
            <a:ext cx="604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(3)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100358" name="图片 32" descr="imag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1509713"/>
            <a:ext cx="304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9" name="图片 18" descr="image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704850"/>
            <a:ext cx="11398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60" name="图片 19" descr="image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730250"/>
            <a:ext cx="1141413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61" name="Rectangle 9"/>
          <p:cNvSpPr>
            <a:spLocks noChangeArrowheads="1"/>
          </p:cNvSpPr>
          <p:nvPr/>
        </p:nvSpPr>
        <p:spPr bwMode="auto">
          <a:xfrm>
            <a:off x="85725" y="2997200"/>
            <a:ext cx="8893175" cy="522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zh-CN" altLang="zh-CN" sz="2800">
                <a:solidFill>
                  <a:schemeClr val="tx1"/>
                </a:solidFill>
              </a:rPr>
              <a:t>则要求解的方程组可写为：</a:t>
            </a:r>
          </a:p>
        </p:txBody>
      </p:sp>
      <p:pic>
        <p:nvPicPr>
          <p:cNvPr id="100362" name="图片 25" descr="image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2157413"/>
            <a:ext cx="905827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63" name="TextBox 22"/>
          <p:cNvSpPr txBox="1">
            <a:spLocks noChangeArrowheads="1"/>
          </p:cNvSpPr>
          <p:nvPr/>
        </p:nvSpPr>
        <p:spPr bwMode="auto">
          <a:xfrm>
            <a:off x="7839075" y="2805113"/>
            <a:ext cx="784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(10)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100364" name="图片 23" descr="imag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860800"/>
            <a:ext cx="6535738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65" name="TextBox 24"/>
          <p:cNvSpPr txBox="1">
            <a:spLocks noChangeArrowheads="1"/>
          </p:cNvSpPr>
          <p:nvPr/>
        </p:nvSpPr>
        <p:spPr bwMode="auto">
          <a:xfrm>
            <a:off x="6518275" y="6334125"/>
            <a:ext cx="765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(11)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100366" name="图片 13" descr="image">
            <a:hlinkClick r:id="rId14"/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3" y="4005263"/>
            <a:ext cx="2286000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9"/>
          <p:cNvSpPr>
            <a:spLocks noChangeArrowheads="1"/>
          </p:cNvSpPr>
          <p:nvPr/>
        </p:nvSpPr>
        <p:spPr bwMode="auto">
          <a:xfrm>
            <a:off x="276225" y="260350"/>
            <a:ext cx="8893175" cy="9540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en-US" altLang="zh-CN" sz="2800">
                <a:solidFill>
                  <a:schemeClr val="tx1"/>
                </a:solidFill>
              </a:rPr>
              <a:t>b. </a:t>
            </a:r>
            <a:r>
              <a:rPr lang="zh-CN" altLang="zh-CN" sz="2800">
                <a:solidFill>
                  <a:schemeClr val="tx1"/>
                </a:solidFill>
              </a:rPr>
              <a:t>固定边界</a:t>
            </a:r>
            <a:r>
              <a:rPr lang="en-US" altLang="zh-CN" sz="2800">
                <a:solidFill>
                  <a:schemeClr val="tx1"/>
                </a:solidFill>
              </a:rPr>
              <a:t>(Clamped): </a:t>
            </a:r>
            <a:r>
              <a:rPr lang="zh-CN" altLang="zh-CN" sz="2800">
                <a:solidFill>
                  <a:schemeClr val="tx1"/>
                </a:solidFill>
              </a:rPr>
              <a:t>首尾两端点的微分值是被指定的，这里分别定为</a:t>
            </a:r>
            <a:r>
              <a:rPr lang="en-US" altLang="zh-CN" sz="2800">
                <a:solidFill>
                  <a:schemeClr val="tx1"/>
                </a:solidFill>
              </a:rPr>
              <a:t>A</a:t>
            </a:r>
            <a:r>
              <a:rPr lang="zh-CN" altLang="zh-CN" sz="2800">
                <a:solidFill>
                  <a:schemeClr val="tx1"/>
                </a:solidFill>
              </a:rPr>
              <a:t>和</a:t>
            </a:r>
            <a:r>
              <a:rPr lang="en-US" altLang="zh-CN" sz="2800">
                <a:solidFill>
                  <a:schemeClr val="tx1"/>
                </a:solidFill>
              </a:rPr>
              <a:t>B</a:t>
            </a:r>
            <a:r>
              <a:rPr lang="zh-CN" altLang="zh-CN" sz="2800">
                <a:solidFill>
                  <a:schemeClr val="tx1"/>
                </a:solidFill>
              </a:rPr>
              <a:t>。则可以推出</a:t>
            </a:r>
          </a:p>
        </p:txBody>
      </p:sp>
      <p:sp>
        <p:nvSpPr>
          <p:cNvPr id="101379" name="Rectangle 9"/>
          <p:cNvSpPr>
            <a:spLocks noChangeArrowheads="1"/>
          </p:cNvSpPr>
          <p:nvPr/>
        </p:nvSpPr>
        <p:spPr bwMode="auto">
          <a:xfrm>
            <a:off x="85725" y="5857875"/>
            <a:ext cx="8893175" cy="523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zh-CN" altLang="zh-CN" sz="2800">
                <a:solidFill>
                  <a:schemeClr val="tx1"/>
                </a:solidFill>
              </a:rPr>
              <a:t>则要求解的方程组可写为：</a:t>
            </a:r>
          </a:p>
        </p:txBody>
      </p:sp>
      <p:pic>
        <p:nvPicPr>
          <p:cNvPr id="101380" name="图片 25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5018088"/>
            <a:ext cx="905827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TextBox 22"/>
          <p:cNvSpPr txBox="1">
            <a:spLocks noChangeArrowheads="1"/>
          </p:cNvSpPr>
          <p:nvPr/>
        </p:nvSpPr>
        <p:spPr bwMode="auto">
          <a:xfrm>
            <a:off x="7839075" y="5667375"/>
            <a:ext cx="784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(10)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  <p:pic>
        <p:nvPicPr>
          <p:cNvPr id="101382" name="图片 13" descr="image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341438"/>
            <a:ext cx="5761037" cy="170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3" name="图片 25" descr="image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357563"/>
            <a:ext cx="56165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125538"/>
            <a:ext cx="5473700" cy="598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1385" name="TextBox 8"/>
          <p:cNvSpPr txBox="1">
            <a:spLocks noChangeArrowheads="1"/>
          </p:cNvSpPr>
          <p:nvPr/>
        </p:nvSpPr>
        <p:spPr bwMode="auto">
          <a:xfrm>
            <a:off x="7831138" y="717550"/>
            <a:ext cx="6048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(2)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图片 7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2708275"/>
            <a:ext cx="5792788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88913"/>
            <a:ext cx="34004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0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1773238"/>
            <a:ext cx="47434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05" name="图片 25" descr="image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922338"/>
            <a:ext cx="905827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2338388"/>
            <a:ext cx="3240088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07" name="TextBox 22"/>
          <p:cNvSpPr txBox="1">
            <a:spLocks noChangeArrowheads="1"/>
          </p:cNvSpPr>
          <p:nvPr/>
        </p:nvSpPr>
        <p:spPr bwMode="auto">
          <a:xfrm>
            <a:off x="5651500" y="6218238"/>
            <a:ext cx="771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  <a:cs typeface="Times New Roman" pitchFamily="18" charset="0"/>
              </a:rPr>
              <a:t>(11)</a:t>
            </a:r>
            <a:endParaRPr lang="zh-CN" altLang="en-US" sz="2800">
              <a:solidFill>
                <a:srgbClr val="FF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9"/>
          <p:cNvSpPr>
            <a:spLocks noChangeArrowheads="1"/>
          </p:cNvSpPr>
          <p:nvPr/>
        </p:nvSpPr>
        <p:spPr bwMode="auto">
          <a:xfrm>
            <a:off x="71438" y="280988"/>
            <a:ext cx="9072562" cy="4227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>
              <a:lnSpc>
                <a:spcPct val="120000"/>
              </a:lnSpc>
            </a:pPr>
            <a:r>
              <a:rPr lang="en-US" altLang="zh-CN" sz="3200">
                <a:solidFill>
                  <a:schemeClr val="tx1"/>
                </a:solidFill>
              </a:rPr>
              <a:t>1.3 </a:t>
            </a:r>
            <a:r>
              <a:rPr lang="zh-CN" altLang="zh-CN" sz="3200">
                <a:solidFill>
                  <a:schemeClr val="tx1"/>
                </a:solidFill>
              </a:rPr>
              <a:t>算法总结</a:t>
            </a:r>
          </a:p>
          <a:p>
            <a:pPr latinLnBrk="1">
              <a:lnSpc>
                <a:spcPct val="120000"/>
              </a:lnSpc>
            </a:pPr>
            <a:r>
              <a:rPr lang="zh-CN" altLang="zh-CN" sz="3200">
                <a:solidFill>
                  <a:schemeClr val="tx1"/>
                </a:solidFill>
              </a:rPr>
              <a:t>假定有</a:t>
            </a:r>
            <a:r>
              <a:rPr lang="en-US" altLang="zh-CN" sz="3200">
                <a:solidFill>
                  <a:schemeClr val="tx1"/>
                </a:solidFill>
              </a:rPr>
              <a:t>n+1</a:t>
            </a:r>
            <a:r>
              <a:rPr lang="zh-CN" altLang="zh-CN" sz="3200">
                <a:solidFill>
                  <a:schemeClr val="tx1"/>
                </a:solidFill>
              </a:rPr>
              <a:t>个数据节点</a:t>
            </a:r>
            <a:endParaRPr lang="en-US" altLang="zh-CN" sz="3200">
              <a:solidFill>
                <a:schemeClr val="tx1"/>
              </a:solidFill>
            </a:endParaRPr>
          </a:p>
          <a:p>
            <a:pPr latinLnBrk="1">
              <a:lnSpc>
                <a:spcPct val="120000"/>
              </a:lnSpc>
            </a:pPr>
            <a:r>
              <a:rPr lang="en-US" altLang="zh-CN" sz="3200">
                <a:solidFill>
                  <a:schemeClr val="tx1"/>
                </a:solidFill>
              </a:rPr>
              <a:t>a. </a:t>
            </a:r>
            <a:r>
              <a:rPr lang="zh-CN" altLang="zh-CN" sz="3200">
                <a:solidFill>
                  <a:schemeClr val="tx1"/>
                </a:solidFill>
              </a:rPr>
              <a:t>计算步长</a:t>
            </a:r>
            <a:r>
              <a:rPr lang="en-US" altLang="zh-CN" sz="3200">
                <a:solidFill>
                  <a:schemeClr val="tx1"/>
                </a:solidFill>
              </a:rPr>
              <a:t>                                   (i = 0, 1, …, n-1)</a:t>
            </a:r>
            <a:endParaRPr lang="zh-CN" altLang="zh-CN" sz="3200">
              <a:solidFill>
                <a:schemeClr val="tx1"/>
              </a:solidFill>
            </a:endParaRPr>
          </a:p>
          <a:p>
            <a:pPr latinLnBrk="1">
              <a:lnSpc>
                <a:spcPct val="120000"/>
              </a:lnSpc>
            </a:pPr>
            <a:r>
              <a:rPr lang="en-US" altLang="zh-CN" sz="3200">
                <a:solidFill>
                  <a:schemeClr val="tx1"/>
                </a:solidFill>
              </a:rPr>
              <a:t>b. </a:t>
            </a:r>
            <a:r>
              <a:rPr lang="zh-CN" altLang="zh-CN" sz="3200">
                <a:solidFill>
                  <a:schemeClr val="tx1"/>
                </a:solidFill>
              </a:rPr>
              <a:t>将数据节点和首位端点条件带入矩阵方程</a:t>
            </a:r>
          </a:p>
          <a:p>
            <a:pPr latinLnBrk="1">
              <a:lnSpc>
                <a:spcPct val="120000"/>
              </a:lnSpc>
            </a:pPr>
            <a:r>
              <a:rPr lang="en-US" altLang="zh-CN" sz="3200">
                <a:solidFill>
                  <a:schemeClr val="tx1"/>
                </a:solidFill>
              </a:rPr>
              <a:t>c. </a:t>
            </a:r>
            <a:r>
              <a:rPr lang="zh-CN" altLang="zh-CN" sz="3200">
                <a:solidFill>
                  <a:schemeClr val="tx1"/>
                </a:solidFill>
              </a:rPr>
              <a:t>解矩阵方程，求得二次微分值</a:t>
            </a:r>
            <a:r>
              <a:rPr lang="en-US" altLang="zh-CN" sz="3200">
                <a:solidFill>
                  <a:schemeClr val="tx1"/>
                </a:solidFill>
              </a:rPr>
              <a:t>       </a:t>
            </a:r>
            <a:r>
              <a:rPr lang="zh-CN" altLang="zh-CN" sz="3200">
                <a:solidFill>
                  <a:schemeClr val="tx1"/>
                </a:solidFill>
              </a:rPr>
              <a:t>。该矩阵为三对角矩阵，具体求法参见</a:t>
            </a:r>
            <a:r>
              <a:rPr lang="en-US" altLang="zh-CN" sz="3200">
                <a:solidFill>
                  <a:schemeClr val="tx1"/>
                </a:solidFill>
                <a:hlinkClick r:id="rId2"/>
              </a:rPr>
              <a:t>三对角矩阵的求解</a:t>
            </a:r>
            <a:r>
              <a:rPr lang="zh-CN" altLang="zh-CN" sz="3200">
                <a:solidFill>
                  <a:schemeClr val="tx1"/>
                </a:solidFill>
              </a:rPr>
              <a:t>。</a:t>
            </a:r>
          </a:p>
          <a:p>
            <a:pPr latinLnBrk="1">
              <a:lnSpc>
                <a:spcPct val="120000"/>
              </a:lnSpc>
            </a:pPr>
            <a:r>
              <a:rPr lang="en-US" altLang="zh-CN" sz="3200">
                <a:solidFill>
                  <a:schemeClr val="tx1"/>
                </a:solidFill>
              </a:rPr>
              <a:t>d. </a:t>
            </a:r>
            <a:r>
              <a:rPr lang="zh-CN" altLang="zh-CN" sz="3200">
                <a:solidFill>
                  <a:schemeClr val="tx1"/>
                </a:solidFill>
              </a:rPr>
              <a:t>计算样条曲线的系数：</a:t>
            </a:r>
          </a:p>
        </p:txBody>
      </p:sp>
      <p:pic>
        <p:nvPicPr>
          <p:cNvPr id="103427" name="图片 8" descr="image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50" y="938213"/>
            <a:ext cx="48958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图片 9" descr="imag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557338"/>
            <a:ext cx="181768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图片 10" descr="image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2852738"/>
            <a:ext cx="3603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0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22775"/>
            <a:ext cx="5535612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31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838" y="4292600"/>
            <a:ext cx="2339975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32" name="图片 15" descr="image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6165850"/>
            <a:ext cx="569753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9"/>
          <p:cNvSpPr>
            <a:spLocks noChangeArrowheads="1"/>
          </p:cNvSpPr>
          <p:nvPr/>
        </p:nvSpPr>
        <p:spPr bwMode="auto">
          <a:xfrm>
            <a:off x="276225" y="444500"/>
            <a:ext cx="8893175" cy="585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/>
            <a:r>
              <a:rPr lang="zh-CN" altLang="zh-CN" sz="3200">
                <a:solidFill>
                  <a:schemeClr val="tx1"/>
                </a:solidFill>
              </a:rPr>
              <a:t>下图可以看出不同的端点边界对样条曲线的影响</a:t>
            </a:r>
            <a:endParaRPr lang="en-US" altLang="zh-CN" sz="3200">
              <a:solidFill>
                <a:schemeClr val="tx1"/>
              </a:solidFill>
            </a:endParaRPr>
          </a:p>
        </p:txBody>
      </p:sp>
      <p:pic>
        <p:nvPicPr>
          <p:cNvPr id="104451" name="图片 7" descr="im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1989138"/>
            <a:ext cx="5688013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9"/>
          <p:cNvSpPr>
            <a:spLocks noChangeArrowheads="1"/>
          </p:cNvSpPr>
          <p:nvPr/>
        </p:nvSpPr>
        <p:spPr bwMode="auto">
          <a:xfrm>
            <a:off x="250825" y="476250"/>
            <a:ext cx="7777163" cy="17732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latinLnBrk="1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3. </a:t>
            </a:r>
            <a:r>
              <a:rPr lang="zh-CN" altLang="zh-CN" sz="2800">
                <a:solidFill>
                  <a:schemeClr val="tx1"/>
                </a:solidFill>
              </a:rPr>
              <a:t>例子</a:t>
            </a:r>
            <a:endParaRPr lang="en-US" altLang="zh-CN" sz="2800">
              <a:solidFill>
                <a:schemeClr val="tx1"/>
              </a:solidFill>
            </a:endParaRPr>
          </a:p>
          <a:p>
            <a:pPr latinLnBrk="1">
              <a:lnSpc>
                <a:spcPct val="130000"/>
              </a:lnSpc>
            </a:pPr>
            <a:r>
              <a:rPr lang="zh-CN" altLang="zh-CN" sz="2800">
                <a:solidFill>
                  <a:schemeClr val="tx1"/>
                </a:solidFill>
              </a:rPr>
              <a:t>以</a:t>
            </a:r>
            <a:r>
              <a:rPr lang="en-US" altLang="zh-CN" sz="2800">
                <a:solidFill>
                  <a:schemeClr val="tx1"/>
                </a:solidFill>
              </a:rPr>
              <a:t>y=sin(x)</a:t>
            </a:r>
            <a:r>
              <a:rPr lang="zh-CN" altLang="zh-CN" sz="2800">
                <a:solidFill>
                  <a:schemeClr val="tx1"/>
                </a:solidFill>
              </a:rPr>
              <a:t>为例</a:t>
            </a:r>
            <a:r>
              <a:rPr lang="en-US" altLang="zh-CN" sz="2800">
                <a:solidFill>
                  <a:schemeClr val="tx1"/>
                </a:solidFill>
              </a:rPr>
              <a:t>, x</a:t>
            </a:r>
            <a:r>
              <a:rPr lang="zh-CN" altLang="zh-CN" sz="2800">
                <a:solidFill>
                  <a:schemeClr val="tx1"/>
                </a:solidFill>
              </a:rPr>
              <a:t>步长为</a:t>
            </a:r>
            <a:r>
              <a:rPr lang="en-US" altLang="zh-CN" sz="2800">
                <a:solidFill>
                  <a:schemeClr val="tx1"/>
                </a:solidFill>
              </a:rPr>
              <a:t>1</a:t>
            </a:r>
            <a:r>
              <a:rPr lang="zh-CN" altLang="zh-CN" sz="2800">
                <a:solidFill>
                  <a:schemeClr val="tx1"/>
                </a:solidFill>
              </a:rPr>
              <a:t>，</a:t>
            </a:r>
            <a:r>
              <a:rPr lang="en-US" altLang="zh-CN" sz="2800">
                <a:solidFill>
                  <a:schemeClr val="tx1"/>
                </a:solidFill>
              </a:rPr>
              <a:t>x</a:t>
            </a:r>
            <a:r>
              <a:rPr lang="zh-CN" altLang="zh-CN" sz="2800">
                <a:solidFill>
                  <a:schemeClr val="tx1"/>
                </a:solidFill>
              </a:rPr>
              <a:t>取值范围是</a:t>
            </a:r>
            <a:r>
              <a:rPr lang="en-US" altLang="zh-CN" sz="2800">
                <a:solidFill>
                  <a:schemeClr val="tx1"/>
                </a:solidFill>
              </a:rPr>
              <a:t>[0,10]</a:t>
            </a:r>
            <a:r>
              <a:rPr lang="zh-CN" altLang="zh-CN" sz="2800">
                <a:solidFill>
                  <a:schemeClr val="tx1"/>
                </a:solidFill>
              </a:rPr>
              <a:t>。对它使用三次样条插值，插值前后对比如下：</a:t>
            </a:r>
          </a:p>
        </p:txBody>
      </p:sp>
      <p:pic>
        <p:nvPicPr>
          <p:cNvPr id="105475" name="图片 3" descr="http://images.cnitblog.com/blog/477176/201301/30143342-5b91220a8b7745b294f2409b7c6ee28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2386013"/>
            <a:ext cx="5343525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C4BC-D190-46F0-B2C1-68B1F5187D0E}" type="slidenum">
              <a:rPr lang="zh-CN" altLang="en-US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106499" name="Rectangle 1026"/>
          <p:cNvSpPr>
            <a:spLocks noChangeArrowheads="1"/>
          </p:cNvSpPr>
          <p:nvPr/>
        </p:nvSpPr>
        <p:spPr bwMode="auto">
          <a:xfrm>
            <a:off x="228600" y="554038"/>
            <a:ext cx="8915400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One way to achieve the Lagrange 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 efficiently is by performing a sequence of linear 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polations. This scheme was first developed by </a:t>
            </a:r>
            <a:r>
              <a:rPr kumimoji="1" lang="en-US" altLang="zh-CN" sz="3200" i="1">
                <a:solidFill>
                  <a:schemeClr val="tx1"/>
                </a:solidFill>
              </a:rPr>
              <a:t>Aitken(1932).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 We can first work out n linear 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polations with each constructed from a neighboring pair of the n+1 data points. Then we can use these n 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polated data points to achieve another level of n-1 linear 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polations.  We repeat this until we obtain the final result after n levels of consecutive linear </a:t>
            </a:r>
            <a:r>
              <a:rPr kumimoji="1" lang="en-US" altLang="zh-CN" sz="3200">
                <a:solidFill>
                  <a:schemeClr val="tx1"/>
                </a:solidFill>
              </a:rPr>
              <a:t>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polations.</a:t>
            </a:r>
          </a:p>
        </p:txBody>
      </p:sp>
      <p:sp>
        <p:nvSpPr>
          <p:cNvPr id="334851" name="Text Box 1027"/>
          <p:cNvSpPr txBox="1">
            <a:spLocks noChangeArrowheads="1"/>
          </p:cNvSpPr>
          <p:nvPr/>
        </p:nvSpPr>
        <p:spPr bwMode="auto">
          <a:xfrm>
            <a:off x="395288" y="134938"/>
            <a:ext cx="347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kumimoji="1" lang="en-US" altLang="zh-CN" sz="3200">
                <a:solidFill>
                  <a:schemeClr val="tx1"/>
                </a:solidFill>
              </a:rPr>
              <a:t>The </a:t>
            </a:r>
            <a:r>
              <a:rPr kumimoji="1" lang="en-US" altLang="zh-CN" sz="3200" i="1">
                <a:solidFill>
                  <a:schemeClr val="tx1"/>
                </a:solidFill>
              </a:rPr>
              <a:t>Aitken</a:t>
            </a:r>
            <a:r>
              <a:rPr kumimoji="1" lang="en-US" altLang="zh-CN" sz="3200">
                <a:solidFill>
                  <a:schemeClr val="tx1"/>
                </a:solidFill>
              </a:rPr>
              <a:t> method</a:t>
            </a:r>
            <a:endParaRPr lang="zh-CN" altLang="en-US" sz="3200" b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F85D4F-F03D-4A90-97E5-D05F7E47ADBA}" type="slidenum">
              <a:rPr lang="zh-CN" altLang="en-US"/>
              <a:pPr>
                <a:defRPr/>
              </a:pPr>
              <a:t>79</a:t>
            </a:fld>
            <a:endParaRPr lang="en-US" altLang="zh-CN"/>
          </a:p>
        </p:txBody>
      </p:sp>
      <p:pic>
        <p:nvPicPr>
          <p:cNvPr id="1075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"/>
            <a:ext cx="75453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5876" name="AutoShape 4"/>
          <p:cNvSpPr>
            <a:spLocks/>
          </p:cNvSpPr>
          <p:nvPr/>
        </p:nvSpPr>
        <p:spPr bwMode="auto">
          <a:xfrm>
            <a:off x="3581400" y="6096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77" name="AutoShape 5"/>
          <p:cNvSpPr>
            <a:spLocks/>
          </p:cNvSpPr>
          <p:nvPr/>
        </p:nvSpPr>
        <p:spPr bwMode="auto">
          <a:xfrm>
            <a:off x="3581400" y="1676400"/>
            <a:ext cx="228600" cy="838200"/>
          </a:xfrm>
          <a:prstGeom prst="rightBrace">
            <a:avLst>
              <a:gd name="adj1" fmla="val 30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78" name="AutoShape 6"/>
          <p:cNvSpPr>
            <a:spLocks/>
          </p:cNvSpPr>
          <p:nvPr/>
        </p:nvSpPr>
        <p:spPr bwMode="auto">
          <a:xfrm>
            <a:off x="3581400" y="2590800"/>
            <a:ext cx="304800" cy="838200"/>
          </a:xfrm>
          <a:prstGeom prst="rightBrace">
            <a:avLst>
              <a:gd name="adj1" fmla="val 22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79" name="AutoShape 7"/>
          <p:cNvSpPr>
            <a:spLocks/>
          </p:cNvSpPr>
          <p:nvPr/>
        </p:nvSpPr>
        <p:spPr bwMode="auto">
          <a:xfrm>
            <a:off x="3581400" y="3581400"/>
            <a:ext cx="304800" cy="838200"/>
          </a:xfrm>
          <a:prstGeom prst="rightBrace">
            <a:avLst>
              <a:gd name="adj1" fmla="val 22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0" name="AutoShape 8"/>
          <p:cNvSpPr>
            <a:spLocks/>
          </p:cNvSpPr>
          <p:nvPr/>
        </p:nvSpPr>
        <p:spPr bwMode="auto">
          <a:xfrm>
            <a:off x="4572000" y="10668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1" name="AutoShape 9"/>
          <p:cNvSpPr>
            <a:spLocks/>
          </p:cNvSpPr>
          <p:nvPr/>
        </p:nvSpPr>
        <p:spPr bwMode="auto">
          <a:xfrm>
            <a:off x="4572000" y="20574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2" name="AutoShape 10"/>
          <p:cNvSpPr>
            <a:spLocks/>
          </p:cNvSpPr>
          <p:nvPr/>
        </p:nvSpPr>
        <p:spPr bwMode="auto">
          <a:xfrm>
            <a:off x="4572000" y="30480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3" name="AutoShape 11"/>
          <p:cNvSpPr>
            <a:spLocks/>
          </p:cNvSpPr>
          <p:nvPr/>
        </p:nvSpPr>
        <p:spPr bwMode="auto">
          <a:xfrm>
            <a:off x="5486400" y="16002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4" name="AutoShape 12"/>
          <p:cNvSpPr>
            <a:spLocks/>
          </p:cNvSpPr>
          <p:nvPr/>
        </p:nvSpPr>
        <p:spPr bwMode="auto">
          <a:xfrm>
            <a:off x="5486400" y="25908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5885" name="AutoShape 13"/>
          <p:cNvSpPr>
            <a:spLocks/>
          </p:cNvSpPr>
          <p:nvPr/>
        </p:nvSpPr>
        <p:spPr bwMode="auto">
          <a:xfrm>
            <a:off x="6400800" y="20574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753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157788"/>
            <a:ext cx="7920038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72063-2F49-4330-B90B-CFF18E91CF60}" type="slidenum">
              <a:rPr lang="zh-CN" altLang="en-US"/>
              <a:pPr>
                <a:defRPr/>
              </a:pPr>
              <a:t>80</a:t>
            </a:fld>
            <a:endParaRPr lang="en-US" altLang="zh-CN"/>
          </a:p>
        </p:txBody>
      </p:sp>
      <p:sp>
        <p:nvSpPr>
          <p:cNvPr id="108547" name="Rectangle 2"/>
          <p:cNvSpPr>
            <a:spLocks noChangeArrowheads="1"/>
          </p:cNvSpPr>
          <p:nvPr/>
        </p:nvSpPr>
        <p:spPr bwMode="auto">
          <a:xfrm>
            <a:off x="304800" y="533400"/>
            <a:ext cx="8534400" cy="48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Example</a:t>
            </a:r>
          </a:p>
          <a:p>
            <a:pPr>
              <a:lnSpc>
                <a:spcPct val="140000"/>
              </a:lnSpc>
            </a:pP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Let us take as an actual numerical example evaluating y(0.9) from the given set y(0.0)=1.000000, y(0.5)=0.938470, y(1.0)=0.765198, y(1.5)=0.511828, and y(2.0)=0.223891. These are the values of the Bessel function of the first kind of order zero.</a:t>
            </a:r>
          </a:p>
        </p:txBody>
      </p:sp>
    </p:spTree>
  </p:cSld>
  <p:clrMapOvr>
    <a:masterClrMapping/>
  </p:clrMapOvr>
  <p:transition spd="slow">
    <p:push dir="u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B0D039-BD06-4249-8530-8FC5460F2F63}" type="slidenum">
              <a:rPr lang="zh-CN" altLang="en-US"/>
              <a:pPr>
                <a:defRPr/>
              </a:pPr>
              <a:t>81</a:t>
            </a:fld>
            <a:endParaRPr lang="en-US" altLang="zh-CN"/>
          </a:p>
        </p:txBody>
      </p:sp>
      <p:grpSp>
        <p:nvGrpSpPr>
          <p:cNvPr id="109571" name="Group 5"/>
          <p:cNvGrpSpPr>
            <a:grpSpLocks/>
          </p:cNvGrpSpPr>
          <p:nvPr/>
        </p:nvGrpSpPr>
        <p:grpSpPr bwMode="auto">
          <a:xfrm>
            <a:off x="457200" y="457200"/>
            <a:ext cx="7848600" cy="6096000"/>
            <a:chOff x="-3" y="-3"/>
            <a:chExt cx="3930" cy="5812"/>
          </a:xfrm>
        </p:grpSpPr>
        <p:grpSp>
          <p:nvGrpSpPr>
            <p:cNvPr id="109572" name="Group 6"/>
            <p:cNvGrpSpPr>
              <a:grpSpLocks/>
            </p:cNvGrpSpPr>
            <p:nvPr/>
          </p:nvGrpSpPr>
          <p:grpSpPr bwMode="auto">
            <a:xfrm>
              <a:off x="0" y="0"/>
              <a:ext cx="3924" cy="5806"/>
              <a:chOff x="0" y="0"/>
              <a:chExt cx="3924" cy="5806"/>
            </a:xfrm>
          </p:grpSpPr>
          <p:grpSp>
            <p:nvGrpSpPr>
              <p:cNvPr id="10957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654" cy="442"/>
                <a:chOff x="0" y="0"/>
                <a:chExt cx="654" cy="442"/>
              </a:xfrm>
            </p:grpSpPr>
            <p:sp>
              <p:nvSpPr>
                <p:cNvPr id="109752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x</a:t>
                  </a:r>
                  <a:r>
                    <a:rPr lang="en-US" altLang="zh-CN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</a:t>
                  </a:r>
                  <a:endParaRPr lang="en-US" altLang="zh-CN" sz="10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24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51593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54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75" name="Group 10"/>
              <p:cNvGrpSpPr>
                <a:grpSpLocks/>
              </p:cNvGrpSpPr>
              <p:nvPr/>
            </p:nvGrpSpPr>
            <p:grpSpPr bwMode="auto">
              <a:xfrm>
                <a:off x="654" y="0"/>
                <a:ext cx="654" cy="442"/>
                <a:chOff x="654" y="0"/>
                <a:chExt cx="654" cy="442"/>
              </a:xfrm>
            </p:grpSpPr>
            <p:sp>
              <p:nvSpPr>
                <p:cNvPr id="109750" name="Rectangle 11"/>
                <p:cNvSpPr>
                  <a:spLocks noChangeArrowheads="1"/>
                </p:cNvSpPr>
                <p:nvPr/>
              </p:nvSpPr>
              <p:spPr bwMode="auto">
                <a:xfrm>
                  <a:off x="697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</a:t>
                  </a:r>
                  <a:endParaRPr lang="en-US" altLang="zh-CN" sz="10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24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51596" name="Rectangle 12"/>
                <p:cNvSpPr>
                  <a:spLocks noChangeArrowheads="1"/>
                </p:cNvSpPr>
                <p:nvPr/>
              </p:nvSpPr>
              <p:spPr bwMode="auto">
                <a:xfrm>
                  <a:off x="654" y="0"/>
                  <a:ext cx="653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76" name="Group 13"/>
              <p:cNvGrpSpPr>
                <a:grpSpLocks/>
              </p:cNvGrpSpPr>
              <p:nvPr/>
            </p:nvGrpSpPr>
            <p:grpSpPr bwMode="auto">
              <a:xfrm>
                <a:off x="1308" y="0"/>
                <a:ext cx="654" cy="442"/>
                <a:chOff x="1308" y="0"/>
                <a:chExt cx="654" cy="442"/>
              </a:xfrm>
            </p:grpSpPr>
            <p:sp>
              <p:nvSpPr>
                <p:cNvPr id="109748" name="Rectangle 14"/>
                <p:cNvSpPr>
                  <a:spLocks noChangeArrowheads="1"/>
                </p:cNvSpPr>
                <p:nvPr/>
              </p:nvSpPr>
              <p:spPr bwMode="auto">
                <a:xfrm>
                  <a:off x="1351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ij</a:t>
                  </a:r>
                  <a:endParaRPr lang="en-US" altLang="zh-CN" sz="10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24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51599" name="Rectangle 15"/>
                <p:cNvSpPr>
                  <a:spLocks noChangeArrowheads="1"/>
                </p:cNvSpPr>
                <p:nvPr/>
              </p:nvSpPr>
              <p:spPr bwMode="auto">
                <a:xfrm>
                  <a:off x="1308" y="0"/>
                  <a:ext cx="654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77" name="Group 16"/>
              <p:cNvGrpSpPr>
                <a:grpSpLocks/>
              </p:cNvGrpSpPr>
              <p:nvPr/>
            </p:nvGrpSpPr>
            <p:grpSpPr bwMode="auto">
              <a:xfrm>
                <a:off x="1962" y="0"/>
                <a:ext cx="654" cy="442"/>
                <a:chOff x="1962" y="0"/>
                <a:chExt cx="654" cy="442"/>
              </a:xfrm>
            </p:grpSpPr>
            <p:sp>
              <p:nvSpPr>
                <p:cNvPr id="10974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05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ijk</a:t>
                  </a:r>
                  <a:endParaRPr lang="en-US" altLang="zh-CN" sz="10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24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51602" name="Rectangle 18"/>
                <p:cNvSpPr>
                  <a:spLocks noChangeArrowheads="1"/>
                </p:cNvSpPr>
                <p:nvPr/>
              </p:nvSpPr>
              <p:spPr bwMode="auto">
                <a:xfrm>
                  <a:off x="1962" y="0"/>
                  <a:ext cx="654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78" name="Group 19"/>
              <p:cNvGrpSpPr>
                <a:grpSpLocks/>
              </p:cNvGrpSpPr>
              <p:nvPr/>
            </p:nvGrpSpPr>
            <p:grpSpPr bwMode="auto">
              <a:xfrm>
                <a:off x="2616" y="0"/>
                <a:ext cx="654" cy="442"/>
                <a:chOff x="2616" y="0"/>
                <a:chExt cx="654" cy="442"/>
              </a:xfrm>
            </p:grpSpPr>
            <p:sp>
              <p:nvSpPr>
                <p:cNvPr id="109744" name="Rectangle 20"/>
                <p:cNvSpPr>
                  <a:spLocks noChangeArrowheads="1"/>
                </p:cNvSpPr>
                <p:nvPr/>
              </p:nvSpPr>
              <p:spPr bwMode="auto">
                <a:xfrm>
                  <a:off x="2659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>
                      <a:solidFill>
                        <a:schemeClr val="tx1"/>
                      </a:solidFill>
                      <a:ea typeface="宋体" pitchFamily="2" charset="-122"/>
                    </a:rPr>
                    <a:t>y</a:t>
                  </a:r>
                  <a:r>
                    <a:rPr lang="en-US" altLang="zh-CN" i="1" baseline="-30000">
                      <a:solidFill>
                        <a:schemeClr val="tx1"/>
                      </a:solidFill>
                      <a:ea typeface="宋体" pitchFamily="2" charset="-122"/>
                    </a:rPr>
                    <a:t>i</a:t>
                  </a:r>
                  <a:r>
                    <a:rPr lang="en-US" altLang="zh-CN" baseline="-30000">
                      <a:solidFill>
                        <a:schemeClr val="tx1"/>
                      </a:solidFill>
                      <a:ea typeface="宋体" pitchFamily="2" charset="-122"/>
                    </a:rPr>
                    <a:t>jkl</a:t>
                  </a:r>
                  <a:endParaRPr lang="en-US" altLang="zh-CN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en-US" altLang="zh-CN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05" name="Rectangle 21"/>
                <p:cNvSpPr>
                  <a:spLocks noChangeArrowheads="1"/>
                </p:cNvSpPr>
                <p:nvPr/>
              </p:nvSpPr>
              <p:spPr bwMode="auto">
                <a:xfrm>
                  <a:off x="2616" y="0"/>
                  <a:ext cx="653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79" name="Group 22"/>
              <p:cNvGrpSpPr>
                <a:grpSpLocks/>
              </p:cNvGrpSpPr>
              <p:nvPr/>
            </p:nvGrpSpPr>
            <p:grpSpPr bwMode="auto">
              <a:xfrm>
                <a:off x="3270" y="0"/>
                <a:ext cx="654" cy="442"/>
                <a:chOff x="3270" y="0"/>
                <a:chExt cx="654" cy="442"/>
              </a:xfrm>
            </p:grpSpPr>
            <p:sp>
              <p:nvSpPr>
                <p:cNvPr id="109742" name="Rectangle 23"/>
                <p:cNvSpPr>
                  <a:spLocks noChangeArrowheads="1"/>
                </p:cNvSpPr>
                <p:nvPr/>
              </p:nvSpPr>
              <p:spPr bwMode="auto">
                <a:xfrm>
                  <a:off x="3313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ijklm</a:t>
                  </a:r>
                  <a:endParaRPr lang="en-US" altLang="zh-CN" sz="10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24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451608" name="Rectangle 24"/>
                <p:cNvSpPr>
                  <a:spLocks noChangeArrowheads="1"/>
                </p:cNvSpPr>
                <p:nvPr/>
              </p:nvSpPr>
              <p:spPr bwMode="auto">
                <a:xfrm>
                  <a:off x="3270" y="0"/>
                  <a:ext cx="654" cy="44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0" name="Group 25"/>
              <p:cNvGrpSpPr>
                <a:grpSpLocks/>
              </p:cNvGrpSpPr>
              <p:nvPr/>
            </p:nvGrpSpPr>
            <p:grpSpPr bwMode="auto">
              <a:xfrm>
                <a:off x="0" y="442"/>
                <a:ext cx="654" cy="596"/>
                <a:chOff x="0" y="442"/>
                <a:chExt cx="654" cy="596"/>
              </a:xfrm>
            </p:grpSpPr>
            <p:sp>
              <p:nvSpPr>
                <p:cNvPr id="109740" name="Rectangle 26"/>
                <p:cNvSpPr>
                  <a:spLocks noChangeArrowheads="1"/>
                </p:cNvSpPr>
                <p:nvPr/>
              </p:nvSpPr>
              <p:spPr bwMode="auto">
                <a:xfrm>
                  <a:off x="43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0.0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11" name="Rectangle 27"/>
                <p:cNvSpPr>
                  <a:spLocks noChangeArrowheads="1"/>
                </p:cNvSpPr>
                <p:nvPr/>
              </p:nvSpPr>
              <p:spPr bwMode="auto">
                <a:xfrm>
                  <a:off x="0" y="44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1" name="Group 28"/>
              <p:cNvGrpSpPr>
                <a:grpSpLocks/>
              </p:cNvGrpSpPr>
              <p:nvPr/>
            </p:nvGrpSpPr>
            <p:grpSpPr bwMode="auto">
              <a:xfrm>
                <a:off x="654" y="442"/>
                <a:ext cx="654" cy="596"/>
                <a:chOff x="654" y="442"/>
                <a:chExt cx="654" cy="596"/>
              </a:xfrm>
            </p:grpSpPr>
            <p:sp>
              <p:nvSpPr>
                <p:cNvPr id="109738" name="Rectangle 29"/>
                <p:cNvSpPr>
                  <a:spLocks noChangeArrowheads="1"/>
                </p:cNvSpPr>
                <p:nvPr/>
              </p:nvSpPr>
              <p:spPr bwMode="auto">
                <a:xfrm>
                  <a:off x="697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1.000000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14" name="Rectangle 30"/>
                <p:cNvSpPr>
                  <a:spLocks noChangeArrowheads="1"/>
                </p:cNvSpPr>
                <p:nvPr/>
              </p:nvSpPr>
              <p:spPr bwMode="auto">
                <a:xfrm>
                  <a:off x="654" y="44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2" name="Group 31"/>
              <p:cNvGrpSpPr>
                <a:grpSpLocks/>
              </p:cNvGrpSpPr>
              <p:nvPr/>
            </p:nvGrpSpPr>
            <p:grpSpPr bwMode="auto">
              <a:xfrm>
                <a:off x="1308" y="442"/>
                <a:ext cx="654" cy="596"/>
                <a:chOff x="1308" y="442"/>
                <a:chExt cx="654" cy="596"/>
              </a:xfrm>
            </p:grpSpPr>
            <p:sp>
              <p:nvSpPr>
                <p:cNvPr id="109736" name="Rectangle 32"/>
                <p:cNvSpPr>
                  <a:spLocks noChangeArrowheads="1"/>
                </p:cNvSpPr>
                <p:nvPr/>
              </p:nvSpPr>
              <p:spPr bwMode="auto">
                <a:xfrm>
                  <a:off x="1351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17" name="Rectangle 33"/>
                <p:cNvSpPr>
                  <a:spLocks noChangeArrowheads="1"/>
                </p:cNvSpPr>
                <p:nvPr/>
              </p:nvSpPr>
              <p:spPr bwMode="auto">
                <a:xfrm>
                  <a:off x="1308" y="44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3" name="Group 34"/>
              <p:cNvGrpSpPr>
                <a:grpSpLocks/>
              </p:cNvGrpSpPr>
              <p:nvPr/>
            </p:nvGrpSpPr>
            <p:grpSpPr bwMode="auto">
              <a:xfrm>
                <a:off x="1962" y="442"/>
                <a:ext cx="654" cy="596"/>
                <a:chOff x="1962" y="442"/>
                <a:chExt cx="654" cy="596"/>
              </a:xfrm>
            </p:grpSpPr>
            <p:sp>
              <p:nvSpPr>
                <p:cNvPr id="109734" name="Rectangle 35"/>
                <p:cNvSpPr>
                  <a:spLocks noChangeArrowheads="1"/>
                </p:cNvSpPr>
                <p:nvPr/>
              </p:nvSpPr>
              <p:spPr bwMode="auto">
                <a:xfrm>
                  <a:off x="2005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20" name="Rectangle 36"/>
                <p:cNvSpPr>
                  <a:spLocks noChangeArrowheads="1"/>
                </p:cNvSpPr>
                <p:nvPr/>
              </p:nvSpPr>
              <p:spPr bwMode="auto">
                <a:xfrm>
                  <a:off x="1962" y="44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4" name="Group 37"/>
              <p:cNvGrpSpPr>
                <a:grpSpLocks/>
              </p:cNvGrpSpPr>
              <p:nvPr/>
            </p:nvGrpSpPr>
            <p:grpSpPr bwMode="auto">
              <a:xfrm>
                <a:off x="2616" y="442"/>
                <a:ext cx="654" cy="596"/>
                <a:chOff x="2616" y="442"/>
                <a:chExt cx="654" cy="596"/>
              </a:xfrm>
            </p:grpSpPr>
            <p:sp>
              <p:nvSpPr>
                <p:cNvPr id="109732" name="Rectangle 38"/>
                <p:cNvSpPr>
                  <a:spLocks noChangeArrowheads="1"/>
                </p:cNvSpPr>
                <p:nvPr/>
              </p:nvSpPr>
              <p:spPr bwMode="auto">
                <a:xfrm>
                  <a:off x="2659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23" name="Rectangle 39"/>
                <p:cNvSpPr>
                  <a:spLocks noChangeArrowheads="1"/>
                </p:cNvSpPr>
                <p:nvPr/>
              </p:nvSpPr>
              <p:spPr bwMode="auto">
                <a:xfrm>
                  <a:off x="2616" y="44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5" name="Group 40"/>
              <p:cNvGrpSpPr>
                <a:grpSpLocks/>
              </p:cNvGrpSpPr>
              <p:nvPr/>
            </p:nvGrpSpPr>
            <p:grpSpPr bwMode="auto">
              <a:xfrm>
                <a:off x="3270" y="442"/>
                <a:ext cx="654" cy="596"/>
                <a:chOff x="3270" y="442"/>
                <a:chExt cx="654" cy="596"/>
              </a:xfrm>
            </p:grpSpPr>
            <p:sp>
              <p:nvSpPr>
                <p:cNvPr id="109730" name="Rectangle 41"/>
                <p:cNvSpPr>
                  <a:spLocks noChangeArrowheads="1"/>
                </p:cNvSpPr>
                <p:nvPr/>
              </p:nvSpPr>
              <p:spPr bwMode="auto">
                <a:xfrm>
                  <a:off x="3313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26" name="Rectangle 42"/>
                <p:cNvSpPr>
                  <a:spLocks noChangeArrowheads="1"/>
                </p:cNvSpPr>
                <p:nvPr/>
              </p:nvSpPr>
              <p:spPr bwMode="auto">
                <a:xfrm>
                  <a:off x="3270" y="44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6" name="Group 43"/>
              <p:cNvGrpSpPr>
                <a:grpSpLocks/>
              </p:cNvGrpSpPr>
              <p:nvPr/>
            </p:nvGrpSpPr>
            <p:grpSpPr bwMode="auto">
              <a:xfrm>
                <a:off x="0" y="1038"/>
                <a:ext cx="654" cy="596"/>
                <a:chOff x="0" y="1038"/>
                <a:chExt cx="654" cy="596"/>
              </a:xfrm>
            </p:grpSpPr>
            <p:sp>
              <p:nvSpPr>
                <p:cNvPr id="109728" name="Rectangle 44"/>
                <p:cNvSpPr>
                  <a:spLocks noChangeArrowheads="1"/>
                </p:cNvSpPr>
                <p:nvPr/>
              </p:nvSpPr>
              <p:spPr bwMode="auto">
                <a:xfrm>
                  <a:off x="43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29" name="Rectangle 45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7" name="Group 46"/>
              <p:cNvGrpSpPr>
                <a:grpSpLocks/>
              </p:cNvGrpSpPr>
              <p:nvPr/>
            </p:nvGrpSpPr>
            <p:grpSpPr bwMode="auto">
              <a:xfrm>
                <a:off x="654" y="1038"/>
                <a:ext cx="654" cy="596"/>
                <a:chOff x="654" y="1038"/>
                <a:chExt cx="654" cy="596"/>
              </a:xfrm>
            </p:grpSpPr>
            <p:sp>
              <p:nvSpPr>
                <p:cNvPr id="109726" name="Rectangle 47"/>
                <p:cNvSpPr>
                  <a:spLocks noChangeArrowheads="1"/>
                </p:cNvSpPr>
                <p:nvPr/>
              </p:nvSpPr>
              <p:spPr bwMode="auto">
                <a:xfrm>
                  <a:off x="697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32" name="Rectangle 48"/>
                <p:cNvSpPr>
                  <a:spLocks noChangeArrowheads="1"/>
                </p:cNvSpPr>
                <p:nvPr/>
              </p:nvSpPr>
              <p:spPr bwMode="auto">
                <a:xfrm>
                  <a:off x="654" y="103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8" name="Group 49"/>
              <p:cNvGrpSpPr>
                <a:grpSpLocks/>
              </p:cNvGrpSpPr>
              <p:nvPr/>
            </p:nvGrpSpPr>
            <p:grpSpPr bwMode="auto">
              <a:xfrm>
                <a:off x="1308" y="1038"/>
                <a:ext cx="654" cy="596"/>
                <a:chOff x="1308" y="1038"/>
                <a:chExt cx="654" cy="596"/>
              </a:xfrm>
            </p:grpSpPr>
            <p:sp>
              <p:nvSpPr>
                <p:cNvPr id="109724" name="Rectangle 50"/>
                <p:cNvSpPr>
                  <a:spLocks noChangeArrowheads="1"/>
                </p:cNvSpPr>
                <p:nvPr/>
              </p:nvSpPr>
              <p:spPr bwMode="auto">
                <a:xfrm>
                  <a:off x="1351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35" name="Rectangle 51"/>
                <p:cNvSpPr>
                  <a:spLocks noChangeArrowheads="1"/>
                </p:cNvSpPr>
                <p:nvPr/>
              </p:nvSpPr>
              <p:spPr bwMode="auto">
                <a:xfrm>
                  <a:off x="1308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89" name="Group 52"/>
              <p:cNvGrpSpPr>
                <a:grpSpLocks/>
              </p:cNvGrpSpPr>
              <p:nvPr/>
            </p:nvGrpSpPr>
            <p:grpSpPr bwMode="auto">
              <a:xfrm>
                <a:off x="1962" y="1038"/>
                <a:ext cx="654" cy="596"/>
                <a:chOff x="1962" y="1038"/>
                <a:chExt cx="654" cy="596"/>
              </a:xfrm>
            </p:grpSpPr>
            <p:sp>
              <p:nvSpPr>
                <p:cNvPr id="109722" name="Rectangle 53"/>
                <p:cNvSpPr>
                  <a:spLocks noChangeArrowheads="1"/>
                </p:cNvSpPr>
                <p:nvPr/>
              </p:nvSpPr>
              <p:spPr bwMode="auto">
                <a:xfrm>
                  <a:off x="2005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38" name="Rectangle 54"/>
                <p:cNvSpPr>
                  <a:spLocks noChangeArrowheads="1"/>
                </p:cNvSpPr>
                <p:nvPr/>
              </p:nvSpPr>
              <p:spPr bwMode="auto">
                <a:xfrm>
                  <a:off x="1962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0" name="Group 55"/>
              <p:cNvGrpSpPr>
                <a:grpSpLocks/>
              </p:cNvGrpSpPr>
              <p:nvPr/>
            </p:nvGrpSpPr>
            <p:grpSpPr bwMode="auto">
              <a:xfrm>
                <a:off x="2616" y="1038"/>
                <a:ext cx="654" cy="596"/>
                <a:chOff x="2616" y="1038"/>
                <a:chExt cx="654" cy="596"/>
              </a:xfrm>
            </p:grpSpPr>
            <p:sp>
              <p:nvSpPr>
                <p:cNvPr id="109720" name="Rectangle 56"/>
                <p:cNvSpPr>
                  <a:spLocks noChangeArrowheads="1"/>
                </p:cNvSpPr>
                <p:nvPr/>
              </p:nvSpPr>
              <p:spPr bwMode="auto">
                <a:xfrm>
                  <a:off x="2659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41" name="Rectangle 57"/>
                <p:cNvSpPr>
                  <a:spLocks noChangeArrowheads="1"/>
                </p:cNvSpPr>
                <p:nvPr/>
              </p:nvSpPr>
              <p:spPr bwMode="auto">
                <a:xfrm>
                  <a:off x="2616" y="103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1" name="Group 58"/>
              <p:cNvGrpSpPr>
                <a:grpSpLocks/>
              </p:cNvGrpSpPr>
              <p:nvPr/>
            </p:nvGrpSpPr>
            <p:grpSpPr bwMode="auto">
              <a:xfrm>
                <a:off x="3270" y="1038"/>
                <a:ext cx="654" cy="596"/>
                <a:chOff x="3270" y="1038"/>
                <a:chExt cx="654" cy="596"/>
              </a:xfrm>
            </p:grpSpPr>
            <p:sp>
              <p:nvSpPr>
                <p:cNvPr id="109718" name="Rectangle 59"/>
                <p:cNvSpPr>
                  <a:spLocks noChangeArrowheads="1"/>
                </p:cNvSpPr>
                <p:nvPr/>
              </p:nvSpPr>
              <p:spPr bwMode="auto">
                <a:xfrm>
                  <a:off x="3313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44" name="Rectangle 60"/>
                <p:cNvSpPr>
                  <a:spLocks noChangeArrowheads="1"/>
                </p:cNvSpPr>
                <p:nvPr/>
              </p:nvSpPr>
              <p:spPr bwMode="auto">
                <a:xfrm>
                  <a:off x="3270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2" name="Group 61"/>
              <p:cNvGrpSpPr>
                <a:grpSpLocks/>
              </p:cNvGrpSpPr>
              <p:nvPr/>
            </p:nvGrpSpPr>
            <p:grpSpPr bwMode="auto">
              <a:xfrm>
                <a:off x="0" y="1634"/>
                <a:ext cx="654" cy="596"/>
                <a:chOff x="0" y="1634"/>
                <a:chExt cx="654" cy="596"/>
              </a:xfrm>
            </p:grpSpPr>
            <p:sp>
              <p:nvSpPr>
                <p:cNvPr id="109716" name="Rectangle 62"/>
                <p:cNvSpPr>
                  <a:spLocks noChangeArrowheads="1"/>
                </p:cNvSpPr>
                <p:nvPr/>
              </p:nvSpPr>
              <p:spPr bwMode="auto">
                <a:xfrm>
                  <a:off x="43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0.5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47" name="Rectangle 63"/>
                <p:cNvSpPr>
                  <a:spLocks noChangeArrowheads="1"/>
                </p:cNvSpPr>
                <p:nvPr/>
              </p:nvSpPr>
              <p:spPr bwMode="auto">
                <a:xfrm>
                  <a:off x="0" y="1636"/>
                  <a:ext cx="654" cy="5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3" name="Group 64"/>
              <p:cNvGrpSpPr>
                <a:grpSpLocks/>
              </p:cNvGrpSpPr>
              <p:nvPr/>
            </p:nvGrpSpPr>
            <p:grpSpPr bwMode="auto">
              <a:xfrm>
                <a:off x="654" y="1634"/>
                <a:ext cx="654" cy="596"/>
                <a:chOff x="654" y="1634"/>
                <a:chExt cx="654" cy="596"/>
              </a:xfrm>
            </p:grpSpPr>
            <p:sp>
              <p:nvSpPr>
                <p:cNvPr id="109714" name="Rectangle 65"/>
                <p:cNvSpPr>
                  <a:spLocks noChangeArrowheads="1"/>
                </p:cNvSpPr>
                <p:nvPr/>
              </p:nvSpPr>
              <p:spPr bwMode="auto">
                <a:xfrm>
                  <a:off x="697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0.938470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50" name="Rectangle 66"/>
                <p:cNvSpPr>
                  <a:spLocks noChangeArrowheads="1"/>
                </p:cNvSpPr>
                <p:nvPr/>
              </p:nvSpPr>
              <p:spPr bwMode="auto">
                <a:xfrm>
                  <a:off x="654" y="1636"/>
                  <a:ext cx="653" cy="5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4" name="Group 67"/>
              <p:cNvGrpSpPr>
                <a:grpSpLocks/>
              </p:cNvGrpSpPr>
              <p:nvPr/>
            </p:nvGrpSpPr>
            <p:grpSpPr bwMode="auto">
              <a:xfrm>
                <a:off x="1308" y="1634"/>
                <a:ext cx="654" cy="596"/>
                <a:chOff x="1308" y="1634"/>
                <a:chExt cx="654" cy="596"/>
              </a:xfrm>
            </p:grpSpPr>
            <p:sp>
              <p:nvSpPr>
                <p:cNvPr id="109712" name="Rectangle 68"/>
                <p:cNvSpPr>
                  <a:spLocks noChangeArrowheads="1"/>
                </p:cNvSpPr>
                <p:nvPr/>
              </p:nvSpPr>
              <p:spPr bwMode="auto">
                <a:xfrm>
                  <a:off x="1351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53" name="Rectangle 69"/>
                <p:cNvSpPr>
                  <a:spLocks noChangeArrowheads="1"/>
                </p:cNvSpPr>
                <p:nvPr/>
              </p:nvSpPr>
              <p:spPr bwMode="auto">
                <a:xfrm>
                  <a:off x="1308" y="1636"/>
                  <a:ext cx="654" cy="5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5" name="Group 70"/>
              <p:cNvGrpSpPr>
                <a:grpSpLocks/>
              </p:cNvGrpSpPr>
              <p:nvPr/>
            </p:nvGrpSpPr>
            <p:grpSpPr bwMode="auto">
              <a:xfrm>
                <a:off x="1962" y="1634"/>
                <a:ext cx="654" cy="596"/>
                <a:chOff x="1962" y="1634"/>
                <a:chExt cx="654" cy="596"/>
              </a:xfrm>
            </p:grpSpPr>
            <p:sp>
              <p:nvSpPr>
                <p:cNvPr id="109710" name="Rectangle 71"/>
                <p:cNvSpPr>
                  <a:spLocks noChangeArrowheads="1"/>
                </p:cNvSpPr>
                <p:nvPr/>
              </p:nvSpPr>
              <p:spPr bwMode="auto">
                <a:xfrm>
                  <a:off x="2005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56" name="Rectangle 72"/>
                <p:cNvSpPr>
                  <a:spLocks noChangeArrowheads="1"/>
                </p:cNvSpPr>
                <p:nvPr/>
              </p:nvSpPr>
              <p:spPr bwMode="auto">
                <a:xfrm>
                  <a:off x="1962" y="1636"/>
                  <a:ext cx="654" cy="5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6" name="Group 73"/>
              <p:cNvGrpSpPr>
                <a:grpSpLocks/>
              </p:cNvGrpSpPr>
              <p:nvPr/>
            </p:nvGrpSpPr>
            <p:grpSpPr bwMode="auto">
              <a:xfrm>
                <a:off x="2616" y="1634"/>
                <a:ext cx="654" cy="596"/>
                <a:chOff x="2616" y="1634"/>
                <a:chExt cx="654" cy="596"/>
              </a:xfrm>
            </p:grpSpPr>
            <p:sp>
              <p:nvSpPr>
                <p:cNvPr id="109708" name="Rectangle 74"/>
                <p:cNvSpPr>
                  <a:spLocks noChangeArrowheads="1"/>
                </p:cNvSpPr>
                <p:nvPr/>
              </p:nvSpPr>
              <p:spPr bwMode="auto">
                <a:xfrm>
                  <a:off x="2659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59" name="Rectangle 75"/>
                <p:cNvSpPr>
                  <a:spLocks noChangeArrowheads="1"/>
                </p:cNvSpPr>
                <p:nvPr/>
              </p:nvSpPr>
              <p:spPr bwMode="auto">
                <a:xfrm>
                  <a:off x="2616" y="1636"/>
                  <a:ext cx="653" cy="5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7" name="Group 76"/>
              <p:cNvGrpSpPr>
                <a:grpSpLocks/>
              </p:cNvGrpSpPr>
              <p:nvPr/>
            </p:nvGrpSpPr>
            <p:grpSpPr bwMode="auto">
              <a:xfrm>
                <a:off x="3270" y="1634"/>
                <a:ext cx="654" cy="596"/>
                <a:chOff x="3270" y="1634"/>
                <a:chExt cx="654" cy="596"/>
              </a:xfrm>
            </p:grpSpPr>
            <p:sp>
              <p:nvSpPr>
                <p:cNvPr id="109706" name="Rectangle 77"/>
                <p:cNvSpPr>
                  <a:spLocks noChangeArrowheads="1"/>
                </p:cNvSpPr>
                <p:nvPr/>
              </p:nvSpPr>
              <p:spPr bwMode="auto">
                <a:xfrm>
                  <a:off x="3313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62" name="Rectangle 78"/>
                <p:cNvSpPr>
                  <a:spLocks noChangeArrowheads="1"/>
                </p:cNvSpPr>
                <p:nvPr/>
              </p:nvSpPr>
              <p:spPr bwMode="auto">
                <a:xfrm>
                  <a:off x="3270" y="1636"/>
                  <a:ext cx="654" cy="5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8" name="Group 79"/>
              <p:cNvGrpSpPr>
                <a:grpSpLocks/>
              </p:cNvGrpSpPr>
              <p:nvPr/>
            </p:nvGrpSpPr>
            <p:grpSpPr bwMode="auto">
              <a:xfrm>
                <a:off x="0" y="2230"/>
                <a:ext cx="654" cy="596"/>
                <a:chOff x="0" y="2230"/>
                <a:chExt cx="654" cy="596"/>
              </a:xfrm>
            </p:grpSpPr>
            <p:sp>
              <p:nvSpPr>
                <p:cNvPr id="109704" name="Rectangle 80"/>
                <p:cNvSpPr>
                  <a:spLocks noChangeArrowheads="1"/>
                </p:cNvSpPr>
                <p:nvPr/>
              </p:nvSpPr>
              <p:spPr bwMode="auto">
                <a:xfrm>
                  <a:off x="43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65" name="Rectangle 81"/>
                <p:cNvSpPr>
                  <a:spLocks noChangeArrowheads="1"/>
                </p:cNvSpPr>
                <p:nvPr/>
              </p:nvSpPr>
              <p:spPr bwMode="auto">
                <a:xfrm>
                  <a:off x="0" y="22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599" name="Group 82"/>
              <p:cNvGrpSpPr>
                <a:grpSpLocks/>
              </p:cNvGrpSpPr>
              <p:nvPr/>
            </p:nvGrpSpPr>
            <p:grpSpPr bwMode="auto">
              <a:xfrm>
                <a:off x="654" y="2230"/>
                <a:ext cx="654" cy="596"/>
                <a:chOff x="654" y="2230"/>
                <a:chExt cx="654" cy="596"/>
              </a:xfrm>
            </p:grpSpPr>
            <p:sp>
              <p:nvSpPr>
                <p:cNvPr id="109702" name="Rectangle 83"/>
                <p:cNvSpPr>
                  <a:spLocks noChangeArrowheads="1"/>
                </p:cNvSpPr>
                <p:nvPr/>
              </p:nvSpPr>
              <p:spPr bwMode="auto">
                <a:xfrm>
                  <a:off x="697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68" name="Rectangle 84"/>
                <p:cNvSpPr>
                  <a:spLocks noChangeArrowheads="1"/>
                </p:cNvSpPr>
                <p:nvPr/>
              </p:nvSpPr>
              <p:spPr bwMode="auto">
                <a:xfrm>
                  <a:off x="654" y="222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0" name="Group 85"/>
              <p:cNvGrpSpPr>
                <a:grpSpLocks/>
              </p:cNvGrpSpPr>
              <p:nvPr/>
            </p:nvGrpSpPr>
            <p:grpSpPr bwMode="auto">
              <a:xfrm>
                <a:off x="1308" y="2230"/>
                <a:ext cx="654" cy="596"/>
                <a:chOff x="1308" y="2230"/>
                <a:chExt cx="654" cy="596"/>
              </a:xfrm>
            </p:grpSpPr>
            <p:sp>
              <p:nvSpPr>
                <p:cNvPr id="109700" name="Rectangle 86"/>
                <p:cNvSpPr>
                  <a:spLocks noChangeArrowheads="1"/>
                </p:cNvSpPr>
                <p:nvPr/>
              </p:nvSpPr>
              <p:spPr bwMode="auto">
                <a:xfrm>
                  <a:off x="1351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308" y="22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1" name="Group 88"/>
              <p:cNvGrpSpPr>
                <a:grpSpLocks/>
              </p:cNvGrpSpPr>
              <p:nvPr/>
            </p:nvGrpSpPr>
            <p:grpSpPr bwMode="auto">
              <a:xfrm>
                <a:off x="1962" y="2230"/>
                <a:ext cx="654" cy="596"/>
                <a:chOff x="1962" y="2230"/>
                <a:chExt cx="654" cy="596"/>
              </a:xfrm>
            </p:grpSpPr>
            <p:sp>
              <p:nvSpPr>
                <p:cNvPr id="109698" name="Rectangle 89"/>
                <p:cNvSpPr>
                  <a:spLocks noChangeArrowheads="1"/>
                </p:cNvSpPr>
                <p:nvPr/>
              </p:nvSpPr>
              <p:spPr bwMode="auto">
                <a:xfrm>
                  <a:off x="2005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74" name="Rectangle 90"/>
                <p:cNvSpPr>
                  <a:spLocks noChangeArrowheads="1"/>
                </p:cNvSpPr>
                <p:nvPr/>
              </p:nvSpPr>
              <p:spPr bwMode="auto">
                <a:xfrm>
                  <a:off x="1962" y="22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2" name="Group 91"/>
              <p:cNvGrpSpPr>
                <a:grpSpLocks/>
              </p:cNvGrpSpPr>
              <p:nvPr/>
            </p:nvGrpSpPr>
            <p:grpSpPr bwMode="auto">
              <a:xfrm>
                <a:off x="2616" y="2230"/>
                <a:ext cx="654" cy="596"/>
                <a:chOff x="2616" y="2230"/>
                <a:chExt cx="654" cy="596"/>
              </a:xfrm>
            </p:grpSpPr>
            <p:sp>
              <p:nvSpPr>
                <p:cNvPr id="109696" name="Rectangle 92"/>
                <p:cNvSpPr>
                  <a:spLocks noChangeArrowheads="1"/>
                </p:cNvSpPr>
                <p:nvPr/>
              </p:nvSpPr>
              <p:spPr bwMode="auto">
                <a:xfrm>
                  <a:off x="2659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77" name="Rectangle 93"/>
                <p:cNvSpPr>
                  <a:spLocks noChangeArrowheads="1"/>
                </p:cNvSpPr>
                <p:nvPr/>
              </p:nvSpPr>
              <p:spPr bwMode="auto">
                <a:xfrm>
                  <a:off x="2616" y="222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3" name="Group 94"/>
              <p:cNvGrpSpPr>
                <a:grpSpLocks/>
              </p:cNvGrpSpPr>
              <p:nvPr/>
            </p:nvGrpSpPr>
            <p:grpSpPr bwMode="auto">
              <a:xfrm>
                <a:off x="3270" y="2230"/>
                <a:ext cx="654" cy="596"/>
                <a:chOff x="3270" y="2230"/>
                <a:chExt cx="654" cy="596"/>
              </a:xfrm>
            </p:grpSpPr>
            <p:sp>
              <p:nvSpPr>
                <p:cNvPr id="109694" name="Rectangle 95"/>
                <p:cNvSpPr>
                  <a:spLocks noChangeArrowheads="1"/>
                </p:cNvSpPr>
                <p:nvPr/>
              </p:nvSpPr>
              <p:spPr bwMode="auto">
                <a:xfrm>
                  <a:off x="3313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80" name="Rectangle 96"/>
                <p:cNvSpPr>
                  <a:spLocks noChangeArrowheads="1"/>
                </p:cNvSpPr>
                <p:nvPr/>
              </p:nvSpPr>
              <p:spPr bwMode="auto">
                <a:xfrm>
                  <a:off x="3270" y="22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4" name="Group 97"/>
              <p:cNvGrpSpPr>
                <a:grpSpLocks/>
              </p:cNvGrpSpPr>
              <p:nvPr/>
            </p:nvGrpSpPr>
            <p:grpSpPr bwMode="auto">
              <a:xfrm>
                <a:off x="0" y="2826"/>
                <a:ext cx="654" cy="596"/>
                <a:chOff x="0" y="2826"/>
                <a:chExt cx="654" cy="596"/>
              </a:xfrm>
            </p:grpSpPr>
            <p:sp>
              <p:nvSpPr>
                <p:cNvPr id="109692" name="Rectangle 98"/>
                <p:cNvSpPr>
                  <a:spLocks noChangeArrowheads="1"/>
                </p:cNvSpPr>
                <p:nvPr/>
              </p:nvSpPr>
              <p:spPr bwMode="auto">
                <a:xfrm>
                  <a:off x="43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1.0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83" name="Rectangle 99"/>
                <p:cNvSpPr>
                  <a:spLocks noChangeArrowheads="1"/>
                </p:cNvSpPr>
                <p:nvPr/>
              </p:nvSpPr>
              <p:spPr bwMode="auto">
                <a:xfrm>
                  <a:off x="0" y="2826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5" name="Group 100"/>
              <p:cNvGrpSpPr>
                <a:grpSpLocks/>
              </p:cNvGrpSpPr>
              <p:nvPr/>
            </p:nvGrpSpPr>
            <p:grpSpPr bwMode="auto">
              <a:xfrm>
                <a:off x="654" y="2826"/>
                <a:ext cx="654" cy="596"/>
                <a:chOff x="654" y="2826"/>
                <a:chExt cx="654" cy="596"/>
              </a:xfrm>
            </p:grpSpPr>
            <p:sp>
              <p:nvSpPr>
                <p:cNvPr id="109690" name="Rectangle 101"/>
                <p:cNvSpPr>
                  <a:spLocks noChangeArrowheads="1"/>
                </p:cNvSpPr>
                <p:nvPr/>
              </p:nvSpPr>
              <p:spPr bwMode="auto">
                <a:xfrm>
                  <a:off x="697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0.765198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8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54" y="2826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6" name="Group 103"/>
              <p:cNvGrpSpPr>
                <a:grpSpLocks/>
              </p:cNvGrpSpPr>
              <p:nvPr/>
            </p:nvGrpSpPr>
            <p:grpSpPr bwMode="auto">
              <a:xfrm>
                <a:off x="1308" y="2826"/>
                <a:ext cx="654" cy="596"/>
                <a:chOff x="1308" y="2826"/>
                <a:chExt cx="654" cy="596"/>
              </a:xfrm>
            </p:grpSpPr>
            <p:sp>
              <p:nvSpPr>
                <p:cNvPr id="109688" name="Rectangle 104"/>
                <p:cNvSpPr>
                  <a:spLocks noChangeArrowheads="1"/>
                </p:cNvSpPr>
                <p:nvPr/>
              </p:nvSpPr>
              <p:spPr bwMode="auto">
                <a:xfrm>
                  <a:off x="1351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89" name="Rectangle 105"/>
                <p:cNvSpPr>
                  <a:spLocks noChangeArrowheads="1"/>
                </p:cNvSpPr>
                <p:nvPr/>
              </p:nvSpPr>
              <p:spPr bwMode="auto">
                <a:xfrm>
                  <a:off x="1308" y="2826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7" name="Group 106"/>
              <p:cNvGrpSpPr>
                <a:grpSpLocks/>
              </p:cNvGrpSpPr>
              <p:nvPr/>
            </p:nvGrpSpPr>
            <p:grpSpPr bwMode="auto">
              <a:xfrm>
                <a:off x="1962" y="2826"/>
                <a:ext cx="654" cy="596"/>
                <a:chOff x="1962" y="2826"/>
                <a:chExt cx="654" cy="596"/>
              </a:xfrm>
            </p:grpSpPr>
            <p:sp>
              <p:nvSpPr>
                <p:cNvPr id="109686" name="Rectangle 107"/>
                <p:cNvSpPr>
                  <a:spLocks noChangeArrowheads="1"/>
                </p:cNvSpPr>
                <p:nvPr/>
              </p:nvSpPr>
              <p:spPr bwMode="auto">
                <a:xfrm>
                  <a:off x="2005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92" name="Rectangle 108"/>
                <p:cNvSpPr>
                  <a:spLocks noChangeArrowheads="1"/>
                </p:cNvSpPr>
                <p:nvPr/>
              </p:nvSpPr>
              <p:spPr bwMode="auto">
                <a:xfrm>
                  <a:off x="1962" y="2826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8" name="Group 109"/>
              <p:cNvGrpSpPr>
                <a:grpSpLocks/>
              </p:cNvGrpSpPr>
              <p:nvPr/>
            </p:nvGrpSpPr>
            <p:grpSpPr bwMode="auto">
              <a:xfrm>
                <a:off x="2616" y="2826"/>
                <a:ext cx="654" cy="596"/>
                <a:chOff x="2616" y="2826"/>
                <a:chExt cx="654" cy="596"/>
              </a:xfrm>
            </p:grpSpPr>
            <p:sp>
              <p:nvSpPr>
                <p:cNvPr id="109684" name="Rectangle 110"/>
                <p:cNvSpPr>
                  <a:spLocks noChangeArrowheads="1"/>
                </p:cNvSpPr>
                <p:nvPr/>
              </p:nvSpPr>
              <p:spPr bwMode="auto">
                <a:xfrm>
                  <a:off x="2659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95" name="Rectangle 111"/>
                <p:cNvSpPr>
                  <a:spLocks noChangeArrowheads="1"/>
                </p:cNvSpPr>
                <p:nvPr/>
              </p:nvSpPr>
              <p:spPr bwMode="auto">
                <a:xfrm>
                  <a:off x="2616" y="2826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09" name="Group 112"/>
              <p:cNvGrpSpPr>
                <a:grpSpLocks/>
              </p:cNvGrpSpPr>
              <p:nvPr/>
            </p:nvGrpSpPr>
            <p:grpSpPr bwMode="auto">
              <a:xfrm>
                <a:off x="3270" y="2826"/>
                <a:ext cx="654" cy="596"/>
                <a:chOff x="3270" y="2826"/>
                <a:chExt cx="654" cy="596"/>
              </a:xfrm>
            </p:grpSpPr>
            <p:sp>
              <p:nvSpPr>
                <p:cNvPr id="109682" name="Rectangle 113"/>
                <p:cNvSpPr>
                  <a:spLocks noChangeArrowheads="1"/>
                </p:cNvSpPr>
                <p:nvPr/>
              </p:nvSpPr>
              <p:spPr bwMode="auto">
                <a:xfrm>
                  <a:off x="3313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698" name="Rectangle 114"/>
                <p:cNvSpPr>
                  <a:spLocks noChangeArrowheads="1"/>
                </p:cNvSpPr>
                <p:nvPr/>
              </p:nvSpPr>
              <p:spPr bwMode="auto">
                <a:xfrm>
                  <a:off x="3270" y="2826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0" name="Group 115"/>
              <p:cNvGrpSpPr>
                <a:grpSpLocks/>
              </p:cNvGrpSpPr>
              <p:nvPr/>
            </p:nvGrpSpPr>
            <p:grpSpPr bwMode="auto">
              <a:xfrm>
                <a:off x="0" y="3422"/>
                <a:ext cx="654" cy="596"/>
                <a:chOff x="0" y="3422"/>
                <a:chExt cx="654" cy="596"/>
              </a:xfrm>
            </p:grpSpPr>
            <p:sp>
              <p:nvSpPr>
                <p:cNvPr id="109680" name="Rectangle 116"/>
                <p:cNvSpPr>
                  <a:spLocks noChangeArrowheads="1"/>
                </p:cNvSpPr>
                <p:nvPr/>
              </p:nvSpPr>
              <p:spPr bwMode="auto">
                <a:xfrm>
                  <a:off x="43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01" name="Rectangle 117"/>
                <p:cNvSpPr>
                  <a:spLocks noChangeArrowheads="1"/>
                </p:cNvSpPr>
                <p:nvPr/>
              </p:nvSpPr>
              <p:spPr bwMode="auto">
                <a:xfrm>
                  <a:off x="0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1" name="Group 118"/>
              <p:cNvGrpSpPr>
                <a:grpSpLocks/>
              </p:cNvGrpSpPr>
              <p:nvPr/>
            </p:nvGrpSpPr>
            <p:grpSpPr bwMode="auto">
              <a:xfrm>
                <a:off x="654" y="3422"/>
                <a:ext cx="654" cy="596"/>
                <a:chOff x="654" y="3422"/>
                <a:chExt cx="654" cy="596"/>
              </a:xfrm>
            </p:grpSpPr>
            <p:sp>
              <p:nvSpPr>
                <p:cNvPr id="109678" name="Rectangle 119"/>
                <p:cNvSpPr>
                  <a:spLocks noChangeArrowheads="1"/>
                </p:cNvSpPr>
                <p:nvPr/>
              </p:nvSpPr>
              <p:spPr bwMode="auto">
                <a:xfrm>
                  <a:off x="697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04" name="Rectangle 120"/>
                <p:cNvSpPr>
                  <a:spLocks noChangeArrowheads="1"/>
                </p:cNvSpPr>
                <p:nvPr/>
              </p:nvSpPr>
              <p:spPr bwMode="auto">
                <a:xfrm>
                  <a:off x="654" y="342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2" name="Group 121"/>
              <p:cNvGrpSpPr>
                <a:grpSpLocks/>
              </p:cNvGrpSpPr>
              <p:nvPr/>
            </p:nvGrpSpPr>
            <p:grpSpPr bwMode="auto">
              <a:xfrm>
                <a:off x="1308" y="3422"/>
                <a:ext cx="654" cy="596"/>
                <a:chOff x="1308" y="3422"/>
                <a:chExt cx="654" cy="596"/>
              </a:xfrm>
            </p:grpSpPr>
            <p:sp>
              <p:nvSpPr>
                <p:cNvPr id="109676" name="Rectangle 122"/>
                <p:cNvSpPr>
                  <a:spLocks noChangeArrowheads="1"/>
                </p:cNvSpPr>
                <p:nvPr/>
              </p:nvSpPr>
              <p:spPr bwMode="auto">
                <a:xfrm>
                  <a:off x="1351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07" name="Rectangle 123"/>
                <p:cNvSpPr>
                  <a:spLocks noChangeArrowheads="1"/>
                </p:cNvSpPr>
                <p:nvPr/>
              </p:nvSpPr>
              <p:spPr bwMode="auto">
                <a:xfrm>
                  <a:off x="1308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3" name="Group 124"/>
              <p:cNvGrpSpPr>
                <a:grpSpLocks/>
              </p:cNvGrpSpPr>
              <p:nvPr/>
            </p:nvGrpSpPr>
            <p:grpSpPr bwMode="auto">
              <a:xfrm>
                <a:off x="1962" y="3422"/>
                <a:ext cx="654" cy="596"/>
                <a:chOff x="1962" y="3422"/>
                <a:chExt cx="654" cy="596"/>
              </a:xfrm>
            </p:grpSpPr>
            <p:sp>
              <p:nvSpPr>
                <p:cNvPr id="109674" name="Rectangle 125"/>
                <p:cNvSpPr>
                  <a:spLocks noChangeArrowheads="1"/>
                </p:cNvSpPr>
                <p:nvPr/>
              </p:nvSpPr>
              <p:spPr bwMode="auto">
                <a:xfrm>
                  <a:off x="2005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10" name="Rectangle 126"/>
                <p:cNvSpPr>
                  <a:spLocks noChangeArrowheads="1"/>
                </p:cNvSpPr>
                <p:nvPr/>
              </p:nvSpPr>
              <p:spPr bwMode="auto">
                <a:xfrm>
                  <a:off x="1962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4" name="Group 127"/>
              <p:cNvGrpSpPr>
                <a:grpSpLocks/>
              </p:cNvGrpSpPr>
              <p:nvPr/>
            </p:nvGrpSpPr>
            <p:grpSpPr bwMode="auto">
              <a:xfrm>
                <a:off x="2616" y="3422"/>
                <a:ext cx="654" cy="596"/>
                <a:chOff x="2616" y="3422"/>
                <a:chExt cx="654" cy="596"/>
              </a:xfrm>
            </p:grpSpPr>
            <p:sp>
              <p:nvSpPr>
                <p:cNvPr id="109672" name="Rectangle 128"/>
                <p:cNvSpPr>
                  <a:spLocks noChangeArrowheads="1"/>
                </p:cNvSpPr>
                <p:nvPr/>
              </p:nvSpPr>
              <p:spPr bwMode="auto">
                <a:xfrm>
                  <a:off x="2659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13" name="Rectangle 129"/>
                <p:cNvSpPr>
                  <a:spLocks noChangeArrowheads="1"/>
                </p:cNvSpPr>
                <p:nvPr/>
              </p:nvSpPr>
              <p:spPr bwMode="auto">
                <a:xfrm>
                  <a:off x="2616" y="342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5" name="Group 130"/>
              <p:cNvGrpSpPr>
                <a:grpSpLocks/>
              </p:cNvGrpSpPr>
              <p:nvPr/>
            </p:nvGrpSpPr>
            <p:grpSpPr bwMode="auto">
              <a:xfrm>
                <a:off x="3270" y="3422"/>
                <a:ext cx="654" cy="596"/>
                <a:chOff x="3270" y="3422"/>
                <a:chExt cx="654" cy="596"/>
              </a:xfrm>
            </p:grpSpPr>
            <p:sp>
              <p:nvSpPr>
                <p:cNvPr id="109670" name="Rectangle 131"/>
                <p:cNvSpPr>
                  <a:spLocks noChangeArrowheads="1"/>
                </p:cNvSpPr>
                <p:nvPr/>
              </p:nvSpPr>
              <p:spPr bwMode="auto">
                <a:xfrm>
                  <a:off x="3313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16" name="Rectangle 132"/>
                <p:cNvSpPr>
                  <a:spLocks noChangeArrowheads="1"/>
                </p:cNvSpPr>
                <p:nvPr/>
              </p:nvSpPr>
              <p:spPr bwMode="auto">
                <a:xfrm>
                  <a:off x="3270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6" name="Group 133"/>
              <p:cNvGrpSpPr>
                <a:grpSpLocks/>
              </p:cNvGrpSpPr>
              <p:nvPr/>
            </p:nvGrpSpPr>
            <p:grpSpPr bwMode="auto">
              <a:xfrm>
                <a:off x="0" y="4018"/>
                <a:ext cx="654" cy="596"/>
                <a:chOff x="0" y="4018"/>
                <a:chExt cx="654" cy="596"/>
              </a:xfrm>
            </p:grpSpPr>
            <p:sp>
              <p:nvSpPr>
                <p:cNvPr id="109668" name="Rectangle 134"/>
                <p:cNvSpPr>
                  <a:spLocks noChangeArrowheads="1"/>
                </p:cNvSpPr>
                <p:nvPr/>
              </p:nvSpPr>
              <p:spPr bwMode="auto">
                <a:xfrm>
                  <a:off x="43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1.5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19" name="Rectangle 135"/>
                <p:cNvSpPr>
                  <a:spLocks noChangeArrowheads="1"/>
                </p:cNvSpPr>
                <p:nvPr/>
              </p:nvSpPr>
              <p:spPr bwMode="auto">
                <a:xfrm>
                  <a:off x="0" y="4018"/>
                  <a:ext cx="654" cy="5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7" name="Group 136"/>
              <p:cNvGrpSpPr>
                <a:grpSpLocks/>
              </p:cNvGrpSpPr>
              <p:nvPr/>
            </p:nvGrpSpPr>
            <p:grpSpPr bwMode="auto">
              <a:xfrm>
                <a:off x="654" y="4018"/>
                <a:ext cx="654" cy="596"/>
                <a:chOff x="654" y="4018"/>
                <a:chExt cx="654" cy="596"/>
              </a:xfrm>
            </p:grpSpPr>
            <p:sp>
              <p:nvSpPr>
                <p:cNvPr id="109666" name="Rectangle 137"/>
                <p:cNvSpPr>
                  <a:spLocks noChangeArrowheads="1"/>
                </p:cNvSpPr>
                <p:nvPr/>
              </p:nvSpPr>
              <p:spPr bwMode="auto">
                <a:xfrm>
                  <a:off x="697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0.511828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22" name="Rectangle 138"/>
                <p:cNvSpPr>
                  <a:spLocks noChangeArrowheads="1"/>
                </p:cNvSpPr>
                <p:nvPr/>
              </p:nvSpPr>
              <p:spPr bwMode="auto">
                <a:xfrm>
                  <a:off x="654" y="4018"/>
                  <a:ext cx="653" cy="5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8" name="Group 139"/>
              <p:cNvGrpSpPr>
                <a:grpSpLocks/>
              </p:cNvGrpSpPr>
              <p:nvPr/>
            </p:nvGrpSpPr>
            <p:grpSpPr bwMode="auto">
              <a:xfrm>
                <a:off x="1308" y="4018"/>
                <a:ext cx="654" cy="596"/>
                <a:chOff x="1308" y="4018"/>
                <a:chExt cx="654" cy="596"/>
              </a:xfrm>
            </p:grpSpPr>
            <p:sp>
              <p:nvSpPr>
                <p:cNvPr id="109664" name="Rectangle 140"/>
                <p:cNvSpPr>
                  <a:spLocks noChangeArrowheads="1"/>
                </p:cNvSpPr>
                <p:nvPr/>
              </p:nvSpPr>
              <p:spPr bwMode="auto">
                <a:xfrm>
                  <a:off x="1351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25" name="Rectangle 141"/>
                <p:cNvSpPr>
                  <a:spLocks noChangeArrowheads="1"/>
                </p:cNvSpPr>
                <p:nvPr/>
              </p:nvSpPr>
              <p:spPr bwMode="auto">
                <a:xfrm>
                  <a:off x="1308" y="4018"/>
                  <a:ext cx="654" cy="5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19" name="Group 142"/>
              <p:cNvGrpSpPr>
                <a:grpSpLocks/>
              </p:cNvGrpSpPr>
              <p:nvPr/>
            </p:nvGrpSpPr>
            <p:grpSpPr bwMode="auto">
              <a:xfrm>
                <a:off x="1962" y="4018"/>
                <a:ext cx="654" cy="596"/>
                <a:chOff x="1962" y="4018"/>
                <a:chExt cx="654" cy="596"/>
              </a:xfrm>
            </p:grpSpPr>
            <p:sp>
              <p:nvSpPr>
                <p:cNvPr id="109662" name="Rectangle 143"/>
                <p:cNvSpPr>
                  <a:spLocks noChangeArrowheads="1"/>
                </p:cNvSpPr>
                <p:nvPr/>
              </p:nvSpPr>
              <p:spPr bwMode="auto">
                <a:xfrm>
                  <a:off x="2005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28" name="Rectangle 144"/>
                <p:cNvSpPr>
                  <a:spLocks noChangeArrowheads="1"/>
                </p:cNvSpPr>
                <p:nvPr/>
              </p:nvSpPr>
              <p:spPr bwMode="auto">
                <a:xfrm>
                  <a:off x="1962" y="4018"/>
                  <a:ext cx="654" cy="5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0" name="Group 145"/>
              <p:cNvGrpSpPr>
                <a:grpSpLocks/>
              </p:cNvGrpSpPr>
              <p:nvPr/>
            </p:nvGrpSpPr>
            <p:grpSpPr bwMode="auto">
              <a:xfrm>
                <a:off x="2616" y="4018"/>
                <a:ext cx="654" cy="596"/>
                <a:chOff x="2616" y="4018"/>
                <a:chExt cx="654" cy="596"/>
              </a:xfrm>
            </p:grpSpPr>
            <p:sp>
              <p:nvSpPr>
                <p:cNvPr id="109660" name="Rectangle 146"/>
                <p:cNvSpPr>
                  <a:spLocks noChangeArrowheads="1"/>
                </p:cNvSpPr>
                <p:nvPr/>
              </p:nvSpPr>
              <p:spPr bwMode="auto">
                <a:xfrm>
                  <a:off x="2659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31" name="Rectangle 147"/>
                <p:cNvSpPr>
                  <a:spLocks noChangeArrowheads="1"/>
                </p:cNvSpPr>
                <p:nvPr/>
              </p:nvSpPr>
              <p:spPr bwMode="auto">
                <a:xfrm>
                  <a:off x="2616" y="4018"/>
                  <a:ext cx="653" cy="5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1" name="Group 148"/>
              <p:cNvGrpSpPr>
                <a:grpSpLocks/>
              </p:cNvGrpSpPr>
              <p:nvPr/>
            </p:nvGrpSpPr>
            <p:grpSpPr bwMode="auto">
              <a:xfrm>
                <a:off x="3270" y="4018"/>
                <a:ext cx="654" cy="596"/>
                <a:chOff x="3270" y="4018"/>
                <a:chExt cx="654" cy="596"/>
              </a:xfrm>
            </p:grpSpPr>
            <p:sp>
              <p:nvSpPr>
                <p:cNvPr id="109658" name="Rectangle 149"/>
                <p:cNvSpPr>
                  <a:spLocks noChangeArrowheads="1"/>
                </p:cNvSpPr>
                <p:nvPr/>
              </p:nvSpPr>
              <p:spPr bwMode="auto">
                <a:xfrm>
                  <a:off x="3313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34" name="Rectangle 150"/>
                <p:cNvSpPr>
                  <a:spLocks noChangeArrowheads="1"/>
                </p:cNvSpPr>
                <p:nvPr/>
              </p:nvSpPr>
              <p:spPr bwMode="auto">
                <a:xfrm>
                  <a:off x="3270" y="4018"/>
                  <a:ext cx="654" cy="5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2" name="Group 151"/>
              <p:cNvGrpSpPr>
                <a:grpSpLocks/>
              </p:cNvGrpSpPr>
              <p:nvPr/>
            </p:nvGrpSpPr>
            <p:grpSpPr bwMode="auto">
              <a:xfrm>
                <a:off x="0" y="4614"/>
                <a:ext cx="654" cy="596"/>
                <a:chOff x="0" y="4614"/>
                <a:chExt cx="654" cy="596"/>
              </a:xfrm>
            </p:grpSpPr>
            <p:sp>
              <p:nvSpPr>
                <p:cNvPr id="109656" name="Rectangle 152"/>
                <p:cNvSpPr>
                  <a:spLocks noChangeArrowheads="1"/>
                </p:cNvSpPr>
                <p:nvPr/>
              </p:nvSpPr>
              <p:spPr bwMode="auto">
                <a:xfrm>
                  <a:off x="43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37" name="Rectangle 153"/>
                <p:cNvSpPr>
                  <a:spLocks noChangeArrowheads="1"/>
                </p:cNvSpPr>
                <p:nvPr/>
              </p:nvSpPr>
              <p:spPr bwMode="auto">
                <a:xfrm>
                  <a:off x="0" y="461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3" name="Group 154"/>
              <p:cNvGrpSpPr>
                <a:grpSpLocks/>
              </p:cNvGrpSpPr>
              <p:nvPr/>
            </p:nvGrpSpPr>
            <p:grpSpPr bwMode="auto">
              <a:xfrm>
                <a:off x="654" y="4614"/>
                <a:ext cx="654" cy="596"/>
                <a:chOff x="654" y="4614"/>
                <a:chExt cx="654" cy="596"/>
              </a:xfrm>
            </p:grpSpPr>
            <p:sp>
              <p:nvSpPr>
                <p:cNvPr id="109654" name="Rectangle 155"/>
                <p:cNvSpPr>
                  <a:spLocks noChangeArrowheads="1"/>
                </p:cNvSpPr>
                <p:nvPr/>
              </p:nvSpPr>
              <p:spPr bwMode="auto">
                <a:xfrm>
                  <a:off x="697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40" name="Rectangle 156"/>
                <p:cNvSpPr>
                  <a:spLocks noChangeArrowheads="1"/>
                </p:cNvSpPr>
                <p:nvPr/>
              </p:nvSpPr>
              <p:spPr bwMode="auto">
                <a:xfrm>
                  <a:off x="654" y="461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4" name="Group 157"/>
              <p:cNvGrpSpPr>
                <a:grpSpLocks/>
              </p:cNvGrpSpPr>
              <p:nvPr/>
            </p:nvGrpSpPr>
            <p:grpSpPr bwMode="auto">
              <a:xfrm>
                <a:off x="1308" y="4614"/>
                <a:ext cx="654" cy="596"/>
                <a:chOff x="1308" y="4614"/>
                <a:chExt cx="654" cy="596"/>
              </a:xfrm>
            </p:grpSpPr>
            <p:sp>
              <p:nvSpPr>
                <p:cNvPr id="109652" name="Rectangle 158"/>
                <p:cNvSpPr>
                  <a:spLocks noChangeArrowheads="1"/>
                </p:cNvSpPr>
                <p:nvPr/>
              </p:nvSpPr>
              <p:spPr bwMode="auto">
                <a:xfrm>
                  <a:off x="1351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43" name="Rectangle 159"/>
                <p:cNvSpPr>
                  <a:spLocks noChangeArrowheads="1"/>
                </p:cNvSpPr>
                <p:nvPr/>
              </p:nvSpPr>
              <p:spPr bwMode="auto">
                <a:xfrm>
                  <a:off x="1308" y="461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5" name="Group 160"/>
              <p:cNvGrpSpPr>
                <a:grpSpLocks/>
              </p:cNvGrpSpPr>
              <p:nvPr/>
            </p:nvGrpSpPr>
            <p:grpSpPr bwMode="auto">
              <a:xfrm>
                <a:off x="1962" y="4614"/>
                <a:ext cx="654" cy="596"/>
                <a:chOff x="1962" y="4614"/>
                <a:chExt cx="654" cy="596"/>
              </a:xfrm>
            </p:grpSpPr>
            <p:sp>
              <p:nvSpPr>
                <p:cNvPr id="109650" name="Rectangle 161"/>
                <p:cNvSpPr>
                  <a:spLocks noChangeArrowheads="1"/>
                </p:cNvSpPr>
                <p:nvPr/>
              </p:nvSpPr>
              <p:spPr bwMode="auto">
                <a:xfrm>
                  <a:off x="2005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46" name="Rectangle 162"/>
                <p:cNvSpPr>
                  <a:spLocks noChangeArrowheads="1"/>
                </p:cNvSpPr>
                <p:nvPr/>
              </p:nvSpPr>
              <p:spPr bwMode="auto">
                <a:xfrm>
                  <a:off x="1962" y="461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6" name="Group 163"/>
              <p:cNvGrpSpPr>
                <a:grpSpLocks/>
              </p:cNvGrpSpPr>
              <p:nvPr/>
            </p:nvGrpSpPr>
            <p:grpSpPr bwMode="auto">
              <a:xfrm>
                <a:off x="2616" y="4614"/>
                <a:ext cx="654" cy="596"/>
                <a:chOff x="2616" y="4614"/>
                <a:chExt cx="654" cy="596"/>
              </a:xfrm>
            </p:grpSpPr>
            <p:sp>
              <p:nvSpPr>
                <p:cNvPr id="109648" name="Rectangle 164"/>
                <p:cNvSpPr>
                  <a:spLocks noChangeArrowheads="1"/>
                </p:cNvSpPr>
                <p:nvPr/>
              </p:nvSpPr>
              <p:spPr bwMode="auto">
                <a:xfrm>
                  <a:off x="2659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49" name="Rectangle 165"/>
                <p:cNvSpPr>
                  <a:spLocks noChangeArrowheads="1"/>
                </p:cNvSpPr>
                <p:nvPr/>
              </p:nvSpPr>
              <p:spPr bwMode="auto">
                <a:xfrm>
                  <a:off x="2616" y="461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7" name="Group 166"/>
              <p:cNvGrpSpPr>
                <a:grpSpLocks/>
              </p:cNvGrpSpPr>
              <p:nvPr/>
            </p:nvGrpSpPr>
            <p:grpSpPr bwMode="auto">
              <a:xfrm>
                <a:off x="3270" y="4614"/>
                <a:ext cx="654" cy="596"/>
                <a:chOff x="3270" y="4614"/>
                <a:chExt cx="654" cy="596"/>
              </a:xfrm>
            </p:grpSpPr>
            <p:sp>
              <p:nvSpPr>
                <p:cNvPr id="109646" name="Rectangle 167"/>
                <p:cNvSpPr>
                  <a:spLocks noChangeArrowheads="1"/>
                </p:cNvSpPr>
                <p:nvPr/>
              </p:nvSpPr>
              <p:spPr bwMode="auto">
                <a:xfrm>
                  <a:off x="3313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52" name="Rectangle 168"/>
                <p:cNvSpPr>
                  <a:spLocks noChangeArrowheads="1"/>
                </p:cNvSpPr>
                <p:nvPr/>
              </p:nvSpPr>
              <p:spPr bwMode="auto">
                <a:xfrm>
                  <a:off x="3270" y="461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8" name="Group 169"/>
              <p:cNvGrpSpPr>
                <a:grpSpLocks/>
              </p:cNvGrpSpPr>
              <p:nvPr/>
            </p:nvGrpSpPr>
            <p:grpSpPr bwMode="auto">
              <a:xfrm>
                <a:off x="0" y="5210"/>
                <a:ext cx="654" cy="596"/>
                <a:chOff x="0" y="5210"/>
                <a:chExt cx="654" cy="596"/>
              </a:xfrm>
            </p:grpSpPr>
            <p:sp>
              <p:nvSpPr>
                <p:cNvPr id="109644" name="Rectangle 170"/>
                <p:cNvSpPr>
                  <a:spLocks noChangeArrowheads="1"/>
                </p:cNvSpPr>
                <p:nvPr/>
              </p:nvSpPr>
              <p:spPr bwMode="auto">
                <a:xfrm>
                  <a:off x="43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2.0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55" name="Rectangle 171"/>
                <p:cNvSpPr>
                  <a:spLocks noChangeArrowheads="1"/>
                </p:cNvSpPr>
                <p:nvPr/>
              </p:nvSpPr>
              <p:spPr bwMode="auto">
                <a:xfrm>
                  <a:off x="0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29" name="Group 172"/>
              <p:cNvGrpSpPr>
                <a:grpSpLocks/>
              </p:cNvGrpSpPr>
              <p:nvPr/>
            </p:nvGrpSpPr>
            <p:grpSpPr bwMode="auto">
              <a:xfrm>
                <a:off x="654" y="5210"/>
                <a:ext cx="654" cy="596"/>
                <a:chOff x="654" y="5210"/>
                <a:chExt cx="654" cy="596"/>
              </a:xfrm>
            </p:grpSpPr>
            <p:sp>
              <p:nvSpPr>
                <p:cNvPr id="109642" name="Rectangle 173"/>
                <p:cNvSpPr>
                  <a:spLocks noChangeArrowheads="1"/>
                </p:cNvSpPr>
                <p:nvPr/>
              </p:nvSpPr>
              <p:spPr bwMode="auto">
                <a:xfrm>
                  <a:off x="697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>
                      <a:solidFill>
                        <a:schemeClr val="tx1"/>
                      </a:solidFill>
                      <a:ea typeface="宋体" pitchFamily="2" charset="-122"/>
                    </a:rPr>
                    <a:t>0.223891</a:t>
                  </a:r>
                  <a:endParaRPr lang="zh-CN" altLang="en-US" sz="10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58" name="Rectangle 174"/>
                <p:cNvSpPr>
                  <a:spLocks noChangeArrowheads="1"/>
                </p:cNvSpPr>
                <p:nvPr/>
              </p:nvSpPr>
              <p:spPr bwMode="auto">
                <a:xfrm>
                  <a:off x="654" y="5210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30" name="Group 175"/>
              <p:cNvGrpSpPr>
                <a:grpSpLocks/>
              </p:cNvGrpSpPr>
              <p:nvPr/>
            </p:nvGrpSpPr>
            <p:grpSpPr bwMode="auto">
              <a:xfrm>
                <a:off x="1308" y="5210"/>
                <a:ext cx="654" cy="596"/>
                <a:chOff x="1308" y="5210"/>
                <a:chExt cx="654" cy="596"/>
              </a:xfrm>
            </p:grpSpPr>
            <p:sp>
              <p:nvSpPr>
                <p:cNvPr id="109640" name="Rectangle 176"/>
                <p:cNvSpPr>
                  <a:spLocks noChangeArrowheads="1"/>
                </p:cNvSpPr>
                <p:nvPr/>
              </p:nvSpPr>
              <p:spPr bwMode="auto">
                <a:xfrm>
                  <a:off x="1351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61" name="Rectangle 177"/>
                <p:cNvSpPr>
                  <a:spLocks noChangeArrowheads="1"/>
                </p:cNvSpPr>
                <p:nvPr/>
              </p:nvSpPr>
              <p:spPr bwMode="auto">
                <a:xfrm>
                  <a:off x="1308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31" name="Group 178"/>
              <p:cNvGrpSpPr>
                <a:grpSpLocks/>
              </p:cNvGrpSpPr>
              <p:nvPr/>
            </p:nvGrpSpPr>
            <p:grpSpPr bwMode="auto">
              <a:xfrm>
                <a:off x="1962" y="5210"/>
                <a:ext cx="654" cy="596"/>
                <a:chOff x="1962" y="5210"/>
                <a:chExt cx="654" cy="596"/>
              </a:xfrm>
            </p:grpSpPr>
            <p:sp>
              <p:nvSpPr>
                <p:cNvPr id="109638" name="Rectangle 179"/>
                <p:cNvSpPr>
                  <a:spLocks noChangeArrowheads="1"/>
                </p:cNvSpPr>
                <p:nvPr/>
              </p:nvSpPr>
              <p:spPr bwMode="auto">
                <a:xfrm>
                  <a:off x="2005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64" name="Rectangle 180"/>
                <p:cNvSpPr>
                  <a:spLocks noChangeArrowheads="1"/>
                </p:cNvSpPr>
                <p:nvPr/>
              </p:nvSpPr>
              <p:spPr bwMode="auto">
                <a:xfrm>
                  <a:off x="1962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32" name="Group 181"/>
              <p:cNvGrpSpPr>
                <a:grpSpLocks/>
              </p:cNvGrpSpPr>
              <p:nvPr/>
            </p:nvGrpSpPr>
            <p:grpSpPr bwMode="auto">
              <a:xfrm>
                <a:off x="2616" y="5210"/>
                <a:ext cx="654" cy="596"/>
                <a:chOff x="2616" y="5210"/>
                <a:chExt cx="654" cy="596"/>
              </a:xfrm>
            </p:grpSpPr>
            <p:sp>
              <p:nvSpPr>
                <p:cNvPr id="109636" name="Rectangle 182"/>
                <p:cNvSpPr>
                  <a:spLocks noChangeArrowheads="1"/>
                </p:cNvSpPr>
                <p:nvPr/>
              </p:nvSpPr>
              <p:spPr bwMode="auto">
                <a:xfrm>
                  <a:off x="2659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67" name="Rectangle 183"/>
                <p:cNvSpPr>
                  <a:spLocks noChangeArrowheads="1"/>
                </p:cNvSpPr>
                <p:nvPr/>
              </p:nvSpPr>
              <p:spPr bwMode="auto">
                <a:xfrm>
                  <a:off x="2616" y="5210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9633" name="Group 184"/>
              <p:cNvGrpSpPr>
                <a:grpSpLocks/>
              </p:cNvGrpSpPr>
              <p:nvPr/>
            </p:nvGrpSpPr>
            <p:grpSpPr bwMode="auto">
              <a:xfrm>
                <a:off x="3270" y="5210"/>
                <a:ext cx="654" cy="596"/>
                <a:chOff x="3270" y="5210"/>
                <a:chExt cx="654" cy="596"/>
              </a:xfrm>
            </p:grpSpPr>
            <p:sp>
              <p:nvSpPr>
                <p:cNvPr id="109634" name="Rectangle 185"/>
                <p:cNvSpPr>
                  <a:spLocks noChangeArrowheads="1"/>
                </p:cNvSpPr>
                <p:nvPr/>
              </p:nvSpPr>
              <p:spPr bwMode="auto">
                <a:xfrm>
                  <a:off x="3313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10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4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51770" name="Rectangle 186"/>
                <p:cNvSpPr>
                  <a:spLocks noChangeArrowheads="1"/>
                </p:cNvSpPr>
                <p:nvPr/>
              </p:nvSpPr>
              <p:spPr bwMode="auto">
                <a:xfrm>
                  <a:off x="3270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sp>
          <p:nvSpPr>
            <p:cNvPr id="451771" name="Rectangle 187"/>
            <p:cNvSpPr>
              <a:spLocks noChangeArrowheads="1"/>
            </p:cNvSpPr>
            <p:nvPr/>
          </p:nvSpPr>
          <p:spPr bwMode="auto">
            <a:xfrm>
              <a:off x="-3" y="-3"/>
              <a:ext cx="3930" cy="5812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65E5A-6529-4A7C-9BAC-D71A373FFB19}" type="slidenum">
              <a:rPr lang="zh-CN" altLang="en-US"/>
              <a:pPr>
                <a:defRPr/>
              </a:pPr>
              <a:t>82</a:t>
            </a:fld>
            <a:endParaRPr lang="en-US" altLang="zh-CN"/>
          </a:p>
        </p:txBody>
      </p:sp>
      <p:grpSp>
        <p:nvGrpSpPr>
          <p:cNvPr id="110595" name="Group 733"/>
          <p:cNvGrpSpPr>
            <a:grpSpLocks/>
          </p:cNvGrpSpPr>
          <p:nvPr/>
        </p:nvGrpSpPr>
        <p:grpSpPr bwMode="auto">
          <a:xfrm>
            <a:off x="179388" y="333375"/>
            <a:ext cx="8964612" cy="6211888"/>
            <a:chOff x="-3" y="-3"/>
            <a:chExt cx="3930" cy="5812"/>
          </a:xfrm>
        </p:grpSpPr>
        <p:grpSp>
          <p:nvGrpSpPr>
            <p:cNvPr id="110596" name="Group 731"/>
            <p:cNvGrpSpPr>
              <a:grpSpLocks/>
            </p:cNvGrpSpPr>
            <p:nvPr/>
          </p:nvGrpSpPr>
          <p:grpSpPr bwMode="auto">
            <a:xfrm>
              <a:off x="0" y="0"/>
              <a:ext cx="3924" cy="5806"/>
              <a:chOff x="0" y="0"/>
              <a:chExt cx="3924" cy="5806"/>
            </a:xfrm>
          </p:grpSpPr>
          <p:grpSp>
            <p:nvGrpSpPr>
              <p:cNvPr id="110598" name="Group 612"/>
              <p:cNvGrpSpPr>
                <a:grpSpLocks/>
              </p:cNvGrpSpPr>
              <p:nvPr/>
            </p:nvGrpSpPr>
            <p:grpSpPr bwMode="auto">
              <a:xfrm>
                <a:off x="0" y="0"/>
                <a:ext cx="654" cy="442"/>
                <a:chOff x="0" y="0"/>
                <a:chExt cx="654" cy="442"/>
              </a:xfrm>
            </p:grpSpPr>
            <p:sp>
              <p:nvSpPr>
                <p:cNvPr id="110776" name="Rectangle 55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sz="3600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x</a:t>
                  </a:r>
                  <a:r>
                    <a:rPr lang="en-US" altLang="zh-CN" sz="3600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</a:t>
                  </a:r>
                  <a:endParaRPr lang="en-US" altLang="zh-CN" sz="36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38531" name="Rectangle 61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54" cy="44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599" name="Group 614"/>
              <p:cNvGrpSpPr>
                <a:grpSpLocks/>
              </p:cNvGrpSpPr>
              <p:nvPr/>
            </p:nvGrpSpPr>
            <p:grpSpPr bwMode="auto">
              <a:xfrm>
                <a:off x="654" y="0"/>
                <a:ext cx="654" cy="442"/>
                <a:chOff x="654" y="0"/>
                <a:chExt cx="654" cy="442"/>
              </a:xfrm>
            </p:grpSpPr>
            <p:sp>
              <p:nvSpPr>
                <p:cNvPr id="110774" name="Rectangle 552"/>
                <p:cNvSpPr>
                  <a:spLocks noChangeArrowheads="1"/>
                </p:cNvSpPr>
                <p:nvPr/>
              </p:nvSpPr>
              <p:spPr bwMode="auto">
                <a:xfrm>
                  <a:off x="697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sz="3600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sz="3600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</a:t>
                  </a:r>
                  <a:endParaRPr lang="en-US" altLang="zh-CN" sz="36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38533" name="Rectangle 613"/>
                <p:cNvSpPr>
                  <a:spLocks noChangeArrowheads="1"/>
                </p:cNvSpPr>
                <p:nvPr/>
              </p:nvSpPr>
              <p:spPr bwMode="auto">
                <a:xfrm>
                  <a:off x="654" y="0"/>
                  <a:ext cx="654" cy="44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0" name="Group 616"/>
              <p:cNvGrpSpPr>
                <a:grpSpLocks/>
              </p:cNvGrpSpPr>
              <p:nvPr/>
            </p:nvGrpSpPr>
            <p:grpSpPr bwMode="auto">
              <a:xfrm>
                <a:off x="1308" y="0"/>
                <a:ext cx="654" cy="442"/>
                <a:chOff x="1308" y="0"/>
                <a:chExt cx="654" cy="442"/>
              </a:xfrm>
            </p:grpSpPr>
            <p:sp>
              <p:nvSpPr>
                <p:cNvPr id="110772" name="Rectangle 553"/>
                <p:cNvSpPr>
                  <a:spLocks noChangeArrowheads="1"/>
                </p:cNvSpPr>
                <p:nvPr/>
              </p:nvSpPr>
              <p:spPr bwMode="auto">
                <a:xfrm>
                  <a:off x="1351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sz="3600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sz="3600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ij</a:t>
                  </a:r>
                  <a:endParaRPr lang="en-US" altLang="zh-CN" sz="36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38535" name="Rectangle 615"/>
                <p:cNvSpPr>
                  <a:spLocks noChangeArrowheads="1"/>
                </p:cNvSpPr>
                <p:nvPr/>
              </p:nvSpPr>
              <p:spPr bwMode="auto">
                <a:xfrm>
                  <a:off x="1308" y="0"/>
                  <a:ext cx="654" cy="44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1" name="Group 618"/>
              <p:cNvGrpSpPr>
                <a:grpSpLocks/>
              </p:cNvGrpSpPr>
              <p:nvPr/>
            </p:nvGrpSpPr>
            <p:grpSpPr bwMode="auto">
              <a:xfrm>
                <a:off x="1962" y="0"/>
                <a:ext cx="654" cy="442"/>
                <a:chOff x="1962" y="0"/>
                <a:chExt cx="654" cy="442"/>
              </a:xfrm>
            </p:grpSpPr>
            <p:sp>
              <p:nvSpPr>
                <p:cNvPr id="110770" name="Rectangle 554"/>
                <p:cNvSpPr>
                  <a:spLocks noChangeArrowheads="1"/>
                </p:cNvSpPr>
                <p:nvPr/>
              </p:nvSpPr>
              <p:spPr bwMode="auto">
                <a:xfrm>
                  <a:off x="2005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sz="3600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sz="3600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ijk</a:t>
                  </a:r>
                  <a:endParaRPr lang="en-US" altLang="zh-CN" sz="36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38537" name="Rectangle 617"/>
                <p:cNvSpPr>
                  <a:spLocks noChangeArrowheads="1"/>
                </p:cNvSpPr>
                <p:nvPr/>
              </p:nvSpPr>
              <p:spPr bwMode="auto">
                <a:xfrm>
                  <a:off x="1962" y="0"/>
                  <a:ext cx="653" cy="44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2" name="Group 620"/>
              <p:cNvGrpSpPr>
                <a:grpSpLocks/>
              </p:cNvGrpSpPr>
              <p:nvPr/>
            </p:nvGrpSpPr>
            <p:grpSpPr bwMode="auto">
              <a:xfrm>
                <a:off x="2616" y="0"/>
                <a:ext cx="654" cy="442"/>
                <a:chOff x="2616" y="0"/>
                <a:chExt cx="654" cy="442"/>
              </a:xfrm>
            </p:grpSpPr>
            <p:sp>
              <p:nvSpPr>
                <p:cNvPr id="110768" name="Rectangle 555"/>
                <p:cNvSpPr>
                  <a:spLocks noChangeArrowheads="1"/>
                </p:cNvSpPr>
                <p:nvPr/>
              </p:nvSpPr>
              <p:spPr bwMode="auto">
                <a:xfrm>
                  <a:off x="2659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sz="3600">
                      <a:solidFill>
                        <a:schemeClr val="tx1"/>
                      </a:solidFill>
                      <a:ea typeface="宋体" pitchFamily="2" charset="-122"/>
                    </a:rPr>
                    <a:t>y</a:t>
                  </a:r>
                  <a:r>
                    <a:rPr lang="en-US" altLang="zh-CN" sz="3600" i="1" baseline="-30000">
                      <a:solidFill>
                        <a:schemeClr val="tx1"/>
                      </a:solidFill>
                      <a:ea typeface="宋体" pitchFamily="2" charset="-122"/>
                    </a:rPr>
                    <a:t>i</a:t>
                  </a:r>
                  <a:r>
                    <a:rPr lang="en-US" altLang="zh-CN" sz="3600" baseline="-30000">
                      <a:solidFill>
                        <a:schemeClr val="tx1"/>
                      </a:solidFill>
                      <a:ea typeface="宋体" pitchFamily="2" charset="-122"/>
                    </a:rPr>
                    <a:t>jkl</a:t>
                  </a:r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39" name="Rectangle 619"/>
                <p:cNvSpPr>
                  <a:spLocks noChangeArrowheads="1"/>
                </p:cNvSpPr>
                <p:nvPr/>
              </p:nvSpPr>
              <p:spPr bwMode="auto">
                <a:xfrm>
                  <a:off x="2616" y="0"/>
                  <a:ext cx="654" cy="44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3" name="Group 622"/>
              <p:cNvGrpSpPr>
                <a:grpSpLocks/>
              </p:cNvGrpSpPr>
              <p:nvPr/>
            </p:nvGrpSpPr>
            <p:grpSpPr bwMode="auto">
              <a:xfrm>
                <a:off x="3270" y="0"/>
                <a:ext cx="654" cy="442"/>
                <a:chOff x="3270" y="0"/>
                <a:chExt cx="654" cy="442"/>
              </a:xfrm>
            </p:grpSpPr>
            <p:sp>
              <p:nvSpPr>
                <p:cNvPr id="110766" name="Rectangle 556"/>
                <p:cNvSpPr>
                  <a:spLocks noChangeArrowheads="1"/>
                </p:cNvSpPr>
                <p:nvPr/>
              </p:nvSpPr>
              <p:spPr bwMode="auto">
                <a:xfrm>
                  <a:off x="3313" y="0"/>
                  <a:ext cx="56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en-US" altLang="zh-CN" sz="3600" i="1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y</a:t>
                  </a:r>
                  <a:r>
                    <a:rPr lang="en-US" altLang="zh-CN" sz="3600" i="1" baseline="-30000">
                      <a:solidFill>
                        <a:schemeClr val="tx1"/>
                      </a:solidFill>
                      <a:ea typeface="宋体" pitchFamily="2" charset="-122"/>
                      <a:cs typeface="Times New Roman" pitchFamily="18" charset="0"/>
                    </a:rPr>
                    <a:t>ijklm</a:t>
                  </a:r>
                  <a:endParaRPr lang="en-US" altLang="zh-CN" sz="3600" b="0" i="1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  <a:p>
                  <a:pPr algn="ctr"/>
                  <a:endParaRPr lang="en-US" altLang="zh-CN" sz="3600" b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38541" name="Rectangle 621"/>
                <p:cNvSpPr>
                  <a:spLocks noChangeArrowheads="1"/>
                </p:cNvSpPr>
                <p:nvPr/>
              </p:nvSpPr>
              <p:spPr bwMode="auto">
                <a:xfrm>
                  <a:off x="3270" y="0"/>
                  <a:ext cx="654" cy="44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4" name="Group 624"/>
              <p:cNvGrpSpPr>
                <a:grpSpLocks/>
              </p:cNvGrpSpPr>
              <p:nvPr/>
            </p:nvGrpSpPr>
            <p:grpSpPr bwMode="auto">
              <a:xfrm>
                <a:off x="0" y="442"/>
                <a:ext cx="654" cy="596"/>
                <a:chOff x="0" y="442"/>
                <a:chExt cx="654" cy="596"/>
              </a:xfrm>
            </p:grpSpPr>
            <p:sp>
              <p:nvSpPr>
                <p:cNvPr id="110764" name="Rectangle 557"/>
                <p:cNvSpPr>
                  <a:spLocks noChangeArrowheads="1"/>
                </p:cNvSpPr>
                <p:nvPr/>
              </p:nvSpPr>
              <p:spPr bwMode="auto">
                <a:xfrm>
                  <a:off x="43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0.0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43" name="Rectangle 623"/>
                <p:cNvSpPr>
                  <a:spLocks noChangeArrowheads="1"/>
                </p:cNvSpPr>
                <p:nvPr/>
              </p:nvSpPr>
              <p:spPr bwMode="auto">
                <a:xfrm>
                  <a:off x="0" y="44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5" name="Group 626"/>
              <p:cNvGrpSpPr>
                <a:grpSpLocks/>
              </p:cNvGrpSpPr>
              <p:nvPr/>
            </p:nvGrpSpPr>
            <p:grpSpPr bwMode="auto">
              <a:xfrm>
                <a:off x="654" y="442"/>
                <a:ext cx="654" cy="596"/>
                <a:chOff x="654" y="442"/>
                <a:chExt cx="654" cy="596"/>
              </a:xfrm>
            </p:grpSpPr>
            <p:sp>
              <p:nvSpPr>
                <p:cNvPr id="110762" name="Rectangle 558"/>
                <p:cNvSpPr>
                  <a:spLocks noChangeArrowheads="1"/>
                </p:cNvSpPr>
                <p:nvPr/>
              </p:nvSpPr>
              <p:spPr bwMode="auto">
                <a:xfrm>
                  <a:off x="697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1.000000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45" name="Rectangle 625"/>
                <p:cNvSpPr>
                  <a:spLocks noChangeArrowheads="1"/>
                </p:cNvSpPr>
                <p:nvPr/>
              </p:nvSpPr>
              <p:spPr bwMode="auto">
                <a:xfrm>
                  <a:off x="654" y="44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6" name="Group 628"/>
              <p:cNvGrpSpPr>
                <a:grpSpLocks/>
              </p:cNvGrpSpPr>
              <p:nvPr/>
            </p:nvGrpSpPr>
            <p:grpSpPr bwMode="auto">
              <a:xfrm>
                <a:off x="1308" y="442"/>
                <a:ext cx="654" cy="596"/>
                <a:chOff x="1308" y="442"/>
                <a:chExt cx="654" cy="596"/>
              </a:xfrm>
            </p:grpSpPr>
            <p:sp>
              <p:nvSpPr>
                <p:cNvPr id="110760" name="Rectangle 559"/>
                <p:cNvSpPr>
                  <a:spLocks noChangeArrowheads="1"/>
                </p:cNvSpPr>
                <p:nvPr/>
              </p:nvSpPr>
              <p:spPr bwMode="auto">
                <a:xfrm>
                  <a:off x="1351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47" name="Rectangle 627"/>
                <p:cNvSpPr>
                  <a:spLocks noChangeArrowheads="1"/>
                </p:cNvSpPr>
                <p:nvPr/>
              </p:nvSpPr>
              <p:spPr bwMode="auto">
                <a:xfrm>
                  <a:off x="1308" y="44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7" name="Group 630"/>
              <p:cNvGrpSpPr>
                <a:grpSpLocks/>
              </p:cNvGrpSpPr>
              <p:nvPr/>
            </p:nvGrpSpPr>
            <p:grpSpPr bwMode="auto">
              <a:xfrm>
                <a:off x="1962" y="442"/>
                <a:ext cx="654" cy="596"/>
                <a:chOff x="1962" y="442"/>
                <a:chExt cx="654" cy="596"/>
              </a:xfrm>
            </p:grpSpPr>
            <p:sp>
              <p:nvSpPr>
                <p:cNvPr id="110758" name="Rectangle 560"/>
                <p:cNvSpPr>
                  <a:spLocks noChangeArrowheads="1"/>
                </p:cNvSpPr>
                <p:nvPr/>
              </p:nvSpPr>
              <p:spPr bwMode="auto">
                <a:xfrm>
                  <a:off x="2005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49" name="Rectangle 629"/>
                <p:cNvSpPr>
                  <a:spLocks noChangeArrowheads="1"/>
                </p:cNvSpPr>
                <p:nvPr/>
              </p:nvSpPr>
              <p:spPr bwMode="auto">
                <a:xfrm>
                  <a:off x="1962" y="444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8" name="Group 632"/>
              <p:cNvGrpSpPr>
                <a:grpSpLocks/>
              </p:cNvGrpSpPr>
              <p:nvPr/>
            </p:nvGrpSpPr>
            <p:grpSpPr bwMode="auto">
              <a:xfrm>
                <a:off x="2616" y="442"/>
                <a:ext cx="654" cy="596"/>
                <a:chOff x="2616" y="442"/>
                <a:chExt cx="654" cy="596"/>
              </a:xfrm>
            </p:grpSpPr>
            <p:sp>
              <p:nvSpPr>
                <p:cNvPr id="110756" name="Rectangle 561"/>
                <p:cNvSpPr>
                  <a:spLocks noChangeArrowheads="1"/>
                </p:cNvSpPr>
                <p:nvPr/>
              </p:nvSpPr>
              <p:spPr bwMode="auto">
                <a:xfrm>
                  <a:off x="2659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51" name="Rectangle 631"/>
                <p:cNvSpPr>
                  <a:spLocks noChangeArrowheads="1"/>
                </p:cNvSpPr>
                <p:nvPr/>
              </p:nvSpPr>
              <p:spPr bwMode="auto">
                <a:xfrm>
                  <a:off x="2616" y="44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09" name="Group 634"/>
              <p:cNvGrpSpPr>
                <a:grpSpLocks/>
              </p:cNvGrpSpPr>
              <p:nvPr/>
            </p:nvGrpSpPr>
            <p:grpSpPr bwMode="auto">
              <a:xfrm>
                <a:off x="3270" y="442"/>
                <a:ext cx="654" cy="596"/>
                <a:chOff x="3270" y="442"/>
                <a:chExt cx="654" cy="596"/>
              </a:xfrm>
            </p:grpSpPr>
            <p:sp>
              <p:nvSpPr>
                <p:cNvPr id="110754" name="Rectangle 562"/>
                <p:cNvSpPr>
                  <a:spLocks noChangeArrowheads="1"/>
                </p:cNvSpPr>
                <p:nvPr/>
              </p:nvSpPr>
              <p:spPr bwMode="auto">
                <a:xfrm>
                  <a:off x="3313" y="44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53" name="Rectangle 633"/>
                <p:cNvSpPr>
                  <a:spLocks noChangeArrowheads="1"/>
                </p:cNvSpPr>
                <p:nvPr/>
              </p:nvSpPr>
              <p:spPr bwMode="auto">
                <a:xfrm>
                  <a:off x="3270" y="44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0" name="Group 636"/>
              <p:cNvGrpSpPr>
                <a:grpSpLocks/>
              </p:cNvGrpSpPr>
              <p:nvPr/>
            </p:nvGrpSpPr>
            <p:grpSpPr bwMode="auto">
              <a:xfrm>
                <a:off x="0" y="1038"/>
                <a:ext cx="654" cy="596"/>
                <a:chOff x="0" y="1038"/>
                <a:chExt cx="654" cy="596"/>
              </a:xfrm>
            </p:grpSpPr>
            <p:sp>
              <p:nvSpPr>
                <p:cNvPr id="110752" name="Rectangle 563"/>
                <p:cNvSpPr>
                  <a:spLocks noChangeArrowheads="1"/>
                </p:cNvSpPr>
                <p:nvPr/>
              </p:nvSpPr>
              <p:spPr bwMode="auto">
                <a:xfrm>
                  <a:off x="43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55" name="Rectangle 635"/>
                <p:cNvSpPr>
                  <a:spLocks noChangeArrowheads="1"/>
                </p:cNvSpPr>
                <p:nvPr/>
              </p:nvSpPr>
              <p:spPr bwMode="auto">
                <a:xfrm>
                  <a:off x="0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1" name="Group 638"/>
              <p:cNvGrpSpPr>
                <a:grpSpLocks/>
              </p:cNvGrpSpPr>
              <p:nvPr/>
            </p:nvGrpSpPr>
            <p:grpSpPr bwMode="auto">
              <a:xfrm>
                <a:off x="654" y="1038"/>
                <a:ext cx="654" cy="596"/>
                <a:chOff x="654" y="1038"/>
                <a:chExt cx="654" cy="596"/>
              </a:xfrm>
            </p:grpSpPr>
            <p:sp>
              <p:nvSpPr>
                <p:cNvPr id="110750" name="Rectangle 564"/>
                <p:cNvSpPr>
                  <a:spLocks noChangeArrowheads="1"/>
                </p:cNvSpPr>
                <p:nvPr/>
              </p:nvSpPr>
              <p:spPr bwMode="auto">
                <a:xfrm>
                  <a:off x="697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57" name="Rectangle 637"/>
                <p:cNvSpPr>
                  <a:spLocks noChangeArrowheads="1"/>
                </p:cNvSpPr>
                <p:nvPr/>
              </p:nvSpPr>
              <p:spPr bwMode="auto">
                <a:xfrm>
                  <a:off x="654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2" name="Group 640"/>
              <p:cNvGrpSpPr>
                <a:grpSpLocks/>
              </p:cNvGrpSpPr>
              <p:nvPr/>
            </p:nvGrpSpPr>
            <p:grpSpPr bwMode="auto">
              <a:xfrm>
                <a:off x="1308" y="1038"/>
                <a:ext cx="654" cy="596"/>
                <a:chOff x="1308" y="1038"/>
                <a:chExt cx="654" cy="596"/>
              </a:xfrm>
            </p:grpSpPr>
            <p:sp>
              <p:nvSpPr>
                <p:cNvPr id="110748" name="Rectangle 565"/>
                <p:cNvSpPr>
                  <a:spLocks noChangeArrowheads="1"/>
                </p:cNvSpPr>
                <p:nvPr/>
              </p:nvSpPr>
              <p:spPr bwMode="auto">
                <a:xfrm>
                  <a:off x="1351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0.889246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59" name="Rectangle 639"/>
                <p:cNvSpPr>
                  <a:spLocks noChangeArrowheads="1"/>
                </p:cNvSpPr>
                <p:nvPr/>
              </p:nvSpPr>
              <p:spPr bwMode="auto">
                <a:xfrm>
                  <a:off x="1308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3" name="Group 642"/>
              <p:cNvGrpSpPr>
                <a:grpSpLocks/>
              </p:cNvGrpSpPr>
              <p:nvPr/>
            </p:nvGrpSpPr>
            <p:grpSpPr bwMode="auto">
              <a:xfrm>
                <a:off x="1962" y="1038"/>
                <a:ext cx="654" cy="596"/>
                <a:chOff x="1962" y="1038"/>
                <a:chExt cx="654" cy="596"/>
              </a:xfrm>
            </p:grpSpPr>
            <p:sp>
              <p:nvSpPr>
                <p:cNvPr id="110746" name="Rectangle 566"/>
                <p:cNvSpPr>
                  <a:spLocks noChangeArrowheads="1"/>
                </p:cNvSpPr>
                <p:nvPr/>
              </p:nvSpPr>
              <p:spPr bwMode="auto">
                <a:xfrm>
                  <a:off x="2005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61" name="Rectangle 641"/>
                <p:cNvSpPr>
                  <a:spLocks noChangeArrowheads="1"/>
                </p:cNvSpPr>
                <p:nvPr/>
              </p:nvSpPr>
              <p:spPr bwMode="auto">
                <a:xfrm>
                  <a:off x="1962" y="103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4" name="Group 644"/>
              <p:cNvGrpSpPr>
                <a:grpSpLocks/>
              </p:cNvGrpSpPr>
              <p:nvPr/>
            </p:nvGrpSpPr>
            <p:grpSpPr bwMode="auto">
              <a:xfrm>
                <a:off x="2616" y="1038"/>
                <a:ext cx="654" cy="596"/>
                <a:chOff x="2616" y="1038"/>
                <a:chExt cx="654" cy="596"/>
              </a:xfrm>
            </p:grpSpPr>
            <p:sp>
              <p:nvSpPr>
                <p:cNvPr id="110744" name="Rectangle 567"/>
                <p:cNvSpPr>
                  <a:spLocks noChangeArrowheads="1"/>
                </p:cNvSpPr>
                <p:nvPr/>
              </p:nvSpPr>
              <p:spPr bwMode="auto">
                <a:xfrm>
                  <a:off x="2659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63" name="Rectangle 643"/>
                <p:cNvSpPr>
                  <a:spLocks noChangeArrowheads="1"/>
                </p:cNvSpPr>
                <p:nvPr/>
              </p:nvSpPr>
              <p:spPr bwMode="auto">
                <a:xfrm>
                  <a:off x="2616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5" name="Group 646"/>
              <p:cNvGrpSpPr>
                <a:grpSpLocks/>
              </p:cNvGrpSpPr>
              <p:nvPr/>
            </p:nvGrpSpPr>
            <p:grpSpPr bwMode="auto">
              <a:xfrm>
                <a:off x="3270" y="1038"/>
                <a:ext cx="654" cy="596"/>
                <a:chOff x="3270" y="1038"/>
                <a:chExt cx="654" cy="596"/>
              </a:xfrm>
            </p:grpSpPr>
            <p:sp>
              <p:nvSpPr>
                <p:cNvPr id="110742" name="Rectangle 568"/>
                <p:cNvSpPr>
                  <a:spLocks noChangeArrowheads="1"/>
                </p:cNvSpPr>
                <p:nvPr/>
              </p:nvSpPr>
              <p:spPr bwMode="auto">
                <a:xfrm>
                  <a:off x="3313" y="103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65" name="Rectangle 645"/>
                <p:cNvSpPr>
                  <a:spLocks noChangeArrowheads="1"/>
                </p:cNvSpPr>
                <p:nvPr/>
              </p:nvSpPr>
              <p:spPr bwMode="auto">
                <a:xfrm>
                  <a:off x="3270" y="103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6" name="Group 648"/>
              <p:cNvGrpSpPr>
                <a:grpSpLocks/>
              </p:cNvGrpSpPr>
              <p:nvPr/>
            </p:nvGrpSpPr>
            <p:grpSpPr bwMode="auto">
              <a:xfrm>
                <a:off x="0" y="1634"/>
                <a:ext cx="654" cy="596"/>
                <a:chOff x="0" y="1634"/>
                <a:chExt cx="654" cy="596"/>
              </a:xfrm>
            </p:grpSpPr>
            <p:sp>
              <p:nvSpPr>
                <p:cNvPr id="110740" name="Rectangle 569"/>
                <p:cNvSpPr>
                  <a:spLocks noChangeArrowheads="1"/>
                </p:cNvSpPr>
                <p:nvPr/>
              </p:nvSpPr>
              <p:spPr bwMode="auto">
                <a:xfrm>
                  <a:off x="43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0.5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67" name="Rectangle 647"/>
                <p:cNvSpPr>
                  <a:spLocks noChangeArrowheads="1"/>
                </p:cNvSpPr>
                <p:nvPr/>
              </p:nvSpPr>
              <p:spPr bwMode="auto">
                <a:xfrm>
                  <a:off x="0" y="163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7" name="Group 650"/>
              <p:cNvGrpSpPr>
                <a:grpSpLocks/>
              </p:cNvGrpSpPr>
              <p:nvPr/>
            </p:nvGrpSpPr>
            <p:grpSpPr bwMode="auto">
              <a:xfrm>
                <a:off x="654" y="1634"/>
                <a:ext cx="654" cy="596"/>
                <a:chOff x="654" y="1634"/>
                <a:chExt cx="654" cy="596"/>
              </a:xfrm>
            </p:grpSpPr>
            <p:sp>
              <p:nvSpPr>
                <p:cNvPr id="110738" name="Rectangle 570"/>
                <p:cNvSpPr>
                  <a:spLocks noChangeArrowheads="1"/>
                </p:cNvSpPr>
                <p:nvPr/>
              </p:nvSpPr>
              <p:spPr bwMode="auto">
                <a:xfrm>
                  <a:off x="697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0.938470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69" name="Rectangle 649"/>
                <p:cNvSpPr>
                  <a:spLocks noChangeArrowheads="1"/>
                </p:cNvSpPr>
                <p:nvPr/>
              </p:nvSpPr>
              <p:spPr bwMode="auto">
                <a:xfrm>
                  <a:off x="654" y="163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8" name="Group 652"/>
              <p:cNvGrpSpPr>
                <a:grpSpLocks/>
              </p:cNvGrpSpPr>
              <p:nvPr/>
            </p:nvGrpSpPr>
            <p:grpSpPr bwMode="auto">
              <a:xfrm>
                <a:off x="1308" y="1634"/>
                <a:ext cx="654" cy="596"/>
                <a:chOff x="1308" y="1634"/>
                <a:chExt cx="654" cy="596"/>
              </a:xfrm>
            </p:grpSpPr>
            <p:sp>
              <p:nvSpPr>
                <p:cNvPr id="110736" name="Rectangle 571"/>
                <p:cNvSpPr>
                  <a:spLocks noChangeArrowheads="1"/>
                </p:cNvSpPr>
                <p:nvPr/>
              </p:nvSpPr>
              <p:spPr bwMode="auto">
                <a:xfrm>
                  <a:off x="1351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71" name="Rectangle 651"/>
                <p:cNvSpPr>
                  <a:spLocks noChangeArrowheads="1"/>
                </p:cNvSpPr>
                <p:nvPr/>
              </p:nvSpPr>
              <p:spPr bwMode="auto">
                <a:xfrm>
                  <a:off x="1308" y="163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19" name="Group 654"/>
              <p:cNvGrpSpPr>
                <a:grpSpLocks/>
              </p:cNvGrpSpPr>
              <p:nvPr/>
            </p:nvGrpSpPr>
            <p:grpSpPr bwMode="auto">
              <a:xfrm>
                <a:off x="1962" y="1634"/>
                <a:ext cx="654" cy="596"/>
                <a:chOff x="1962" y="1634"/>
                <a:chExt cx="654" cy="596"/>
              </a:xfrm>
            </p:grpSpPr>
            <p:sp>
              <p:nvSpPr>
                <p:cNvPr id="110734" name="Rectangle 572"/>
                <p:cNvSpPr>
                  <a:spLocks noChangeArrowheads="1"/>
                </p:cNvSpPr>
                <p:nvPr/>
              </p:nvSpPr>
              <p:spPr bwMode="auto">
                <a:xfrm>
                  <a:off x="2005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0.808792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73" name="Rectangle 653"/>
                <p:cNvSpPr>
                  <a:spLocks noChangeArrowheads="1"/>
                </p:cNvSpPr>
                <p:nvPr/>
              </p:nvSpPr>
              <p:spPr bwMode="auto">
                <a:xfrm>
                  <a:off x="1962" y="1634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0" name="Group 656"/>
              <p:cNvGrpSpPr>
                <a:grpSpLocks/>
              </p:cNvGrpSpPr>
              <p:nvPr/>
            </p:nvGrpSpPr>
            <p:grpSpPr bwMode="auto">
              <a:xfrm>
                <a:off x="2616" y="1634"/>
                <a:ext cx="654" cy="596"/>
                <a:chOff x="2616" y="1634"/>
                <a:chExt cx="654" cy="596"/>
              </a:xfrm>
            </p:grpSpPr>
            <p:sp>
              <p:nvSpPr>
                <p:cNvPr id="110732" name="Rectangle 573"/>
                <p:cNvSpPr>
                  <a:spLocks noChangeArrowheads="1"/>
                </p:cNvSpPr>
                <p:nvPr/>
              </p:nvSpPr>
              <p:spPr bwMode="auto">
                <a:xfrm>
                  <a:off x="2659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75" name="Rectangle 655"/>
                <p:cNvSpPr>
                  <a:spLocks noChangeArrowheads="1"/>
                </p:cNvSpPr>
                <p:nvPr/>
              </p:nvSpPr>
              <p:spPr bwMode="auto">
                <a:xfrm>
                  <a:off x="2616" y="163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1" name="Group 658"/>
              <p:cNvGrpSpPr>
                <a:grpSpLocks/>
              </p:cNvGrpSpPr>
              <p:nvPr/>
            </p:nvGrpSpPr>
            <p:grpSpPr bwMode="auto">
              <a:xfrm>
                <a:off x="3270" y="1634"/>
                <a:ext cx="654" cy="596"/>
                <a:chOff x="3270" y="1634"/>
                <a:chExt cx="654" cy="596"/>
              </a:xfrm>
            </p:grpSpPr>
            <p:sp>
              <p:nvSpPr>
                <p:cNvPr id="110730" name="Rectangle 574"/>
                <p:cNvSpPr>
                  <a:spLocks noChangeArrowheads="1"/>
                </p:cNvSpPr>
                <p:nvPr/>
              </p:nvSpPr>
              <p:spPr bwMode="auto">
                <a:xfrm>
                  <a:off x="3313" y="163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77" name="Rectangle 657"/>
                <p:cNvSpPr>
                  <a:spLocks noChangeArrowheads="1"/>
                </p:cNvSpPr>
                <p:nvPr/>
              </p:nvSpPr>
              <p:spPr bwMode="auto">
                <a:xfrm>
                  <a:off x="3270" y="1634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2" name="Group 660"/>
              <p:cNvGrpSpPr>
                <a:grpSpLocks/>
              </p:cNvGrpSpPr>
              <p:nvPr/>
            </p:nvGrpSpPr>
            <p:grpSpPr bwMode="auto">
              <a:xfrm>
                <a:off x="0" y="2230"/>
                <a:ext cx="654" cy="596"/>
                <a:chOff x="0" y="2230"/>
                <a:chExt cx="654" cy="596"/>
              </a:xfrm>
            </p:grpSpPr>
            <p:sp>
              <p:nvSpPr>
                <p:cNvPr id="110728" name="Rectangle 575"/>
                <p:cNvSpPr>
                  <a:spLocks noChangeArrowheads="1"/>
                </p:cNvSpPr>
                <p:nvPr/>
              </p:nvSpPr>
              <p:spPr bwMode="auto">
                <a:xfrm>
                  <a:off x="43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79" name="Rectangle 659"/>
                <p:cNvSpPr>
                  <a:spLocks noChangeArrowheads="1"/>
                </p:cNvSpPr>
                <p:nvPr/>
              </p:nvSpPr>
              <p:spPr bwMode="auto">
                <a:xfrm>
                  <a:off x="0" y="2228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3" name="Group 662"/>
              <p:cNvGrpSpPr>
                <a:grpSpLocks/>
              </p:cNvGrpSpPr>
              <p:nvPr/>
            </p:nvGrpSpPr>
            <p:grpSpPr bwMode="auto">
              <a:xfrm>
                <a:off x="654" y="2230"/>
                <a:ext cx="654" cy="596"/>
                <a:chOff x="654" y="2230"/>
                <a:chExt cx="654" cy="596"/>
              </a:xfrm>
            </p:grpSpPr>
            <p:sp>
              <p:nvSpPr>
                <p:cNvPr id="110726" name="Rectangle 576"/>
                <p:cNvSpPr>
                  <a:spLocks noChangeArrowheads="1"/>
                </p:cNvSpPr>
                <p:nvPr/>
              </p:nvSpPr>
              <p:spPr bwMode="auto">
                <a:xfrm>
                  <a:off x="697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81" name="Rectangle 661"/>
                <p:cNvSpPr>
                  <a:spLocks noChangeArrowheads="1"/>
                </p:cNvSpPr>
                <p:nvPr/>
              </p:nvSpPr>
              <p:spPr bwMode="auto">
                <a:xfrm>
                  <a:off x="654" y="2228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4" name="Group 664"/>
              <p:cNvGrpSpPr>
                <a:grpSpLocks/>
              </p:cNvGrpSpPr>
              <p:nvPr/>
            </p:nvGrpSpPr>
            <p:grpSpPr bwMode="auto">
              <a:xfrm>
                <a:off x="1308" y="2230"/>
                <a:ext cx="654" cy="596"/>
                <a:chOff x="1308" y="2230"/>
                <a:chExt cx="654" cy="596"/>
              </a:xfrm>
            </p:grpSpPr>
            <p:sp>
              <p:nvSpPr>
                <p:cNvPr id="110724" name="Rectangle 577"/>
                <p:cNvSpPr>
                  <a:spLocks noChangeArrowheads="1"/>
                </p:cNvSpPr>
                <p:nvPr/>
              </p:nvSpPr>
              <p:spPr bwMode="auto">
                <a:xfrm>
                  <a:off x="1351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0.799852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83" name="Rectangle 663"/>
                <p:cNvSpPr>
                  <a:spLocks noChangeArrowheads="1"/>
                </p:cNvSpPr>
                <p:nvPr/>
              </p:nvSpPr>
              <p:spPr bwMode="auto">
                <a:xfrm>
                  <a:off x="1308" y="2228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5" name="Group 666"/>
              <p:cNvGrpSpPr>
                <a:grpSpLocks/>
              </p:cNvGrpSpPr>
              <p:nvPr/>
            </p:nvGrpSpPr>
            <p:grpSpPr bwMode="auto">
              <a:xfrm>
                <a:off x="1962" y="2230"/>
                <a:ext cx="654" cy="596"/>
                <a:chOff x="1962" y="2230"/>
                <a:chExt cx="654" cy="596"/>
              </a:xfrm>
            </p:grpSpPr>
            <p:sp>
              <p:nvSpPr>
                <p:cNvPr id="110722" name="Rectangle 578"/>
                <p:cNvSpPr>
                  <a:spLocks noChangeArrowheads="1"/>
                </p:cNvSpPr>
                <p:nvPr/>
              </p:nvSpPr>
              <p:spPr bwMode="auto">
                <a:xfrm>
                  <a:off x="2005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85" name="Rectangle 665"/>
                <p:cNvSpPr>
                  <a:spLocks noChangeArrowheads="1"/>
                </p:cNvSpPr>
                <p:nvPr/>
              </p:nvSpPr>
              <p:spPr bwMode="auto">
                <a:xfrm>
                  <a:off x="1962" y="2228"/>
                  <a:ext cx="653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6" name="Group 668"/>
              <p:cNvGrpSpPr>
                <a:grpSpLocks/>
              </p:cNvGrpSpPr>
              <p:nvPr/>
            </p:nvGrpSpPr>
            <p:grpSpPr bwMode="auto">
              <a:xfrm>
                <a:off x="2616" y="2230"/>
                <a:ext cx="654" cy="596"/>
                <a:chOff x="2616" y="2230"/>
                <a:chExt cx="654" cy="596"/>
              </a:xfrm>
            </p:grpSpPr>
            <p:sp>
              <p:nvSpPr>
                <p:cNvPr id="110720" name="Rectangle 579"/>
                <p:cNvSpPr>
                  <a:spLocks noChangeArrowheads="1"/>
                </p:cNvSpPr>
                <p:nvPr/>
              </p:nvSpPr>
              <p:spPr bwMode="auto">
                <a:xfrm>
                  <a:off x="2659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0.807272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87" name="Rectangle 667"/>
                <p:cNvSpPr>
                  <a:spLocks noChangeArrowheads="1"/>
                </p:cNvSpPr>
                <p:nvPr/>
              </p:nvSpPr>
              <p:spPr bwMode="auto">
                <a:xfrm>
                  <a:off x="2616" y="2228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7" name="Group 670"/>
              <p:cNvGrpSpPr>
                <a:grpSpLocks/>
              </p:cNvGrpSpPr>
              <p:nvPr/>
            </p:nvGrpSpPr>
            <p:grpSpPr bwMode="auto">
              <a:xfrm>
                <a:off x="3270" y="2230"/>
                <a:ext cx="654" cy="596"/>
                <a:chOff x="3270" y="2230"/>
                <a:chExt cx="654" cy="596"/>
              </a:xfrm>
            </p:grpSpPr>
            <p:sp>
              <p:nvSpPr>
                <p:cNvPr id="110718" name="Rectangle 580"/>
                <p:cNvSpPr>
                  <a:spLocks noChangeArrowheads="1"/>
                </p:cNvSpPr>
                <p:nvPr/>
              </p:nvSpPr>
              <p:spPr bwMode="auto">
                <a:xfrm>
                  <a:off x="3313" y="223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89" name="Rectangle 669"/>
                <p:cNvSpPr>
                  <a:spLocks noChangeArrowheads="1"/>
                </p:cNvSpPr>
                <p:nvPr/>
              </p:nvSpPr>
              <p:spPr bwMode="auto">
                <a:xfrm>
                  <a:off x="3270" y="2228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8" name="Group 672"/>
              <p:cNvGrpSpPr>
                <a:grpSpLocks/>
              </p:cNvGrpSpPr>
              <p:nvPr/>
            </p:nvGrpSpPr>
            <p:grpSpPr bwMode="auto">
              <a:xfrm>
                <a:off x="0" y="2826"/>
                <a:ext cx="654" cy="596"/>
                <a:chOff x="0" y="2826"/>
                <a:chExt cx="654" cy="596"/>
              </a:xfrm>
            </p:grpSpPr>
            <p:sp>
              <p:nvSpPr>
                <p:cNvPr id="110716" name="Rectangle 581"/>
                <p:cNvSpPr>
                  <a:spLocks noChangeArrowheads="1"/>
                </p:cNvSpPr>
                <p:nvPr/>
              </p:nvSpPr>
              <p:spPr bwMode="auto">
                <a:xfrm>
                  <a:off x="43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1.0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91" name="Rectangle 671"/>
                <p:cNvSpPr>
                  <a:spLocks noChangeArrowheads="1"/>
                </p:cNvSpPr>
                <p:nvPr/>
              </p:nvSpPr>
              <p:spPr bwMode="auto">
                <a:xfrm>
                  <a:off x="0" y="28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29" name="Group 674"/>
              <p:cNvGrpSpPr>
                <a:grpSpLocks/>
              </p:cNvGrpSpPr>
              <p:nvPr/>
            </p:nvGrpSpPr>
            <p:grpSpPr bwMode="auto">
              <a:xfrm>
                <a:off x="654" y="2826"/>
                <a:ext cx="654" cy="596"/>
                <a:chOff x="654" y="2826"/>
                <a:chExt cx="654" cy="596"/>
              </a:xfrm>
            </p:grpSpPr>
            <p:sp>
              <p:nvSpPr>
                <p:cNvPr id="110714" name="Rectangle 582"/>
                <p:cNvSpPr>
                  <a:spLocks noChangeArrowheads="1"/>
                </p:cNvSpPr>
                <p:nvPr/>
              </p:nvSpPr>
              <p:spPr bwMode="auto">
                <a:xfrm>
                  <a:off x="697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0.765198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93" name="Rectangle 673"/>
                <p:cNvSpPr>
                  <a:spLocks noChangeArrowheads="1"/>
                </p:cNvSpPr>
                <p:nvPr/>
              </p:nvSpPr>
              <p:spPr bwMode="auto">
                <a:xfrm>
                  <a:off x="654" y="28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0" name="Group 676"/>
              <p:cNvGrpSpPr>
                <a:grpSpLocks/>
              </p:cNvGrpSpPr>
              <p:nvPr/>
            </p:nvGrpSpPr>
            <p:grpSpPr bwMode="auto">
              <a:xfrm>
                <a:off x="1308" y="2826"/>
                <a:ext cx="654" cy="596"/>
                <a:chOff x="1308" y="2826"/>
                <a:chExt cx="654" cy="596"/>
              </a:xfrm>
            </p:grpSpPr>
            <p:sp>
              <p:nvSpPr>
                <p:cNvPr id="110712" name="Rectangle 583"/>
                <p:cNvSpPr>
                  <a:spLocks noChangeArrowheads="1"/>
                </p:cNvSpPr>
                <p:nvPr/>
              </p:nvSpPr>
              <p:spPr bwMode="auto">
                <a:xfrm>
                  <a:off x="1351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95" name="Rectangle 675"/>
                <p:cNvSpPr>
                  <a:spLocks noChangeArrowheads="1"/>
                </p:cNvSpPr>
                <p:nvPr/>
              </p:nvSpPr>
              <p:spPr bwMode="auto">
                <a:xfrm>
                  <a:off x="1308" y="28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1" name="Group 678"/>
              <p:cNvGrpSpPr>
                <a:grpSpLocks/>
              </p:cNvGrpSpPr>
              <p:nvPr/>
            </p:nvGrpSpPr>
            <p:grpSpPr bwMode="auto">
              <a:xfrm>
                <a:off x="1962" y="2826"/>
                <a:ext cx="654" cy="596"/>
                <a:chOff x="1962" y="2826"/>
                <a:chExt cx="654" cy="596"/>
              </a:xfrm>
            </p:grpSpPr>
            <p:sp>
              <p:nvSpPr>
                <p:cNvPr id="110710" name="Rectangle 584"/>
                <p:cNvSpPr>
                  <a:spLocks noChangeArrowheads="1"/>
                </p:cNvSpPr>
                <p:nvPr/>
              </p:nvSpPr>
              <p:spPr bwMode="auto">
                <a:xfrm>
                  <a:off x="2005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0.806260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97" name="Rectangle 677"/>
                <p:cNvSpPr>
                  <a:spLocks noChangeArrowheads="1"/>
                </p:cNvSpPr>
                <p:nvPr/>
              </p:nvSpPr>
              <p:spPr bwMode="auto">
                <a:xfrm>
                  <a:off x="1962" y="282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2" name="Group 680"/>
              <p:cNvGrpSpPr>
                <a:grpSpLocks/>
              </p:cNvGrpSpPr>
              <p:nvPr/>
            </p:nvGrpSpPr>
            <p:grpSpPr bwMode="auto">
              <a:xfrm>
                <a:off x="2616" y="2826"/>
                <a:ext cx="654" cy="596"/>
                <a:chOff x="2616" y="2826"/>
                <a:chExt cx="654" cy="596"/>
              </a:xfrm>
            </p:grpSpPr>
            <p:sp>
              <p:nvSpPr>
                <p:cNvPr id="110708" name="Rectangle 585"/>
                <p:cNvSpPr>
                  <a:spLocks noChangeArrowheads="1"/>
                </p:cNvSpPr>
                <p:nvPr/>
              </p:nvSpPr>
              <p:spPr bwMode="auto">
                <a:xfrm>
                  <a:off x="2659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599" name="Rectangle 679"/>
                <p:cNvSpPr>
                  <a:spLocks noChangeArrowheads="1"/>
                </p:cNvSpPr>
                <p:nvPr/>
              </p:nvSpPr>
              <p:spPr bwMode="auto">
                <a:xfrm>
                  <a:off x="2616" y="28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3" name="Group 682"/>
              <p:cNvGrpSpPr>
                <a:grpSpLocks/>
              </p:cNvGrpSpPr>
              <p:nvPr/>
            </p:nvGrpSpPr>
            <p:grpSpPr bwMode="auto">
              <a:xfrm>
                <a:off x="3270" y="2826"/>
                <a:ext cx="654" cy="596"/>
                <a:chOff x="3270" y="2826"/>
                <a:chExt cx="654" cy="596"/>
              </a:xfrm>
            </p:grpSpPr>
            <p:sp>
              <p:nvSpPr>
                <p:cNvPr id="110706" name="Rectangle 586"/>
                <p:cNvSpPr>
                  <a:spLocks noChangeArrowheads="1"/>
                </p:cNvSpPr>
                <p:nvPr/>
              </p:nvSpPr>
              <p:spPr bwMode="auto">
                <a:xfrm>
                  <a:off x="3313" y="2826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0.807473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01" name="Rectangle 681"/>
                <p:cNvSpPr>
                  <a:spLocks noChangeArrowheads="1"/>
                </p:cNvSpPr>
                <p:nvPr/>
              </p:nvSpPr>
              <p:spPr bwMode="auto">
                <a:xfrm>
                  <a:off x="3270" y="282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4" name="Group 684"/>
              <p:cNvGrpSpPr>
                <a:grpSpLocks/>
              </p:cNvGrpSpPr>
              <p:nvPr/>
            </p:nvGrpSpPr>
            <p:grpSpPr bwMode="auto">
              <a:xfrm>
                <a:off x="0" y="3422"/>
                <a:ext cx="654" cy="596"/>
                <a:chOff x="0" y="3422"/>
                <a:chExt cx="654" cy="596"/>
              </a:xfrm>
            </p:grpSpPr>
            <p:sp>
              <p:nvSpPr>
                <p:cNvPr id="110704" name="Rectangle 587"/>
                <p:cNvSpPr>
                  <a:spLocks noChangeArrowheads="1"/>
                </p:cNvSpPr>
                <p:nvPr/>
              </p:nvSpPr>
              <p:spPr bwMode="auto">
                <a:xfrm>
                  <a:off x="43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03" name="Rectangle 683"/>
                <p:cNvSpPr>
                  <a:spLocks noChangeArrowheads="1"/>
                </p:cNvSpPr>
                <p:nvPr/>
              </p:nvSpPr>
              <p:spPr bwMode="auto">
                <a:xfrm>
                  <a:off x="0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5" name="Group 686"/>
              <p:cNvGrpSpPr>
                <a:grpSpLocks/>
              </p:cNvGrpSpPr>
              <p:nvPr/>
            </p:nvGrpSpPr>
            <p:grpSpPr bwMode="auto">
              <a:xfrm>
                <a:off x="654" y="3422"/>
                <a:ext cx="654" cy="596"/>
                <a:chOff x="654" y="3422"/>
                <a:chExt cx="654" cy="596"/>
              </a:xfrm>
            </p:grpSpPr>
            <p:sp>
              <p:nvSpPr>
                <p:cNvPr id="110702" name="Rectangle 588"/>
                <p:cNvSpPr>
                  <a:spLocks noChangeArrowheads="1"/>
                </p:cNvSpPr>
                <p:nvPr/>
              </p:nvSpPr>
              <p:spPr bwMode="auto">
                <a:xfrm>
                  <a:off x="697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05" name="Rectangle 685"/>
                <p:cNvSpPr>
                  <a:spLocks noChangeArrowheads="1"/>
                </p:cNvSpPr>
                <p:nvPr/>
              </p:nvSpPr>
              <p:spPr bwMode="auto">
                <a:xfrm>
                  <a:off x="654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6" name="Group 688"/>
              <p:cNvGrpSpPr>
                <a:grpSpLocks/>
              </p:cNvGrpSpPr>
              <p:nvPr/>
            </p:nvGrpSpPr>
            <p:grpSpPr bwMode="auto">
              <a:xfrm>
                <a:off x="1308" y="3422"/>
                <a:ext cx="654" cy="596"/>
                <a:chOff x="1308" y="3422"/>
                <a:chExt cx="654" cy="596"/>
              </a:xfrm>
            </p:grpSpPr>
            <p:sp>
              <p:nvSpPr>
                <p:cNvPr id="110700" name="Rectangle 589"/>
                <p:cNvSpPr>
                  <a:spLocks noChangeArrowheads="1"/>
                </p:cNvSpPr>
                <p:nvPr/>
              </p:nvSpPr>
              <p:spPr bwMode="auto">
                <a:xfrm>
                  <a:off x="1351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0.815872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07" name="Rectangle 687"/>
                <p:cNvSpPr>
                  <a:spLocks noChangeArrowheads="1"/>
                </p:cNvSpPr>
                <p:nvPr/>
              </p:nvSpPr>
              <p:spPr bwMode="auto">
                <a:xfrm>
                  <a:off x="1308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7" name="Group 690"/>
              <p:cNvGrpSpPr>
                <a:grpSpLocks/>
              </p:cNvGrpSpPr>
              <p:nvPr/>
            </p:nvGrpSpPr>
            <p:grpSpPr bwMode="auto">
              <a:xfrm>
                <a:off x="1962" y="3422"/>
                <a:ext cx="654" cy="596"/>
                <a:chOff x="1962" y="3422"/>
                <a:chExt cx="654" cy="596"/>
              </a:xfrm>
            </p:grpSpPr>
            <p:sp>
              <p:nvSpPr>
                <p:cNvPr id="110698" name="Rectangle 590"/>
                <p:cNvSpPr>
                  <a:spLocks noChangeArrowheads="1"/>
                </p:cNvSpPr>
                <p:nvPr/>
              </p:nvSpPr>
              <p:spPr bwMode="auto">
                <a:xfrm>
                  <a:off x="2005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09" name="Rectangle 689"/>
                <p:cNvSpPr>
                  <a:spLocks noChangeArrowheads="1"/>
                </p:cNvSpPr>
                <p:nvPr/>
              </p:nvSpPr>
              <p:spPr bwMode="auto">
                <a:xfrm>
                  <a:off x="1962" y="3422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8" name="Group 692"/>
              <p:cNvGrpSpPr>
                <a:grpSpLocks/>
              </p:cNvGrpSpPr>
              <p:nvPr/>
            </p:nvGrpSpPr>
            <p:grpSpPr bwMode="auto">
              <a:xfrm>
                <a:off x="2616" y="3422"/>
                <a:ext cx="654" cy="596"/>
                <a:chOff x="2616" y="3422"/>
                <a:chExt cx="654" cy="596"/>
              </a:xfrm>
            </p:grpSpPr>
            <p:sp>
              <p:nvSpPr>
                <p:cNvPr id="110696" name="Rectangle 591"/>
                <p:cNvSpPr>
                  <a:spLocks noChangeArrowheads="1"/>
                </p:cNvSpPr>
                <p:nvPr/>
              </p:nvSpPr>
              <p:spPr bwMode="auto">
                <a:xfrm>
                  <a:off x="2659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0.807717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11" name="Rectangle 691"/>
                <p:cNvSpPr>
                  <a:spLocks noChangeArrowheads="1"/>
                </p:cNvSpPr>
                <p:nvPr/>
              </p:nvSpPr>
              <p:spPr bwMode="auto">
                <a:xfrm>
                  <a:off x="2616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39" name="Group 694"/>
              <p:cNvGrpSpPr>
                <a:grpSpLocks/>
              </p:cNvGrpSpPr>
              <p:nvPr/>
            </p:nvGrpSpPr>
            <p:grpSpPr bwMode="auto">
              <a:xfrm>
                <a:off x="3270" y="3422"/>
                <a:ext cx="654" cy="596"/>
                <a:chOff x="3270" y="3422"/>
                <a:chExt cx="654" cy="596"/>
              </a:xfrm>
            </p:grpSpPr>
            <p:sp>
              <p:nvSpPr>
                <p:cNvPr id="110694" name="Rectangle 592"/>
                <p:cNvSpPr>
                  <a:spLocks noChangeArrowheads="1"/>
                </p:cNvSpPr>
                <p:nvPr/>
              </p:nvSpPr>
              <p:spPr bwMode="auto">
                <a:xfrm>
                  <a:off x="3313" y="3422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13" name="Rectangle 693"/>
                <p:cNvSpPr>
                  <a:spLocks noChangeArrowheads="1"/>
                </p:cNvSpPr>
                <p:nvPr/>
              </p:nvSpPr>
              <p:spPr bwMode="auto">
                <a:xfrm>
                  <a:off x="3270" y="3422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0" name="Group 696"/>
              <p:cNvGrpSpPr>
                <a:grpSpLocks/>
              </p:cNvGrpSpPr>
              <p:nvPr/>
            </p:nvGrpSpPr>
            <p:grpSpPr bwMode="auto">
              <a:xfrm>
                <a:off x="0" y="4018"/>
                <a:ext cx="654" cy="596"/>
                <a:chOff x="0" y="4018"/>
                <a:chExt cx="654" cy="596"/>
              </a:xfrm>
            </p:grpSpPr>
            <p:sp>
              <p:nvSpPr>
                <p:cNvPr id="110692" name="Rectangle 593"/>
                <p:cNvSpPr>
                  <a:spLocks noChangeArrowheads="1"/>
                </p:cNvSpPr>
                <p:nvPr/>
              </p:nvSpPr>
              <p:spPr bwMode="auto">
                <a:xfrm>
                  <a:off x="43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1.5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15" name="Rectangle 695"/>
                <p:cNvSpPr>
                  <a:spLocks noChangeArrowheads="1"/>
                </p:cNvSpPr>
                <p:nvPr/>
              </p:nvSpPr>
              <p:spPr bwMode="auto">
                <a:xfrm>
                  <a:off x="0" y="401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1" name="Group 698"/>
              <p:cNvGrpSpPr>
                <a:grpSpLocks/>
              </p:cNvGrpSpPr>
              <p:nvPr/>
            </p:nvGrpSpPr>
            <p:grpSpPr bwMode="auto">
              <a:xfrm>
                <a:off x="654" y="4018"/>
                <a:ext cx="654" cy="596"/>
                <a:chOff x="654" y="4018"/>
                <a:chExt cx="654" cy="596"/>
              </a:xfrm>
            </p:grpSpPr>
            <p:sp>
              <p:nvSpPr>
                <p:cNvPr id="110690" name="Rectangle 594"/>
                <p:cNvSpPr>
                  <a:spLocks noChangeArrowheads="1"/>
                </p:cNvSpPr>
                <p:nvPr/>
              </p:nvSpPr>
              <p:spPr bwMode="auto">
                <a:xfrm>
                  <a:off x="697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0.511828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17" name="Rectangle 697"/>
                <p:cNvSpPr>
                  <a:spLocks noChangeArrowheads="1"/>
                </p:cNvSpPr>
                <p:nvPr/>
              </p:nvSpPr>
              <p:spPr bwMode="auto">
                <a:xfrm>
                  <a:off x="654" y="401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2" name="Group 700"/>
              <p:cNvGrpSpPr>
                <a:grpSpLocks/>
              </p:cNvGrpSpPr>
              <p:nvPr/>
            </p:nvGrpSpPr>
            <p:grpSpPr bwMode="auto">
              <a:xfrm>
                <a:off x="1308" y="4018"/>
                <a:ext cx="654" cy="596"/>
                <a:chOff x="1308" y="4018"/>
                <a:chExt cx="654" cy="596"/>
              </a:xfrm>
            </p:grpSpPr>
            <p:sp>
              <p:nvSpPr>
                <p:cNvPr id="110688" name="Rectangle 595"/>
                <p:cNvSpPr>
                  <a:spLocks noChangeArrowheads="1"/>
                </p:cNvSpPr>
                <p:nvPr/>
              </p:nvSpPr>
              <p:spPr bwMode="auto">
                <a:xfrm>
                  <a:off x="1351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19" name="Rectangle 699"/>
                <p:cNvSpPr>
                  <a:spLocks noChangeArrowheads="1"/>
                </p:cNvSpPr>
                <p:nvPr/>
              </p:nvSpPr>
              <p:spPr bwMode="auto">
                <a:xfrm>
                  <a:off x="1308" y="401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3" name="Group 702"/>
              <p:cNvGrpSpPr>
                <a:grpSpLocks/>
              </p:cNvGrpSpPr>
              <p:nvPr/>
            </p:nvGrpSpPr>
            <p:grpSpPr bwMode="auto">
              <a:xfrm>
                <a:off x="1962" y="4018"/>
                <a:ext cx="654" cy="596"/>
                <a:chOff x="1962" y="4018"/>
                <a:chExt cx="654" cy="596"/>
              </a:xfrm>
            </p:grpSpPr>
            <p:sp>
              <p:nvSpPr>
                <p:cNvPr id="110686" name="Rectangle 596"/>
                <p:cNvSpPr>
                  <a:spLocks noChangeArrowheads="1"/>
                </p:cNvSpPr>
                <p:nvPr/>
              </p:nvSpPr>
              <p:spPr bwMode="auto">
                <a:xfrm>
                  <a:off x="2005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0.811725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21" name="Rectangle 701"/>
                <p:cNvSpPr>
                  <a:spLocks noChangeArrowheads="1"/>
                </p:cNvSpPr>
                <p:nvPr/>
              </p:nvSpPr>
              <p:spPr bwMode="auto">
                <a:xfrm>
                  <a:off x="1962" y="4018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4" name="Group 704"/>
              <p:cNvGrpSpPr>
                <a:grpSpLocks/>
              </p:cNvGrpSpPr>
              <p:nvPr/>
            </p:nvGrpSpPr>
            <p:grpSpPr bwMode="auto">
              <a:xfrm>
                <a:off x="2616" y="4018"/>
                <a:ext cx="654" cy="596"/>
                <a:chOff x="2616" y="4018"/>
                <a:chExt cx="654" cy="596"/>
              </a:xfrm>
            </p:grpSpPr>
            <p:sp>
              <p:nvSpPr>
                <p:cNvPr id="110684" name="Rectangle 597"/>
                <p:cNvSpPr>
                  <a:spLocks noChangeArrowheads="1"/>
                </p:cNvSpPr>
                <p:nvPr/>
              </p:nvSpPr>
              <p:spPr bwMode="auto">
                <a:xfrm>
                  <a:off x="2659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23" name="Rectangle 703"/>
                <p:cNvSpPr>
                  <a:spLocks noChangeArrowheads="1"/>
                </p:cNvSpPr>
                <p:nvPr/>
              </p:nvSpPr>
              <p:spPr bwMode="auto">
                <a:xfrm>
                  <a:off x="2616" y="401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5" name="Group 706"/>
              <p:cNvGrpSpPr>
                <a:grpSpLocks/>
              </p:cNvGrpSpPr>
              <p:nvPr/>
            </p:nvGrpSpPr>
            <p:grpSpPr bwMode="auto">
              <a:xfrm>
                <a:off x="3270" y="4018"/>
                <a:ext cx="654" cy="596"/>
                <a:chOff x="3270" y="4018"/>
                <a:chExt cx="654" cy="596"/>
              </a:xfrm>
            </p:grpSpPr>
            <p:sp>
              <p:nvSpPr>
                <p:cNvPr id="110682" name="Rectangle 598"/>
                <p:cNvSpPr>
                  <a:spLocks noChangeArrowheads="1"/>
                </p:cNvSpPr>
                <p:nvPr/>
              </p:nvSpPr>
              <p:spPr bwMode="auto">
                <a:xfrm>
                  <a:off x="3313" y="4018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25" name="Rectangle 705"/>
                <p:cNvSpPr>
                  <a:spLocks noChangeArrowheads="1"/>
                </p:cNvSpPr>
                <p:nvPr/>
              </p:nvSpPr>
              <p:spPr bwMode="auto">
                <a:xfrm>
                  <a:off x="3270" y="4018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6" name="Group 708"/>
              <p:cNvGrpSpPr>
                <a:grpSpLocks/>
              </p:cNvGrpSpPr>
              <p:nvPr/>
            </p:nvGrpSpPr>
            <p:grpSpPr bwMode="auto">
              <a:xfrm>
                <a:off x="0" y="4614"/>
                <a:ext cx="654" cy="596"/>
                <a:chOff x="0" y="4614"/>
                <a:chExt cx="654" cy="596"/>
              </a:xfrm>
            </p:grpSpPr>
            <p:sp>
              <p:nvSpPr>
                <p:cNvPr id="110680" name="Rectangle 599"/>
                <p:cNvSpPr>
                  <a:spLocks noChangeArrowheads="1"/>
                </p:cNvSpPr>
                <p:nvPr/>
              </p:nvSpPr>
              <p:spPr bwMode="auto">
                <a:xfrm>
                  <a:off x="43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27" name="Rectangle 707"/>
                <p:cNvSpPr>
                  <a:spLocks noChangeArrowheads="1"/>
                </p:cNvSpPr>
                <p:nvPr/>
              </p:nvSpPr>
              <p:spPr bwMode="auto">
                <a:xfrm>
                  <a:off x="0" y="4612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7" name="Group 710"/>
              <p:cNvGrpSpPr>
                <a:grpSpLocks/>
              </p:cNvGrpSpPr>
              <p:nvPr/>
            </p:nvGrpSpPr>
            <p:grpSpPr bwMode="auto">
              <a:xfrm>
                <a:off x="654" y="4614"/>
                <a:ext cx="654" cy="596"/>
                <a:chOff x="654" y="4614"/>
                <a:chExt cx="654" cy="596"/>
              </a:xfrm>
            </p:grpSpPr>
            <p:sp>
              <p:nvSpPr>
                <p:cNvPr id="110678" name="Rectangle 600"/>
                <p:cNvSpPr>
                  <a:spLocks noChangeArrowheads="1"/>
                </p:cNvSpPr>
                <p:nvPr/>
              </p:nvSpPr>
              <p:spPr bwMode="auto">
                <a:xfrm>
                  <a:off x="697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29" name="Rectangle 709"/>
                <p:cNvSpPr>
                  <a:spLocks noChangeArrowheads="1"/>
                </p:cNvSpPr>
                <p:nvPr/>
              </p:nvSpPr>
              <p:spPr bwMode="auto">
                <a:xfrm>
                  <a:off x="654" y="4612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8" name="Group 712"/>
              <p:cNvGrpSpPr>
                <a:grpSpLocks/>
              </p:cNvGrpSpPr>
              <p:nvPr/>
            </p:nvGrpSpPr>
            <p:grpSpPr bwMode="auto">
              <a:xfrm>
                <a:off x="1308" y="4614"/>
                <a:ext cx="654" cy="596"/>
                <a:chOff x="1308" y="4614"/>
                <a:chExt cx="654" cy="596"/>
              </a:xfrm>
            </p:grpSpPr>
            <p:sp>
              <p:nvSpPr>
                <p:cNvPr id="110676" name="Rectangle 601"/>
                <p:cNvSpPr>
                  <a:spLocks noChangeArrowheads="1"/>
                </p:cNvSpPr>
                <p:nvPr/>
              </p:nvSpPr>
              <p:spPr bwMode="auto">
                <a:xfrm>
                  <a:off x="1351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0.857352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31" name="Rectangle 711"/>
                <p:cNvSpPr>
                  <a:spLocks noChangeArrowheads="1"/>
                </p:cNvSpPr>
                <p:nvPr/>
              </p:nvSpPr>
              <p:spPr bwMode="auto">
                <a:xfrm>
                  <a:off x="1308" y="4612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49" name="Group 714"/>
              <p:cNvGrpSpPr>
                <a:grpSpLocks/>
              </p:cNvGrpSpPr>
              <p:nvPr/>
            </p:nvGrpSpPr>
            <p:grpSpPr bwMode="auto">
              <a:xfrm>
                <a:off x="1962" y="4614"/>
                <a:ext cx="654" cy="596"/>
                <a:chOff x="1962" y="4614"/>
                <a:chExt cx="654" cy="596"/>
              </a:xfrm>
            </p:grpSpPr>
            <p:sp>
              <p:nvSpPr>
                <p:cNvPr id="110674" name="Rectangle 602"/>
                <p:cNvSpPr>
                  <a:spLocks noChangeArrowheads="1"/>
                </p:cNvSpPr>
                <p:nvPr/>
              </p:nvSpPr>
              <p:spPr bwMode="auto">
                <a:xfrm>
                  <a:off x="2005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33" name="Rectangle 713"/>
                <p:cNvSpPr>
                  <a:spLocks noChangeArrowheads="1"/>
                </p:cNvSpPr>
                <p:nvPr/>
              </p:nvSpPr>
              <p:spPr bwMode="auto">
                <a:xfrm>
                  <a:off x="1962" y="4612"/>
                  <a:ext cx="653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0" name="Group 716"/>
              <p:cNvGrpSpPr>
                <a:grpSpLocks/>
              </p:cNvGrpSpPr>
              <p:nvPr/>
            </p:nvGrpSpPr>
            <p:grpSpPr bwMode="auto">
              <a:xfrm>
                <a:off x="2616" y="4614"/>
                <a:ext cx="654" cy="596"/>
                <a:chOff x="2616" y="4614"/>
                <a:chExt cx="654" cy="596"/>
              </a:xfrm>
            </p:grpSpPr>
            <p:sp>
              <p:nvSpPr>
                <p:cNvPr id="110672" name="Rectangle 603"/>
                <p:cNvSpPr>
                  <a:spLocks noChangeArrowheads="1"/>
                </p:cNvSpPr>
                <p:nvPr/>
              </p:nvSpPr>
              <p:spPr bwMode="auto">
                <a:xfrm>
                  <a:off x="2659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35" name="Rectangle 715"/>
                <p:cNvSpPr>
                  <a:spLocks noChangeArrowheads="1"/>
                </p:cNvSpPr>
                <p:nvPr/>
              </p:nvSpPr>
              <p:spPr bwMode="auto">
                <a:xfrm>
                  <a:off x="2616" y="4612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1" name="Group 718"/>
              <p:cNvGrpSpPr>
                <a:grpSpLocks/>
              </p:cNvGrpSpPr>
              <p:nvPr/>
            </p:nvGrpSpPr>
            <p:grpSpPr bwMode="auto">
              <a:xfrm>
                <a:off x="3270" y="4614"/>
                <a:ext cx="654" cy="596"/>
                <a:chOff x="3270" y="4614"/>
                <a:chExt cx="654" cy="596"/>
              </a:xfrm>
            </p:grpSpPr>
            <p:sp>
              <p:nvSpPr>
                <p:cNvPr id="110670" name="Rectangle 604"/>
                <p:cNvSpPr>
                  <a:spLocks noChangeArrowheads="1"/>
                </p:cNvSpPr>
                <p:nvPr/>
              </p:nvSpPr>
              <p:spPr bwMode="auto">
                <a:xfrm>
                  <a:off x="3313" y="4614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37" name="Rectangle 717"/>
                <p:cNvSpPr>
                  <a:spLocks noChangeArrowheads="1"/>
                </p:cNvSpPr>
                <p:nvPr/>
              </p:nvSpPr>
              <p:spPr bwMode="auto">
                <a:xfrm>
                  <a:off x="3270" y="4612"/>
                  <a:ext cx="654" cy="60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2" name="Group 720"/>
              <p:cNvGrpSpPr>
                <a:grpSpLocks/>
              </p:cNvGrpSpPr>
              <p:nvPr/>
            </p:nvGrpSpPr>
            <p:grpSpPr bwMode="auto">
              <a:xfrm>
                <a:off x="0" y="5210"/>
                <a:ext cx="654" cy="596"/>
                <a:chOff x="0" y="5210"/>
                <a:chExt cx="654" cy="596"/>
              </a:xfrm>
            </p:grpSpPr>
            <p:sp>
              <p:nvSpPr>
                <p:cNvPr id="110668" name="Rectangle 605"/>
                <p:cNvSpPr>
                  <a:spLocks noChangeArrowheads="1"/>
                </p:cNvSpPr>
                <p:nvPr/>
              </p:nvSpPr>
              <p:spPr bwMode="auto">
                <a:xfrm>
                  <a:off x="43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2.0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39" name="Rectangle 719"/>
                <p:cNvSpPr>
                  <a:spLocks noChangeArrowheads="1"/>
                </p:cNvSpPr>
                <p:nvPr/>
              </p:nvSpPr>
              <p:spPr bwMode="auto">
                <a:xfrm>
                  <a:off x="0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3" name="Group 722"/>
              <p:cNvGrpSpPr>
                <a:grpSpLocks/>
              </p:cNvGrpSpPr>
              <p:nvPr/>
            </p:nvGrpSpPr>
            <p:grpSpPr bwMode="auto">
              <a:xfrm>
                <a:off x="654" y="5210"/>
                <a:ext cx="654" cy="596"/>
                <a:chOff x="654" y="5210"/>
                <a:chExt cx="654" cy="596"/>
              </a:xfrm>
            </p:grpSpPr>
            <p:sp>
              <p:nvSpPr>
                <p:cNvPr id="110666" name="Rectangle 606"/>
                <p:cNvSpPr>
                  <a:spLocks noChangeArrowheads="1"/>
                </p:cNvSpPr>
                <p:nvPr/>
              </p:nvSpPr>
              <p:spPr bwMode="auto">
                <a:xfrm>
                  <a:off x="697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>
                      <a:solidFill>
                        <a:schemeClr val="tx1"/>
                      </a:solidFill>
                      <a:ea typeface="宋体" pitchFamily="2" charset="-122"/>
                    </a:rPr>
                    <a:t>0.223891</a:t>
                  </a:r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41" name="Rectangle 721"/>
                <p:cNvSpPr>
                  <a:spLocks noChangeArrowheads="1"/>
                </p:cNvSpPr>
                <p:nvPr/>
              </p:nvSpPr>
              <p:spPr bwMode="auto">
                <a:xfrm>
                  <a:off x="654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4" name="Group 724"/>
              <p:cNvGrpSpPr>
                <a:grpSpLocks/>
              </p:cNvGrpSpPr>
              <p:nvPr/>
            </p:nvGrpSpPr>
            <p:grpSpPr bwMode="auto">
              <a:xfrm>
                <a:off x="1308" y="5210"/>
                <a:ext cx="654" cy="596"/>
                <a:chOff x="1308" y="5210"/>
                <a:chExt cx="654" cy="596"/>
              </a:xfrm>
            </p:grpSpPr>
            <p:sp>
              <p:nvSpPr>
                <p:cNvPr id="110664" name="Rectangle 607"/>
                <p:cNvSpPr>
                  <a:spLocks noChangeArrowheads="1"/>
                </p:cNvSpPr>
                <p:nvPr/>
              </p:nvSpPr>
              <p:spPr bwMode="auto">
                <a:xfrm>
                  <a:off x="1351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43" name="Rectangle 723"/>
                <p:cNvSpPr>
                  <a:spLocks noChangeArrowheads="1"/>
                </p:cNvSpPr>
                <p:nvPr/>
              </p:nvSpPr>
              <p:spPr bwMode="auto">
                <a:xfrm>
                  <a:off x="1308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5" name="Group 726"/>
              <p:cNvGrpSpPr>
                <a:grpSpLocks/>
              </p:cNvGrpSpPr>
              <p:nvPr/>
            </p:nvGrpSpPr>
            <p:grpSpPr bwMode="auto">
              <a:xfrm>
                <a:off x="1962" y="5210"/>
                <a:ext cx="654" cy="596"/>
                <a:chOff x="1962" y="5210"/>
                <a:chExt cx="654" cy="596"/>
              </a:xfrm>
            </p:grpSpPr>
            <p:sp>
              <p:nvSpPr>
                <p:cNvPr id="110662" name="Rectangle 608"/>
                <p:cNvSpPr>
                  <a:spLocks noChangeArrowheads="1"/>
                </p:cNvSpPr>
                <p:nvPr/>
              </p:nvSpPr>
              <p:spPr bwMode="auto">
                <a:xfrm>
                  <a:off x="2005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45" name="Rectangle 725"/>
                <p:cNvSpPr>
                  <a:spLocks noChangeArrowheads="1"/>
                </p:cNvSpPr>
                <p:nvPr/>
              </p:nvSpPr>
              <p:spPr bwMode="auto">
                <a:xfrm>
                  <a:off x="1962" y="5210"/>
                  <a:ext cx="653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6" name="Group 728"/>
              <p:cNvGrpSpPr>
                <a:grpSpLocks/>
              </p:cNvGrpSpPr>
              <p:nvPr/>
            </p:nvGrpSpPr>
            <p:grpSpPr bwMode="auto">
              <a:xfrm>
                <a:off x="2616" y="5210"/>
                <a:ext cx="654" cy="596"/>
                <a:chOff x="2616" y="5210"/>
                <a:chExt cx="654" cy="596"/>
              </a:xfrm>
            </p:grpSpPr>
            <p:sp>
              <p:nvSpPr>
                <p:cNvPr id="110660" name="Rectangle 609"/>
                <p:cNvSpPr>
                  <a:spLocks noChangeArrowheads="1"/>
                </p:cNvSpPr>
                <p:nvPr/>
              </p:nvSpPr>
              <p:spPr bwMode="auto">
                <a:xfrm>
                  <a:off x="2659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47" name="Rectangle 727"/>
                <p:cNvSpPr>
                  <a:spLocks noChangeArrowheads="1"/>
                </p:cNvSpPr>
                <p:nvPr/>
              </p:nvSpPr>
              <p:spPr bwMode="auto">
                <a:xfrm>
                  <a:off x="2616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10657" name="Group 730"/>
              <p:cNvGrpSpPr>
                <a:grpSpLocks/>
              </p:cNvGrpSpPr>
              <p:nvPr/>
            </p:nvGrpSpPr>
            <p:grpSpPr bwMode="auto">
              <a:xfrm>
                <a:off x="3270" y="5210"/>
                <a:ext cx="654" cy="596"/>
                <a:chOff x="3270" y="5210"/>
                <a:chExt cx="654" cy="596"/>
              </a:xfrm>
            </p:grpSpPr>
            <p:sp>
              <p:nvSpPr>
                <p:cNvPr id="110658" name="Rectangle 610"/>
                <p:cNvSpPr>
                  <a:spLocks noChangeArrowheads="1"/>
                </p:cNvSpPr>
                <p:nvPr/>
              </p:nvSpPr>
              <p:spPr bwMode="auto">
                <a:xfrm>
                  <a:off x="3313" y="5210"/>
                  <a:ext cx="568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1pPr>
                  <a:lvl2pPr marL="742950" indent="-28575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2pPr>
                  <a:lvl3pPr marL="11430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3pPr>
                  <a:lvl4pPr marL="16002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4pPr>
                  <a:lvl5pPr marL="2057400" indent="-228600"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rgbClr val="CCFFFF"/>
                      </a:solidFill>
                      <a:latin typeface="Times New Roman" pitchFamily="18" charset="0"/>
                      <a:ea typeface="楷体_GB2312" pitchFamily="49" charset="-122"/>
                    </a:defRPr>
                  </a:lvl9pPr>
                </a:lstStyle>
                <a:p>
                  <a:pPr algn="ctr"/>
                  <a:r>
                    <a:rPr lang="zh-CN" altLang="en-US" sz="2800" b="0">
                      <a:solidFill>
                        <a:schemeClr val="tx1"/>
                      </a:solidFill>
                      <a:ea typeface="宋体" pitchFamily="2" charset="-122"/>
                    </a:rPr>
                    <a:t> </a:t>
                  </a:r>
                </a:p>
                <a:p>
                  <a:pPr algn="ctr"/>
                  <a:endParaRPr lang="zh-CN" altLang="en-US" sz="2800" b="0">
                    <a:solidFill>
                      <a:schemeClr val="tx1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38649" name="Rectangle 729"/>
                <p:cNvSpPr>
                  <a:spLocks noChangeArrowheads="1"/>
                </p:cNvSpPr>
                <p:nvPr/>
              </p:nvSpPr>
              <p:spPr bwMode="auto">
                <a:xfrm>
                  <a:off x="3270" y="5210"/>
                  <a:ext cx="654" cy="59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sp>
          <p:nvSpPr>
            <p:cNvPr id="338652" name="Rectangle 732"/>
            <p:cNvSpPr>
              <a:spLocks noChangeArrowheads="1"/>
            </p:cNvSpPr>
            <p:nvPr/>
          </p:nvSpPr>
          <p:spPr bwMode="auto">
            <a:xfrm>
              <a:off x="-3" y="-3"/>
              <a:ext cx="3930" cy="5812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push dir="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21D123-062A-430C-B68A-CB33699E69A8}" type="slidenum">
              <a:rPr lang="zh-CN" altLang="en-US"/>
              <a:pPr>
                <a:defRPr/>
              </a:pPr>
              <a:t>83</a:t>
            </a:fld>
            <a:endParaRPr lang="en-US" altLang="zh-CN"/>
          </a:p>
        </p:txBody>
      </p:sp>
      <p:graphicFrame>
        <p:nvGraphicFramePr>
          <p:cNvPr id="111619" name="Object 2"/>
          <p:cNvGraphicFramePr>
            <a:graphicFrameLocks noChangeAspect="1"/>
          </p:cNvGraphicFramePr>
          <p:nvPr/>
        </p:nvGraphicFramePr>
        <p:xfrm>
          <a:off x="1524000" y="1219200"/>
          <a:ext cx="49720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53" name="Equation" r:id="rId3" imgW="2222500" imgH="419100" progId="Equation.3">
                  <p:embed/>
                </p:oleObj>
              </mc:Choice>
              <mc:Fallback>
                <p:oleObj name="Equation" r:id="rId3" imgW="22225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219200"/>
                        <a:ext cx="497205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0" name="Rectangle 3"/>
          <p:cNvSpPr>
            <a:spLocks noChangeArrowheads="1"/>
          </p:cNvSpPr>
          <p:nvPr/>
        </p:nvSpPr>
        <p:spPr bwMode="auto">
          <a:xfrm>
            <a:off x="552450" y="3535363"/>
            <a:ext cx="7764463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We can show that the consecutive linear </a:t>
            </a:r>
            <a:r>
              <a:rPr kumimoji="1" lang="en-US" altLang="zh-CN" sz="2800">
                <a:solidFill>
                  <a:schemeClr val="tx1"/>
                </a:solidFill>
              </a:rPr>
              <a:t>inter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polations outlined in above figure recovers the standard Lagrange </a:t>
            </a:r>
            <a:r>
              <a:rPr kumimoji="1" lang="en-US" altLang="zh-CN" sz="2800">
                <a:solidFill>
                  <a:schemeClr val="tx1"/>
                </a:solidFill>
              </a:rPr>
              <a:t>inter</a:t>
            </a:r>
            <a:r>
              <a:rPr kumimoji="1" lang="en-US" altLang="zh-CN" sz="2800">
                <a:solidFill>
                  <a:schemeClr val="tx1"/>
                </a:solidFill>
                <a:ea typeface="宋体" pitchFamily="2" charset="-122"/>
              </a:rPr>
              <a:t>polation , but it is easier to implement.</a:t>
            </a:r>
          </a:p>
        </p:txBody>
      </p:sp>
    </p:spTree>
  </p:cSld>
  <p:clrMapOvr>
    <a:masterClrMapping/>
  </p:clrMapOvr>
  <p:transition spd="slow">
    <p:push dir="u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B95273-3F65-41A7-BE49-09E29277662C}" type="slidenum">
              <a:rPr lang="zh-CN" altLang="en-US"/>
              <a:pPr>
                <a:defRPr/>
              </a:pPr>
              <a:t>84</a:t>
            </a:fld>
            <a:endParaRPr lang="en-US" altLang="zh-CN"/>
          </a:p>
        </p:txBody>
      </p:sp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381000" y="325438"/>
            <a:ext cx="8382000" cy="638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 INTERPOLATION</a:t>
            </a:r>
          </a:p>
          <a:p>
            <a:pPr>
              <a:defRPr/>
            </a:pPr>
            <a:r>
              <a:rPr lang="en-US" altLang="zh-CN" sz="20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!! Main program for the Lagrange interpolation with the Aitken method.</a:t>
            </a:r>
          </a:p>
          <a:p>
            <a:pPr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IMPLICIT NONE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INTEGER, PARAMETER :: N=5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REAL :: X,F,DF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REAL, DIMENSION (N) :: XI,FI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DATA XI/0.0,0.5,1.0,1.5,2.0/, &amp;     FI/1.0,0.938470,0.765198,0.511828,0.223891/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 = 0.9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CALL AITKEN (N,XI,FI,X,F,DF)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WRITE (6,"(3F16.8)") X,F,DF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END PROGRAM INTERPOLATION</a:t>
            </a:r>
            <a:endParaRPr lang="zh-CN" altLang="en-US" sz="28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E50BD-6D9F-4E52-AA44-4978E813E812}" type="slidenum">
              <a:rPr lang="zh-CN" altLang="en-US"/>
              <a:pPr>
                <a:defRPr/>
              </a:pPr>
              <a:t>85</a:t>
            </a:fld>
            <a:endParaRPr lang="en-US" altLang="zh-CN"/>
          </a:p>
        </p:txBody>
      </p:sp>
      <p:sp>
        <p:nvSpPr>
          <p:cNvPr id="354306" name="Text Box 2"/>
          <p:cNvSpPr txBox="1">
            <a:spLocks noChangeArrowheads="1"/>
          </p:cNvSpPr>
          <p:nvPr/>
        </p:nvSpPr>
        <p:spPr bwMode="auto">
          <a:xfrm>
            <a:off x="381000" y="0"/>
            <a:ext cx="8382000" cy="675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SUBROUTINE AITKEN (N,XI,FI,X,F,DF)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!! Subroutine performing the Lagrange interpolation with the! Aitken method. F: interpolated value. DF: error estimated.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INTEGER, PARAMETER :: NMAX=21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INTEGER, INTENT (IN) :: N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INTEGER :: I,J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REAL :: X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REAL :: F,DF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REAL :: X1,X2,F1,F2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REAL,  DIMENSION (N):: XI,FI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REAL, DIMENSION (NMAX):: FT</a:t>
            </a:r>
            <a:endParaRPr lang="zh-CN" altLang="en-US" sz="28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089A74-8503-4C5A-9AEB-17803DB8F61C}" type="slidenum">
              <a:rPr lang="zh-CN" altLang="en-US"/>
              <a:pPr>
                <a:defRPr/>
              </a:pPr>
              <a:t>86</a:t>
            </a:fld>
            <a:endParaRPr lang="en-US" altLang="zh-CN"/>
          </a:p>
        </p:txBody>
      </p:sp>
      <p:sp>
        <p:nvSpPr>
          <p:cNvPr id="355330" name="Text Box 2"/>
          <p:cNvSpPr txBox="1">
            <a:spLocks noChangeArrowheads="1"/>
          </p:cNvSpPr>
          <p:nvPr/>
        </p:nvSpPr>
        <p:spPr bwMode="auto">
          <a:xfrm>
            <a:off x="152400" y="349250"/>
            <a:ext cx="8534400" cy="620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IF (N.GT.NMAX) STOP '</a:t>
            </a:r>
            <a:r>
              <a:rPr lang="en-US" altLang="zh-CN" sz="2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Dimension of the data is too large</a:t>
            </a: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.'  DO I = 1, N   FT(I) = FI(I)    END DO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DO I = 1, N-1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DO J = 1, N-I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X1 = XI(J)       X2 = XI(J+I)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F1 = FT(J)     F2 = FT(J+1)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FT(J) = (X-X1)/(X2-X1)*F2+(X-X2)/(X1-X2)*F1    END DO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END DO  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 = FT(1)   DF = (ABS(F-F1)+ABS(F-F2))/2.0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28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END SUBROUTINE AITKEN</a:t>
            </a:r>
            <a:endParaRPr lang="zh-CN" altLang="en-US" sz="28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A8E06B-0F2E-4D8A-92B2-8FA63552036A}" type="slidenum">
              <a:rPr lang="zh-CN" altLang="en-US"/>
              <a:pPr>
                <a:defRPr/>
              </a:pPr>
              <a:t>87</a:t>
            </a:fld>
            <a:endParaRPr lang="en-US" altLang="zh-CN"/>
          </a:p>
        </p:txBody>
      </p:sp>
      <p:sp>
        <p:nvSpPr>
          <p:cNvPr id="115715" name="Rectangle 2"/>
          <p:cNvSpPr>
            <a:spLocks noChangeArrowheads="1"/>
          </p:cNvSpPr>
          <p:nvPr/>
        </p:nvSpPr>
        <p:spPr bwMode="auto">
          <a:xfrm>
            <a:off x="2051050" y="836613"/>
            <a:ext cx="362585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CCFFFF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200">
                <a:solidFill>
                  <a:schemeClr val="tx1"/>
                </a:solidFill>
              </a:rPr>
              <a:t>Other Inter</a:t>
            </a:r>
            <a:r>
              <a:rPr kumimoji="1" lang="en-US" altLang="zh-CN" sz="3200">
                <a:solidFill>
                  <a:schemeClr val="tx1"/>
                </a:solidFill>
                <a:ea typeface="宋体" pitchFamily="2" charset="-122"/>
              </a:rPr>
              <a:t>polation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rgbClr val="CC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rgbClr val="CC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17403</TotalTime>
  <Words>5600</Words>
  <Application>Microsoft Office PowerPoint</Application>
  <PresentationFormat>全屏显示(4:3)</PresentationFormat>
  <Paragraphs>2738</Paragraphs>
  <Slides>87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87</vt:i4>
      </vt:variant>
    </vt:vector>
  </HeadingPairs>
  <TitlesOfParts>
    <vt:vector size="104" baseType="lpstr">
      <vt:lpstr>Monotype Sorts</vt:lpstr>
      <vt:lpstr>黑体</vt:lpstr>
      <vt:lpstr>华文中宋</vt:lpstr>
      <vt:lpstr>楷体_GB2312</vt:lpstr>
      <vt:lpstr>宋体</vt:lpstr>
      <vt:lpstr>Arial</vt:lpstr>
      <vt:lpstr>Courier New</vt:lpstr>
      <vt:lpstr>Symbol</vt:lpstr>
      <vt:lpstr>Tahoma</vt:lpstr>
      <vt:lpstr>Times New Roman</vt:lpstr>
      <vt:lpstr>Wingdings</vt:lpstr>
      <vt:lpstr>场景型模板</vt:lpstr>
      <vt:lpstr>公式</vt:lpstr>
      <vt:lpstr>Equation</vt:lpstr>
      <vt:lpstr>Equation.3</vt:lpstr>
      <vt:lpstr>文档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关于Langrange插值的几点说明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分段线性插值</vt:lpstr>
      <vt:lpstr>分段线性插值</vt:lpstr>
      <vt:lpstr>PowerPoint 演示文稿</vt:lpstr>
      <vt:lpstr>PowerPoint 演示文稿</vt:lpstr>
      <vt:lpstr>构造 Hermite 插值多项式 H(x)</vt:lpstr>
      <vt:lpstr>Hermite 插值</vt:lpstr>
      <vt:lpstr>三点三次Hermite 插值</vt:lpstr>
      <vt:lpstr>插值举例</vt:lpstr>
      <vt:lpstr>插值举例</vt:lpstr>
      <vt:lpstr>插值举例</vt:lpstr>
      <vt:lpstr>两点三次 Hermite 插值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NMR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分子模拟</dc:title>
  <dc:creator>jinqh</dc:creator>
  <cp:lastModifiedBy>apple</cp:lastModifiedBy>
  <cp:revision>512</cp:revision>
  <dcterms:created xsi:type="dcterms:W3CDTF">2000-08-01T08:10:53Z</dcterms:created>
  <dcterms:modified xsi:type="dcterms:W3CDTF">2023-02-21T05:25:00Z</dcterms:modified>
</cp:coreProperties>
</file>