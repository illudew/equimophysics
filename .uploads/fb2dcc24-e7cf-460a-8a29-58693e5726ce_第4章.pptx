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8"/>
  </p:notesMasterIdLst>
  <p:handoutMasterIdLst>
    <p:handoutMasterId r:id="rId119"/>
  </p:handoutMasterIdLst>
  <p:sldIdLst>
    <p:sldId id="256" r:id="rId2"/>
    <p:sldId id="292" r:id="rId3"/>
    <p:sldId id="290" r:id="rId4"/>
    <p:sldId id="257" r:id="rId5"/>
    <p:sldId id="258" r:id="rId6"/>
    <p:sldId id="352" r:id="rId7"/>
    <p:sldId id="259" r:id="rId8"/>
    <p:sldId id="260" r:id="rId9"/>
    <p:sldId id="261" r:id="rId10"/>
    <p:sldId id="293" r:id="rId11"/>
    <p:sldId id="262" r:id="rId12"/>
    <p:sldId id="263" r:id="rId13"/>
    <p:sldId id="316" r:id="rId14"/>
    <p:sldId id="264" r:id="rId15"/>
    <p:sldId id="265" r:id="rId16"/>
    <p:sldId id="266" r:id="rId17"/>
    <p:sldId id="267" r:id="rId18"/>
    <p:sldId id="268" r:id="rId19"/>
    <p:sldId id="269" r:id="rId20"/>
    <p:sldId id="270" r:id="rId21"/>
    <p:sldId id="271" r:id="rId22"/>
    <p:sldId id="303" r:id="rId23"/>
    <p:sldId id="317" r:id="rId24"/>
    <p:sldId id="318"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94" r:id="rId38"/>
    <p:sldId id="295" r:id="rId39"/>
    <p:sldId id="284" r:id="rId40"/>
    <p:sldId id="285" r:id="rId41"/>
    <p:sldId id="286" r:id="rId42"/>
    <p:sldId id="358" r:id="rId43"/>
    <p:sldId id="359" r:id="rId44"/>
    <p:sldId id="360" r:id="rId45"/>
    <p:sldId id="287" r:id="rId46"/>
    <p:sldId id="320" r:id="rId47"/>
    <p:sldId id="321" r:id="rId48"/>
    <p:sldId id="322" r:id="rId49"/>
    <p:sldId id="379" r:id="rId50"/>
    <p:sldId id="323" r:id="rId51"/>
    <p:sldId id="324" r:id="rId52"/>
    <p:sldId id="327" r:id="rId53"/>
    <p:sldId id="380" r:id="rId54"/>
    <p:sldId id="328" r:id="rId55"/>
    <p:sldId id="329" r:id="rId56"/>
    <p:sldId id="330" r:id="rId57"/>
    <p:sldId id="331" r:id="rId58"/>
    <p:sldId id="332" r:id="rId59"/>
    <p:sldId id="326" r:id="rId60"/>
    <p:sldId id="381" r:id="rId61"/>
    <p:sldId id="333" r:id="rId62"/>
    <p:sldId id="288" r:id="rId63"/>
    <p:sldId id="289" r:id="rId64"/>
    <p:sldId id="355" r:id="rId65"/>
    <p:sldId id="353" r:id="rId66"/>
    <p:sldId id="334" r:id="rId67"/>
    <p:sldId id="344" r:id="rId68"/>
    <p:sldId id="345" r:id="rId69"/>
    <p:sldId id="343" r:id="rId70"/>
    <p:sldId id="378" r:id="rId71"/>
    <p:sldId id="346" r:id="rId72"/>
    <p:sldId id="347" r:id="rId73"/>
    <p:sldId id="356" r:id="rId74"/>
    <p:sldId id="390" r:id="rId75"/>
    <p:sldId id="357" r:id="rId76"/>
    <p:sldId id="296" r:id="rId77"/>
    <p:sldId id="382" r:id="rId78"/>
    <p:sldId id="297" r:id="rId79"/>
    <p:sldId id="383" r:id="rId80"/>
    <p:sldId id="319" r:id="rId81"/>
    <p:sldId id="335" r:id="rId82"/>
    <p:sldId id="336" r:id="rId83"/>
    <p:sldId id="337" r:id="rId84"/>
    <p:sldId id="338" r:id="rId85"/>
    <p:sldId id="339" r:id="rId86"/>
    <p:sldId id="340" r:id="rId87"/>
    <p:sldId id="341" r:id="rId88"/>
    <p:sldId id="342" r:id="rId89"/>
    <p:sldId id="298" r:id="rId90"/>
    <p:sldId id="361" r:id="rId91"/>
    <p:sldId id="368" r:id="rId92"/>
    <p:sldId id="362" r:id="rId93"/>
    <p:sldId id="363" r:id="rId94"/>
    <p:sldId id="364" r:id="rId95"/>
    <p:sldId id="365" r:id="rId96"/>
    <p:sldId id="366" r:id="rId97"/>
    <p:sldId id="367" r:id="rId98"/>
    <p:sldId id="300" r:id="rId99"/>
    <p:sldId id="301" r:id="rId100"/>
    <p:sldId id="302" r:id="rId101"/>
    <p:sldId id="348" r:id="rId102"/>
    <p:sldId id="349" r:id="rId103"/>
    <p:sldId id="350" r:id="rId104"/>
    <p:sldId id="392" r:id="rId105"/>
    <p:sldId id="369" r:id="rId106"/>
    <p:sldId id="370" r:id="rId107"/>
    <p:sldId id="371" r:id="rId108"/>
    <p:sldId id="372" r:id="rId109"/>
    <p:sldId id="373" r:id="rId110"/>
    <p:sldId id="376" r:id="rId111"/>
    <p:sldId id="374" r:id="rId112"/>
    <p:sldId id="375" r:id="rId113"/>
    <p:sldId id="391" r:id="rId114"/>
    <p:sldId id="387" r:id="rId115"/>
    <p:sldId id="388" r:id="rId116"/>
    <p:sldId id="389" r:id="rId117"/>
  </p:sldIdLst>
  <p:sldSz cx="9144000" cy="6858000" type="screen4x3"/>
  <p:notesSz cx="6858000" cy="9144000"/>
  <p:defaultTextStyle>
    <a:defPPr>
      <a:defRPr lang="zh-CN"/>
    </a:defPPr>
    <a:lvl1pPr algn="l" rtl="0" eaLnBrk="0" fontAlgn="base" hangingPunct="0">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32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32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32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32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784">
          <p15:clr>
            <a:srgbClr val="A4A3A4"/>
          </p15:clr>
        </p15:guide>
        <p15:guide id="2" pos="321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FFF66"/>
    <a:srgbClr val="C90BAE"/>
    <a:srgbClr val="008000"/>
    <a:srgbClr val="DF09CB"/>
    <a:srgbClr val="000000"/>
    <a:srgbClr val="FF66FF"/>
    <a:srgbClr val="66FF66"/>
    <a:srgbClr val="481E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22" y="77"/>
      </p:cViewPr>
      <p:guideLst>
        <p:guide orient="horz" pos="2784"/>
        <p:guide pos="321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38" d="100"/>
          <a:sy n="38" d="100"/>
        </p:scale>
        <p:origin x="-1428"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handoutMaster" Target="handoutMasters/handoutMaster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wmf"/><Relationship Id="rId1" Type="http://schemas.openxmlformats.org/officeDocument/2006/relationships/image" Target="../media/image2.emf"/><Relationship Id="rId5" Type="http://schemas.openxmlformats.org/officeDocument/2006/relationships/image" Target="../media/image6.emf"/><Relationship Id="rId4"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image" Target="../media/image11.emf"/><Relationship Id="rId7" Type="http://schemas.openxmlformats.org/officeDocument/2006/relationships/image" Target="../media/image15.emf"/><Relationship Id="rId2" Type="http://schemas.openxmlformats.org/officeDocument/2006/relationships/image" Target="../media/image10.emf"/><Relationship Id="rId1" Type="http://schemas.openxmlformats.org/officeDocument/2006/relationships/image" Target="../media/image9.emf"/><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image" Target="../media/image12.e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image" Target="../media/image19.emf"/><Relationship Id="rId7" Type="http://schemas.openxmlformats.org/officeDocument/2006/relationships/image" Target="../media/image23.emf"/><Relationship Id="rId12" Type="http://schemas.openxmlformats.org/officeDocument/2006/relationships/image" Target="../media/image28.emf"/><Relationship Id="rId2" Type="http://schemas.openxmlformats.org/officeDocument/2006/relationships/image" Target="../media/image18.emf"/><Relationship Id="rId1" Type="http://schemas.openxmlformats.org/officeDocument/2006/relationships/image" Target="../media/image17.emf"/><Relationship Id="rId6" Type="http://schemas.openxmlformats.org/officeDocument/2006/relationships/image" Target="../media/image22.emf"/><Relationship Id="rId11" Type="http://schemas.openxmlformats.org/officeDocument/2006/relationships/image" Target="../media/image27.emf"/><Relationship Id="rId5" Type="http://schemas.openxmlformats.org/officeDocument/2006/relationships/image" Target="../media/image21.emf"/><Relationship Id="rId10" Type="http://schemas.openxmlformats.org/officeDocument/2006/relationships/image" Target="../media/image26.emf"/><Relationship Id="rId4" Type="http://schemas.openxmlformats.org/officeDocument/2006/relationships/image" Target="../media/image20.emf"/><Relationship Id="rId9" Type="http://schemas.openxmlformats.org/officeDocument/2006/relationships/image" Target="../media/image25.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e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39.emf"/><Relationship Id="rId3" Type="http://schemas.openxmlformats.org/officeDocument/2006/relationships/image" Target="../media/image34.emf"/><Relationship Id="rId7" Type="http://schemas.openxmlformats.org/officeDocument/2006/relationships/image" Target="../media/image38.emf"/><Relationship Id="rId2" Type="http://schemas.openxmlformats.org/officeDocument/2006/relationships/image" Target="../media/image33.emf"/><Relationship Id="rId1" Type="http://schemas.openxmlformats.org/officeDocument/2006/relationships/image" Target="../media/image32.emf"/><Relationship Id="rId6" Type="http://schemas.openxmlformats.org/officeDocument/2006/relationships/image" Target="../media/image37.emf"/><Relationship Id="rId11" Type="http://schemas.openxmlformats.org/officeDocument/2006/relationships/image" Target="../media/image42.emf"/><Relationship Id="rId5" Type="http://schemas.openxmlformats.org/officeDocument/2006/relationships/image" Target="../media/image36.emf"/><Relationship Id="rId10" Type="http://schemas.openxmlformats.org/officeDocument/2006/relationships/image" Target="../media/image41.emf"/><Relationship Id="rId4" Type="http://schemas.openxmlformats.org/officeDocument/2006/relationships/image" Target="../media/image35.emf"/><Relationship Id="rId9" Type="http://schemas.openxmlformats.org/officeDocument/2006/relationships/image" Target="../media/image40.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5.emf"/><Relationship Id="rId7" Type="http://schemas.openxmlformats.org/officeDocument/2006/relationships/image" Target="../media/image49.emf"/><Relationship Id="rId2" Type="http://schemas.openxmlformats.org/officeDocument/2006/relationships/image" Target="../media/image44.emf"/><Relationship Id="rId1" Type="http://schemas.openxmlformats.org/officeDocument/2006/relationships/image" Target="../media/image43.emf"/><Relationship Id="rId6" Type="http://schemas.openxmlformats.org/officeDocument/2006/relationships/image" Target="../media/image48.emf"/><Relationship Id="rId5" Type="http://schemas.openxmlformats.org/officeDocument/2006/relationships/image" Target="../media/image47.emf"/><Relationship Id="rId4" Type="http://schemas.openxmlformats.org/officeDocument/2006/relationships/image" Target="../media/image46.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image" Target="../media/image50.emf"/><Relationship Id="rId5" Type="http://schemas.openxmlformats.org/officeDocument/2006/relationships/image" Target="../media/image54.emf"/><Relationship Id="rId4" Type="http://schemas.openxmlformats.org/officeDocument/2006/relationships/image" Target="../media/image53.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4.emf"/><Relationship Id="rId1" Type="http://schemas.openxmlformats.org/officeDocument/2006/relationships/image" Target="../media/image52.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emf"/><Relationship Id="rId1" Type="http://schemas.openxmlformats.org/officeDocument/2006/relationships/image" Target="../media/image55.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image" Target="../media/image59.emf"/><Relationship Id="rId1" Type="http://schemas.openxmlformats.org/officeDocument/2006/relationships/image" Target="../media/image58.emf"/><Relationship Id="rId5" Type="http://schemas.openxmlformats.org/officeDocument/2006/relationships/image" Target="../media/image62.emf"/><Relationship Id="rId4" Type="http://schemas.openxmlformats.org/officeDocument/2006/relationships/image" Target="../media/image61.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58.emf"/><Relationship Id="rId5" Type="http://schemas.openxmlformats.org/officeDocument/2006/relationships/image" Target="../media/image66.wmf"/><Relationship Id="rId4" Type="http://schemas.openxmlformats.org/officeDocument/2006/relationships/image" Target="../media/image65.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74.emf"/><Relationship Id="rId3" Type="http://schemas.openxmlformats.org/officeDocument/2006/relationships/image" Target="../media/image69.emf"/><Relationship Id="rId7" Type="http://schemas.openxmlformats.org/officeDocument/2006/relationships/image" Target="../media/image73.emf"/><Relationship Id="rId12" Type="http://schemas.openxmlformats.org/officeDocument/2006/relationships/image" Target="../media/image78.emf"/><Relationship Id="rId2" Type="http://schemas.openxmlformats.org/officeDocument/2006/relationships/image" Target="../media/image68.emf"/><Relationship Id="rId1" Type="http://schemas.openxmlformats.org/officeDocument/2006/relationships/image" Target="../media/image67.emf"/><Relationship Id="rId6" Type="http://schemas.openxmlformats.org/officeDocument/2006/relationships/image" Target="../media/image72.emf"/><Relationship Id="rId11" Type="http://schemas.openxmlformats.org/officeDocument/2006/relationships/image" Target="../media/image77.emf"/><Relationship Id="rId5" Type="http://schemas.openxmlformats.org/officeDocument/2006/relationships/image" Target="../media/image71.emf"/><Relationship Id="rId10" Type="http://schemas.openxmlformats.org/officeDocument/2006/relationships/image" Target="../media/image76.emf"/><Relationship Id="rId4" Type="http://schemas.openxmlformats.org/officeDocument/2006/relationships/image" Target="../media/image70.emf"/><Relationship Id="rId9" Type="http://schemas.openxmlformats.org/officeDocument/2006/relationships/image" Target="../media/image75.e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86.emf"/><Relationship Id="rId3" Type="http://schemas.openxmlformats.org/officeDocument/2006/relationships/image" Target="../media/image81.emf"/><Relationship Id="rId7" Type="http://schemas.openxmlformats.org/officeDocument/2006/relationships/image" Target="../media/image85.emf"/><Relationship Id="rId2" Type="http://schemas.openxmlformats.org/officeDocument/2006/relationships/image" Target="../media/image80.emf"/><Relationship Id="rId1" Type="http://schemas.openxmlformats.org/officeDocument/2006/relationships/image" Target="../media/image79.emf"/><Relationship Id="rId6" Type="http://schemas.openxmlformats.org/officeDocument/2006/relationships/image" Target="../media/image84.emf"/><Relationship Id="rId5" Type="http://schemas.openxmlformats.org/officeDocument/2006/relationships/image" Target="../media/image83.emf"/><Relationship Id="rId4" Type="http://schemas.openxmlformats.org/officeDocument/2006/relationships/image" Target="../media/image82.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89.emf"/><Relationship Id="rId7" Type="http://schemas.openxmlformats.org/officeDocument/2006/relationships/image" Target="../media/image93.emf"/><Relationship Id="rId2" Type="http://schemas.openxmlformats.org/officeDocument/2006/relationships/image" Target="../media/image88.emf"/><Relationship Id="rId1" Type="http://schemas.openxmlformats.org/officeDocument/2006/relationships/image" Target="../media/image87.emf"/><Relationship Id="rId6" Type="http://schemas.openxmlformats.org/officeDocument/2006/relationships/image" Target="../media/image92.emf"/><Relationship Id="rId5" Type="http://schemas.openxmlformats.org/officeDocument/2006/relationships/image" Target="../media/image91.emf"/><Relationship Id="rId4" Type="http://schemas.openxmlformats.org/officeDocument/2006/relationships/image" Target="../media/image90.e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96.emf"/><Relationship Id="rId7" Type="http://schemas.openxmlformats.org/officeDocument/2006/relationships/image" Target="../media/image100.emf"/><Relationship Id="rId2" Type="http://schemas.openxmlformats.org/officeDocument/2006/relationships/image" Target="../media/image95.emf"/><Relationship Id="rId1" Type="http://schemas.openxmlformats.org/officeDocument/2006/relationships/image" Target="../media/image94.emf"/><Relationship Id="rId6" Type="http://schemas.openxmlformats.org/officeDocument/2006/relationships/image" Target="../media/image99.emf"/><Relationship Id="rId5" Type="http://schemas.openxmlformats.org/officeDocument/2006/relationships/image" Target="../media/image98.emf"/><Relationship Id="rId4" Type="http://schemas.openxmlformats.org/officeDocument/2006/relationships/image" Target="../media/image97.e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08.emf"/><Relationship Id="rId3" Type="http://schemas.openxmlformats.org/officeDocument/2006/relationships/image" Target="../media/image103.emf"/><Relationship Id="rId7" Type="http://schemas.openxmlformats.org/officeDocument/2006/relationships/image" Target="../media/image107.emf"/><Relationship Id="rId2" Type="http://schemas.openxmlformats.org/officeDocument/2006/relationships/image" Target="../media/image102.emf"/><Relationship Id="rId1" Type="http://schemas.openxmlformats.org/officeDocument/2006/relationships/image" Target="../media/image101.emf"/><Relationship Id="rId6" Type="http://schemas.openxmlformats.org/officeDocument/2006/relationships/image" Target="../media/image106.emf"/><Relationship Id="rId5" Type="http://schemas.openxmlformats.org/officeDocument/2006/relationships/image" Target="../media/image105.emf"/><Relationship Id="rId4" Type="http://schemas.openxmlformats.org/officeDocument/2006/relationships/image" Target="../media/image104.emf"/><Relationship Id="rId9" Type="http://schemas.openxmlformats.org/officeDocument/2006/relationships/image" Target="../media/image109.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12.emf"/><Relationship Id="rId7" Type="http://schemas.openxmlformats.org/officeDocument/2006/relationships/image" Target="../media/image116.emf"/><Relationship Id="rId2" Type="http://schemas.openxmlformats.org/officeDocument/2006/relationships/image" Target="../media/image111.emf"/><Relationship Id="rId1" Type="http://schemas.openxmlformats.org/officeDocument/2006/relationships/image" Target="../media/image110.emf"/><Relationship Id="rId6" Type="http://schemas.openxmlformats.org/officeDocument/2006/relationships/image" Target="../media/image115.emf"/><Relationship Id="rId5" Type="http://schemas.openxmlformats.org/officeDocument/2006/relationships/image" Target="../media/image114.emf"/><Relationship Id="rId4" Type="http://schemas.openxmlformats.org/officeDocument/2006/relationships/image" Target="../media/image113.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19.emf"/><Relationship Id="rId2" Type="http://schemas.openxmlformats.org/officeDocument/2006/relationships/image" Target="../media/image118.emf"/><Relationship Id="rId1" Type="http://schemas.openxmlformats.org/officeDocument/2006/relationships/image" Target="../media/image117.emf"/><Relationship Id="rId6" Type="http://schemas.openxmlformats.org/officeDocument/2006/relationships/image" Target="../media/image122.emf"/><Relationship Id="rId5" Type="http://schemas.openxmlformats.org/officeDocument/2006/relationships/image" Target="../media/image121.emf"/><Relationship Id="rId4" Type="http://schemas.openxmlformats.org/officeDocument/2006/relationships/image" Target="../media/image120.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25.emf"/><Relationship Id="rId7" Type="http://schemas.openxmlformats.org/officeDocument/2006/relationships/image" Target="../media/image129.wmf"/><Relationship Id="rId2" Type="http://schemas.openxmlformats.org/officeDocument/2006/relationships/image" Target="../media/image124.emf"/><Relationship Id="rId1" Type="http://schemas.openxmlformats.org/officeDocument/2006/relationships/image" Target="../media/image123.emf"/><Relationship Id="rId6" Type="http://schemas.openxmlformats.org/officeDocument/2006/relationships/image" Target="../media/image128.emf"/><Relationship Id="rId5" Type="http://schemas.openxmlformats.org/officeDocument/2006/relationships/image" Target="../media/image127.emf"/><Relationship Id="rId4" Type="http://schemas.openxmlformats.org/officeDocument/2006/relationships/image" Target="../media/image126.e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32.wmf"/><Relationship Id="rId2" Type="http://schemas.openxmlformats.org/officeDocument/2006/relationships/image" Target="../media/image131.wmf"/><Relationship Id="rId1" Type="http://schemas.openxmlformats.org/officeDocument/2006/relationships/image" Target="../media/image130.wmf"/><Relationship Id="rId5" Type="http://schemas.openxmlformats.org/officeDocument/2006/relationships/image" Target="../media/image134.wmf"/><Relationship Id="rId4" Type="http://schemas.openxmlformats.org/officeDocument/2006/relationships/image" Target="../media/image133.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37.wmf"/><Relationship Id="rId2" Type="http://schemas.openxmlformats.org/officeDocument/2006/relationships/image" Target="../media/image136.wmf"/><Relationship Id="rId1" Type="http://schemas.openxmlformats.org/officeDocument/2006/relationships/image" Target="../media/image135.wmf"/><Relationship Id="rId5" Type="http://schemas.openxmlformats.org/officeDocument/2006/relationships/image" Target="../media/image139.wmf"/><Relationship Id="rId4" Type="http://schemas.openxmlformats.org/officeDocument/2006/relationships/image" Target="../media/image138.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42.wmf"/><Relationship Id="rId2" Type="http://schemas.openxmlformats.org/officeDocument/2006/relationships/image" Target="../media/image141.wmf"/><Relationship Id="rId1" Type="http://schemas.openxmlformats.org/officeDocument/2006/relationships/image" Target="../media/image140.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45.emf"/><Relationship Id="rId2" Type="http://schemas.openxmlformats.org/officeDocument/2006/relationships/image" Target="../media/image144.emf"/><Relationship Id="rId1" Type="http://schemas.openxmlformats.org/officeDocument/2006/relationships/image" Target="../media/image143.emf"/><Relationship Id="rId5" Type="http://schemas.openxmlformats.org/officeDocument/2006/relationships/image" Target="../media/image147.emf"/><Relationship Id="rId4" Type="http://schemas.openxmlformats.org/officeDocument/2006/relationships/image" Target="../media/image146.e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155.emf"/><Relationship Id="rId13" Type="http://schemas.openxmlformats.org/officeDocument/2006/relationships/image" Target="../media/image160.emf"/><Relationship Id="rId3" Type="http://schemas.openxmlformats.org/officeDocument/2006/relationships/image" Target="../media/image150.emf"/><Relationship Id="rId7" Type="http://schemas.openxmlformats.org/officeDocument/2006/relationships/image" Target="../media/image154.emf"/><Relationship Id="rId12" Type="http://schemas.openxmlformats.org/officeDocument/2006/relationships/image" Target="../media/image159.emf"/><Relationship Id="rId2" Type="http://schemas.openxmlformats.org/officeDocument/2006/relationships/image" Target="../media/image149.emf"/><Relationship Id="rId1" Type="http://schemas.openxmlformats.org/officeDocument/2006/relationships/image" Target="../media/image148.emf"/><Relationship Id="rId6" Type="http://schemas.openxmlformats.org/officeDocument/2006/relationships/image" Target="../media/image153.emf"/><Relationship Id="rId11" Type="http://schemas.openxmlformats.org/officeDocument/2006/relationships/image" Target="../media/image158.emf"/><Relationship Id="rId5" Type="http://schemas.openxmlformats.org/officeDocument/2006/relationships/image" Target="../media/image152.emf"/><Relationship Id="rId10" Type="http://schemas.openxmlformats.org/officeDocument/2006/relationships/image" Target="../media/image157.emf"/><Relationship Id="rId4" Type="http://schemas.openxmlformats.org/officeDocument/2006/relationships/image" Target="../media/image151.emf"/><Relationship Id="rId9" Type="http://schemas.openxmlformats.org/officeDocument/2006/relationships/image" Target="../media/image156.e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68.emf"/><Relationship Id="rId3" Type="http://schemas.openxmlformats.org/officeDocument/2006/relationships/image" Target="../media/image163.emf"/><Relationship Id="rId7" Type="http://schemas.openxmlformats.org/officeDocument/2006/relationships/image" Target="../media/image167.emf"/><Relationship Id="rId2" Type="http://schemas.openxmlformats.org/officeDocument/2006/relationships/image" Target="../media/image162.emf"/><Relationship Id="rId1" Type="http://schemas.openxmlformats.org/officeDocument/2006/relationships/image" Target="../media/image161.emf"/><Relationship Id="rId6" Type="http://schemas.openxmlformats.org/officeDocument/2006/relationships/image" Target="../media/image166.emf"/><Relationship Id="rId5" Type="http://schemas.openxmlformats.org/officeDocument/2006/relationships/image" Target="../media/image165.emf"/><Relationship Id="rId4" Type="http://schemas.openxmlformats.org/officeDocument/2006/relationships/image" Target="../media/image164.emf"/><Relationship Id="rId9" Type="http://schemas.openxmlformats.org/officeDocument/2006/relationships/image" Target="../media/image169.e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177.emf"/><Relationship Id="rId3" Type="http://schemas.openxmlformats.org/officeDocument/2006/relationships/image" Target="../media/image172.emf"/><Relationship Id="rId7" Type="http://schemas.openxmlformats.org/officeDocument/2006/relationships/image" Target="../media/image176.emf"/><Relationship Id="rId2" Type="http://schemas.openxmlformats.org/officeDocument/2006/relationships/image" Target="../media/image171.emf"/><Relationship Id="rId1" Type="http://schemas.openxmlformats.org/officeDocument/2006/relationships/image" Target="../media/image170.emf"/><Relationship Id="rId6" Type="http://schemas.openxmlformats.org/officeDocument/2006/relationships/image" Target="../media/image175.emf"/><Relationship Id="rId5" Type="http://schemas.openxmlformats.org/officeDocument/2006/relationships/image" Target="../media/image174.emf"/><Relationship Id="rId4" Type="http://schemas.openxmlformats.org/officeDocument/2006/relationships/image" Target="../media/image173.e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185.emf"/><Relationship Id="rId3" Type="http://schemas.openxmlformats.org/officeDocument/2006/relationships/image" Target="../media/image180.emf"/><Relationship Id="rId7" Type="http://schemas.openxmlformats.org/officeDocument/2006/relationships/image" Target="../media/image184.emf"/><Relationship Id="rId2" Type="http://schemas.openxmlformats.org/officeDocument/2006/relationships/image" Target="../media/image179.emf"/><Relationship Id="rId1" Type="http://schemas.openxmlformats.org/officeDocument/2006/relationships/image" Target="../media/image178.emf"/><Relationship Id="rId6" Type="http://schemas.openxmlformats.org/officeDocument/2006/relationships/image" Target="../media/image183.emf"/><Relationship Id="rId5" Type="http://schemas.openxmlformats.org/officeDocument/2006/relationships/image" Target="../media/image182.emf"/><Relationship Id="rId4" Type="http://schemas.openxmlformats.org/officeDocument/2006/relationships/image" Target="../media/image181.e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88.emf"/><Relationship Id="rId2" Type="http://schemas.openxmlformats.org/officeDocument/2006/relationships/image" Target="../media/image187.emf"/><Relationship Id="rId1" Type="http://schemas.openxmlformats.org/officeDocument/2006/relationships/image" Target="../media/image186.emf"/><Relationship Id="rId6" Type="http://schemas.openxmlformats.org/officeDocument/2006/relationships/image" Target="../media/image191.emf"/><Relationship Id="rId5" Type="http://schemas.openxmlformats.org/officeDocument/2006/relationships/image" Target="../media/image190.emf"/><Relationship Id="rId4" Type="http://schemas.openxmlformats.org/officeDocument/2006/relationships/image" Target="../media/image189.e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94.emf"/><Relationship Id="rId2" Type="http://schemas.openxmlformats.org/officeDocument/2006/relationships/image" Target="../media/image193.emf"/><Relationship Id="rId1" Type="http://schemas.openxmlformats.org/officeDocument/2006/relationships/image" Target="../media/image192.emf"/><Relationship Id="rId5" Type="http://schemas.openxmlformats.org/officeDocument/2006/relationships/image" Target="../media/image196.emf"/><Relationship Id="rId4" Type="http://schemas.openxmlformats.org/officeDocument/2006/relationships/image" Target="../media/image195.e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99.emf"/><Relationship Id="rId7" Type="http://schemas.openxmlformats.org/officeDocument/2006/relationships/image" Target="../media/image203.emf"/><Relationship Id="rId2" Type="http://schemas.openxmlformats.org/officeDocument/2006/relationships/image" Target="../media/image198.emf"/><Relationship Id="rId1" Type="http://schemas.openxmlformats.org/officeDocument/2006/relationships/image" Target="../media/image197.emf"/><Relationship Id="rId6" Type="http://schemas.openxmlformats.org/officeDocument/2006/relationships/image" Target="../media/image202.emf"/><Relationship Id="rId5" Type="http://schemas.openxmlformats.org/officeDocument/2006/relationships/image" Target="../media/image201.emf"/><Relationship Id="rId4" Type="http://schemas.openxmlformats.org/officeDocument/2006/relationships/image" Target="../media/image200.e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206.emf"/><Relationship Id="rId2" Type="http://schemas.openxmlformats.org/officeDocument/2006/relationships/image" Target="../media/image205.emf"/><Relationship Id="rId1" Type="http://schemas.openxmlformats.org/officeDocument/2006/relationships/image" Target="../media/image204.emf"/><Relationship Id="rId6" Type="http://schemas.openxmlformats.org/officeDocument/2006/relationships/image" Target="../media/image209.emf"/><Relationship Id="rId5" Type="http://schemas.openxmlformats.org/officeDocument/2006/relationships/image" Target="../media/image208.emf"/><Relationship Id="rId4" Type="http://schemas.openxmlformats.org/officeDocument/2006/relationships/image" Target="../media/image207.e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212.emf"/><Relationship Id="rId7" Type="http://schemas.openxmlformats.org/officeDocument/2006/relationships/image" Target="../media/image216.emf"/><Relationship Id="rId2" Type="http://schemas.openxmlformats.org/officeDocument/2006/relationships/image" Target="../media/image211.emf"/><Relationship Id="rId1" Type="http://schemas.openxmlformats.org/officeDocument/2006/relationships/image" Target="../media/image210.emf"/><Relationship Id="rId6" Type="http://schemas.openxmlformats.org/officeDocument/2006/relationships/image" Target="../media/image215.wmf"/><Relationship Id="rId5" Type="http://schemas.openxmlformats.org/officeDocument/2006/relationships/image" Target="../media/image214.emf"/><Relationship Id="rId4" Type="http://schemas.openxmlformats.org/officeDocument/2006/relationships/image" Target="../media/image213.e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224.emf"/><Relationship Id="rId3" Type="http://schemas.openxmlformats.org/officeDocument/2006/relationships/image" Target="../media/image219.emf"/><Relationship Id="rId7" Type="http://schemas.openxmlformats.org/officeDocument/2006/relationships/image" Target="../media/image223.emf"/><Relationship Id="rId2" Type="http://schemas.openxmlformats.org/officeDocument/2006/relationships/image" Target="../media/image218.emf"/><Relationship Id="rId1" Type="http://schemas.openxmlformats.org/officeDocument/2006/relationships/image" Target="../media/image217.emf"/><Relationship Id="rId6" Type="http://schemas.openxmlformats.org/officeDocument/2006/relationships/image" Target="../media/image222.emf"/><Relationship Id="rId5" Type="http://schemas.openxmlformats.org/officeDocument/2006/relationships/image" Target="../media/image221.emf"/><Relationship Id="rId4" Type="http://schemas.openxmlformats.org/officeDocument/2006/relationships/image" Target="../media/image220.emf"/><Relationship Id="rId9" Type="http://schemas.openxmlformats.org/officeDocument/2006/relationships/image" Target="../media/image225.e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227.wmf"/><Relationship Id="rId1" Type="http://schemas.openxmlformats.org/officeDocument/2006/relationships/image" Target="../media/image226.e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230.wmf"/><Relationship Id="rId2" Type="http://schemas.openxmlformats.org/officeDocument/2006/relationships/image" Target="../media/image229.wmf"/><Relationship Id="rId1" Type="http://schemas.openxmlformats.org/officeDocument/2006/relationships/image" Target="../media/image228.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227.wmf"/><Relationship Id="rId2" Type="http://schemas.openxmlformats.org/officeDocument/2006/relationships/image" Target="../media/image232.wmf"/><Relationship Id="rId1" Type="http://schemas.openxmlformats.org/officeDocument/2006/relationships/image" Target="../media/image231.w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241.emf"/><Relationship Id="rId3" Type="http://schemas.openxmlformats.org/officeDocument/2006/relationships/image" Target="../media/image236.emf"/><Relationship Id="rId7" Type="http://schemas.openxmlformats.org/officeDocument/2006/relationships/image" Target="../media/image240.emf"/><Relationship Id="rId2" Type="http://schemas.openxmlformats.org/officeDocument/2006/relationships/image" Target="../media/image235.emf"/><Relationship Id="rId1" Type="http://schemas.openxmlformats.org/officeDocument/2006/relationships/image" Target="../media/image234.emf"/><Relationship Id="rId6" Type="http://schemas.openxmlformats.org/officeDocument/2006/relationships/image" Target="../media/image239.emf"/><Relationship Id="rId5" Type="http://schemas.openxmlformats.org/officeDocument/2006/relationships/image" Target="../media/image238.emf"/><Relationship Id="rId4" Type="http://schemas.openxmlformats.org/officeDocument/2006/relationships/image" Target="../media/image237.emf"/><Relationship Id="rId9" Type="http://schemas.openxmlformats.org/officeDocument/2006/relationships/image" Target="../media/image242.e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245.emf"/><Relationship Id="rId7" Type="http://schemas.openxmlformats.org/officeDocument/2006/relationships/image" Target="../media/image249.emf"/><Relationship Id="rId2" Type="http://schemas.openxmlformats.org/officeDocument/2006/relationships/image" Target="../media/image244.emf"/><Relationship Id="rId1" Type="http://schemas.openxmlformats.org/officeDocument/2006/relationships/image" Target="../media/image243.emf"/><Relationship Id="rId6" Type="http://schemas.openxmlformats.org/officeDocument/2006/relationships/image" Target="../media/image248.emf"/><Relationship Id="rId5" Type="http://schemas.openxmlformats.org/officeDocument/2006/relationships/image" Target="../media/image247.emf"/><Relationship Id="rId4" Type="http://schemas.openxmlformats.org/officeDocument/2006/relationships/image" Target="../media/image246.e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253.wmf"/><Relationship Id="rId2" Type="http://schemas.openxmlformats.org/officeDocument/2006/relationships/image" Target="../media/image252.wmf"/><Relationship Id="rId1" Type="http://schemas.openxmlformats.org/officeDocument/2006/relationships/image" Target="../media/image251.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257.wmf"/><Relationship Id="rId2" Type="http://schemas.openxmlformats.org/officeDocument/2006/relationships/image" Target="../media/image256.wmf"/><Relationship Id="rId1" Type="http://schemas.openxmlformats.org/officeDocument/2006/relationships/image" Target="../media/image255.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260.wmf"/><Relationship Id="rId2" Type="http://schemas.openxmlformats.org/officeDocument/2006/relationships/image" Target="../media/image259.wmf"/><Relationship Id="rId1" Type="http://schemas.openxmlformats.org/officeDocument/2006/relationships/image" Target="../media/image258.wmf"/><Relationship Id="rId5" Type="http://schemas.openxmlformats.org/officeDocument/2006/relationships/image" Target="../media/image262.wmf"/><Relationship Id="rId4" Type="http://schemas.openxmlformats.org/officeDocument/2006/relationships/image" Target="../media/image261.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268.wmf"/><Relationship Id="rId2" Type="http://schemas.openxmlformats.org/officeDocument/2006/relationships/image" Target="../media/image267.wmf"/><Relationship Id="rId1" Type="http://schemas.openxmlformats.org/officeDocument/2006/relationships/image" Target="../media/image266.wmf"/><Relationship Id="rId5" Type="http://schemas.openxmlformats.org/officeDocument/2006/relationships/image" Target="../media/image270.wmf"/><Relationship Id="rId4" Type="http://schemas.openxmlformats.org/officeDocument/2006/relationships/image" Target="../media/image269.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272.wmf"/></Relationships>
</file>

<file path=ppt/drawings/_rels/vmlDrawing45.vml.rels><?xml version="1.0" encoding="UTF-8" standalone="yes"?>
<Relationships xmlns="http://schemas.openxmlformats.org/package/2006/relationships"><Relationship Id="rId8" Type="http://schemas.openxmlformats.org/officeDocument/2006/relationships/image" Target="../media/image139.wmf"/><Relationship Id="rId3" Type="http://schemas.openxmlformats.org/officeDocument/2006/relationships/image" Target="../media/image133.wmf"/><Relationship Id="rId7" Type="http://schemas.openxmlformats.org/officeDocument/2006/relationships/image" Target="../media/image137.wmf"/><Relationship Id="rId2" Type="http://schemas.openxmlformats.org/officeDocument/2006/relationships/image" Target="../media/image131.wmf"/><Relationship Id="rId1" Type="http://schemas.openxmlformats.org/officeDocument/2006/relationships/image" Target="../media/image273.wmf"/><Relationship Id="rId6" Type="http://schemas.openxmlformats.org/officeDocument/2006/relationships/image" Target="../media/image275.wmf"/><Relationship Id="rId5" Type="http://schemas.openxmlformats.org/officeDocument/2006/relationships/image" Target="../media/image135.wmf"/><Relationship Id="rId4" Type="http://schemas.openxmlformats.org/officeDocument/2006/relationships/image" Target="../media/image274.wmf"/><Relationship Id="rId9" Type="http://schemas.openxmlformats.org/officeDocument/2006/relationships/image" Target="../media/image276.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273.w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276.wmf"/><Relationship Id="rId1" Type="http://schemas.openxmlformats.org/officeDocument/2006/relationships/image" Target="../media/image277.w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278.wmf"/></Relationships>
</file>

<file path=ppt/drawings/_rels/vmlDrawing49.vml.rels><?xml version="1.0" encoding="UTF-8" standalone="yes"?>
<Relationships xmlns="http://schemas.openxmlformats.org/package/2006/relationships"><Relationship Id="rId8" Type="http://schemas.openxmlformats.org/officeDocument/2006/relationships/image" Target="../media/image276.wmf"/><Relationship Id="rId3" Type="http://schemas.openxmlformats.org/officeDocument/2006/relationships/image" Target="../media/image281.wmf"/><Relationship Id="rId7" Type="http://schemas.openxmlformats.org/officeDocument/2006/relationships/image" Target="../media/image285.wmf"/><Relationship Id="rId2" Type="http://schemas.openxmlformats.org/officeDocument/2006/relationships/image" Target="../media/image280.wmf"/><Relationship Id="rId1" Type="http://schemas.openxmlformats.org/officeDocument/2006/relationships/image" Target="../media/image279.wmf"/><Relationship Id="rId6" Type="http://schemas.openxmlformats.org/officeDocument/2006/relationships/image" Target="../media/image284.wmf"/><Relationship Id="rId5" Type="http://schemas.openxmlformats.org/officeDocument/2006/relationships/image" Target="../media/image283.wmf"/><Relationship Id="rId4" Type="http://schemas.openxmlformats.org/officeDocument/2006/relationships/image" Target="../media/image282.wmf"/><Relationship Id="rId9" Type="http://schemas.openxmlformats.org/officeDocument/2006/relationships/image" Target="../media/image286.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279.w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276.wmf"/><Relationship Id="rId2" Type="http://schemas.openxmlformats.org/officeDocument/2006/relationships/image" Target="../media/image288.wmf"/><Relationship Id="rId1" Type="http://schemas.openxmlformats.org/officeDocument/2006/relationships/image" Target="../media/image287.wmf"/><Relationship Id="rId4" Type="http://schemas.openxmlformats.org/officeDocument/2006/relationships/image" Target="../media/image289.wmf"/></Relationships>
</file>

<file path=ppt/drawings/_rels/vmlDrawing52.vml.rels><?xml version="1.0" encoding="UTF-8" standalone="yes"?>
<Relationships xmlns="http://schemas.openxmlformats.org/package/2006/relationships"><Relationship Id="rId2" Type="http://schemas.openxmlformats.org/officeDocument/2006/relationships/image" Target="../media/image291.wmf"/><Relationship Id="rId1" Type="http://schemas.openxmlformats.org/officeDocument/2006/relationships/image" Target="../media/image290.w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293.wmf"/><Relationship Id="rId2" Type="http://schemas.openxmlformats.org/officeDocument/2006/relationships/image" Target="../media/image283.wmf"/><Relationship Id="rId1" Type="http://schemas.openxmlformats.org/officeDocument/2006/relationships/image" Target="../media/image292.wmf"/><Relationship Id="rId5" Type="http://schemas.openxmlformats.org/officeDocument/2006/relationships/image" Target="../media/image295.wmf"/><Relationship Id="rId4" Type="http://schemas.openxmlformats.org/officeDocument/2006/relationships/image" Target="../media/image294.wmf"/></Relationships>
</file>

<file path=ppt/drawings/_rels/vmlDrawing54.vml.rels><?xml version="1.0" encoding="UTF-8" standalone="yes"?>
<Relationships xmlns="http://schemas.openxmlformats.org/package/2006/relationships"><Relationship Id="rId2" Type="http://schemas.openxmlformats.org/officeDocument/2006/relationships/image" Target="../media/image297.wmf"/><Relationship Id="rId1" Type="http://schemas.openxmlformats.org/officeDocument/2006/relationships/image" Target="../media/image296.wmf"/></Relationships>
</file>

<file path=ppt/drawings/_rels/vmlDrawing55.vml.rels><?xml version="1.0" encoding="UTF-8" standalone="yes"?>
<Relationships xmlns="http://schemas.openxmlformats.org/package/2006/relationships"><Relationship Id="rId2" Type="http://schemas.openxmlformats.org/officeDocument/2006/relationships/image" Target="../media/image299.wmf"/><Relationship Id="rId1" Type="http://schemas.openxmlformats.org/officeDocument/2006/relationships/image" Target="../media/image298.wmf"/></Relationships>
</file>

<file path=ppt/drawings/_rels/vmlDrawing56.vml.rels><?xml version="1.0" encoding="UTF-8" standalone="yes"?>
<Relationships xmlns="http://schemas.openxmlformats.org/package/2006/relationships"><Relationship Id="rId2" Type="http://schemas.openxmlformats.org/officeDocument/2006/relationships/image" Target="../media/image301.wmf"/><Relationship Id="rId1" Type="http://schemas.openxmlformats.org/officeDocument/2006/relationships/image" Target="../media/image300.w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302.wmf"/></Relationships>
</file>

<file path=ppt/drawings/_rels/vmlDrawing58.vml.rels><?xml version="1.0" encoding="UTF-8" standalone="yes"?>
<Relationships xmlns="http://schemas.openxmlformats.org/package/2006/relationships"><Relationship Id="rId3" Type="http://schemas.openxmlformats.org/officeDocument/2006/relationships/image" Target="../media/image305.wmf"/><Relationship Id="rId2" Type="http://schemas.openxmlformats.org/officeDocument/2006/relationships/image" Target="../media/image304.wmf"/><Relationship Id="rId1" Type="http://schemas.openxmlformats.org/officeDocument/2006/relationships/image" Target="../media/image303.wmf"/><Relationship Id="rId4" Type="http://schemas.openxmlformats.org/officeDocument/2006/relationships/image" Target="../media/image306.wmf"/></Relationships>
</file>

<file path=ppt/drawings/_rels/vmlDrawing59.vml.rels><?xml version="1.0" encoding="UTF-8" standalone="yes"?>
<Relationships xmlns="http://schemas.openxmlformats.org/package/2006/relationships"><Relationship Id="rId3" Type="http://schemas.openxmlformats.org/officeDocument/2006/relationships/image" Target="../media/image309.emf"/><Relationship Id="rId2" Type="http://schemas.openxmlformats.org/officeDocument/2006/relationships/image" Target="../media/image308.emf"/><Relationship Id="rId1" Type="http://schemas.openxmlformats.org/officeDocument/2006/relationships/image" Target="../media/image307.emf"/><Relationship Id="rId6" Type="http://schemas.openxmlformats.org/officeDocument/2006/relationships/image" Target="../media/image312.emf"/><Relationship Id="rId5" Type="http://schemas.openxmlformats.org/officeDocument/2006/relationships/image" Target="../media/image311.emf"/><Relationship Id="rId4" Type="http://schemas.openxmlformats.org/officeDocument/2006/relationships/image" Target="../media/image310.e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313.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97.emf"/></Relationships>
</file>

<file path=ppt/drawings/_rels/vmlDrawing62.vml.rels><?xml version="1.0" encoding="UTF-8" standalone="yes"?>
<Relationships xmlns="http://schemas.openxmlformats.org/package/2006/relationships"><Relationship Id="rId3" Type="http://schemas.openxmlformats.org/officeDocument/2006/relationships/image" Target="../media/image317.wmf"/><Relationship Id="rId2" Type="http://schemas.openxmlformats.org/officeDocument/2006/relationships/image" Target="../media/image316.wmf"/><Relationship Id="rId1" Type="http://schemas.openxmlformats.org/officeDocument/2006/relationships/image" Target="../media/image315.w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319.wmf"/></Relationships>
</file>

<file path=ppt/drawings/_rels/vmlDrawing64.vml.rels><?xml version="1.0" encoding="UTF-8" standalone="yes"?>
<Relationships xmlns="http://schemas.openxmlformats.org/package/2006/relationships"><Relationship Id="rId2" Type="http://schemas.openxmlformats.org/officeDocument/2006/relationships/image" Target="../media/image321.wmf"/><Relationship Id="rId1" Type="http://schemas.openxmlformats.org/officeDocument/2006/relationships/image" Target="../media/image320.wmf"/></Relationships>
</file>

<file path=ppt/drawings/_rels/vmlDrawing65.vml.rels><?xml version="1.0" encoding="UTF-8" standalone="yes"?>
<Relationships xmlns="http://schemas.openxmlformats.org/package/2006/relationships"><Relationship Id="rId2" Type="http://schemas.openxmlformats.org/officeDocument/2006/relationships/image" Target="../media/image329.wmf"/><Relationship Id="rId1" Type="http://schemas.openxmlformats.org/officeDocument/2006/relationships/image" Target="../media/image328.wmf"/></Relationships>
</file>

<file path=ppt/drawings/_rels/vmlDrawing66.vml.rels><?xml version="1.0" encoding="UTF-8" standalone="yes"?>
<Relationships xmlns="http://schemas.openxmlformats.org/package/2006/relationships"><Relationship Id="rId2" Type="http://schemas.openxmlformats.org/officeDocument/2006/relationships/image" Target="../media/image331.wmf"/><Relationship Id="rId1" Type="http://schemas.openxmlformats.org/officeDocument/2006/relationships/image" Target="../media/image330.wmf"/></Relationships>
</file>

<file path=ppt/drawings/_rels/vmlDrawing67.vml.rels><?xml version="1.0" encoding="UTF-8" standalone="yes"?>
<Relationships xmlns="http://schemas.openxmlformats.org/package/2006/relationships"><Relationship Id="rId1" Type="http://schemas.openxmlformats.org/officeDocument/2006/relationships/image" Target="../media/image97.e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332.wmf"/></Relationships>
</file>

<file path=ppt/drawings/_rels/vmlDrawing69.vml.rels><?xml version="1.0" encoding="UTF-8" standalone="yes"?>
<Relationships xmlns="http://schemas.openxmlformats.org/package/2006/relationships"><Relationship Id="rId3" Type="http://schemas.openxmlformats.org/officeDocument/2006/relationships/image" Target="../media/image335.wmf"/><Relationship Id="rId2" Type="http://schemas.openxmlformats.org/officeDocument/2006/relationships/image" Target="../media/image334.wmf"/><Relationship Id="rId1" Type="http://schemas.openxmlformats.org/officeDocument/2006/relationships/image" Target="../media/image333.wmf"/></Relationships>
</file>

<file path=ppt/drawings/_rels/vmlDrawing70.vml.rels><?xml version="1.0" encoding="UTF-8" standalone="yes"?>
<Relationships xmlns="http://schemas.openxmlformats.org/package/2006/relationships"><Relationship Id="rId3" Type="http://schemas.openxmlformats.org/officeDocument/2006/relationships/image" Target="../media/image338.wmf"/><Relationship Id="rId7" Type="http://schemas.openxmlformats.org/officeDocument/2006/relationships/image" Target="../media/image342.wmf"/><Relationship Id="rId2" Type="http://schemas.openxmlformats.org/officeDocument/2006/relationships/image" Target="../media/image337.wmf"/><Relationship Id="rId1" Type="http://schemas.openxmlformats.org/officeDocument/2006/relationships/image" Target="../media/image336.wmf"/><Relationship Id="rId6" Type="http://schemas.openxmlformats.org/officeDocument/2006/relationships/image" Target="../media/image341.wmf"/><Relationship Id="rId5" Type="http://schemas.openxmlformats.org/officeDocument/2006/relationships/image" Target="../media/image340.wmf"/><Relationship Id="rId4" Type="http://schemas.openxmlformats.org/officeDocument/2006/relationships/image" Target="../media/image339.wmf"/></Relationships>
</file>

<file path=ppt/drawings/_rels/vmlDrawing71.vml.rels><?xml version="1.0" encoding="UTF-8" standalone="yes"?>
<Relationships xmlns="http://schemas.openxmlformats.org/package/2006/relationships"><Relationship Id="rId2" Type="http://schemas.openxmlformats.org/officeDocument/2006/relationships/image" Target="../media/image337.wmf"/><Relationship Id="rId1" Type="http://schemas.openxmlformats.org/officeDocument/2006/relationships/image" Target="../media/image336.wmf"/></Relationships>
</file>

<file path=ppt/drawings/_rels/vmlDrawing72.vml.rels><?xml version="1.0" encoding="UTF-8" standalone="yes"?>
<Relationships xmlns="http://schemas.openxmlformats.org/package/2006/relationships"><Relationship Id="rId3" Type="http://schemas.openxmlformats.org/officeDocument/2006/relationships/image" Target="../media/image346.wmf"/><Relationship Id="rId2" Type="http://schemas.openxmlformats.org/officeDocument/2006/relationships/image" Target="../media/image345.wmf"/><Relationship Id="rId1" Type="http://schemas.openxmlformats.org/officeDocument/2006/relationships/image" Target="../media/image344.wmf"/><Relationship Id="rId6" Type="http://schemas.openxmlformats.org/officeDocument/2006/relationships/image" Target="../media/image349.wmf"/><Relationship Id="rId5" Type="http://schemas.openxmlformats.org/officeDocument/2006/relationships/image" Target="../media/image348.wmf"/><Relationship Id="rId4" Type="http://schemas.openxmlformats.org/officeDocument/2006/relationships/image" Target="../media/image347.wmf"/></Relationships>
</file>

<file path=ppt/drawings/_rels/vmlDrawing73.vml.rels><?xml version="1.0" encoding="UTF-8" standalone="yes"?>
<Relationships xmlns="http://schemas.openxmlformats.org/package/2006/relationships"><Relationship Id="rId2" Type="http://schemas.openxmlformats.org/officeDocument/2006/relationships/image" Target="../media/image350.wmf"/><Relationship Id="rId1" Type="http://schemas.openxmlformats.org/officeDocument/2006/relationships/image" Target="../media/image348.wmf"/></Relationships>
</file>

<file path=ppt/drawings/_rels/vmlDrawing74.vml.rels><?xml version="1.0" encoding="UTF-8" standalone="yes"?>
<Relationships xmlns="http://schemas.openxmlformats.org/package/2006/relationships"><Relationship Id="rId8" Type="http://schemas.openxmlformats.org/officeDocument/2006/relationships/image" Target="../media/image355.wmf"/><Relationship Id="rId3" Type="http://schemas.openxmlformats.org/officeDocument/2006/relationships/image" Target="../media/image351.wmf"/><Relationship Id="rId7" Type="http://schemas.openxmlformats.org/officeDocument/2006/relationships/image" Target="../media/image354.wmf"/><Relationship Id="rId2" Type="http://schemas.openxmlformats.org/officeDocument/2006/relationships/image" Target="../media/image349.wmf"/><Relationship Id="rId1" Type="http://schemas.openxmlformats.org/officeDocument/2006/relationships/image" Target="../media/image348.wmf"/><Relationship Id="rId6" Type="http://schemas.openxmlformats.org/officeDocument/2006/relationships/image" Target="../media/image353.wmf"/><Relationship Id="rId5" Type="http://schemas.openxmlformats.org/officeDocument/2006/relationships/image" Target="../media/image350.wmf"/><Relationship Id="rId10" Type="http://schemas.openxmlformats.org/officeDocument/2006/relationships/image" Target="../media/image357.wmf"/><Relationship Id="rId4" Type="http://schemas.openxmlformats.org/officeDocument/2006/relationships/image" Target="../media/image352.wmf"/><Relationship Id="rId9" Type="http://schemas.openxmlformats.org/officeDocument/2006/relationships/image" Target="../media/image356.wmf"/></Relationships>
</file>

<file path=ppt/drawings/_rels/vmlDrawing75.vml.rels><?xml version="1.0" encoding="UTF-8" standalone="yes"?>
<Relationships xmlns="http://schemas.openxmlformats.org/package/2006/relationships"><Relationship Id="rId3" Type="http://schemas.openxmlformats.org/officeDocument/2006/relationships/image" Target="../media/image350.wmf"/><Relationship Id="rId2" Type="http://schemas.openxmlformats.org/officeDocument/2006/relationships/image" Target="../media/image360.wmf"/><Relationship Id="rId1" Type="http://schemas.openxmlformats.org/officeDocument/2006/relationships/image" Target="../media/image359.wmf"/><Relationship Id="rId6" Type="http://schemas.openxmlformats.org/officeDocument/2006/relationships/image" Target="../media/image362.wmf"/><Relationship Id="rId5" Type="http://schemas.openxmlformats.org/officeDocument/2006/relationships/image" Target="../media/image354.wmf"/><Relationship Id="rId4" Type="http://schemas.openxmlformats.org/officeDocument/2006/relationships/image" Target="../media/image361.wmf"/></Relationships>
</file>

<file path=ppt/drawings/_rels/vmlDrawing76.vml.rels><?xml version="1.0" encoding="UTF-8" standalone="yes"?>
<Relationships xmlns="http://schemas.openxmlformats.org/package/2006/relationships"><Relationship Id="rId8" Type="http://schemas.openxmlformats.org/officeDocument/2006/relationships/image" Target="../media/image370.wmf"/><Relationship Id="rId3" Type="http://schemas.openxmlformats.org/officeDocument/2006/relationships/image" Target="../media/image366.wmf"/><Relationship Id="rId7" Type="http://schemas.openxmlformats.org/officeDocument/2006/relationships/image" Target="../media/image369.wmf"/><Relationship Id="rId2" Type="http://schemas.openxmlformats.org/officeDocument/2006/relationships/image" Target="../media/image365.wmf"/><Relationship Id="rId1" Type="http://schemas.openxmlformats.org/officeDocument/2006/relationships/image" Target="../media/image364.wmf"/><Relationship Id="rId6" Type="http://schemas.openxmlformats.org/officeDocument/2006/relationships/image" Target="../media/image356.wmf"/><Relationship Id="rId5" Type="http://schemas.openxmlformats.org/officeDocument/2006/relationships/image" Target="../media/image368.wmf"/><Relationship Id="rId4" Type="http://schemas.openxmlformats.org/officeDocument/2006/relationships/image" Target="../media/image367.wmf"/></Relationships>
</file>

<file path=ppt/drawings/_rels/vmlDrawing77.vml.rels><?xml version="1.0" encoding="UTF-8" standalone="yes"?>
<Relationships xmlns="http://schemas.openxmlformats.org/package/2006/relationships"><Relationship Id="rId2" Type="http://schemas.openxmlformats.org/officeDocument/2006/relationships/image" Target="../media/image371.wmf"/><Relationship Id="rId1" Type="http://schemas.openxmlformats.org/officeDocument/2006/relationships/image" Target="../media/image367.wmf"/></Relationships>
</file>

<file path=ppt/drawings/_rels/vmlDrawing78.vml.rels><?xml version="1.0" encoding="UTF-8" standalone="yes"?>
<Relationships xmlns="http://schemas.openxmlformats.org/package/2006/relationships"><Relationship Id="rId3" Type="http://schemas.openxmlformats.org/officeDocument/2006/relationships/image" Target="../media/image374.wmf"/><Relationship Id="rId2" Type="http://schemas.openxmlformats.org/officeDocument/2006/relationships/image" Target="../media/image373.wmf"/><Relationship Id="rId1" Type="http://schemas.openxmlformats.org/officeDocument/2006/relationships/image" Target="../media/image372.wmf"/><Relationship Id="rId6" Type="http://schemas.openxmlformats.org/officeDocument/2006/relationships/image" Target="../media/image360.wmf"/><Relationship Id="rId5" Type="http://schemas.openxmlformats.org/officeDocument/2006/relationships/image" Target="../media/image376.wmf"/><Relationship Id="rId4" Type="http://schemas.openxmlformats.org/officeDocument/2006/relationships/image" Target="../media/image375.wmf"/></Relationships>
</file>

<file path=ppt/drawings/_rels/vmlDrawing79.vml.rels><?xml version="1.0" encoding="UTF-8" standalone="yes"?>
<Relationships xmlns="http://schemas.openxmlformats.org/package/2006/relationships"><Relationship Id="rId3" Type="http://schemas.openxmlformats.org/officeDocument/2006/relationships/image" Target="../media/image379.wmf"/><Relationship Id="rId2" Type="http://schemas.openxmlformats.org/officeDocument/2006/relationships/image" Target="../media/image378.wmf"/><Relationship Id="rId1" Type="http://schemas.openxmlformats.org/officeDocument/2006/relationships/image" Target="../media/image376.wmf"/></Relationships>
</file>

<file path=ppt/drawings/_rels/vmlDrawing80.vml.rels><?xml version="1.0" encoding="UTF-8" standalone="yes"?>
<Relationships xmlns="http://schemas.openxmlformats.org/package/2006/relationships"><Relationship Id="rId2" Type="http://schemas.openxmlformats.org/officeDocument/2006/relationships/image" Target="../media/image381.wmf"/><Relationship Id="rId1" Type="http://schemas.openxmlformats.org/officeDocument/2006/relationships/image" Target="../media/image380.wmf"/></Relationships>
</file>

<file path=ppt/drawings/_rels/vmlDrawing81.vml.rels><?xml version="1.0" encoding="UTF-8" standalone="yes"?>
<Relationships xmlns="http://schemas.openxmlformats.org/package/2006/relationships"><Relationship Id="rId3" Type="http://schemas.openxmlformats.org/officeDocument/2006/relationships/image" Target="../media/image387.wmf"/><Relationship Id="rId2" Type="http://schemas.openxmlformats.org/officeDocument/2006/relationships/image" Target="../media/image386.wmf"/><Relationship Id="rId1" Type="http://schemas.openxmlformats.org/officeDocument/2006/relationships/image" Target="../media/image380.wmf"/><Relationship Id="rId4" Type="http://schemas.openxmlformats.org/officeDocument/2006/relationships/image" Target="../media/image388.wmf"/></Relationships>
</file>

<file path=ppt/drawings/_rels/vmlDrawing82.vml.rels><?xml version="1.0" encoding="UTF-8" standalone="yes"?>
<Relationships xmlns="http://schemas.openxmlformats.org/package/2006/relationships"><Relationship Id="rId3" Type="http://schemas.openxmlformats.org/officeDocument/2006/relationships/image" Target="../media/image392.wmf"/><Relationship Id="rId2" Type="http://schemas.openxmlformats.org/officeDocument/2006/relationships/image" Target="../media/image391.wmf"/><Relationship Id="rId1" Type="http://schemas.openxmlformats.org/officeDocument/2006/relationships/image" Target="../media/image390.wmf"/></Relationships>
</file>

<file path=ppt/drawings/_rels/vmlDrawing83.vml.rels><?xml version="1.0" encoding="UTF-8" standalone="yes"?>
<Relationships xmlns="http://schemas.openxmlformats.org/package/2006/relationships"><Relationship Id="rId3" Type="http://schemas.openxmlformats.org/officeDocument/2006/relationships/image" Target="../media/image398.wmf"/><Relationship Id="rId2" Type="http://schemas.openxmlformats.org/officeDocument/2006/relationships/image" Target="../media/image397.wmf"/><Relationship Id="rId1" Type="http://schemas.openxmlformats.org/officeDocument/2006/relationships/image" Target="../media/image396.wmf"/><Relationship Id="rId6" Type="http://schemas.openxmlformats.org/officeDocument/2006/relationships/image" Target="../media/image400.wmf"/><Relationship Id="rId5" Type="http://schemas.openxmlformats.org/officeDocument/2006/relationships/image" Target="../media/image132.wmf"/><Relationship Id="rId4" Type="http://schemas.openxmlformats.org/officeDocument/2006/relationships/image" Target="../media/image399.wmf"/></Relationships>
</file>

<file path=ppt/drawings/_rels/vmlDrawing84.vml.rels><?xml version="1.0" encoding="UTF-8" standalone="yes"?>
<Relationships xmlns="http://schemas.openxmlformats.org/package/2006/relationships"><Relationship Id="rId3" Type="http://schemas.openxmlformats.org/officeDocument/2006/relationships/image" Target="../media/image97.emf"/><Relationship Id="rId2" Type="http://schemas.openxmlformats.org/officeDocument/2006/relationships/image" Target="../media/image401.wmf"/><Relationship Id="rId1" Type="http://schemas.openxmlformats.org/officeDocument/2006/relationships/image" Target="../media/image400.wmf"/><Relationship Id="rId4" Type="http://schemas.openxmlformats.org/officeDocument/2006/relationships/image" Target="../media/image402.wmf"/></Relationships>
</file>

<file path=ppt/drawings/_rels/vmlDrawing85.vml.rels><?xml version="1.0" encoding="UTF-8" standalone="yes"?>
<Relationships xmlns="http://schemas.openxmlformats.org/package/2006/relationships"><Relationship Id="rId3" Type="http://schemas.openxmlformats.org/officeDocument/2006/relationships/image" Target="../media/image366.wmf"/><Relationship Id="rId2" Type="http://schemas.openxmlformats.org/officeDocument/2006/relationships/image" Target="../media/image365.wmf"/><Relationship Id="rId1" Type="http://schemas.openxmlformats.org/officeDocument/2006/relationships/image" Target="../media/image364.wmf"/><Relationship Id="rId6" Type="http://schemas.openxmlformats.org/officeDocument/2006/relationships/image" Target="../media/image349.wmf"/><Relationship Id="rId5" Type="http://schemas.openxmlformats.org/officeDocument/2006/relationships/image" Target="../media/image404.wmf"/><Relationship Id="rId4" Type="http://schemas.openxmlformats.org/officeDocument/2006/relationships/image" Target="../media/image403.wmf"/></Relationships>
</file>

<file path=ppt/drawings/_rels/vmlDrawing86.vml.rels><?xml version="1.0" encoding="UTF-8" standalone="yes"?>
<Relationships xmlns="http://schemas.openxmlformats.org/package/2006/relationships"><Relationship Id="rId3" Type="http://schemas.openxmlformats.org/officeDocument/2006/relationships/image" Target="../media/image407.wmf"/><Relationship Id="rId2" Type="http://schemas.openxmlformats.org/officeDocument/2006/relationships/image" Target="../media/image406.wmf"/><Relationship Id="rId1" Type="http://schemas.openxmlformats.org/officeDocument/2006/relationships/image" Target="../media/image405.wmf"/></Relationships>
</file>

<file path=ppt/drawings/_rels/vmlDrawing87.vml.rels><?xml version="1.0" encoding="UTF-8" standalone="yes"?>
<Relationships xmlns="http://schemas.openxmlformats.org/package/2006/relationships"><Relationship Id="rId3" Type="http://schemas.openxmlformats.org/officeDocument/2006/relationships/image" Target="../media/image411.wmf"/><Relationship Id="rId2" Type="http://schemas.openxmlformats.org/officeDocument/2006/relationships/image" Target="../media/image410.wmf"/><Relationship Id="rId1" Type="http://schemas.openxmlformats.org/officeDocument/2006/relationships/image" Target="../media/image409.wmf"/></Relationships>
</file>

<file path=ppt/drawings/_rels/vmlDrawing88.vml.rels><?xml version="1.0" encoding="UTF-8" standalone="yes"?>
<Relationships xmlns="http://schemas.openxmlformats.org/package/2006/relationships"><Relationship Id="rId3" Type="http://schemas.openxmlformats.org/officeDocument/2006/relationships/image" Target="../media/image414.wmf"/><Relationship Id="rId2" Type="http://schemas.openxmlformats.org/officeDocument/2006/relationships/image" Target="../media/image413.wmf"/><Relationship Id="rId1" Type="http://schemas.openxmlformats.org/officeDocument/2006/relationships/image" Target="../media/image412.wmf"/><Relationship Id="rId5" Type="http://schemas.openxmlformats.org/officeDocument/2006/relationships/image" Target="../media/image416.wmf"/><Relationship Id="rId4" Type="http://schemas.openxmlformats.org/officeDocument/2006/relationships/image" Target="../media/image415.wmf"/></Relationships>
</file>

<file path=ppt/drawings/_rels/vmlDrawing89.vml.rels><?xml version="1.0" encoding="UTF-8" standalone="yes"?>
<Relationships xmlns="http://schemas.openxmlformats.org/package/2006/relationships"><Relationship Id="rId1" Type="http://schemas.openxmlformats.org/officeDocument/2006/relationships/image" Target="../media/image417.wmf"/></Relationships>
</file>

<file path=ppt/drawings/_rels/vmlDrawing90.vml.rels><?xml version="1.0" encoding="UTF-8" standalone="yes"?>
<Relationships xmlns="http://schemas.openxmlformats.org/package/2006/relationships"><Relationship Id="rId3" Type="http://schemas.openxmlformats.org/officeDocument/2006/relationships/image" Target="../media/image420.wmf"/><Relationship Id="rId2" Type="http://schemas.openxmlformats.org/officeDocument/2006/relationships/image" Target="../media/image419.wmf"/><Relationship Id="rId1" Type="http://schemas.openxmlformats.org/officeDocument/2006/relationships/image" Target="../media/image418.wmf"/><Relationship Id="rId4" Type="http://schemas.openxmlformats.org/officeDocument/2006/relationships/image" Target="../media/image421.wmf"/></Relationships>
</file>

<file path=ppt/drawings/_rels/vmlDrawing91.vml.rels><?xml version="1.0" encoding="UTF-8" standalone="yes"?>
<Relationships xmlns="http://schemas.openxmlformats.org/package/2006/relationships"><Relationship Id="rId3" Type="http://schemas.openxmlformats.org/officeDocument/2006/relationships/image" Target="../media/image424.wmf"/><Relationship Id="rId2" Type="http://schemas.openxmlformats.org/officeDocument/2006/relationships/image" Target="../media/image423.wmf"/><Relationship Id="rId1" Type="http://schemas.openxmlformats.org/officeDocument/2006/relationships/image" Target="../media/image422.wmf"/><Relationship Id="rId4" Type="http://schemas.openxmlformats.org/officeDocument/2006/relationships/image" Target="../media/image405.wmf"/></Relationships>
</file>

<file path=ppt/drawings/_rels/vmlDrawing92.vml.rels><?xml version="1.0" encoding="UTF-8" standalone="yes"?>
<Relationships xmlns="http://schemas.openxmlformats.org/package/2006/relationships"><Relationship Id="rId3" Type="http://schemas.openxmlformats.org/officeDocument/2006/relationships/image" Target="../media/image426.wmf"/><Relationship Id="rId7" Type="http://schemas.openxmlformats.org/officeDocument/2006/relationships/image" Target="../media/image430.wmf"/><Relationship Id="rId2" Type="http://schemas.openxmlformats.org/officeDocument/2006/relationships/image" Target="../media/image425.wmf"/><Relationship Id="rId1" Type="http://schemas.openxmlformats.org/officeDocument/2006/relationships/image" Target="../media/image405.wmf"/><Relationship Id="rId6" Type="http://schemas.openxmlformats.org/officeDocument/2006/relationships/image" Target="../media/image429.wmf"/><Relationship Id="rId5" Type="http://schemas.openxmlformats.org/officeDocument/2006/relationships/image" Target="../media/image428.wmf"/><Relationship Id="rId4" Type="http://schemas.openxmlformats.org/officeDocument/2006/relationships/image" Target="../media/image427.wmf"/></Relationships>
</file>

<file path=ppt/drawings/_rels/vmlDrawing93.vml.rels><?xml version="1.0" encoding="UTF-8" standalone="yes"?>
<Relationships xmlns="http://schemas.openxmlformats.org/package/2006/relationships"><Relationship Id="rId3" Type="http://schemas.openxmlformats.org/officeDocument/2006/relationships/image" Target="../media/image433.wmf"/><Relationship Id="rId2" Type="http://schemas.openxmlformats.org/officeDocument/2006/relationships/image" Target="../media/image432.wmf"/><Relationship Id="rId1" Type="http://schemas.openxmlformats.org/officeDocument/2006/relationships/image" Target="../media/image431.wmf"/></Relationships>
</file>

<file path=ppt/drawings/_rels/vmlDrawing94.vml.rels><?xml version="1.0" encoding="UTF-8" standalone="yes"?>
<Relationships xmlns="http://schemas.openxmlformats.org/package/2006/relationships"><Relationship Id="rId8" Type="http://schemas.openxmlformats.org/officeDocument/2006/relationships/image" Target="../media/image442.emf"/><Relationship Id="rId3" Type="http://schemas.openxmlformats.org/officeDocument/2006/relationships/image" Target="../media/image437.emf"/><Relationship Id="rId7" Type="http://schemas.openxmlformats.org/officeDocument/2006/relationships/image" Target="../media/image441.emf"/><Relationship Id="rId12" Type="http://schemas.openxmlformats.org/officeDocument/2006/relationships/image" Target="../media/image446.wmf"/><Relationship Id="rId2" Type="http://schemas.openxmlformats.org/officeDocument/2006/relationships/image" Target="../media/image436.emf"/><Relationship Id="rId1" Type="http://schemas.openxmlformats.org/officeDocument/2006/relationships/image" Target="../media/image435.wmf"/><Relationship Id="rId6" Type="http://schemas.openxmlformats.org/officeDocument/2006/relationships/image" Target="../media/image440.emf"/><Relationship Id="rId11" Type="http://schemas.openxmlformats.org/officeDocument/2006/relationships/image" Target="../media/image445.wmf"/><Relationship Id="rId5" Type="http://schemas.openxmlformats.org/officeDocument/2006/relationships/image" Target="../media/image439.emf"/><Relationship Id="rId10" Type="http://schemas.openxmlformats.org/officeDocument/2006/relationships/image" Target="../media/image444.wmf"/><Relationship Id="rId4" Type="http://schemas.openxmlformats.org/officeDocument/2006/relationships/image" Target="../media/image438.emf"/><Relationship Id="rId9" Type="http://schemas.openxmlformats.org/officeDocument/2006/relationships/image" Target="../media/image443.emf"/></Relationships>
</file>

<file path=ppt/drawings/_rels/vmlDrawing95.vml.rels><?xml version="1.0" encoding="UTF-8" standalone="yes"?>
<Relationships xmlns="http://schemas.openxmlformats.org/package/2006/relationships"><Relationship Id="rId3" Type="http://schemas.openxmlformats.org/officeDocument/2006/relationships/image" Target="../media/image449.wmf"/><Relationship Id="rId2" Type="http://schemas.openxmlformats.org/officeDocument/2006/relationships/image" Target="../media/image448.wmf"/><Relationship Id="rId1" Type="http://schemas.openxmlformats.org/officeDocument/2006/relationships/image" Target="../media/image447.wmf"/></Relationships>
</file>

<file path=ppt/drawings/_rels/vmlDrawing96.vml.rels><?xml version="1.0" encoding="UTF-8" standalone="yes"?>
<Relationships xmlns="http://schemas.openxmlformats.org/package/2006/relationships"><Relationship Id="rId3" Type="http://schemas.openxmlformats.org/officeDocument/2006/relationships/image" Target="../media/image452.wmf"/><Relationship Id="rId2" Type="http://schemas.openxmlformats.org/officeDocument/2006/relationships/image" Target="../media/image451.wmf"/><Relationship Id="rId1" Type="http://schemas.openxmlformats.org/officeDocument/2006/relationships/image" Target="../media/image450.wmf"/></Relationships>
</file>

<file path=ppt/drawings/_rels/vmlDrawing97.vml.rels><?xml version="1.0" encoding="UTF-8" standalone="yes"?>
<Relationships xmlns="http://schemas.openxmlformats.org/package/2006/relationships"><Relationship Id="rId3" Type="http://schemas.openxmlformats.org/officeDocument/2006/relationships/image" Target="../media/image455.wmf"/><Relationship Id="rId2" Type="http://schemas.openxmlformats.org/officeDocument/2006/relationships/image" Target="../media/image454.wmf"/><Relationship Id="rId1" Type="http://schemas.openxmlformats.org/officeDocument/2006/relationships/image" Target="../media/image453.wmf"/><Relationship Id="rId4" Type="http://schemas.openxmlformats.org/officeDocument/2006/relationships/image" Target="../media/image456.wmf"/></Relationships>
</file>

<file path=ppt/drawings/_rels/vmlDrawing98.vml.rels><?xml version="1.0" encoding="UTF-8" standalone="yes"?>
<Relationships xmlns="http://schemas.openxmlformats.org/package/2006/relationships"><Relationship Id="rId3" Type="http://schemas.openxmlformats.org/officeDocument/2006/relationships/image" Target="../media/image459.wmf"/><Relationship Id="rId2" Type="http://schemas.openxmlformats.org/officeDocument/2006/relationships/image" Target="../media/image458.wmf"/><Relationship Id="rId1" Type="http://schemas.openxmlformats.org/officeDocument/2006/relationships/image" Target="../media/image457.wmf"/><Relationship Id="rId5" Type="http://schemas.openxmlformats.org/officeDocument/2006/relationships/image" Target="../media/image461.wmf"/><Relationship Id="rId4" Type="http://schemas.openxmlformats.org/officeDocument/2006/relationships/image" Target="../media/image460.wmf"/></Relationships>
</file>

<file path=ppt/drawings/_rels/vmlDrawing99.vml.rels><?xml version="1.0" encoding="UTF-8" standalone="yes"?>
<Relationships xmlns="http://schemas.openxmlformats.org/package/2006/relationships"><Relationship Id="rId3" Type="http://schemas.openxmlformats.org/officeDocument/2006/relationships/image" Target="../media/image464.wmf"/><Relationship Id="rId2" Type="http://schemas.openxmlformats.org/officeDocument/2006/relationships/image" Target="../media/image463.wmf"/><Relationship Id="rId1" Type="http://schemas.openxmlformats.org/officeDocument/2006/relationships/image" Target="../media/image462.wmf"/><Relationship Id="rId4" Type="http://schemas.openxmlformats.org/officeDocument/2006/relationships/image" Target="../media/image465.wmf"/></Relationships>
</file>

<file path=ppt/drawings/_rels/vmlDrawing100.vml.rels><?xml version="1.0" encoding="UTF-8" standalone="yes"?>
<Relationships xmlns="http://schemas.openxmlformats.org/package/2006/relationships"><Relationship Id="rId2" Type="http://schemas.openxmlformats.org/officeDocument/2006/relationships/image" Target="../media/image468.wmf"/><Relationship Id="rId1" Type="http://schemas.openxmlformats.org/officeDocument/2006/relationships/image" Target="../media/image467.wmf"/></Relationships>
</file>

<file path=ppt/drawings/_rels/vmlDrawing101.vml.rels><?xml version="1.0" encoding="UTF-8" standalone="yes"?>
<Relationships xmlns="http://schemas.openxmlformats.org/package/2006/relationships"><Relationship Id="rId3" Type="http://schemas.openxmlformats.org/officeDocument/2006/relationships/image" Target="../media/image471.wmf"/><Relationship Id="rId2" Type="http://schemas.openxmlformats.org/officeDocument/2006/relationships/image" Target="../media/image470.wmf"/><Relationship Id="rId1" Type="http://schemas.openxmlformats.org/officeDocument/2006/relationships/image" Target="../media/image469.wmf"/></Relationships>
</file>

<file path=ppt/drawings/_rels/vmlDrawing102.vml.rels><?xml version="1.0" encoding="UTF-8" standalone="yes"?>
<Relationships xmlns="http://schemas.openxmlformats.org/package/2006/relationships"><Relationship Id="rId3" Type="http://schemas.openxmlformats.org/officeDocument/2006/relationships/image" Target="../media/image474.wmf"/><Relationship Id="rId2" Type="http://schemas.openxmlformats.org/officeDocument/2006/relationships/image" Target="../media/image473.wmf"/><Relationship Id="rId1" Type="http://schemas.openxmlformats.org/officeDocument/2006/relationships/image" Target="../media/image472.wmf"/></Relationships>
</file>

<file path=ppt/drawings/_rels/vmlDrawing103.vml.rels><?xml version="1.0" encoding="UTF-8" standalone="yes"?>
<Relationships xmlns="http://schemas.openxmlformats.org/package/2006/relationships"><Relationship Id="rId1" Type="http://schemas.openxmlformats.org/officeDocument/2006/relationships/image" Target="../media/image475.wmf"/></Relationships>
</file>

<file path=ppt/drawings/_rels/vmlDrawing104.vml.rels><?xml version="1.0" encoding="UTF-8" standalone="yes"?>
<Relationships xmlns="http://schemas.openxmlformats.org/package/2006/relationships"><Relationship Id="rId2" Type="http://schemas.openxmlformats.org/officeDocument/2006/relationships/image" Target="../media/image481.wmf"/><Relationship Id="rId1" Type="http://schemas.openxmlformats.org/officeDocument/2006/relationships/image" Target="../media/image475.wmf"/></Relationships>
</file>

<file path=ppt/drawings/_rels/vmlDrawing105.vml.rels><?xml version="1.0" encoding="UTF-8" standalone="yes"?>
<Relationships xmlns="http://schemas.openxmlformats.org/package/2006/relationships"><Relationship Id="rId1" Type="http://schemas.openxmlformats.org/officeDocument/2006/relationships/image" Target="../media/image332.wmf"/></Relationships>
</file>

<file path=ppt/drawings/_rels/vmlDrawing106.vml.rels><?xml version="1.0" encoding="UTF-8" standalone="yes"?>
<Relationships xmlns="http://schemas.openxmlformats.org/package/2006/relationships"><Relationship Id="rId8" Type="http://schemas.openxmlformats.org/officeDocument/2006/relationships/image" Target="../media/image485.wmf"/><Relationship Id="rId3" Type="http://schemas.openxmlformats.org/officeDocument/2006/relationships/image" Target="../media/image439.emf"/><Relationship Id="rId7" Type="http://schemas.openxmlformats.org/officeDocument/2006/relationships/image" Target="../media/image484.wmf"/><Relationship Id="rId2" Type="http://schemas.openxmlformats.org/officeDocument/2006/relationships/image" Target="../media/image438.emf"/><Relationship Id="rId1" Type="http://schemas.openxmlformats.org/officeDocument/2006/relationships/image" Target="../media/image483.wmf"/><Relationship Id="rId6" Type="http://schemas.openxmlformats.org/officeDocument/2006/relationships/image" Target="../media/image442.emf"/><Relationship Id="rId5" Type="http://schemas.openxmlformats.org/officeDocument/2006/relationships/image" Target="../media/image441.emf"/><Relationship Id="rId4" Type="http://schemas.openxmlformats.org/officeDocument/2006/relationships/image" Target="../media/image440.emf"/><Relationship Id="rId9" Type="http://schemas.openxmlformats.org/officeDocument/2006/relationships/image" Target="../media/image486.wmf"/></Relationships>
</file>

<file path=ppt/drawings/_rels/vmlDrawing107.vml.rels><?xml version="1.0" encoding="UTF-8" standalone="yes"?>
<Relationships xmlns="http://schemas.openxmlformats.org/package/2006/relationships"><Relationship Id="rId8" Type="http://schemas.openxmlformats.org/officeDocument/2006/relationships/image" Target="../media/image489.wmf"/><Relationship Id="rId3" Type="http://schemas.openxmlformats.org/officeDocument/2006/relationships/image" Target="../media/image438.emf"/><Relationship Id="rId7" Type="http://schemas.openxmlformats.org/officeDocument/2006/relationships/image" Target="../media/image442.emf"/><Relationship Id="rId2" Type="http://schemas.openxmlformats.org/officeDocument/2006/relationships/image" Target="../media/image488.wmf"/><Relationship Id="rId1" Type="http://schemas.openxmlformats.org/officeDocument/2006/relationships/image" Target="../media/image487.wmf"/><Relationship Id="rId6" Type="http://schemas.openxmlformats.org/officeDocument/2006/relationships/image" Target="../media/image441.emf"/><Relationship Id="rId5" Type="http://schemas.openxmlformats.org/officeDocument/2006/relationships/image" Target="../media/image440.emf"/><Relationship Id="rId4" Type="http://schemas.openxmlformats.org/officeDocument/2006/relationships/image" Target="../media/image439.emf"/><Relationship Id="rId9" Type="http://schemas.openxmlformats.org/officeDocument/2006/relationships/image" Target="../media/image490.wmf"/></Relationships>
</file>

<file path=ppt/drawings/_rels/vmlDrawing108.vml.rels><?xml version="1.0" encoding="UTF-8" standalone="yes"?>
<Relationships xmlns="http://schemas.openxmlformats.org/package/2006/relationships"><Relationship Id="rId3" Type="http://schemas.openxmlformats.org/officeDocument/2006/relationships/image" Target="../media/image493.wmf"/><Relationship Id="rId2" Type="http://schemas.openxmlformats.org/officeDocument/2006/relationships/image" Target="../media/image492.wmf"/><Relationship Id="rId1" Type="http://schemas.openxmlformats.org/officeDocument/2006/relationships/image" Target="../media/image491.wmf"/><Relationship Id="rId5" Type="http://schemas.openxmlformats.org/officeDocument/2006/relationships/image" Target="../media/image495.wmf"/><Relationship Id="rId4" Type="http://schemas.openxmlformats.org/officeDocument/2006/relationships/image" Target="../media/image49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3075" name="Rectangle 3"/>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3076" name="Rectangle 4"/>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08291F8E-1D5F-4826-AC5C-8C19E2CFF89D}"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2051"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2052" name="Rectangle 4"/>
          <p:cNvSpPr>
            <a:spLocks noGrp="1" noRot="1" noChangeAspect="1" noChangeArrowheads="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noProof="0"/>
              <a:t>单击以编辑母版文本样式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757389A6-691B-467C-8ED2-758B8A76D8E7}"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ADB8344-E640-4B28-83ED-F8A131609354}" type="slidenum">
              <a:rPr lang="en-US" altLang="zh-CN"/>
              <a:pPr>
                <a:defRPr/>
              </a:pPr>
              <a:t>‹#›</a:t>
            </a:fld>
            <a:endParaRPr lang="en-US" altLang="zh-CN"/>
          </a:p>
        </p:txBody>
      </p:sp>
    </p:spTree>
    <p:extLst>
      <p:ext uri="{BB962C8B-B14F-4D97-AF65-F5344CB8AC3E}">
        <p14:creationId xmlns:p14="http://schemas.microsoft.com/office/powerpoint/2010/main" val="3186872863"/>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6B780A32-13C1-4EF2-ACC5-F68C53CFC45C}" type="slidenum">
              <a:rPr lang="en-US" altLang="zh-CN"/>
              <a:pPr>
                <a:defRPr/>
              </a:pPr>
              <a:t>‹#›</a:t>
            </a:fld>
            <a:endParaRPr lang="en-US" altLang="zh-CN"/>
          </a:p>
        </p:txBody>
      </p:sp>
    </p:spTree>
    <p:extLst>
      <p:ext uri="{BB962C8B-B14F-4D97-AF65-F5344CB8AC3E}">
        <p14:creationId xmlns:p14="http://schemas.microsoft.com/office/powerpoint/2010/main" val="2680072629"/>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D991D3D-9F1C-4DCD-9880-F3AD63D2F64D}" type="slidenum">
              <a:rPr lang="en-US" altLang="zh-CN"/>
              <a:pPr>
                <a:defRPr/>
              </a:pPr>
              <a:t>‹#›</a:t>
            </a:fld>
            <a:endParaRPr lang="en-US" altLang="zh-CN"/>
          </a:p>
        </p:txBody>
      </p:sp>
    </p:spTree>
    <p:extLst>
      <p:ext uri="{BB962C8B-B14F-4D97-AF65-F5344CB8AC3E}">
        <p14:creationId xmlns:p14="http://schemas.microsoft.com/office/powerpoint/2010/main" val="1494634168"/>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A8490B39-6EB4-4D1B-8F8C-BA807A272D6D}" type="slidenum">
              <a:rPr lang="en-US" altLang="zh-CN"/>
              <a:pPr>
                <a:defRPr/>
              </a:pPr>
              <a:t>‹#›</a:t>
            </a:fld>
            <a:endParaRPr lang="en-US" altLang="zh-CN"/>
          </a:p>
        </p:txBody>
      </p:sp>
    </p:spTree>
    <p:extLst>
      <p:ext uri="{BB962C8B-B14F-4D97-AF65-F5344CB8AC3E}">
        <p14:creationId xmlns:p14="http://schemas.microsoft.com/office/powerpoint/2010/main" val="158037743"/>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04C06629-A7A0-4D54-869C-57195C326E32}" type="slidenum">
              <a:rPr lang="en-US" altLang="zh-CN"/>
              <a:pPr>
                <a:defRPr/>
              </a:pPr>
              <a:t>‹#›</a:t>
            </a:fld>
            <a:endParaRPr lang="en-US" altLang="zh-CN"/>
          </a:p>
        </p:txBody>
      </p:sp>
    </p:spTree>
    <p:extLst>
      <p:ext uri="{BB962C8B-B14F-4D97-AF65-F5344CB8AC3E}">
        <p14:creationId xmlns:p14="http://schemas.microsoft.com/office/powerpoint/2010/main" val="861386885"/>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C1387A8F-3DFD-495D-9844-A99692CCB1A6}" type="slidenum">
              <a:rPr lang="en-US" altLang="zh-CN"/>
              <a:pPr>
                <a:defRPr/>
              </a:pPr>
              <a:t>‹#›</a:t>
            </a:fld>
            <a:endParaRPr lang="en-US" altLang="zh-CN"/>
          </a:p>
        </p:txBody>
      </p:sp>
    </p:spTree>
    <p:extLst>
      <p:ext uri="{BB962C8B-B14F-4D97-AF65-F5344CB8AC3E}">
        <p14:creationId xmlns:p14="http://schemas.microsoft.com/office/powerpoint/2010/main" val="3498048851"/>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A0BC3DBE-A4A9-4BB2-BC23-6FB5BC613486}" type="slidenum">
              <a:rPr lang="en-US" altLang="zh-CN"/>
              <a:pPr>
                <a:defRPr/>
              </a:pPr>
              <a:t>‹#›</a:t>
            </a:fld>
            <a:endParaRPr lang="en-US" altLang="zh-CN"/>
          </a:p>
        </p:txBody>
      </p:sp>
    </p:spTree>
    <p:extLst>
      <p:ext uri="{BB962C8B-B14F-4D97-AF65-F5344CB8AC3E}">
        <p14:creationId xmlns:p14="http://schemas.microsoft.com/office/powerpoint/2010/main" val="1943222541"/>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F24900C-B30C-45B4-AF1C-CDFAD4EEFD7F}" type="slidenum">
              <a:rPr lang="en-US" altLang="zh-CN"/>
              <a:pPr>
                <a:defRPr/>
              </a:pPr>
              <a:t>‹#›</a:t>
            </a:fld>
            <a:endParaRPr lang="en-US" altLang="zh-CN"/>
          </a:p>
        </p:txBody>
      </p:sp>
    </p:spTree>
    <p:extLst>
      <p:ext uri="{BB962C8B-B14F-4D97-AF65-F5344CB8AC3E}">
        <p14:creationId xmlns:p14="http://schemas.microsoft.com/office/powerpoint/2010/main" val="3161546444"/>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4A59AD7-7048-4878-8F48-CFE7F4EBD7B4}" type="slidenum">
              <a:rPr lang="en-US" altLang="zh-CN"/>
              <a:pPr>
                <a:defRPr/>
              </a:pPr>
              <a:t>‹#›</a:t>
            </a:fld>
            <a:endParaRPr lang="en-US" altLang="zh-CN"/>
          </a:p>
        </p:txBody>
      </p:sp>
    </p:spTree>
    <p:extLst>
      <p:ext uri="{BB962C8B-B14F-4D97-AF65-F5344CB8AC3E}">
        <p14:creationId xmlns:p14="http://schemas.microsoft.com/office/powerpoint/2010/main" val="3876013960"/>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E3292B8-12DF-438E-A132-0C5A9EA3406F}" type="slidenum">
              <a:rPr lang="en-US" altLang="zh-CN"/>
              <a:pPr>
                <a:defRPr/>
              </a:pPr>
              <a:t>‹#›</a:t>
            </a:fld>
            <a:endParaRPr lang="en-US" altLang="zh-CN"/>
          </a:p>
        </p:txBody>
      </p:sp>
    </p:spTree>
    <p:extLst>
      <p:ext uri="{BB962C8B-B14F-4D97-AF65-F5344CB8AC3E}">
        <p14:creationId xmlns:p14="http://schemas.microsoft.com/office/powerpoint/2010/main" val="133746977"/>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50FC312-2CAC-409B-9EB6-3CD50E9DD9C0}" type="slidenum">
              <a:rPr lang="en-US" altLang="zh-CN"/>
              <a:pPr>
                <a:defRPr/>
              </a:pPr>
              <a:t>‹#›</a:t>
            </a:fld>
            <a:endParaRPr lang="en-US" altLang="zh-CN"/>
          </a:p>
        </p:txBody>
      </p:sp>
    </p:spTree>
    <p:extLst>
      <p:ext uri="{BB962C8B-B14F-4D97-AF65-F5344CB8AC3E}">
        <p14:creationId xmlns:p14="http://schemas.microsoft.com/office/powerpoint/2010/main" val="1851699391"/>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1C0492"/>
            </a:gs>
            <a:gs pos="100000">
              <a:srgbClr val="481E06"/>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单击以编辑</a:t>
            </a:r>
            <a:r>
              <a:rPr lang="zh-CN" altLang="en-US"/>
              <a:t>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单击以编辑母版文本样式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spcBef>
                <a:spcPct val="50000"/>
              </a:spcBef>
              <a:defRPr sz="1400"/>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eaLnBrk="1" hangingPunct="1">
              <a:spcBef>
                <a:spcPct val="50000"/>
              </a:spcBef>
              <a:defRPr sz="1400"/>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spcBef>
                <a:spcPct val="50000"/>
              </a:spcBef>
              <a:defRPr sz="1400"/>
            </a:lvl1pPr>
          </a:lstStyle>
          <a:p>
            <a:pPr>
              <a:defRPr/>
            </a:pPr>
            <a:fld id="{24D60D52-8AEF-4DE2-B883-A691AC2651AE}" type="slidenum">
              <a:rPr lang="en-US" altLang="zh-CN"/>
              <a:pPr>
                <a:defRPr/>
              </a:pPr>
              <a:t>‹#›</a:t>
            </a:fld>
            <a:endParaRPr lang="en-US" altLang="zh-CN"/>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txStyles>
    <p:title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6.emf"/><Relationship Id="rId3" Type="http://schemas.openxmlformats.org/officeDocument/2006/relationships/slide" Target="slide29.xml"/><Relationship Id="rId7" Type="http://schemas.openxmlformats.org/officeDocument/2006/relationships/image" Target="../media/image3.wmf"/><Relationship Id="rId12"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5.emf"/><Relationship Id="rId5" Type="http://schemas.openxmlformats.org/officeDocument/2006/relationships/image" Target="../media/image2.e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4.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8.emf"/><Relationship Id="rId5" Type="http://schemas.openxmlformats.org/officeDocument/2006/relationships/oleObject" Target="../embeddings/oleObject7.bin"/><Relationship Id="rId4" Type="http://schemas.openxmlformats.org/officeDocument/2006/relationships/image" Target="../media/image7.e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13.emf"/><Relationship Id="rId18" Type="http://schemas.openxmlformats.org/officeDocument/2006/relationships/oleObject" Target="../embeddings/oleObject15.bin"/><Relationship Id="rId3" Type="http://schemas.openxmlformats.org/officeDocument/2006/relationships/slide" Target="slide40.xml"/><Relationship Id="rId7" Type="http://schemas.openxmlformats.org/officeDocument/2006/relationships/image" Target="../media/image10.emf"/><Relationship Id="rId12" Type="http://schemas.openxmlformats.org/officeDocument/2006/relationships/oleObject" Target="../embeddings/oleObject12.bin"/><Relationship Id="rId17" Type="http://schemas.openxmlformats.org/officeDocument/2006/relationships/image" Target="../media/image15.emf"/><Relationship Id="rId2" Type="http://schemas.openxmlformats.org/officeDocument/2006/relationships/slideLayout" Target="../slideLayouts/slideLayout7.xml"/><Relationship Id="rId16" Type="http://schemas.openxmlformats.org/officeDocument/2006/relationships/oleObject" Target="../embeddings/oleObject14.bin"/><Relationship Id="rId1" Type="http://schemas.openxmlformats.org/officeDocument/2006/relationships/vmlDrawing" Target="../drawings/vmlDrawing3.vml"/><Relationship Id="rId6" Type="http://schemas.openxmlformats.org/officeDocument/2006/relationships/oleObject" Target="../embeddings/oleObject9.bin"/><Relationship Id="rId11" Type="http://schemas.openxmlformats.org/officeDocument/2006/relationships/image" Target="../media/image12.emf"/><Relationship Id="rId5" Type="http://schemas.openxmlformats.org/officeDocument/2006/relationships/image" Target="../media/image9.emf"/><Relationship Id="rId15" Type="http://schemas.openxmlformats.org/officeDocument/2006/relationships/image" Target="../media/image14.emf"/><Relationship Id="rId10" Type="http://schemas.openxmlformats.org/officeDocument/2006/relationships/oleObject" Target="../embeddings/oleObject11.bin"/><Relationship Id="rId19" Type="http://schemas.openxmlformats.org/officeDocument/2006/relationships/image" Target="../media/image16.emf"/><Relationship Id="rId4" Type="http://schemas.openxmlformats.org/officeDocument/2006/relationships/oleObject" Target="../embeddings/oleObject8.bin"/><Relationship Id="rId9" Type="http://schemas.openxmlformats.org/officeDocument/2006/relationships/image" Target="../media/image11.emf"/><Relationship Id="rId14" Type="http://schemas.openxmlformats.org/officeDocument/2006/relationships/oleObject" Target="../embeddings/oleObject13.bin"/></Relationships>
</file>

<file path=ppt/slides/_rels/slide5.xml.rels><?xml version="1.0" encoding="UTF-8" standalone="yes"?>
<Relationships xmlns="http://schemas.openxmlformats.org/package/2006/relationships"><Relationship Id="rId8" Type="http://schemas.openxmlformats.org/officeDocument/2006/relationships/image" Target="../media/image19.emf"/><Relationship Id="rId13" Type="http://schemas.openxmlformats.org/officeDocument/2006/relationships/oleObject" Target="../embeddings/oleObject21.bin"/><Relationship Id="rId18" Type="http://schemas.openxmlformats.org/officeDocument/2006/relationships/image" Target="../media/image24.emf"/><Relationship Id="rId26" Type="http://schemas.openxmlformats.org/officeDocument/2006/relationships/image" Target="../media/image28.emf"/><Relationship Id="rId3" Type="http://schemas.openxmlformats.org/officeDocument/2006/relationships/oleObject" Target="../embeddings/oleObject16.bin"/><Relationship Id="rId21" Type="http://schemas.openxmlformats.org/officeDocument/2006/relationships/oleObject" Target="../embeddings/oleObject25.bin"/><Relationship Id="rId7" Type="http://schemas.openxmlformats.org/officeDocument/2006/relationships/oleObject" Target="../embeddings/oleObject18.bin"/><Relationship Id="rId12" Type="http://schemas.openxmlformats.org/officeDocument/2006/relationships/image" Target="../media/image21.emf"/><Relationship Id="rId17" Type="http://schemas.openxmlformats.org/officeDocument/2006/relationships/oleObject" Target="../embeddings/oleObject23.bin"/><Relationship Id="rId25" Type="http://schemas.openxmlformats.org/officeDocument/2006/relationships/oleObject" Target="../embeddings/oleObject27.bin"/><Relationship Id="rId2" Type="http://schemas.openxmlformats.org/officeDocument/2006/relationships/slideLayout" Target="../slideLayouts/slideLayout7.xml"/><Relationship Id="rId16" Type="http://schemas.openxmlformats.org/officeDocument/2006/relationships/image" Target="../media/image23.emf"/><Relationship Id="rId20" Type="http://schemas.openxmlformats.org/officeDocument/2006/relationships/image" Target="../media/image25.emf"/><Relationship Id="rId1" Type="http://schemas.openxmlformats.org/officeDocument/2006/relationships/vmlDrawing" Target="../drawings/vmlDrawing4.vml"/><Relationship Id="rId6" Type="http://schemas.openxmlformats.org/officeDocument/2006/relationships/image" Target="../media/image18.emf"/><Relationship Id="rId11" Type="http://schemas.openxmlformats.org/officeDocument/2006/relationships/oleObject" Target="../embeddings/oleObject20.bin"/><Relationship Id="rId24" Type="http://schemas.openxmlformats.org/officeDocument/2006/relationships/image" Target="../media/image27.emf"/><Relationship Id="rId5" Type="http://schemas.openxmlformats.org/officeDocument/2006/relationships/oleObject" Target="../embeddings/oleObject17.bin"/><Relationship Id="rId15" Type="http://schemas.openxmlformats.org/officeDocument/2006/relationships/oleObject" Target="../embeddings/oleObject22.bin"/><Relationship Id="rId23" Type="http://schemas.openxmlformats.org/officeDocument/2006/relationships/oleObject" Target="../embeddings/oleObject26.bin"/><Relationship Id="rId10" Type="http://schemas.openxmlformats.org/officeDocument/2006/relationships/image" Target="../media/image20.emf"/><Relationship Id="rId19" Type="http://schemas.openxmlformats.org/officeDocument/2006/relationships/oleObject" Target="../embeddings/oleObject24.bin"/><Relationship Id="rId4" Type="http://schemas.openxmlformats.org/officeDocument/2006/relationships/image" Target="../media/image17.emf"/><Relationship Id="rId9" Type="http://schemas.openxmlformats.org/officeDocument/2006/relationships/oleObject" Target="../embeddings/oleObject19.bin"/><Relationship Id="rId14" Type="http://schemas.openxmlformats.org/officeDocument/2006/relationships/image" Target="../media/image22.emf"/><Relationship Id="rId22" Type="http://schemas.openxmlformats.org/officeDocument/2006/relationships/image" Target="../media/image26.emf"/></Relationships>
</file>

<file path=ppt/slides/_rels/slide6.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30.wmf"/><Relationship Id="rId5" Type="http://schemas.openxmlformats.org/officeDocument/2006/relationships/oleObject" Target="../embeddings/oleObject29.bin"/><Relationship Id="rId4" Type="http://schemas.openxmlformats.org/officeDocument/2006/relationships/image" Target="../media/image29.emf"/></Relationships>
</file>

<file path=ppt/slides/_rels/slide7.xml.rels><?xml version="1.0" encoding="UTF-8" standalone="yes"?>
<Relationships xmlns="http://schemas.openxmlformats.org/package/2006/relationships"><Relationship Id="rId8" Type="http://schemas.openxmlformats.org/officeDocument/2006/relationships/image" Target="../media/image34.emf"/><Relationship Id="rId13" Type="http://schemas.openxmlformats.org/officeDocument/2006/relationships/oleObject" Target="../embeddings/oleObject36.bin"/><Relationship Id="rId18" Type="http://schemas.openxmlformats.org/officeDocument/2006/relationships/image" Target="../media/image39.emf"/><Relationship Id="rId3" Type="http://schemas.openxmlformats.org/officeDocument/2006/relationships/oleObject" Target="../embeddings/oleObject31.bin"/><Relationship Id="rId21" Type="http://schemas.openxmlformats.org/officeDocument/2006/relationships/oleObject" Target="../embeddings/oleObject40.bin"/><Relationship Id="rId7" Type="http://schemas.openxmlformats.org/officeDocument/2006/relationships/oleObject" Target="../embeddings/oleObject33.bin"/><Relationship Id="rId12" Type="http://schemas.openxmlformats.org/officeDocument/2006/relationships/image" Target="../media/image36.emf"/><Relationship Id="rId17" Type="http://schemas.openxmlformats.org/officeDocument/2006/relationships/oleObject" Target="../embeddings/oleObject38.bin"/><Relationship Id="rId2" Type="http://schemas.openxmlformats.org/officeDocument/2006/relationships/slideLayout" Target="../slideLayouts/slideLayout7.xml"/><Relationship Id="rId16" Type="http://schemas.openxmlformats.org/officeDocument/2006/relationships/image" Target="../media/image38.emf"/><Relationship Id="rId20" Type="http://schemas.openxmlformats.org/officeDocument/2006/relationships/image" Target="../media/image40.emf"/><Relationship Id="rId1" Type="http://schemas.openxmlformats.org/officeDocument/2006/relationships/vmlDrawing" Target="../drawings/vmlDrawing6.vml"/><Relationship Id="rId6" Type="http://schemas.openxmlformats.org/officeDocument/2006/relationships/image" Target="../media/image33.emf"/><Relationship Id="rId11" Type="http://schemas.openxmlformats.org/officeDocument/2006/relationships/oleObject" Target="../embeddings/oleObject35.bin"/><Relationship Id="rId24" Type="http://schemas.openxmlformats.org/officeDocument/2006/relationships/image" Target="../media/image42.emf"/><Relationship Id="rId5" Type="http://schemas.openxmlformats.org/officeDocument/2006/relationships/oleObject" Target="../embeddings/oleObject32.bin"/><Relationship Id="rId15" Type="http://schemas.openxmlformats.org/officeDocument/2006/relationships/oleObject" Target="../embeddings/oleObject37.bin"/><Relationship Id="rId23" Type="http://schemas.openxmlformats.org/officeDocument/2006/relationships/oleObject" Target="../embeddings/oleObject41.bin"/><Relationship Id="rId10" Type="http://schemas.openxmlformats.org/officeDocument/2006/relationships/image" Target="../media/image35.emf"/><Relationship Id="rId19" Type="http://schemas.openxmlformats.org/officeDocument/2006/relationships/oleObject" Target="../embeddings/oleObject39.bin"/><Relationship Id="rId4" Type="http://schemas.openxmlformats.org/officeDocument/2006/relationships/image" Target="../media/image32.emf"/><Relationship Id="rId9" Type="http://schemas.openxmlformats.org/officeDocument/2006/relationships/oleObject" Target="../embeddings/oleObject34.bin"/><Relationship Id="rId14" Type="http://schemas.openxmlformats.org/officeDocument/2006/relationships/image" Target="../media/image37.emf"/><Relationship Id="rId22" Type="http://schemas.openxmlformats.org/officeDocument/2006/relationships/image" Target="../media/image41.emf"/></Relationships>
</file>

<file path=ppt/slides/_rels/slide8.xml.rels><?xml version="1.0" encoding="UTF-8" standalone="yes"?>
<Relationships xmlns="http://schemas.openxmlformats.org/package/2006/relationships"><Relationship Id="rId8" Type="http://schemas.openxmlformats.org/officeDocument/2006/relationships/image" Target="../media/image45.emf"/><Relationship Id="rId13" Type="http://schemas.openxmlformats.org/officeDocument/2006/relationships/oleObject" Target="../embeddings/oleObject47.bin"/><Relationship Id="rId3" Type="http://schemas.openxmlformats.org/officeDocument/2006/relationships/oleObject" Target="../embeddings/oleObject42.bin"/><Relationship Id="rId7" Type="http://schemas.openxmlformats.org/officeDocument/2006/relationships/oleObject" Target="../embeddings/oleObject44.bin"/><Relationship Id="rId12" Type="http://schemas.openxmlformats.org/officeDocument/2006/relationships/image" Target="../media/image47.emf"/><Relationship Id="rId2" Type="http://schemas.openxmlformats.org/officeDocument/2006/relationships/slideLayout" Target="../slideLayouts/slideLayout7.xml"/><Relationship Id="rId16" Type="http://schemas.openxmlformats.org/officeDocument/2006/relationships/image" Target="../media/image49.emf"/><Relationship Id="rId1" Type="http://schemas.openxmlformats.org/officeDocument/2006/relationships/vmlDrawing" Target="../drawings/vmlDrawing7.vml"/><Relationship Id="rId6" Type="http://schemas.openxmlformats.org/officeDocument/2006/relationships/image" Target="../media/image44.emf"/><Relationship Id="rId11" Type="http://schemas.openxmlformats.org/officeDocument/2006/relationships/oleObject" Target="../embeddings/oleObject46.bin"/><Relationship Id="rId5" Type="http://schemas.openxmlformats.org/officeDocument/2006/relationships/oleObject" Target="../embeddings/oleObject43.bin"/><Relationship Id="rId15" Type="http://schemas.openxmlformats.org/officeDocument/2006/relationships/oleObject" Target="../embeddings/oleObject48.bin"/><Relationship Id="rId10" Type="http://schemas.openxmlformats.org/officeDocument/2006/relationships/image" Target="../media/image46.emf"/><Relationship Id="rId4" Type="http://schemas.openxmlformats.org/officeDocument/2006/relationships/image" Target="../media/image43.emf"/><Relationship Id="rId9" Type="http://schemas.openxmlformats.org/officeDocument/2006/relationships/oleObject" Target="../embeddings/oleObject45.bin"/><Relationship Id="rId14" Type="http://schemas.openxmlformats.org/officeDocument/2006/relationships/image" Target="../media/image48.emf"/></Relationships>
</file>

<file path=ppt/slides/_rels/slide9.xml.rels><?xml version="1.0" encoding="UTF-8" standalone="yes"?>
<Relationships xmlns="http://schemas.openxmlformats.org/package/2006/relationships"><Relationship Id="rId8" Type="http://schemas.openxmlformats.org/officeDocument/2006/relationships/image" Target="../media/image52.emf"/><Relationship Id="rId3" Type="http://schemas.openxmlformats.org/officeDocument/2006/relationships/oleObject" Target="../embeddings/oleObject49.bin"/><Relationship Id="rId7" Type="http://schemas.openxmlformats.org/officeDocument/2006/relationships/oleObject" Target="../embeddings/oleObject51.bin"/><Relationship Id="rId12" Type="http://schemas.openxmlformats.org/officeDocument/2006/relationships/image" Target="../media/image54.e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51.emf"/><Relationship Id="rId11" Type="http://schemas.openxmlformats.org/officeDocument/2006/relationships/oleObject" Target="../embeddings/oleObject53.bin"/><Relationship Id="rId5" Type="http://schemas.openxmlformats.org/officeDocument/2006/relationships/oleObject" Target="../embeddings/oleObject50.bin"/><Relationship Id="rId10" Type="http://schemas.openxmlformats.org/officeDocument/2006/relationships/image" Target="../media/image53.emf"/><Relationship Id="rId4" Type="http://schemas.openxmlformats.org/officeDocument/2006/relationships/image" Target="../media/image50.emf"/><Relationship Id="rId9" Type="http://schemas.openxmlformats.org/officeDocument/2006/relationships/oleObject" Target="../embeddings/oleObject52.bin"/></Relationships>
</file>

<file path=ppt/slides/_rels/slide10.xml.rels><?xml version="1.0" encoding="UTF-8" standalone="yes"?>
<Relationships xmlns="http://schemas.openxmlformats.org/package/2006/relationships"><Relationship Id="rId8" Type="http://schemas.openxmlformats.org/officeDocument/2006/relationships/image" Target="../media/image53.emf"/><Relationship Id="rId3" Type="http://schemas.openxmlformats.org/officeDocument/2006/relationships/oleObject" Target="../embeddings/oleObject54.bin"/><Relationship Id="rId7" Type="http://schemas.openxmlformats.org/officeDocument/2006/relationships/oleObject" Target="../embeddings/oleObject52.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54.emf"/><Relationship Id="rId5" Type="http://schemas.openxmlformats.org/officeDocument/2006/relationships/oleObject" Target="../embeddings/oleObject53.bin"/><Relationship Id="rId4" Type="http://schemas.openxmlformats.org/officeDocument/2006/relationships/image" Target="../media/image52.emf"/></Relationships>
</file>

<file path=ppt/slides/_rels/slide11.xml.rels><?xml version="1.0" encoding="UTF-8" standalone="yes"?>
<Relationships xmlns="http://schemas.openxmlformats.org/package/2006/relationships"><Relationship Id="rId8" Type="http://schemas.openxmlformats.org/officeDocument/2006/relationships/image" Target="../media/image57.emf"/><Relationship Id="rId3" Type="http://schemas.openxmlformats.org/officeDocument/2006/relationships/oleObject" Target="../embeddings/oleObject55.bin"/><Relationship Id="rId7" Type="http://schemas.openxmlformats.org/officeDocument/2006/relationships/oleObject" Target="../embeddings/oleObject57.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56.emf"/><Relationship Id="rId5" Type="http://schemas.openxmlformats.org/officeDocument/2006/relationships/oleObject" Target="../embeddings/oleObject56.bin"/><Relationship Id="rId4" Type="http://schemas.openxmlformats.org/officeDocument/2006/relationships/image" Target="../media/image55.emf"/></Relationships>
</file>

<file path=ppt/slides/_rels/slide12.xml.rels><?xml version="1.0" encoding="UTF-8" standalone="yes"?>
<Relationships xmlns="http://schemas.openxmlformats.org/package/2006/relationships"><Relationship Id="rId8" Type="http://schemas.openxmlformats.org/officeDocument/2006/relationships/image" Target="../media/image60.emf"/><Relationship Id="rId3" Type="http://schemas.openxmlformats.org/officeDocument/2006/relationships/oleObject" Target="../embeddings/oleObject58.bin"/><Relationship Id="rId7" Type="http://schemas.openxmlformats.org/officeDocument/2006/relationships/oleObject" Target="../embeddings/oleObject60.bin"/><Relationship Id="rId12" Type="http://schemas.openxmlformats.org/officeDocument/2006/relationships/image" Target="../media/image62.e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59.emf"/><Relationship Id="rId11" Type="http://schemas.openxmlformats.org/officeDocument/2006/relationships/oleObject" Target="../embeddings/oleObject62.bin"/><Relationship Id="rId5" Type="http://schemas.openxmlformats.org/officeDocument/2006/relationships/oleObject" Target="../embeddings/oleObject59.bin"/><Relationship Id="rId10" Type="http://schemas.openxmlformats.org/officeDocument/2006/relationships/image" Target="../media/image61.emf"/><Relationship Id="rId4" Type="http://schemas.openxmlformats.org/officeDocument/2006/relationships/image" Target="../media/image58.emf"/><Relationship Id="rId9" Type="http://schemas.openxmlformats.org/officeDocument/2006/relationships/oleObject" Target="../embeddings/oleObject61.bin"/></Relationships>
</file>

<file path=ppt/slides/_rels/slide13.x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oleObject" Target="../embeddings/oleObject58.bin"/><Relationship Id="rId7" Type="http://schemas.openxmlformats.org/officeDocument/2006/relationships/oleObject" Target="../embeddings/oleObject64.bin"/><Relationship Id="rId12" Type="http://schemas.openxmlformats.org/officeDocument/2006/relationships/image" Target="../media/image66.w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63.wmf"/><Relationship Id="rId11" Type="http://schemas.openxmlformats.org/officeDocument/2006/relationships/oleObject" Target="../embeddings/oleObject66.bin"/><Relationship Id="rId5" Type="http://schemas.openxmlformats.org/officeDocument/2006/relationships/oleObject" Target="../embeddings/oleObject63.bin"/><Relationship Id="rId10" Type="http://schemas.openxmlformats.org/officeDocument/2006/relationships/image" Target="../media/image65.wmf"/><Relationship Id="rId4" Type="http://schemas.openxmlformats.org/officeDocument/2006/relationships/image" Target="../media/image58.emf"/><Relationship Id="rId9" Type="http://schemas.openxmlformats.org/officeDocument/2006/relationships/oleObject" Target="../embeddings/oleObject65.bin"/></Relationships>
</file>

<file path=ppt/slides/_rels/slide14.xml.rels><?xml version="1.0" encoding="UTF-8" standalone="yes"?>
<Relationships xmlns="http://schemas.openxmlformats.org/package/2006/relationships"><Relationship Id="rId8" Type="http://schemas.openxmlformats.org/officeDocument/2006/relationships/image" Target="../media/image69.emf"/><Relationship Id="rId13" Type="http://schemas.openxmlformats.org/officeDocument/2006/relationships/oleObject" Target="../embeddings/oleObject72.bin"/><Relationship Id="rId18" Type="http://schemas.openxmlformats.org/officeDocument/2006/relationships/image" Target="../media/image74.emf"/><Relationship Id="rId26" Type="http://schemas.openxmlformats.org/officeDocument/2006/relationships/image" Target="../media/image78.emf"/><Relationship Id="rId3" Type="http://schemas.openxmlformats.org/officeDocument/2006/relationships/oleObject" Target="../embeddings/oleObject67.bin"/><Relationship Id="rId21" Type="http://schemas.openxmlformats.org/officeDocument/2006/relationships/oleObject" Target="../embeddings/oleObject76.bin"/><Relationship Id="rId7" Type="http://schemas.openxmlformats.org/officeDocument/2006/relationships/oleObject" Target="../embeddings/oleObject69.bin"/><Relationship Id="rId12" Type="http://schemas.openxmlformats.org/officeDocument/2006/relationships/image" Target="../media/image71.emf"/><Relationship Id="rId17" Type="http://schemas.openxmlformats.org/officeDocument/2006/relationships/oleObject" Target="../embeddings/oleObject74.bin"/><Relationship Id="rId25" Type="http://schemas.openxmlformats.org/officeDocument/2006/relationships/oleObject" Target="../embeddings/oleObject78.bin"/><Relationship Id="rId2" Type="http://schemas.openxmlformats.org/officeDocument/2006/relationships/slideLayout" Target="../slideLayouts/slideLayout7.xml"/><Relationship Id="rId16" Type="http://schemas.openxmlformats.org/officeDocument/2006/relationships/image" Target="../media/image73.emf"/><Relationship Id="rId20" Type="http://schemas.openxmlformats.org/officeDocument/2006/relationships/image" Target="../media/image75.emf"/><Relationship Id="rId1" Type="http://schemas.openxmlformats.org/officeDocument/2006/relationships/vmlDrawing" Target="../drawings/vmlDrawing13.vml"/><Relationship Id="rId6" Type="http://schemas.openxmlformats.org/officeDocument/2006/relationships/image" Target="../media/image68.emf"/><Relationship Id="rId11" Type="http://schemas.openxmlformats.org/officeDocument/2006/relationships/oleObject" Target="../embeddings/oleObject71.bin"/><Relationship Id="rId24" Type="http://schemas.openxmlformats.org/officeDocument/2006/relationships/image" Target="../media/image77.emf"/><Relationship Id="rId5" Type="http://schemas.openxmlformats.org/officeDocument/2006/relationships/oleObject" Target="../embeddings/oleObject68.bin"/><Relationship Id="rId15" Type="http://schemas.openxmlformats.org/officeDocument/2006/relationships/oleObject" Target="../embeddings/oleObject73.bin"/><Relationship Id="rId23" Type="http://schemas.openxmlformats.org/officeDocument/2006/relationships/oleObject" Target="../embeddings/oleObject77.bin"/><Relationship Id="rId10" Type="http://schemas.openxmlformats.org/officeDocument/2006/relationships/image" Target="../media/image70.emf"/><Relationship Id="rId19" Type="http://schemas.openxmlformats.org/officeDocument/2006/relationships/oleObject" Target="../embeddings/oleObject75.bin"/><Relationship Id="rId4" Type="http://schemas.openxmlformats.org/officeDocument/2006/relationships/image" Target="../media/image67.emf"/><Relationship Id="rId9" Type="http://schemas.openxmlformats.org/officeDocument/2006/relationships/oleObject" Target="../embeddings/oleObject70.bin"/><Relationship Id="rId14" Type="http://schemas.openxmlformats.org/officeDocument/2006/relationships/image" Target="../media/image72.emf"/><Relationship Id="rId22" Type="http://schemas.openxmlformats.org/officeDocument/2006/relationships/image" Target="../media/image76.emf"/></Relationships>
</file>

<file path=ppt/slides/_rels/slide15.xml.rels><?xml version="1.0" encoding="UTF-8" standalone="yes"?>
<Relationships xmlns="http://schemas.openxmlformats.org/package/2006/relationships"><Relationship Id="rId8" Type="http://schemas.openxmlformats.org/officeDocument/2006/relationships/image" Target="../media/image81.emf"/><Relationship Id="rId13" Type="http://schemas.openxmlformats.org/officeDocument/2006/relationships/oleObject" Target="../embeddings/oleObject84.bin"/><Relationship Id="rId18" Type="http://schemas.openxmlformats.org/officeDocument/2006/relationships/image" Target="../media/image86.emf"/><Relationship Id="rId3" Type="http://schemas.openxmlformats.org/officeDocument/2006/relationships/oleObject" Target="../embeddings/oleObject79.bin"/><Relationship Id="rId7" Type="http://schemas.openxmlformats.org/officeDocument/2006/relationships/oleObject" Target="../embeddings/oleObject81.bin"/><Relationship Id="rId12" Type="http://schemas.openxmlformats.org/officeDocument/2006/relationships/image" Target="../media/image83.emf"/><Relationship Id="rId17" Type="http://schemas.openxmlformats.org/officeDocument/2006/relationships/oleObject" Target="../embeddings/oleObject86.bin"/><Relationship Id="rId2" Type="http://schemas.openxmlformats.org/officeDocument/2006/relationships/slideLayout" Target="../slideLayouts/slideLayout7.xml"/><Relationship Id="rId16" Type="http://schemas.openxmlformats.org/officeDocument/2006/relationships/image" Target="../media/image85.emf"/><Relationship Id="rId1" Type="http://schemas.openxmlformats.org/officeDocument/2006/relationships/vmlDrawing" Target="../drawings/vmlDrawing14.vml"/><Relationship Id="rId6" Type="http://schemas.openxmlformats.org/officeDocument/2006/relationships/image" Target="../media/image80.emf"/><Relationship Id="rId11" Type="http://schemas.openxmlformats.org/officeDocument/2006/relationships/oleObject" Target="../embeddings/oleObject83.bin"/><Relationship Id="rId5" Type="http://schemas.openxmlformats.org/officeDocument/2006/relationships/oleObject" Target="../embeddings/oleObject80.bin"/><Relationship Id="rId15" Type="http://schemas.openxmlformats.org/officeDocument/2006/relationships/oleObject" Target="../embeddings/oleObject85.bin"/><Relationship Id="rId10" Type="http://schemas.openxmlformats.org/officeDocument/2006/relationships/image" Target="../media/image82.emf"/><Relationship Id="rId4" Type="http://schemas.openxmlformats.org/officeDocument/2006/relationships/image" Target="../media/image79.emf"/><Relationship Id="rId9" Type="http://schemas.openxmlformats.org/officeDocument/2006/relationships/oleObject" Target="../embeddings/oleObject82.bin"/><Relationship Id="rId14" Type="http://schemas.openxmlformats.org/officeDocument/2006/relationships/image" Target="../media/image84.emf"/></Relationships>
</file>

<file path=ppt/slides/_rels/slide16.xml.rels><?xml version="1.0" encoding="UTF-8" standalone="yes"?>
<Relationships xmlns="http://schemas.openxmlformats.org/package/2006/relationships"><Relationship Id="rId8" Type="http://schemas.openxmlformats.org/officeDocument/2006/relationships/image" Target="../media/image89.emf"/><Relationship Id="rId13" Type="http://schemas.openxmlformats.org/officeDocument/2006/relationships/oleObject" Target="../embeddings/oleObject92.bin"/><Relationship Id="rId3" Type="http://schemas.openxmlformats.org/officeDocument/2006/relationships/oleObject" Target="../embeddings/oleObject87.bin"/><Relationship Id="rId7" Type="http://schemas.openxmlformats.org/officeDocument/2006/relationships/oleObject" Target="../embeddings/oleObject89.bin"/><Relationship Id="rId12" Type="http://schemas.openxmlformats.org/officeDocument/2006/relationships/image" Target="../media/image91.emf"/><Relationship Id="rId2" Type="http://schemas.openxmlformats.org/officeDocument/2006/relationships/slideLayout" Target="../slideLayouts/slideLayout7.xml"/><Relationship Id="rId16" Type="http://schemas.openxmlformats.org/officeDocument/2006/relationships/image" Target="../media/image93.emf"/><Relationship Id="rId1" Type="http://schemas.openxmlformats.org/officeDocument/2006/relationships/vmlDrawing" Target="../drawings/vmlDrawing15.vml"/><Relationship Id="rId6" Type="http://schemas.openxmlformats.org/officeDocument/2006/relationships/image" Target="../media/image88.emf"/><Relationship Id="rId11" Type="http://schemas.openxmlformats.org/officeDocument/2006/relationships/oleObject" Target="../embeddings/oleObject91.bin"/><Relationship Id="rId5" Type="http://schemas.openxmlformats.org/officeDocument/2006/relationships/oleObject" Target="../embeddings/oleObject88.bin"/><Relationship Id="rId15" Type="http://schemas.openxmlformats.org/officeDocument/2006/relationships/oleObject" Target="../embeddings/oleObject93.bin"/><Relationship Id="rId10" Type="http://schemas.openxmlformats.org/officeDocument/2006/relationships/image" Target="../media/image90.emf"/><Relationship Id="rId4" Type="http://schemas.openxmlformats.org/officeDocument/2006/relationships/image" Target="../media/image87.emf"/><Relationship Id="rId9" Type="http://schemas.openxmlformats.org/officeDocument/2006/relationships/oleObject" Target="../embeddings/oleObject90.bin"/><Relationship Id="rId14" Type="http://schemas.openxmlformats.org/officeDocument/2006/relationships/image" Target="../media/image92.e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96.bin"/><Relationship Id="rId13" Type="http://schemas.openxmlformats.org/officeDocument/2006/relationships/image" Target="../media/image98.emf"/><Relationship Id="rId3" Type="http://schemas.openxmlformats.org/officeDocument/2006/relationships/slide" Target="slide45.xml"/><Relationship Id="rId7" Type="http://schemas.openxmlformats.org/officeDocument/2006/relationships/image" Target="../media/image95.emf"/><Relationship Id="rId12" Type="http://schemas.openxmlformats.org/officeDocument/2006/relationships/oleObject" Target="../embeddings/oleObject98.bin"/><Relationship Id="rId17" Type="http://schemas.openxmlformats.org/officeDocument/2006/relationships/image" Target="../media/image100.emf"/><Relationship Id="rId2" Type="http://schemas.openxmlformats.org/officeDocument/2006/relationships/slideLayout" Target="../slideLayouts/slideLayout7.xml"/><Relationship Id="rId16" Type="http://schemas.openxmlformats.org/officeDocument/2006/relationships/oleObject" Target="../embeddings/oleObject100.bin"/><Relationship Id="rId1" Type="http://schemas.openxmlformats.org/officeDocument/2006/relationships/vmlDrawing" Target="../drawings/vmlDrawing16.vml"/><Relationship Id="rId6" Type="http://schemas.openxmlformats.org/officeDocument/2006/relationships/oleObject" Target="../embeddings/oleObject95.bin"/><Relationship Id="rId11" Type="http://schemas.openxmlformats.org/officeDocument/2006/relationships/image" Target="../media/image97.emf"/><Relationship Id="rId5" Type="http://schemas.openxmlformats.org/officeDocument/2006/relationships/image" Target="../media/image94.emf"/><Relationship Id="rId15" Type="http://schemas.openxmlformats.org/officeDocument/2006/relationships/image" Target="../media/image99.emf"/><Relationship Id="rId10" Type="http://schemas.openxmlformats.org/officeDocument/2006/relationships/oleObject" Target="../embeddings/oleObject97.bin"/><Relationship Id="rId4" Type="http://schemas.openxmlformats.org/officeDocument/2006/relationships/oleObject" Target="../embeddings/oleObject94.bin"/><Relationship Id="rId9" Type="http://schemas.openxmlformats.org/officeDocument/2006/relationships/image" Target="../media/image96.emf"/><Relationship Id="rId14" Type="http://schemas.openxmlformats.org/officeDocument/2006/relationships/oleObject" Target="../embeddings/oleObject99.bin"/></Relationships>
</file>

<file path=ppt/slides/_rels/slide18.xml.rels><?xml version="1.0" encoding="UTF-8" standalone="yes"?>
<Relationships xmlns="http://schemas.openxmlformats.org/package/2006/relationships"><Relationship Id="rId8" Type="http://schemas.openxmlformats.org/officeDocument/2006/relationships/image" Target="../media/image103.emf"/><Relationship Id="rId13" Type="http://schemas.openxmlformats.org/officeDocument/2006/relationships/oleObject" Target="../embeddings/oleObject106.bin"/><Relationship Id="rId18" Type="http://schemas.openxmlformats.org/officeDocument/2006/relationships/image" Target="../media/image108.emf"/><Relationship Id="rId3" Type="http://schemas.openxmlformats.org/officeDocument/2006/relationships/oleObject" Target="../embeddings/oleObject101.bin"/><Relationship Id="rId7" Type="http://schemas.openxmlformats.org/officeDocument/2006/relationships/oleObject" Target="../embeddings/oleObject103.bin"/><Relationship Id="rId12" Type="http://schemas.openxmlformats.org/officeDocument/2006/relationships/image" Target="../media/image105.emf"/><Relationship Id="rId17" Type="http://schemas.openxmlformats.org/officeDocument/2006/relationships/oleObject" Target="../embeddings/oleObject108.bin"/><Relationship Id="rId2" Type="http://schemas.openxmlformats.org/officeDocument/2006/relationships/slideLayout" Target="../slideLayouts/slideLayout7.xml"/><Relationship Id="rId16" Type="http://schemas.openxmlformats.org/officeDocument/2006/relationships/image" Target="../media/image107.emf"/><Relationship Id="rId20" Type="http://schemas.openxmlformats.org/officeDocument/2006/relationships/image" Target="../media/image109.emf"/><Relationship Id="rId1" Type="http://schemas.openxmlformats.org/officeDocument/2006/relationships/vmlDrawing" Target="../drawings/vmlDrawing17.vml"/><Relationship Id="rId6" Type="http://schemas.openxmlformats.org/officeDocument/2006/relationships/image" Target="../media/image102.emf"/><Relationship Id="rId11" Type="http://schemas.openxmlformats.org/officeDocument/2006/relationships/oleObject" Target="../embeddings/oleObject105.bin"/><Relationship Id="rId5" Type="http://schemas.openxmlformats.org/officeDocument/2006/relationships/oleObject" Target="../embeddings/oleObject102.bin"/><Relationship Id="rId15" Type="http://schemas.openxmlformats.org/officeDocument/2006/relationships/oleObject" Target="../embeddings/oleObject107.bin"/><Relationship Id="rId10" Type="http://schemas.openxmlformats.org/officeDocument/2006/relationships/image" Target="../media/image104.emf"/><Relationship Id="rId19" Type="http://schemas.openxmlformats.org/officeDocument/2006/relationships/oleObject" Target="../embeddings/oleObject109.bin"/><Relationship Id="rId4" Type="http://schemas.openxmlformats.org/officeDocument/2006/relationships/image" Target="../media/image101.emf"/><Relationship Id="rId9" Type="http://schemas.openxmlformats.org/officeDocument/2006/relationships/oleObject" Target="../embeddings/oleObject104.bin"/><Relationship Id="rId14" Type="http://schemas.openxmlformats.org/officeDocument/2006/relationships/image" Target="../media/image106.emf"/></Relationships>
</file>

<file path=ppt/slides/_rels/slide19.xml.rels><?xml version="1.0" encoding="UTF-8" standalone="yes"?>
<Relationships xmlns="http://schemas.openxmlformats.org/package/2006/relationships"><Relationship Id="rId8" Type="http://schemas.openxmlformats.org/officeDocument/2006/relationships/image" Target="../media/image112.emf"/><Relationship Id="rId13" Type="http://schemas.openxmlformats.org/officeDocument/2006/relationships/oleObject" Target="../embeddings/oleObject115.bin"/><Relationship Id="rId3" Type="http://schemas.openxmlformats.org/officeDocument/2006/relationships/oleObject" Target="../embeddings/oleObject110.bin"/><Relationship Id="rId7" Type="http://schemas.openxmlformats.org/officeDocument/2006/relationships/oleObject" Target="../embeddings/oleObject112.bin"/><Relationship Id="rId12" Type="http://schemas.openxmlformats.org/officeDocument/2006/relationships/image" Target="../media/image114.emf"/><Relationship Id="rId2" Type="http://schemas.openxmlformats.org/officeDocument/2006/relationships/slideLayout" Target="../slideLayouts/slideLayout7.xml"/><Relationship Id="rId16" Type="http://schemas.openxmlformats.org/officeDocument/2006/relationships/image" Target="../media/image116.emf"/><Relationship Id="rId1" Type="http://schemas.openxmlformats.org/officeDocument/2006/relationships/vmlDrawing" Target="../drawings/vmlDrawing18.vml"/><Relationship Id="rId6" Type="http://schemas.openxmlformats.org/officeDocument/2006/relationships/image" Target="../media/image111.emf"/><Relationship Id="rId11" Type="http://schemas.openxmlformats.org/officeDocument/2006/relationships/oleObject" Target="../embeddings/oleObject114.bin"/><Relationship Id="rId5" Type="http://schemas.openxmlformats.org/officeDocument/2006/relationships/oleObject" Target="../embeddings/oleObject111.bin"/><Relationship Id="rId15" Type="http://schemas.openxmlformats.org/officeDocument/2006/relationships/oleObject" Target="../embeddings/oleObject116.bin"/><Relationship Id="rId10" Type="http://schemas.openxmlformats.org/officeDocument/2006/relationships/image" Target="../media/image113.emf"/><Relationship Id="rId4" Type="http://schemas.openxmlformats.org/officeDocument/2006/relationships/image" Target="../media/image110.emf"/><Relationship Id="rId9" Type="http://schemas.openxmlformats.org/officeDocument/2006/relationships/oleObject" Target="../embeddings/oleObject113.bin"/><Relationship Id="rId14" Type="http://schemas.openxmlformats.org/officeDocument/2006/relationships/image" Target="../media/image115.emf"/></Relationships>
</file>

<file path=ppt/slides/_rels/slide20.xml.rels><?xml version="1.0" encoding="UTF-8" standalone="yes"?>
<Relationships xmlns="http://schemas.openxmlformats.org/package/2006/relationships"><Relationship Id="rId8" Type="http://schemas.openxmlformats.org/officeDocument/2006/relationships/image" Target="../media/image119.emf"/><Relationship Id="rId13" Type="http://schemas.openxmlformats.org/officeDocument/2006/relationships/oleObject" Target="../embeddings/oleObject122.bin"/><Relationship Id="rId3" Type="http://schemas.openxmlformats.org/officeDocument/2006/relationships/oleObject" Target="../embeddings/oleObject117.bin"/><Relationship Id="rId7" Type="http://schemas.openxmlformats.org/officeDocument/2006/relationships/oleObject" Target="../embeddings/oleObject119.bin"/><Relationship Id="rId12" Type="http://schemas.openxmlformats.org/officeDocument/2006/relationships/image" Target="../media/image121.emf"/><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118.emf"/><Relationship Id="rId11" Type="http://schemas.openxmlformats.org/officeDocument/2006/relationships/oleObject" Target="../embeddings/oleObject121.bin"/><Relationship Id="rId5" Type="http://schemas.openxmlformats.org/officeDocument/2006/relationships/oleObject" Target="../embeddings/oleObject118.bin"/><Relationship Id="rId10" Type="http://schemas.openxmlformats.org/officeDocument/2006/relationships/image" Target="../media/image120.emf"/><Relationship Id="rId4" Type="http://schemas.openxmlformats.org/officeDocument/2006/relationships/image" Target="../media/image117.emf"/><Relationship Id="rId9" Type="http://schemas.openxmlformats.org/officeDocument/2006/relationships/oleObject" Target="../embeddings/oleObject120.bin"/><Relationship Id="rId14" Type="http://schemas.openxmlformats.org/officeDocument/2006/relationships/image" Target="../media/image122.emf"/></Relationships>
</file>

<file path=ppt/slides/_rels/slide21.xml.rels><?xml version="1.0" encoding="UTF-8" standalone="yes"?>
<Relationships xmlns="http://schemas.openxmlformats.org/package/2006/relationships"><Relationship Id="rId8" Type="http://schemas.openxmlformats.org/officeDocument/2006/relationships/image" Target="../media/image125.emf"/><Relationship Id="rId13" Type="http://schemas.openxmlformats.org/officeDocument/2006/relationships/oleObject" Target="../embeddings/oleObject128.bin"/><Relationship Id="rId3" Type="http://schemas.openxmlformats.org/officeDocument/2006/relationships/oleObject" Target="../embeddings/oleObject123.bin"/><Relationship Id="rId7" Type="http://schemas.openxmlformats.org/officeDocument/2006/relationships/oleObject" Target="../embeddings/oleObject125.bin"/><Relationship Id="rId12" Type="http://schemas.openxmlformats.org/officeDocument/2006/relationships/image" Target="../media/image127.emf"/><Relationship Id="rId2" Type="http://schemas.openxmlformats.org/officeDocument/2006/relationships/slideLayout" Target="../slideLayouts/slideLayout7.xml"/><Relationship Id="rId16" Type="http://schemas.openxmlformats.org/officeDocument/2006/relationships/image" Target="../media/image129.wmf"/><Relationship Id="rId1" Type="http://schemas.openxmlformats.org/officeDocument/2006/relationships/vmlDrawing" Target="../drawings/vmlDrawing20.vml"/><Relationship Id="rId6" Type="http://schemas.openxmlformats.org/officeDocument/2006/relationships/image" Target="../media/image124.emf"/><Relationship Id="rId11" Type="http://schemas.openxmlformats.org/officeDocument/2006/relationships/oleObject" Target="../embeddings/oleObject127.bin"/><Relationship Id="rId5" Type="http://schemas.openxmlformats.org/officeDocument/2006/relationships/oleObject" Target="../embeddings/oleObject124.bin"/><Relationship Id="rId15" Type="http://schemas.openxmlformats.org/officeDocument/2006/relationships/oleObject" Target="../embeddings/oleObject129.bin"/><Relationship Id="rId10" Type="http://schemas.openxmlformats.org/officeDocument/2006/relationships/image" Target="../media/image126.emf"/><Relationship Id="rId4" Type="http://schemas.openxmlformats.org/officeDocument/2006/relationships/image" Target="../media/image123.emf"/><Relationship Id="rId9" Type="http://schemas.openxmlformats.org/officeDocument/2006/relationships/oleObject" Target="../embeddings/oleObject126.bin"/><Relationship Id="rId14" Type="http://schemas.openxmlformats.org/officeDocument/2006/relationships/image" Target="../media/image128.emf"/></Relationships>
</file>

<file path=ppt/slides/_rels/slide22.xml.rels><?xml version="1.0" encoding="UTF-8" standalone="yes"?>
<Relationships xmlns="http://schemas.openxmlformats.org/package/2006/relationships"><Relationship Id="rId8" Type="http://schemas.openxmlformats.org/officeDocument/2006/relationships/image" Target="../media/image132.wmf"/><Relationship Id="rId3" Type="http://schemas.openxmlformats.org/officeDocument/2006/relationships/oleObject" Target="../embeddings/oleObject130.bin"/><Relationship Id="rId7" Type="http://schemas.openxmlformats.org/officeDocument/2006/relationships/oleObject" Target="../embeddings/oleObject132.bin"/><Relationship Id="rId12" Type="http://schemas.openxmlformats.org/officeDocument/2006/relationships/image" Target="../media/image134.wmf"/><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131.wmf"/><Relationship Id="rId11" Type="http://schemas.openxmlformats.org/officeDocument/2006/relationships/oleObject" Target="../embeddings/oleObject134.bin"/><Relationship Id="rId5" Type="http://schemas.openxmlformats.org/officeDocument/2006/relationships/oleObject" Target="../embeddings/oleObject131.bin"/><Relationship Id="rId10" Type="http://schemas.openxmlformats.org/officeDocument/2006/relationships/image" Target="../media/image133.wmf"/><Relationship Id="rId4" Type="http://schemas.openxmlformats.org/officeDocument/2006/relationships/image" Target="../media/image130.wmf"/><Relationship Id="rId9" Type="http://schemas.openxmlformats.org/officeDocument/2006/relationships/oleObject" Target="../embeddings/oleObject133.bin"/></Relationships>
</file>

<file path=ppt/slides/_rels/slide23.xml.rels><?xml version="1.0" encoding="UTF-8" standalone="yes"?>
<Relationships xmlns="http://schemas.openxmlformats.org/package/2006/relationships"><Relationship Id="rId8" Type="http://schemas.openxmlformats.org/officeDocument/2006/relationships/image" Target="../media/image137.wmf"/><Relationship Id="rId3" Type="http://schemas.openxmlformats.org/officeDocument/2006/relationships/oleObject" Target="../embeddings/oleObject135.bin"/><Relationship Id="rId7" Type="http://schemas.openxmlformats.org/officeDocument/2006/relationships/oleObject" Target="../embeddings/oleObject137.bin"/><Relationship Id="rId12" Type="http://schemas.openxmlformats.org/officeDocument/2006/relationships/image" Target="../media/image139.wmf"/><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136.wmf"/><Relationship Id="rId11" Type="http://schemas.openxmlformats.org/officeDocument/2006/relationships/oleObject" Target="../embeddings/oleObject139.bin"/><Relationship Id="rId5" Type="http://schemas.openxmlformats.org/officeDocument/2006/relationships/oleObject" Target="../embeddings/oleObject136.bin"/><Relationship Id="rId10" Type="http://schemas.openxmlformats.org/officeDocument/2006/relationships/image" Target="../media/image138.wmf"/><Relationship Id="rId4" Type="http://schemas.openxmlformats.org/officeDocument/2006/relationships/image" Target="../media/image135.wmf"/><Relationship Id="rId9" Type="http://schemas.openxmlformats.org/officeDocument/2006/relationships/oleObject" Target="../embeddings/oleObject138.bin"/></Relationships>
</file>

<file path=ppt/slides/_rels/slide24.xml.rels><?xml version="1.0" encoding="UTF-8" standalone="yes"?>
<Relationships xmlns="http://schemas.openxmlformats.org/package/2006/relationships"><Relationship Id="rId8" Type="http://schemas.openxmlformats.org/officeDocument/2006/relationships/image" Target="../media/image142.wmf"/><Relationship Id="rId3" Type="http://schemas.openxmlformats.org/officeDocument/2006/relationships/oleObject" Target="../embeddings/oleObject140.bin"/><Relationship Id="rId7" Type="http://schemas.openxmlformats.org/officeDocument/2006/relationships/oleObject" Target="../embeddings/oleObject142.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141.wmf"/><Relationship Id="rId5" Type="http://schemas.openxmlformats.org/officeDocument/2006/relationships/oleObject" Target="../embeddings/oleObject141.bin"/><Relationship Id="rId4" Type="http://schemas.openxmlformats.org/officeDocument/2006/relationships/image" Target="../media/image140.wmf"/></Relationships>
</file>

<file path=ppt/slides/_rels/slide25.xml.rels><?xml version="1.0" encoding="UTF-8" standalone="yes"?>
<Relationships xmlns="http://schemas.openxmlformats.org/package/2006/relationships"><Relationship Id="rId8" Type="http://schemas.openxmlformats.org/officeDocument/2006/relationships/image" Target="../media/image145.emf"/><Relationship Id="rId3" Type="http://schemas.openxmlformats.org/officeDocument/2006/relationships/oleObject" Target="../embeddings/oleObject143.bin"/><Relationship Id="rId7" Type="http://schemas.openxmlformats.org/officeDocument/2006/relationships/oleObject" Target="../embeddings/oleObject145.bin"/><Relationship Id="rId12" Type="http://schemas.openxmlformats.org/officeDocument/2006/relationships/image" Target="../media/image147.emf"/><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144.emf"/><Relationship Id="rId11" Type="http://schemas.openxmlformats.org/officeDocument/2006/relationships/oleObject" Target="../embeddings/oleObject147.bin"/><Relationship Id="rId5" Type="http://schemas.openxmlformats.org/officeDocument/2006/relationships/oleObject" Target="../embeddings/oleObject144.bin"/><Relationship Id="rId10" Type="http://schemas.openxmlformats.org/officeDocument/2006/relationships/image" Target="../media/image146.emf"/><Relationship Id="rId4" Type="http://schemas.openxmlformats.org/officeDocument/2006/relationships/image" Target="../media/image143.emf"/><Relationship Id="rId9" Type="http://schemas.openxmlformats.org/officeDocument/2006/relationships/oleObject" Target="../embeddings/oleObject146.bin"/></Relationships>
</file>

<file path=ppt/slides/_rels/slide26.xml.rels><?xml version="1.0" encoding="UTF-8" standalone="yes"?>
<Relationships xmlns="http://schemas.openxmlformats.org/package/2006/relationships"><Relationship Id="rId8" Type="http://schemas.openxmlformats.org/officeDocument/2006/relationships/image" Target="../media/image150.emf"/><Relationship Id="rId13" Type="http://schemas.openxmlformats.org/officeDocument/2006/relationships/oleObject" Target="../embeddings/oleObject153.bin"/><Relationship Id="rId18" Type="http://schemas.openxmlformats.org/officeDocument/2006/relationships/image" Target="../media/image155.emf"/><Relationship Id="rId26" Type="http://schemas.openxmlformats.org/officeDocument/2006/relationships/image" Target="../media/image159.emf"/><Relationship Id="rId3" Type="http://schemas.openxmlformats.org/officeDocument/2006/relationships/oleObject" Target="../embeddings/oleObject148.bin"/><Relationship Id="rId21" Type="http://schemas.openxmlformats.org/officeDocument/2006/relationships/oleObject" Target="../embeddings/oleObject157.bin"/><Relationship Id="rId7" Type="http://schemas.openxmlformats.org/officeDocument/2006/relationships/oleObject" Target="../embeddings/oleObject150.bin"/><Relationship Id="rId12" Type="http://schemas.openxmlformats.org/officeDocument/2006/relationships/image" Target="../media/image152.emf"/><Relationship Id="rId17" Type="http://schemas.openxmlformats.org/officeDocument/2006/relationships/oleObject" Target="../embeddings/oleObject155.bin"/><Relationship Id="rId25" Type="http://schemas.openxmlformats.org/officeDocument/2006/relationships/oleObject" Target="../embeddings/oleObject159.bin"/><Relationship Id="rId2" Type="http://schemas.openxmlformats.org/officeDocument/2006/relationships/slideLayout" Target="../slideLayouts/slideLayout7.xml"/><Relationship Id="rId16" Type="http://schemas.openxmlformats.org/officeDocument/2006/relationships/image" Target="../media/image154.emf"/><Relationship Id="rId20" Type="http://schemas.openxmlformats.org/officeDocument/2006/relationships/image" Target="../media/image156.emf"/><Relationship Id="rId1" Type="http://schemas.openxmlformats.org/officeDocument/2006/relationships/vmlDrawing" Target="../drawings/vmlDrawing25.vml"/><Relationship Id="rId6" Type="http://schemas.openxmlformats.org/officeDocument/2006/relationships/image" Target="../media/image149.emf"/><Relationship Id="rId11" Type="http://schemas.openxmlformats.org/officeDocument/2006/relationships/oleObject" Target="../embeddings/oleObject152.bin"/><Relationship Id="rId24" Type="http://schemas.openxmlformats.org/officeDocument/2006/relationships/image" Target="../media/image158.emf"/><Relationship Id="rId5" Type="http://schemas.openxmlformats.org/officeDocument/2006/relationships/oleObject" Target="../embeddings/oleObject149.bin"/><Relationship Id="rId15" Type="http://schemas.openxmlformats.org/officeDocument/2006/relationships/oleObject" Target="../embeddings/oleObject154.bin"/><Relationship Id="rId23" Type="http://schemas.openxmlformats.org/officeDocument/2006/relationships/oleObject" Target="../embeddings/oleObject158.bin"/><Relationship Id="rId28" Type="http://schemas.openxmlformats.org/officeDocument/2006/relationships/image" Target="../media/image160.emf"/><Relationship Id="rId10" Type="http://schemas.openxmlformats.org/officeDocument/2006/relationships/image" Target="../media/image151.emf"/><Relationship Id="rId19" Type="http://schemas.openxmlformats.org/officeDocument/2006/relationships/oleObject" Target="../embeddings/oleObject156.bin"/><Relationship Id="rId4" Type="http://schemas.openxmlformats.org/officeDocument/2006/relationships/image" Target="../media/image148.emf"/><Relationship Id="rId9" Type="http://schemas.openxmlformats.org/officeDocument/2006/relationships/oleObject" Target="../embeddings/oleObject151.bin"/><Relationship Id="rId14" Type="http://schemas.openxmlformats.org/officeDocument/2006/relationships/image" Target="../media/image153.emf"/><Relationship Id="rId22" Type="http://schemas.openxmlformats.org/officeDocument/2006/relationships/image" Target="../media/image157.emf"/><Relationship Id="rId27" Type="http://schemas.openxmlformats.org/officeDocument/2006/relationships/oleObject" Target="../embeddings/oleObject160.bin"/></Relationships>
</file>

<file path=ppt/slides/_rels/slide27.xml.rels><?xml version="1.0" encoding="UTF-8" standalone="yes"?>
<Relationships xmlns="http://schemas.openxmlformats.org/package/2006/relationships"><Relationship Id="rId8" Type="http://schemas.openxmlformats.org/officeDocument/2006/relationships/image" Target="../media/image163.emf"/><Relationship Id="rId13" Type="http://schemas.openxmlformats.org/officeDocument/2006/relationships/oleObject" Target="../embeddings/oleObject166.bin"/><Relationship Id="rId18" Type="http://schemas.openxmlformats.org/officeDocument/2006/relationships/image" Target="../media/image168.emf"/><Relationship Id="rId3" Type="http://schemas.openxmlformats.org/officeDocument/2006/relationships/oleObject" Target="../embeddings/oleObject161.bin"/><Relationship Id="rId7" Type="http://schemas.openxmlformats.org/officeDocument/2006/relationships/oleObject" Target="../embeddings/oleObject163.bin"/><Relationship Id="rId12" Type="http://schemas.openxmlformats.org/officeDocument/2006/relationships/image" Target="../media/image165.emf"/><Relationship Id="rId17" Type="http://schemas.openxmlformats.org/officeDocument/2006/relationships/oleObject" Target="../embeddings/oleObject168.bin"/><Relationship Id="rId2" Type="http://schemas.openxmlformats.org/officeDocument/2006/relationships/slideLayout" Target="../slideLayouts/slideLayout7.xml"/><Relationship Id="rId16" Type="http://schemas.openxmlformats.org/officeDocument/2006/relationships/image" Target="../media/image167.emf"/><Relationship Id="rId20" Type="http://schemas.openxmlformats.org/officeDocument/2006/relationships/image" Target="../media/image169.emf"/><Relationship Id="rId1" Type="http://schemas.openxmlformats.org/officeDocument/2006/relationships/vmlDrawing" Target="../drawings/vmlDrawing26.vml"/><Relationship Id="rId6" Type="http://schemas.openxmlformats.org/officeDocument/2006/relationships/image" Target="../media/image162.emf"/><Relationship Id="rId11" Type="http://schemas.openxmlformats.org/officeDocument/2006/relationships/oleObject" Target="../embeddings/oleObject165.bin"/><Relationship Id="rId5" Type="http://schemas.openxmlformats.org/officeDocument/2006/relationships/oleObject" Target="../embeddings/oleObject162.bin"/><Relationship Id="rId15" Type="http://schemas.openxmlformats.org/officeDocument/2006/relationships/oleObject" Target="../embeddings/oleObject167.bin"/><Relationship Id="rId10" Type="http://schemas.openxmlformats.org/officeDocument/2006/relationships/image" Target="../media/image164.emf"/><Relationship Id="rId19" Type="http://schemas.openxmlformats.org/officeDocument/2006/relationships/oleObject" Target="../embeddings/oleObject169.bin"/><Relationship Id="rId4" Type="http://schemas.openxmlformats.org/officeDocument/2006/relationships/image" Target="../media/image161.emf"/><Relationship Id="rId9" Type="http://schemas.openxmlformats.org/officeDocument/2006/relationships/oleObject" Target="../embeddings/oleObject164.bin"/><Relationship Id="rId14" Type="http://schemas.openxmlformats.org/officeDocument/2006/relationships/image" Target="../media/image166.emf"/></Relationships>
</file>

<file path=ppt/slides/_rels/slide28.xml.rels><?xml version="1.0" encoding="UTF-8" standalone="yes"?>
<Relationships xmlns="http://schemas.openxmlformats.org/package/2006/relationships"><Relationship Id="rId8" Type="http://schemas.openxmlformats.org/officeDocument/2006/relationships/image" Target="../media/image172.emf"/><Relationship Id="rId13" Type="http://schemas.openxmlformats.org/officeDocument/2006/relationships/oleObject" Target="../embeddings/oleObject175.bin"/><Relationship Id="rId18" Type="http://schemas.openxmlformats.org/officeDocument/2006/relationships/image" Target="../media/image177.emf"/><Relationship Id="rId3" Type="http://schemas.openxmlformats.org/officeDocument/2006/relationships/oleObject" Target="../embeddings/oleObject170.bin"/><Relationship Id="rId7" Type="http://schemas.openxmlformats.org/officeDocument/2006/relationships/oleObject" Target="../embeddings/oleObject172.bin"/><Relationship Id="rId12" Type="http://schemas.openxmlformats.org/officeDocument/2006/relationships/image" Target="../media/image174.emf"/><Relationship Id="rId17" Type="http://schemas.openxmlformats.org/officeDocument/2006/relationships/oleObject" Target="../embeddings/oleObject177.bin"/><Relationship Id="rId2" Type="http://schemas.openxmlformats.org/officeDocument/2006/relationships/slideLayout" Target="../slideLayouts/slideLayout7.xml"/><Relationship Id="rId16" Type="http://schemas.openxmlformats.org/officeDocument/2006/relationships/image" Target="../media/image176.emf"/><Relationship Id="rId1" Type="http://schemas.openxmlformats.org/officeDocument/2006/relationships/vmlDrawing" Target="../drawings/vmlDrawing27.vml"/><Relationship Id="rId6" Type="http://schemas.openxmlformats.org/officeDocument/2006/relationships/image" Target="../media/image171.emf"/><Relationship Id="rId11" Type="http://schemas.openxmlformats.org/officeDocument/2006/relationships/oleObject" Target="../embeddings/oleObject174.bin"/><Relationship Id="rId5" Type="http://schemas.openxmlformats.org/officeDocument/2006/relationships/oleObject" Target="../embeddings/oleObject171.bin"/><Relationship Id="rId15" Type="http://schemas.openxmlformats.org/officeDocument/2006/relationships/oleObject" Target="../embeddings/oleObject176.bin"/><Relationship Id="rId10" Type="http://schemas.openxmlformats.org/officeDocument/2006/relationships/image" Target="../media/image173.emf"/><Relationship Id="rId4" Type="http://schemas.openxmlformats.org/officeDocument/2006/relationships/image" Target="../media/image170.emf"/><Relationship Id="rId9" Type="http://schemas.openxmlformats.org/officeDocument/2006/relationships/oleObject" Target="../embeddings/oleObject173.bin"/><Relationship Id="rId14" Type="http://schemas.openxmlformats.org/officeDocument/2006/relationships/image" Target="../media/image175.emf"/></Relationships>
</file>

<file path=ppt/slides/_rels/slide29.xml.rels><?xml version="1.0" encoding="UTF-8" standalone="yes"?>
<Relationships xmlns="http://schemas.openxmlformats.org/package/2006/relationships"><Relationship Id="rId8" Type="http://schemas.openxmlformats.org/officeDocument/2006/relationships/image" Target="../media/image180.emf"/><Relationship Id="rId13" Type="http://schemas.openxmlformats.org/officeDocument/2006/relationships/oleObject" Target="../embeddings/oleObject183.bin"/><Relationship Id="rId18" Type="http://schemas.openxmlformats.org/officeDocument/2006/relationships/image" Target="../media/image185.emf"/><Relationship Id="rId3" Type="http://schemas.openxmlformats.org/officeDocument/2006/relationships/oleObject" Target="../embeddings/oleObject178.bin"/><Relationship Id="rId7" Type="http://schemas.openxmlformats.org/officeDocument/2006/relationships/oleObject" Target="../embeddings/oleObject180.bin"/><Relationship Id="rId12" Type="http://schemas.openxmlformats.org/officeDocument/2006/relationships/image" Target="../media/image182.emf"/><Relationship Id="rId17" Type="http://schemas.openxmlformats.org/officeDocument/2006/relationships/oleObject" Target="../embeddings/oleObject185.bin"/><Relationship Id="rId2" Type="http://schemas.openxmlformats.org/officeDocument/2006/relationships/slideLayout" Target="../slideLayouts/slideLayout7.xml"/><Relationship Id="rId16" Type="http://schemas.openxmlformats.org/officeDocument/2006/relationships/image" Target="../media/image184.emf"/><Relationship Id="rId1" Type="http://schemas.openxmlformats.org/officeDocument/2006/relationships/vmlDrawing" Target="../drawings/vmlDrawing28.vml"/><Relationship Id="rId6" Type="http://schemas.openxmlformats.org/officeDocument/2006/relationships/image" Target="../media/image179.emf"/><Relationship Id="rId11" Type="http://schemas.openxmlformats.org/officeDocument/2006/relationships/oleObject" Target="../embeddings/oleObject182.bin"/><Relationship Id="rId5" Type="http://schemas.openxmlformats.org/officeDocument/2006/relationships/oleObject" Target="../embeddings/oleObject179.bin"/><Relationship Id="rId15" Type="http://schemas.openxmlformats.org/officeDocument/2006/relationships/oleObject" Target="../embeddings/oleObject184.bin"/><Relationship Id="rId10" Type="http://schemas.openxmlformats.org/officeDocument/2006/relationships/image" Target="../media/image181.emf"/><Relationship Id="rId4" Type="http://schemas.openxmlformats.org/officeDocument/2006/relationships/image" Target="../media/image178.emf"/><Relationship Id="rId9" Type="http://schemas.openxmlformats.org/officeDocument/2006/relationships/oleObject" Target="../embeddings/oleObject181.bin"/><Relationship Id="rId14" Type="http://schemas.openxmlformats.org/officeDocument/2006/relationships/image" Target="../media/image183.emf"/></Relationships>
</file>

<file path=ppt/slides/_rels/slide30.xml.rels><?xml version="1.0" encoding="UTF-8" standalone="yes"?>
<Relationships xmlns="http://schemas.openxmlformats.org/package/2006/relationships"><Relationship Id="rId8" Type="http://schemas.openxmlformats.org/officeDocument/2006/relationships/image" Target="../media/image188.emf"/><Relationship Id="rId13" Type="http://schemas.openxmlformats.org/officeDocument/2006/relationships/oleObject" Target="../embeddings/oleObject191.bin"/><Relationship Id="rId3" Type="http://schemas.openxmlformats.org/officeDocument/2006/relationships/oleObject" Target="../embeddings/oleObject186.bin"/><Relationship Id="rId7" Type="http://schemas.openxmlformats.org/officeDocument/2006/relationships/oleObject" Target="../embeddings/oleObject188.bin"/><Relationship Id="rId12" Type="http://schemas.openxmlformats.org/officeDocument/2006/relationships/image" Target="../media/image190.emf"/><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187.emf"/><Relationship Id="rId11" Type="http://schemas.openxmlformats.org/officeDocument/2006/relationships/oleObject" Target="../embeddings/oleObject190.bin"/><Relationship Id="rId5" Type="http://schemas.openxmlformats.org/officeDocument/2006/relationships/oleObject" Target="../embeddings/oleObject187.bin"/><Relationship Id="rId10" Type="http://schemas.openxmlformats.org/officeDocument/2006/relationships/image" Target="../media/image189.emf"/><Relationship Id="rId4" Type="http://schemas.openxmlformats.org/officeDocument/2006/relationships/image" Target="../media/image186.emf"/><Relationship Id="rId9" Type="http://schemas.openxmlformats.org/officeDocument/2006/relationships/oleObject" Target="../embeddings/oleObject189.bin"/><Relationship Id="rId14" Type="http://schemas.openxmlformats.org/officeDocument/2006/relationships/image" Target="../media/image191.emf"/></Relationships>
</file>

<file path=ppt/slides/_rels/slide31.xml.rels><?xml version="1.0" encoding="UTF-8" standalone="yes"?>
<Relationships xmlns="http://schemas.openxmlformats.org/package/2006/relationships"><Relationship Id="rId8" Type="http://schemas.openxmlformats.org/officeDocument/2006/relationships/image" Target="../media/image194.emf"/><Relationship Id="rId3" Type="http://schemas.openxmlformats.org/officeDocument/2006/relationships/oleObject" Target="../embeddings/oleObject192.bin"/><Relationship Id="rId7" Type="http://schemas.openxmlformats.org/officeDocument/2006/relationships/oleObject" Target="../embeddings/oleObject194.bin"/><Relationship Id="rId12" Type="http://schemas.openxmlformats.org/officeDocument/2006/relationships/image" Target="../media/image196.emf"/><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193.emf"/><Relationship Id="rId11" Type="http://schemas.openxmlformats.org/officeDocument/2006/relationships/oleObject" Target="../embeddings/oleObject196.bin"/><Relationship Id="rId5" Type="http://schemas.openxmlformats.org/officeDocument/2006/relationships/oleObject" Target="../embeddings/oleObject193.bin"/><Relationship Id="rId10" Type="http://schemas.openxmlformats.org/officeDocument/2006/relationships/image" Target="../media/image195.emf"/><Relationship Id="rId4" Type="http://schemas.openxmlformats.org/officeDocument/2006/relationships/image" Target="../media/image192.emf"/><Relationship Id="rId9" Type="http://schemas.openxmlformats.org/officeDocument/2006/relationships/oleObject" Target="../embeddings/oleObject195.bin"/></Relationships>
</file>

<file path=ppt/slides/_rels/slide32.xml.rels><?xml version="1.0" encoding="UTF-8" standalone="yes"?>
<Relationships xmlns="http://schemas.openxmlformats.org/package/2006/relationships"><Relationship Id="rId8" Type="http://schemas.openxmlformats.org/officeDocument/2006/relationships/image" Target="../media/image199.emf"/><Relationship Id="rId13" Type="http://schemas.openxmlformats.org/officeDocument/2006/relationships/oleObject" Target="../embeddings/oleObject202.bin"/><Relationship Id="rId3" Type="http://schemas.openxmlformats.org/officeDocument/2006/relationships/oleObject" Target="../embeddings/oleObject197.bin"/><Relationship Id="rId7" Type="http://schemas.openxmlformats.org/officeDocument/2006/relationships/oleObject" Target="../embeddings/oleObject199.bin"/><Relationship Id="rId12" Type="http://schemas.openxmlformats.org/officeDocument/2006/relationships/image" Target="../media/image201.emf"/><Relationship Id="rId2" Type="http://schemas.openxmlformats.org/officeDocument/2006/relationships/slideLayout" Target="../slideLayouts/slideLayout7.xml"/><Relationship Id="rId16" Type="http://schemas.openxmlformats.org/officeDocument/2006/relationships/image" Target="../media/image203.emf"/><Relationship Id="rId1" Type="http://schemas.openxmlformats.org/officeDocument/2006/relationships/vmlDrawing" Target="../drawings/vmlDrawing31.vml"/><Relationship Id="rId6" Type="http://schemas.openxmlformats.org/officeDocument/2006/relationships/image" Target="../media/image198.emf"/><Relationship Id="rId11" Type="http://schemas.openxmlformats.org/officeDocument/2006/relationships/oleObject" Target="../embeddings/oleObject201.bin"/><Relationship Id="rId5" Type="http://schemas.openxmlformats.org/officeDocument/2006/relationships/oleObject" Target="../embeddings/oleObject198.bin"/><Relationship Id="rId15" Type="http://schemas.openxmlformats.org/officeDocument/2006/relationships/oleObject" Target="../embeddings/oleObject203.bin"/><Relationship Id="rId10" Type="http://schemas.openxmlformats.org/officeDocument/2006/relationships/image" Target="../media/image200.emf"/><Relationship Id="rId4" Type="http://schemas.openxmlformats.org/officeDocument/2006/relationships/image" Target="../media/image197.emf"/><Relationship Id="rId9" Type="http://schemas.openxmlformats.org/officeDocument/2006/relationships/oleObject" Target="../embeddings/oleObject200.bin"/><Relationship Id="rId14" Type="http://schemas.openxmlformats.org/officeDocument/2006/relationships/image" Target="../media/image202.emf"/></Relationships>
</file>

<file path=ppt/slides/_rels/slide33.xml.rels><?xml version="1.0" encoding="UTF-8" standalone="yes"?>
<Relationships xmlns="http://schemas.openxmlformats.org/package/2006/relationships"><Relationship Id="rId8" Type="http://schemas.openxmlformats.org/officeDocument/2006/relationships/image" Target="../media/image206.emf"/><Relationship Id="rId13" Type="http://schemas.openxmlformats.org/officeDocument/2006/relationships/oleObject" Target="../embeddings/oleObject209.bin"/><Relationship Id="rId3" Type="http://schemas.openxmlformats.org/officeDocument/2006/relationships/oleObject" Target="../embeddings/oleObject204.bin"/><Relationship Id="rId7" Type="http://schemas.openxmlformats.org/officeDocument/2006/relationships/oleObject" Target="../embeddings/oleObject206.bin"/><Relationship Id="rId12" Type="http://schemas.openxmlformats.org/officeDocument/2006/relationships/image" Target="../media/image208.emf"/><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image" Target="../media/image205.emf"/><Relationship Id="rId11" Type="http://schemas.openxmlformats.org/officeDocument/2006/relationships/oleObject" Target="../embeddings/oleObject208.bin"/><Relationship Id="rId5" Type="http://schemas.openxmlformats.org/officeDocument/2006/relationships/oleObject" Target="../embeddings/oleObject205.bin"/><Relationship Id="rId10" Type="http://schemas.openxmlformats.org/officeDocument/2006/relationships/image" Target="../media/image207.emf"/><Relationship Id="rId4" Type="http://schemas.openxmlformats.org/officeDocument/2006/relationships/image" Target="../media/image204.emf"/><Relationship Id="rId9" Type="http://schemas.openxmlformats.org/officeDocument/2006/relationships/oleObject" Target="../embeddings/oleObject207.bin"/><Relationship Id="rId14" Type="http://schemas.openxmlformats.org/officeDocument/2006/relationships/image" Target="../media/image209.emf"/></Relationships>
</file>

<file path=ppt/slides/_rels/slide34.xml.rels><?xml version="1.0" encoding="UTF-8" standalone="yes"?>
<Relationships xmlns="http://schemas.openxmlformats.org/package/2006/relationships"><Relationship Id="rId8" Type="http://schemas.openxmlformats.org/officeDocument/2006/relationships/image" Target="../media/image212.emf"/><Relationship Id="rId13" Type="http://schemas.openxmlformats.org/officeDocument/2006/relationships/oleObject" Target="../embeddings/oleObject215.bin"/><Relationship Id="rId3" Type="http://schemas.openxmlformats.org/officeDocument/2006/relationships/oleObject" Target="../embeddings/oleObject210.bin"/><Relationship Id="rId7" Type="http://schemas.openxmlformats.org/officeDocument/2006/relationships/oleObject" Target="../embeddings/oleObject212.bin"/><Relationship Id="rId12" Type="http://schemas.openxmlformats.org/officeDocument/2006/relationships/image" Target="../media/image214.emf"/><Relationship Id="rId2" Type="http://schemas.openxmlformats.org/officeDocument/2006/relationships/slideLayout" Target="../slideLayouts/slideLayout7.xml"/><Relationship Id="rId16" Type="http://schemas.openxmlformats.org/officeDocument/2006/relationships/image" Target="../media/image216.emf"/><Relationship Id="rId1" Type="http://schemas.openxmlformats.org/officeDocument/2006/relationships/vmlDrawing" Target="../drawings/vmlDrawing33.vml"/><Relationship Id="rId6" Type="http://schemas.openxmlformats.org/officeDocument/2006/relationships/image" Target="../media/image211.emf"/><Relationship Id="rId11" Type="http://schemas.openxmlformats.org/officeDocument/2006/relationships/oleObject" Target="../embeddings/oleObject214.bin"/><Relationship Id="rId5" Type="http://schemas.openxmlformats.org/officeDocument/2006/relationships/oleObject" Target="../embeddings/oleObject211.bin"/><Relationship Id="rId15" Type="http://schemas.openxmlformats.org/officeDocument/2006/relationships/oleObject" Target="../embeddings/oleObject216.bin"/><Relationship Id="rId10" Type="http://schemas.openxmlformats.org/officeDocument/2006/relationships/image" Target="../media/image213.emf"/><Relationship Id="rId4" Type="http://schemas.openxmlformats.org/officeDocument/2006/relationships/image" Target="../media/image210.emf"/><Relationship Id="rId9" Type="http://schemas.openxmlformats.org/officeDocument/2006/relationships/oleObject" Target="../embeddings/oleObject213.bin"/><Relationship Id="rId14" Type="http://schemas.openxmlformats.org/officeDocument/2006/relationships/image" Target="../media/image215.wmf"/></Relationships>
</file>

<file path=ppt/slides/_rels/slide35.xml.rels><?xml version="1.0" encoding="UTF-8" standalone="yes"?>
<Relationships xmlns="http://schemas.openxmlformats.org/package/2006/relationships"><Relationship Id="rId8" Type="http://schemas.openxmlformats.org/officeDocument/2006/relationships/image" Target="../media/image219.emf"/><Relationship Id="rId13" Type="http://schemas.openxmlformats.org/officeDocument/2006/relationships/oleObject" Target="../embeddings/oleObject222.bin"/><Relationship Id="rId18" Type="http://schemas.openxmlformats.org/officeDocument/2006/relationships/image" Target="../media/image224.emf"/><Relationship Id="rId3" Type="http://schemas.openxmlformats.org/officeDocument/2006/relationships/oleObject" Target="../embeddings/oleObject217.bin"/><Relationship Id="rId7" Type="http://schemas.openxmlformats.org/officeDocument/2006/relationships/oleObject" Target="../embeddings/oleObject219.bin"/><Relationship Id="rId12" Type="http://schemas.openxmlformats.org/officeDocument/2006/relationships/image" Target="../media/image221.emf"/><Relationship Id="rId17" Type="http://schemas.openxmlformats.org/officeDocument/2006/relationships/oleObject" Target="../embeddings/oleObject224.bin"/><Relationship Id="rId2" Type="http://schemas.openxmlformats.org/officeDocument/2006/relationships/slideLayout" Target="../slideLayouts/slideLayout7.xml"/><Relationship Id="rId16" Type="http://schemas.openxmlformats.org/officeDocument/2006/relationships/image" Target="../media/image223.emf"/><Relationship Id="rId20" Type="http://schemas.openxmlformats.org/officeDocument/2006/relationships/image" Target="../media/image225.emf"/><Relationship Id="rId1" Type="http://schemas.openxmlformats.org/officeDocument/2006/relationships/vmlDrawing" Target="../drawings/vmlDrawing34.vml"/><Relationship Id="rId6" Type="http://schemas.openxmlformats.org/officeDocument/2006/relationships/image" Target="../media/image218.emf"/><Relationship Id="rId11" Type="http://schemas.openxmlformats.org/officeDocument/2006/relationships/oleObject" Target="../embeddings/oleObject221.bin"/><Relationship Id="rId5" Type="http://schemas.openxmlformats.org/officeDocument/2006/relationships/oleObject" Target="../embeddings/oleObject218.bin"/><Relationship Id="rId15" Type="http://schemas.openxmlformats.org/officeDocument/2006/relationships/oleObject" Target="../embeddings/oleObject223.bin"/><Relationship Id="rId10" Type="http://schemas.openxmlformats.org/officeDocument/2006/relationships/image" Target="../media/image220.emf"/><Relationship Id="rId19" Type="http://schemas.openxmlformats.org/officeDocument/2006/relationships/oleObject" Target="../embeddings/oleObject225.bin"/><Relationship Id="rId4" Type="http://schemas.openxmlformats.org/officeDocument/2006/relationships/image" Target="../media/image217.emf"/><Relationship Id="rId9" Type="http://schemas.openxmlformats.org/officeDocument/2006/relationships/oleObject" Target="../embeddings/oleObject220.bin"/><Relationship Id="rId14" Type="http://schemas.openxmlformats.org/officeDocument/2006/relationships/image" Target="../media/image222.e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26.bin"/><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image" Target="../media/image227.wmf"/><Relationship Id="rId5" Type="http://schemas.openxmlformats.org/officeDocument/2006/relationships/oleObject" Target="../embeddings/oleObject227.bin"/><Relationship Id="rId4" Type="http://schemas.openxmlformats.org/officeDocument/2006/relationships/image" Target="../media/image226.emf"/></Relationships>
</file>

<file path=ppt/slides/_rels/slide37.xml.rels><?xml version="1.0" encoding="UTF-8" standalone="yes"?>
<Relationships xmlns="http://schemas.openxmlformats.org/package/2006/relationships"><Relationship Id="rId8" Type="http://schemas.openxmlformats.org/officeDocument/2006/relationships/image" Target="../media/image230.wmf"/><Relationship Id="rId3" Type="http://schemas.openxmlformats.org/officeDocument/2006/relationships/oleObject" Target="../embeddings/oleObject228.bin"/><Relationship Id="rId7" Type="http://schemas.openxmlformats.org/officeDocument/2006/relationships/oleObject" Target="../embeddings/oleObject230.bin"/><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image" Target="../media/image229.wmf"/><Relationship Id="rId5" Type="http://schemas.openxmlformats.org/officeDocument/2006/relationships/oleObject" Target="../embeddings/oleObject229.bin"/><Relationship Id="rId4" Type="http://schemas.openxmlformats.org/officeDocument/2006/relationships/image" Target="../media/image228.w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233.bin"/><Relationship Id="rId3" Type="http://schemas.openxmlformats.org/officeDocument/2006/relationships/oleObject" Target="../embeddings/oleObject231.bin"/><Relationship Id="rId7" Type="http://schemas.openxmlformats.org/officeDocument/2006/relationships/image" Target="../media/image232.wmf"/><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oleObject" Target="../embeddings/oleObject232.bin"/><Relationship Id="rId5" Type="http://schemas.openxmlformats.org/officeDocument/2006/relationships/image" Target="../media/image233.png"/><Relationship Id="rId4" Type="http://schemas.openxmlformats.org/officeDocument/2006/relationships/image" Target="../media/image231.wmf"/><Relationship Id="rId9" Type="http://schemas.openxmlformats.org/officeDocument/2006/relationships/image" Target="../media/image227.wmf"/></Relationships>
</file>

<file path=ppt/slides/_rels/slide39.xml.rels><?xml version="1.0" encoding="UTF-8" standalone="yes"?>
<Relationships xmlns="http://schemas.openxmlformats.org/package/2006/relationships"><Relationship Id="rId8" Type="http://schemas.openxmlformats.org/officeDocument/2006/relationships/image" Target="../media/image236.emf"/><Relationship Id="rId13" Type="http://schemas.openxmlformats.org/officeDocument/2006/relationships/oleObject" Target="../embeddings/oleObject239.bin"/><Relationship Id="rId18" Type="http://schemas.openxmlformats.org/officeDocument/2006/relationships/image" Target="../media/image241.emf"/><Relationship Id="rId3" Type="http://schemas.openxmlformats.org/officeDocument/2006/relationships/oleObject" Target="../embeddings/oleObject234.bin"/><Relationship Id="rId7" Type="http://schemas.openxmlformats.org/officeDocument/2006/relationships/oleObject" Target="../embeddings/oleObject236.bin"/><Relationship Id="rId12" Type="http://schemas.openxmlformats.org/officeDocument/2006/relationships/image" Target="../media/image238.emf"/><Relationship Id="rId17" Type="http://schemas.openxmlformats.org/officeDocument/2006/relationships/oleObject" Target="../embeddings/oleObject241.bin"/><Relationship Id="rId2" Type="http://schemas.openxmlformats.org/officeDocument/2006/relationships/slideLayout" Target="../slideLayouts/slideLayout7.xml"/><Relationship Id="rId16" Type="http://schemas.openxmlformats.org/officeDocument/2006/relationships/image" Target="../media/image240.emf"/><Relationship Id="rId20" Type="http://schemas.openxmlformats.org/officeDocument/2006/relationships/image" Target="../media/image242.emf"/><Relationship Id="rId1" Type="http://schemas.openxmlformats.org/officeDocument/2006/relationships/vmlDrawing" Target="../drawings/vmlDrawing38.vml"/><Relationship Id="rId6" Type="http://schemas.openxmlformats.org/officeDocument/2006/relationships/image" Target="../media/image235.emf"/><Relationship Id="rId11" Type="http://schemas.openxmlformats.org/officeDocument/2006/relationships/oleObject" Target="../embeddings/oleObject238.bin"/><Relationship Id="rId5" Type="http://schemas.openxmlformats.org/officeDocument/2006/relationships/oleObject" Target="../embeddings/oleObject235.bin"/><Relationship Id="rId15" Type="http://schemas.openxmlformats.org/officeDocument/2006/relationships/oleObject" Target="../embeddings/oleObject240.bin"/><Relationship Id="rId10" Type="http://schemas.openxmlformats.org/officeDocument/2006/relationships/image" Target="../media/image237.emf"/><Relationship Id="rId19" Type="http://schemas.openxmlformats.org/officeDocument/2006/relationships/oleObject" Target="../embeddings/oleObject242.bin"/><Relationship Id="rId4" Type="http://schemas.openxmlformats.org/officeDocument/2006/relationships/image" Target="../media/image234.emf"/><Relationship Id="rId9" Type="http://schemas.openxmlformats.org/officeDocument/2006/relationships/oleObject" Target="../embeddings/oleObject237.bin"/><Relationship Id="rId14" Type="http://schemas.openxmlformats.org/officeDocument/2006/relationships/image" Target="../media/image239.emf"/></Relationships>
</file>

<file path=ppt/slides/_rels/slide40.xml.rels><?xml version="1.0" encoding="UTF-8" standalone="yes"?>
<Relationships xmlns="http://schemas.openxmlformats.org/package/2006/relationships"><Relationship Id="rId8" Type="http://schemas.openxmlformats.org/officeDocument/2006/relationships/image" Target="../media/image245.emf"/><Relationship Id="rId13" Type="http://schemas.openxmlformats.org/officeDocument/2006/relationships/oleObject" Target="../embeddings/oleObject248.bin"/><Relationship Id="rId3" Type="http://schemas.openxmlformats.org/officeDocument/2006/relationships/oleObject" Target="../embeddings/oleObject243.bin"/><Relationship Id="rId7" Type="http://schemas.openxmlformats.org/officeDocument/2006/relationships/oleObject" Target="../embeddings/oleObject245.bin"/><Relationship Id="rId12" Type="http://schemas.openxmlformats.org/officeDocument/2006/relationships/image" Target="../media/image247.emf"/><Relationship Id="rId2" Type="http://schemas.openxmlformats.org/officeDocument/2006/relationships/slideLayout" Target="../slideLayouts/slideLayout7.xml"/><Relationship Id="rId16" Type="http://schemas.openxmlformats.org/officeDocument/2006/relationships/image" Target="../media/image249.emf"/><Relationship Id="rId1" Type="http://schemas.openxmlformats.org/officeDocument/2006/relationships/vmlDrawing" Target="../drawings/vmlDrawing39.vml"/><Relationship Id="rId6" Type="http://schemas.openxmlformats.org/officeDocument/2006/relationships/image" Target="../media/image244.emf"/><Relationship Id="rId11" Type="http://schemas.openxmlformats.org/officeDocument/2006/relationships/oleObject" Target="../embeddings/oleObject247.bin"/><Relationship Id="rId5" Type="http://schemas.openxmlformats.org/officeDocument/2006/relationships/oleObject" Target="../embeddings/oleObject244.bin"/><Relationship Id="rId15" Type="http://schemas.openxmlformats.org/officeDocument/2006/relationships/oleObject" Target="../embeddings/oleObject249.bin"/><Relationship Id="rId10" Type="http://schemas.openxmlformats.org/officeDocument/2006/relationships/image" Target="../media/image246.emf"/><Relationship Id="rId4" Type="http://schemas.openxmlformats.org/officeDocument/2006/relationships/image" Target="../media/image243.emf"/><Relationship Id="rId9" Type="http://schemas.openxmlformats.org/officeDocument/2006/relationships/oleObject" Target="../embeddings/oleObject246.bin"/><Relationship Id="rId14" Type="http://schemas.openxmlformats.org/officeDocument/2006/relationships/image" Target="../media/image248.emf"/></Relationships>
</file>

<file path=ppt/slides/_rels/slide41.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252.bin"/><Relationship Id="rId3" Type="http://schemas.openxmlformats.org/officeDocument/2006/relationships/image" Target="../media/image254.png"/><Relationship Id="rId7" Type="http://schemas.openxmlformats.org/officeDocument/2006/relationships/image" Target="../media/image252.wmf"/><Relationship Id="rId2" Type="http://schemas.openxmlformats.org/officeDocument/2006/relationships/slideLayout" Target="../slideLayouts/slideLayout7.xml"/><Relationship Id="rId1" Type="http://schemas.openxmlformats.org/officeDocument/2006/relationships/vmlDrawing" Target="../drawings/vmlDrawing40.vml"/><Relationship Id="rId6" Type="http://schemas.openxmlformats.org/officeDocument/2006/relationships/oleObject" Target="../embeddings/oleObject251.bin"/><Relationship Id="rId5" Type="http://schemas.openxmlformats.org/officeDocument/2006/relationships/image" Target="../media/image251.wmf"/><Relationship Id="rId4" Type="http://schemas.openxmlformats.org/officeDocument/2006/relationships/oleObject" Target="../embeddings/oleObject250.bin"/><Relationship Id="rId9" Type="http://schemas.openxmlformats.org/officeDocument/2006/relationships/image" Target="../media/image253.wmf"/></Relationships>
</file>

<file path=ppt/slides/_rels/slide43.xml.rels><?xml version="1.0" encoding="UTF-8" standalone="yes"?>
<Relationships xmlns="http://schemas.openxmlformats.org/package/2006/relationships"><Relationship Id="rId8" Type="http://schemas.openxmlformats.org/officeDocument/2006/relationships/image" Target="../media/image257.wmf"/><Relationship Id="rId3" Type="http://schemas.openxmlformats.org/officeDocument/2006/relationships/oleObject" Target="../embeddings/oleObject253.bin"/><Relationship Id="rId7" Type="http://schemas.openxmlformats.org/officeDocument/2006/relationships/oleObject" Target="../embeddings/oleObject255.bin"/><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image" Target="../media/image256.wmf"/><Relationship Id="rId5" Type="http://schemas.openxmlformats.org/officeDocument/2006/relationships/oleObject" Target="../embeddings/oleObject254.bin"/><Relationship Id="rId4" Type="http://schemas.openxmlformats.org/officeDocument/2006/relationships/image" Target="../media/image255.wmf"/></Relationships>
</file>

<file path=ppt/slides/_rels/slide44.xml.rels><?xml version="1.0" encoding="UTF-8" standalone="yes"?>
<Relationships xmlns="http://schemas.openxmlformats.org/package/2006/relationships"><Relationship Id="rId8" Type="http://schemas.openxmlformats.org/officeDocument/2006/relationships/image" Target="../media/image260.wmf"/><Relationship Id="rId3" Type="http://schemas.openxmlformats.org/officeDocument/2006/relationships/oleObject" Target="../embeddings/oleObject256.bin"/><Relationship Id="rId7" Type="http://schemas.openxmlformats.org/officeDocument/2006/relationships/oleObject" Target="../embeddings/oleObject258.bin"/><Relationship Id="rId12" Type="http://schemas.openxmlformats.org/officeDocument/2006/relationships/image" Target="../media/image262.wmf"/><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image" Target="../media/image259.wmf"/><Relationship Id="rId11" Type="http://schemas.openxmlformats.org/officeDocument/2006/relationships/oleObject" Target="../embeddings/oleObject260.bin"/><Relationship Id="rId5" Type="http://schemas.openxmlformats.org/officeDocument/2006/relationships/oleObject" Target="../embeddings/oleObject257.bin"/><Relationship Id="rId10" Type="http://schemas.openxmlformats.org/officeDocument/2006/relationships/image" Target="../media/image261.wmf"/><Relationship Id="rId4" Type="http://schemas.openxmlformats.org/officeDocument/2006/relationships/image" Target="../media/image258.wmf"/><Relationship Id="rId9" Type="http://schemas.openxmlformats.org/officeDocument/2006/relationships/oleObject" Target="../embeddings/oleObject259.bin"/></Relationships>
</file>

<file path=ppt/slides/_rels/slide45.xml.rels><?xml version="1.0" encoding="UTF-8" standalone="yes"?>
<Relationships xmlns="http://schemas.openxmlformats.org/package/2006/relationships"><Relationship Id="rId3" Type="http://schemas.openxmlformats.org/officeDocument/2006/relationships/image" Target="../media/image264.png"/><Relationship Id="rId2" Type="http://schemas.openxmlformats.org/officeDocument/2006/relationships/image" Target="../media/image263.png"/><Relationship Id="rId1" Type="http://schemas.openxmlformats.org/officeDocument/2006/relationships/slideLayout" Target="../slideLayouts/slideLayout7.xml"/><Relationship Id="rId4" Type="http://schemas.openxmlformats.org/officeDocument/2006/relationships/image" Target="../media/image265.png"/></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263.bin"/><Relationship Id="rId13" Type="http://schemas.openxmlformats.org/officeDocument/2006/relationships/image" Target="../media/image270.wmf"/><Relationship Id="rId3" Type="http://schemas.openxmlformats.org/officeDocument/2006/relationships/image" Target="../media/image271.png"/><Relationship Id="rId7" Type="http://schemas.openxmlformats.org/officeDocument/2006/relationships/image" Target="../media/image267.wmf"/><Relationship Id="rId12" Type="http://schemas.openxmlformats.org/officeDocument/2006/relationships/oleObject" Target="../embeddings/oleObject265.bin"/><Relationship Id="rId2" Type="http://schemas.openxmlformats.org/officeDocument/2006/relationships/slideLayout" Target="../slideLayouts/slideLayout7.xml"/><Relationship Id="rId1" Type="http://schemas.openxmlformats.org/officeDocument/2006/relationships/vmlDrawing" Target="../drawings/vmlDrawing43.vml"/><Relationship Id="rId6" Type="http://schemas.openxmlformats.org/officeDocument/2006/relationships/oleObject" Target="../embeddings/oleObject262.bin"/><Relationship Id="rId11" Type="http://schemas.openxmlformats.org/officeDocument/2006/relationships/image" Target="../media/image269.wmf"/><Relationship Id="rId5" Type="http://schemas.openxmlformats.org/officeDocument/2006/relationships/image" Target="../media/image266.wmf"/><Relationship Id="rId10" Type="http://schemas.openxmlformats.org/officeDocument/2006/relationships/oleObject" Target="../embeddings/oleObject264.bin"/><Relationship Id="rId4" Type="http://schemas.openxmlformats.org/officeDocument/2006/relationships/oleObject" Target="../embeddings/oleObject261.bin"/><Relationship Id="rId9" Type="http://schemas.openxmlformats.org/officeDocument/2006/relationships/image" Target="../media/image268.wmf"/></Relationships>
</file>

<file path=ppt/slides/_rels/slide47.xml.rels><?xml version="1.0" encoding="UTF-8" standalone="yes"?>
<Relationships xmlns="http://schemas.openxmlformats.org/package/2006/relationships"><Relationship Id="rId3" Type="http://schemas.openxmlformats.org/officeDocument/2006/relationships/image" Target="../media/image265.png"/><Relationship Id="rId2" Type="http://schemas.openxmlformats.org/officeDocument/2006/relationships/slideLayout" Target="../slideLayouts/slideLayout7.xml"/><Relationship Id="rId1" Type="http://schemas.openxmlformats.org/officeDocument/2006/relationships/vmlDrawing" Target="../drawings/vmlDrawing44.vml"/><Relationship Id="rId5" Type="http://schemas.openxmlformats.org/officeDocument/2006/relationships/image" Target="../media/image272.wmf"/><Relationship Id="rId4" Type="http://schemas.openxmlformats.org/officeDocument/2006/relationships/oleObject" Target="../embeddings/oleObject266.bin"/></Relationships>
</file>

<file path=ppt/slides/_rels/slide48.xml.rels><?xml version="1.0" encoding="UTF-8" standalone="yes"?>
<Relationships xmlns="http://schemas.openxmlformats.org/package/2006/relationships"><Relationship Id="rId8" Type="http://schemas.openxmlformats.org/officeDocument/2006/relationships/image" Target="../media/image133.wmf"/><Relationship Id="rId13" Type="http://schemas.openxmlformats.org/officeDocument/2006/relationships/oleObject" Target="../embeddings/oleObject269.bin"/><Relationship Id="rId18" Type="http://schemas.openxmlformats.org/officeDocument/2006/relationships/image" Target="../media/image139.wmf"/><Relationship Id="rId3" Type="http://schemas.openxmlformats.org/officeDocument/2006/relationships/oleObject" Target="../embeddings/oleObject267.bin"/><Relationship Id="rId7" Type="http://schemas.openxmlformats.org/officeDocument/2006/relationships/oleObject" Target="../embeddings/oleObject133.bin"/><Relationship Id="rId12" Type="http://schemas.openxmlformats.org/officeDocument/2006/relationships/image" Target="../media/image135.wmf"/><Relationship Id="rId17" Type="http://schemas.openxmlformats.org/officeDocument/2006/relationships/oleObject" Target="../embeddings/oleObject139.bin"/><Relationship Id="rId2" Type="http://schemas.openxmlformats.org/officeDocument/2006/relationships/slideLayout" Target="../slideLayouts/slideLayout7.xml"/><Relationship Id="rId16" Type="http://schemas.openxmlformats.org/officeDocument/2006/relationships/image" Target="../media/image137.wmf"/><Relationship Id="rId20" Type="http://schemas.openxmlformats.org/officeDocument/2006/relationships/image" Target="../media/image276.wmf"/><Relationship Id="rId1" Type="http://schemas.openxmlformats.org/officeDocument/2006/relationships/vmlDrawing" Target="../drawings/vmlDrawing45.vml"/><Relationship Id="rId6" Type="http://schemas.openxmlformats.org/officeDocument/2006/relationships/image" Target="../media/image131.wmf"/><Relationship Id="rId11" Type="http://schemas.openxmlformats.org/officeDocument/2006/relationships/oleObject" Target="../embeddings/oleObject135.bin"/><Relationship Id="rId5" Type="http://schemas.openxmlformats.org/officeDocument/2006/relationships/oleObject" Target="../embeddings/oleObject131.bin"/><Relationship Id="rId15" Type="http://schemas.openxmlformats.org/officeDocument/2006/relationships/oleObject" Target="../embeddings/oleObject137.bin"/><Relationship Id="rId10" Type="http://schemas.openxmlformats.org/officeDocument/2006/relationships/image" Target="../media/image274.wmf"/><Relationship Id="rId19" Type="http://schemas.openxmlformats.org/officeDocument/2006/relationships/oleObject" Target="../embeddings/oleObject270.bin"/><Relationship Id="rId4" Type="http://schemas.openxmlformats.org/officeDocument/2006/relationships/image" Target="../media/image273.wmf"/><Relationship Id="rId9" Type="http://schemas.openxmlformats.org/officeDocument/2006/relationships/oleObject" Target="../embeddings/oleObject268.bin"/><Relationship Id="rId14" Type="http://schemas.openxmlformats.org/officeDocument/2006/relationships/image" Target="../media/image275.w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267.bin"/><Relationship Id="rId2" Type="http://schemas.openxmlformats.org/officeDocument/2006/relationships/slideLayout" Target="../slideLayouts/slideLayout7.xml"/><Relationship Id="rId1" Type="http://schemas.openxmlformats.org/officeDocument/2006/relationships/vmlDrawing" Target="../drawings/vmlDrawing46.vml"/><Relationship Id="rId4" Type="http://schemas.openxmlformats.org/officeDocument/2006/relationships/image" Target="../media/image273.w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271.bin"/><Relationship Id="rId2" Type="http://schemas.openxmlformats.org/officeDocument/2006/relationships/slideLayout" Target="../slideLayouts/slideLayout7.xml"/><Relationship Id="rId1" Type="http://schemas.openxmlformats.org/officeDocument/2006/relationships/vmlDrawing" Target="../drawings/vmlDrawing47.vml"/><Relationship Id="rId6" Type="http://schemas.openxmlformats.org/officeDocument/2006/relationships/image" Target="../media/image276.wmf"/><Relationship Id="rId5" Type="http://schemas.openxmlformats.org/officeDocument/2006/relationships/oleObject" Target="../embeddings/oleObject272.bin"/><Relationship Id="rId4" Type="http://schemas.openxmlformats.org/officeDocument/2006/relationships/image" Target="../media/image277.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273.bin"/><Relationship Id="rId2" Type="http://schemas.openxmlformats.org/officeDocument/2006/relationships/slideLayout" Target="../slideLayouts/slideLayout7.xml"/><Relationship Id="rId1" Type="http://schemas.openxmlformats.org/officeDocument/2006/relationships/vmlDrawing" Target="../drawings/vmlDrawing48.vml"/><Relationship Id="rId4" Type="http://schemas.openxmlformats.org/officeDocument/2006/relationships/image" Target="../media/image278.wmf"/></Relationships>
</file>

<file path=ppt/slides/_rels/slide52.xml.rels><?xml version="1.0" encoding="UTF-8" standalone="yes"?>
<Relationships xmlns="http://schemas.openxmlformats.org/package/2006/relationships"><Relationship Id="rId8" Type="http://schemas.openxmlformats.org/officeDocument/2006/relationships/image" Target="../media/image281.wmf"/><Relationship Id="rId13" Type="http://schemas.openxmlformats.org/officeDocument/2006/relationships/oleObject" Target="../embeddings/oleObject279.bin"/><Relationship Id="rId18" Type="http://schemas.openxmlformats.org/officeDocument/2006/relationships/image" Target="../media/image276.wmf"/><Relationship Id="rId3" Type="http://schemas.openxmlformats.org/officeDocument/2006/relationships/oleObject" Target="../embeddings/oleObject274.bin"/><Relationship Id="rId7" Type="http://schemas.openxmlformats.org/officeDocument/2006/relationships/oleObject" Target="../embeddings/oleObject276.bin"/><Relationship Id="rId12" Type="http://schemas.openxmlformats.org/officeDocument/2006/relationships/image" Target="../media/image283.wmf"/><Relationship Id="rId17" Type="http://schemas.openxmlformats.org/officeDocument/2006/relationships/oleObject" Target="../embeddings/oleObject270.bin"/><Relationship Id="rId2" Type="http://schemas.openxmlformats.org/officeDocument/2006/relationships/slideLayout" Target="../slideLayouts/slideLayout7.xml"/><Relationship Id="rId16" Type="http://schemas.openxmlformats.org/officeDocument/2006/relationships/image" Target="../media/image285.wmf"/><Relationship Id="rId20" Type="http://schemas.openxmlformats.org/officeDocument/2006/relationships/image" Target="../media/image286.wmf"/><Relationship Id="rId1" Type="http://schemas.openxmlformats.org/officeDocument/2006/relationships/vmlDrawing" Target="../drawings/vmlDrawing49.vml"/><Relationship Id="rId6" Type="http://schemas.openxmlformats.org/officeDocument/2006/relationships/image" Target="../media/image280.wmf"/><Relationship Id="rId11" Type="http://schemas.openxmlformats.org/officeDocument/2006/relationships/oleObject" Target="../embeddings/oleObject278.bin"/><Relationship Id="rId5" Type="http://schemas.openxmlformats.org/officeDocument/2006/relationships/oleObject" Target="../embeddings/oleObject275.bin"/><Relationship Id="rId15" Type="http://schemas.openxmlformats.org/officeDocument/2006/relationships/oleObject" Target="../embeddings/oleObject280.bin"/><Relationship Id="rId10" Type="http://schemas.openxmlformats.org/officeDocument/2006/relationships/image" Target="../media/image282.wmf"/><Relationship Id="rId19" Type="http://schemas.openxmlformats.org/officeDocument/2006/relationships/oleObject" Target="../embeddings/oleObject281.bin"/><Relationship Id="rId4" Type="http://schemas.openxmlformats.org/officeDocument/2006/relationships/image" Target="../media/image279.wmf"/><Relationship Id="rId9" Type="http://schemas.openxmlformats.org/officeDocument/2006/relationships/oleObject" Target="../embeddings/oleObject277.bin"/><Relationship Id="rId14" Type="http://schemas.openxmlformats.org/officeDocument/2006/relationships/image" Target="../media/image284.w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274.bin"/><Relationship Id="rId2" Type="http://schemas.openxmlformats.org/officeDocument/2006/relationships/slideLayout" Target="../slideLayouts/slideLayout7.xml"/><Relationship Id="rId1" Type="http://schemas.openxmlformats.org/officeDocument/2006/relationships/vmlDrawing" Target="../drawings/vmlDrawing50.vml"/><Relationship Id="rId4" Type="http://schemas.openxmlformats.org/officeDocument/2006/relationships/image" Target="../media/image279.wmf"/></Relationships>
</file>

<file path=ppt/slides/_rels/slide54.xml.rels><?xml version="1.0" encoding="UTF-8" standalone="yes"?>
<Relationships xmlns="http://schemas.openxmlformats.org/package/2006/relationships"><Relationship Id="rId8" Type="http://schemas.openxmlformats.org/officeDocument/2006/relationships/image" Target="../media/image276.wmf"/><Relationship Id="rId3" Type="http://schemas.openxmlformats.org/officeDocument/2006/relationships/oleObject" Target="../embeddings/oleObject282.bin"/><Relationship Id="rId7" Type="http://schemas.openxmlformats.org/officeDocument/2006/relationships/oleObject" Target="../embeddings/oleObject270.bin"/><Relationship Id="rId2" Type="http://schemas.openxmlformats.org/officeDocument/2006/relationships/slideLayout" Target="../slideLayouts/slideLayout7.xml"/><Relationship Id="rId1" Type="http://schemas.openxmlformats.org/officeDocument/2006/relationships/vmlDrawing" Target="../drawings/vmlDrawing51.vml"/><Relationship Id="rId6" Type="http://schemas.openxmlformats.org/officeDocument/2006/relationships/image" Target="../media/image288.wmf"/><Relationship Id="rId5" Type="http://schemas.openxmlformats.org/officeDocument/2006/relationships/oleObject" Target="../embeddings/oleObject283.bin"/><Relationship Id="rId10" Type="http://schemas.openxmlformats.org/officeDocument/2006/relationships/image" Target="../media/image289.wmf"/><Relationship Id="rId4" Type="http://schemas.openxmlformats.org/officeDocument/2006/relationships/image" Target="../media/image287.wmf"/><Relationship Id="rId9" Type="http://schemas.openxmlformats.org/officeDocument/2006/relationships/oleObject" Target="../embeddings/oleObject284.bin"/></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285.bin"/><Relationship Id="rId2" Type="http://schemas.openxmlformats.org/officeDocument/2006/relationships/slideLayout" Target="../slideLayouts/slideLayout7.xml"/><Relationship Id="rId1" Type="http://schemas.openxmlformats.org/officeDocument/2006/relationships/vmlDrawing" Target="../drawings/vmlDrawing52.vml"/><Relationship Id="rId6" Type="http://schemas.openxmlformats.org/officeDocument/2006/relationships/image" Target="../media/image291.wmf"/><Relationship Id="rId5" Type="http://schemas.openxmlformats.org/officeDocument/2006/relationships/oleObject" Target="../embeddings/oleObject286.bin"/><Relationship Id="rId4" Type="http://schemas.openxmlformats.org/officeDocument/2006/relationships/image" Target="../media/image290.wmf"/></Relationships>
</file>

<file path=ppt/slides/_rels/slide56.xml.rels><?xml version="1.0" encoding="UTF-8" standalone="yes"?>
<Relationships xmlns="http://schemas.openxmlformats.org/package/2006/relationships"><Relationship Id="rId8" Type="http://schemas.openxmlformats.org/officeDocument/2006/relationships/image" Target="../media/image293.wmf"/><Relationship Id="rId3" Type="http://schemas.openxmlformats.org/officeDocument/2006/relationships/oleObject" Target="../embeddings/oleObject287.bin"/><Relationship Id="rId7" Type="http://schemas.openxmlformats.org/officeDocument/2006/relationships/oleObject" Target="../embeddings/oleObject288.bin"/><Relationship Id="rId12" Type="http://schemas.openxmlformats.org/officeDocument/2006/relationships/image" Target="../media/image295.wmf"/><Relationship Id="rId2" Type="http://schemas.openxmlformats.org/officeDocument/2006/relationships/slideLayout" Target="../slideLayouts/slideLayout7.xml"/><Relationship Id="rId1" Type="http://schemas.openxmlformats.org/officeDocument/2006/relationships/vmlDrawing" Target="../drawings/vmlDrawing53.vml"/><Relationship Id="rId6" Type="http://schemas.openxmlformats.org/officeDocument/2006/relationships/image" Target="../media/image283.wmf"/><Relationship Id="rId11" Type="http://schemas.openxmlformats.org/officeDocument/2006/relationships/oleObject" Target="../embeddings/oleObject290.bin"/><Relationship Id="rId5" Type="http://schemas.openxmlformats.org/officeDocument/2006/relationships/oleObject" Target="../embeddings/oleObject278.bin"/><Relationship Id="rId10" Type="http://schemas.openxmlformats.org/officeDocument/2006/relationships/image" Target="../media/image294.wmf"/><Relationship Id="rId4" Type="http://schemas.openxmlformats.org/officeDocument/2006/relationships/image" Target="../media/image292.wmf"/><Relationship Id="rId9" Type="http://schemas.openxmlformats.org/officeDocument/2006/relationships/oleObject" Target="../embeddings/oleObject289.bin"/></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291.bin"/><Relationship Id="rId2" Type="http://schemas.openxmlformats.org/officeDocument/2006/relationships/slideLayout" Target="../slideLayouts/slideLayout7.xml"/><Relationship Id="rId1" Type="http://schemas.openxmlformats.org/officeDocument/2006/relationships/vmlDrawing" Target="../drawings/vmlDrawing54.vml"/><Relationship Id="rId6" Type="http://schemas.openxmlformats.org/officeDocument/2006/relationships/image" Target="../media/image297.wmf"/><Relationship Id="rId5" Type="http://schemas.openxmlformats.org/officeDocument/2006/relationships/oleObject" Target="../embeddings/oleObject292.bin"/><Relationship Id="rId4" Type="http://schemas.openxmlformats.org/officeDocument/2006/relationships/image" Target="../media/image296.w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293.bin"/><Relationship Id="rId2" Type="http://schemas.openxmlformats.org/officeDocument/2006/relationships/slideLayout" Target="../slideLayouts/slideLayout7.xml"/><Relationship Id="rId1" Type="http://schemas.openxmlformats.org/officeDocument/2006/relationships/vmlDrawing" Target="../drawings/vmlDrawing55.vml"/><Relationship Id="rId6" Type="http://schemas.openxmlformats.org/officeDocument/2006/relationships/image" Target="../media/image299.wmf"/><Relationship Id="rId5" Type="http://schemas.openxmlformats.org/officeDocument/2006/relationships/oleObject" Target="../embeddings/oleObject294.bin"/><Relationship Id="rId4" Type="http://schemas.openxmlformats.org/officeDocument/2006/relationships/image" Target="../media/image298.w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295.bin"/><Relationship Id="rId2" Type="http://schemas.openxmlformats.org/officeDocument/2006/relationships/slideLayout" Target="../slideLayouts/slideLayout7.xml"/><Relationship Id="rId1" Type="http://schemas.openxmlformats.org/officeDocument/2006/relationships/vmlDrawing" Target="../drawings/vmlDrawing56.vml"/><Relationship Id="rId6" Type="http://schemas.openxmlformats.org/officeDocument/2006/relationships/image" Target="../media/image301.wmf"/><Relationship Id="rId5" Type="http://schemas.openxmlformats.org/officeDocument/2006/relationships/oleObject" Target="../embeddings/oleObject296.bin"/><Relationship Id="rId4" Type="http://schemas.openxmlformats.org/officeDocument/2006/relationships/image" Target="../media/image300.wmf"/></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297.bin"/><Relationship Id="rId2" Type="http://schemas.openxmlformats.org/officeDocument/2006/relationships/slideLayout" Target="../slideLayouts/slideLayout7.xml"/><Relationship Id="rId1" Type="http://schemas.openxmlformats.org/officeDocument/2006/relationships/vmlDrawing" Target="../drawings/vmlDrawing57.vml"/><Relationship Id="rId4" Type="http://schemas.openxmlformats.org/officeDocument/2006/relationships/image" Target="../media/image302.wmf"/></Relationships>
</file>

<file path=ppt/slides/_rels/slide61.xml.rels><?xml version="1.0" encoding="UTF-8" standalone="yes"?>
<Relationships xmlns="http://schemas.openxmlformats.org/package/2006/relationships"><Relationship Id="rId8" Type="http://schemas.openxmlformats.org/officeDocument/2006/relationships/image" Target="../media/image305.wmf"/><Relationship Id="rId3" Type="http://schemas.openxmlformats.org/officeDocument/2006/relationships/oleObject" Target="../embeddings/oleObject298.bin"/><Relationship Id="rId7" Type="http://schemas.openxmlformats.org/officeDocument/2006/relationships/oleObject" Target="../embeddings/oleObject300.bin"/><Relationship Id="rId2" Type="http://schemas.openxmlformats.org/officeDocument/2006/relationships/slideLayout" Target="../slideLayouts/slideLayout7.xml"/><Relationship Id="rId1" Type="http://schemas.openxmlformats.org/officeDocument/2006/relationships/vmlDrawing" Target="../drawings/vmlDrawing58.vml"/><Relationship Id="rId6" Type="http://schemas.openxmlformats.org/officeDocument/2006/relationships/image" Target="../media/image304.wmf"/><Relationship Id="rId5" Type="http://schemas.openxmlformats.org/officeDocument/2006/relationships/oleObject" Target="../embeddings/oleObject299.bin"/><Relationship Id="rId10" Type="http://schemas.openxmlformats.org/officeDocument/2006/relationships/image" Target="../media/image306.wmf"/><Relationship Id="rId4" Type="http://schemas.openxmlformats.org/officeDocument/2006/relationships/image" Target="../media/image303.wmf"/><Relationship Id="rId9" Type="http://schemas.openxmlformats.org/officeDocument/2006/relationships/oleObject" Target="../embeddings/oleObject301.bin"/></Relationships>
</file>

<file path=ppt/slides/_rels/slide62.xml.rels><?xml version="1.0" encoding="UTF-8" standalone="yes"?>
<Relationships xmlns="http://schemas.openxmlformats.org/package/2006/relationships"><Relationship Id="rId8" Type="http://schemas.openxmlformats.org/officeDocument/2006/relationships/image" Target="../media/image309.emf"/><Relationship Id="rId13" Type="http://schemas.openxmlformats.org/officeDocument/2006/relationships/oleObject" Target="../embeddings/oleObject307.bin"/><Relationship Id="rId3" Type="http://schemas.openxmlformats.org/officeDocument/2006/relationships/oleObject" Target="../embeddings/oleObject302.bin"/><Relationship Id="rId7" Type="http://schemas.openxmlformats.org/officeDocument/2006/relationships/oleObject" Target="../embeddings/oleObject304.bin"/><Relationship Id="rId12" Type="http://schemas.openxmlformats.org/officeDocument/2006/relationships/image" Target="../media/image311.emf"/><Relationship Id="rId2" Type="http://schemas.openxmlformats.org/officeDocument/2006/relationships/slideLayout" Target="../slideLayouts/slideLayout7.xml"/><Relationship Id="rId1" Type="http://schemas.openxmlformats.org/officeDocument/2006/relationships/vmlDrawing" Target="../drawings/vmlDrawing59.vml"/><Relationship Id="rId6" Type="http://schemas.openxmlformats.org/officeDocument/2006/relationships/image" Target="../media/image308.emf"/><Relationship Id="rId11" Type="http://schemas.openxmlformats.org/officeDocument/2006/relationships/oleObject" Target="../embeddings/oleObject306.bin"/><Relationship Id="rId5" Type="http://schemas.openxmlformats.org/officeDocument/2006/relationships/oleObject" Target="../embeddings/oleObject303.bin"/><Relationship Id="rId10" Type="http://schemas.openxmlformats.org/officeDocument/2006/relationships/image" Target="../media/image310.emf"/><Relationship Id="rId4" Type="http://schemas.openxmlformats.org/officeDocument/2006/relationships/image" Target="../media/image307.emf"/><Relationship Id="rId9" Type="http://schemas.openxmlformats.org/officeDocument/2006/relationships/oleObject" Target="../embeddings/oleObject305.bin"/><Relationship Id="rId14" Type="http://schemas.openxmlformats.org/officeDocument/2006/relationships/image" Target="../media/image312.emf"/></Relationships>
</file>

<file path=ppt/slides/_rels/slide63.xml.rels><?xml version="1.0" encoding="UTF-8" standalone="yes"?>
<Relationships xmlns="http://schemas.openxmlformats.org/package/2006/relationships"><Relationship Id="rId3" Type="http://schemas.openxmlformats.org/officeDocument/2006/relationships/image" Target="../media/image263.png"/><Relationship Id="rId2" Type="http://schemas.openxmlformats.org/officeDocument/2006/relationships/slideLayout" Target="../slideLayouts/slideLayout7.xml"/><Relationship Id="rId1" Type="http://schemas.openxmlformats.org/officeDocument/2006/relationships/vmlDrawing" Target="../drawings/vmlDrawing60.vml"/><Relationship Id="rId6" Type="http://schemas.openxmlformats.org/officeDocument/2006/relationships/image" Target="../media/image314.png"/><Relationship Id="rId5" Type="http://schemas.openxmlformats.org/officeDocument/2006/relationships/image" Target="../media/image313.emf"/><Relationship Id="rId4" Type="http://schemas.openxmlformats.org/officeDocument/2006/relationships/oleObject" Target="../embeddings/oleObject308.bin"/></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97.bin"/><Relationship Id="rId2" Type="http://schemas.openxmlformats.org/officeDocument/2006/relationships/slideLayout" Target="../slideLayouts/slideLayout7.xml"/><Relationship Id="rId1" Type="http://schemas.openxmlformats.org/officeDocument/2006/relationships/vmlDrawing" Target="../drawings/vmlDrawing61.vml"/><Relationship Id="rId5" Type="http://schemas.openxmlformats.org/officeDocument/2006/relationships/image" Target="../media/image271.png"/><Relationship Id="rId4" Type="http://schemas.openxmlformats.org/officeDocument/2006/relationships/image" Target="../media/image97.e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8" Type="http://schemas.openxmlformats.org/officeDocument/2006/relationships/image" Target="../media/image317.wmf"/><Relationship Id="rId3" Type="http://schemas.openxmlformats.org/officeDocument/2006/relationships/oleObject" Target="../embeddings/oleObject309.bin"/><Relationship Id="rId7" Type="http://schemas.openxmlformats.org/officeDocument/2006/relationships/oleObject" Target="../embeddings/oleObject311.bin"/><Relationship Id="rId2" Type="http://schemas.openxmlformats.org/officeDocument/2006/relationships/slideLayout" Target="../slideLayouts/slideLayout7.xml"/><Relationship Id="rId1" Type="http://schemas.openxmlformats.org/officeDocument/2006/relationships/vmlDrawing" Target="../drawings/vmlDrawing62.vml"/><Relationship Id="rId6" Type="http://schemas.openxmlformats.org/officeDocument/2006/relationships/image" Target="../media/image316.wmf"/><Relationship Id="rId5" Type="http://schemas.openxmlformats.org/officeDocument/2006/relationships/oleObject" Target="../embeddings/oleObject310.bin"/><Relationship Id="rId4" Type="http://schemas.openxmlformats.org/officeDocument/2006/relationships/image" Target="../media/image315.wmf"/><Relationship Id="rId9" Type="http://schemas.openxmlformats.org/officeDocument/2006/relationships/image" Target="../media/image318.png"/></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312.bin"/><Relationship Id="rId2" Type="http://schemas.openxmlformats.org/officeDocument/2006/relationships/slideLayout" Target="../slideLayouts/slideLayout7.xml"/><Relationship Id="rId1" Type="http://schemas.openxmlformats.org/officeDocument/2006/relationships/vmlDrawing" Target="../drawings/vmlDrawing63.vml"/><Relationship Id="rId4" Type="http://schemas.openxmlformats.org/officeDocument/2006/relationships/image" Target="../media/image319.w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313.bin"/><Relationship Id="rId7" Type="http://schemas.openxmlformats.org/officeDocument/2006/relationships/image" Target="../media/image322.png"/><Relationship Id="rId2" Type="http://schemas.openxmlformats.org/officeDocument/2006/relationships/slideLayout" Target="../slideLayouts/slideLayout7.xml"/><Relationship Id="rId1" Type="http://schemas.openxmlformats.org/officeDocument/2006/relationships/vmlDrawing" Target="../drawings/vmlDrawing64.vml"/><Relationship Id="rId6" Type="http://schemas.openxmlformats.org/officeDocument/2006/relationships/image" Target="../media/image321.wmf"/><Relationship Id="rId5" Type="http://schemas.openxmlformats.org/officeDocument/2006/relationships/oleObject" Target="../embeddings/oleObject314.bin"/><Relationship Id="rId4" Type="http://schemas.openxmlformats.org/officeDocument/2006/relationships/image" Target="../media/image320.wmf"/></Relationships>
</file>

<file path=ppt/slides/_rels/slide69.xml.rels><?xml version="1.0" encoding="UTF-8" standalone="yes"?>
<Relationships xmlns="http://schemas.openxmlformats.org/package/2006/relationships"><Relationship Id="rId2" Type="http://schemas.openxmlformats.org/officeDocument/2006/relationships/image" Target="../media/image323.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325.png"/><Relationship Id="rId2" Type="http://schemas.openxmlformats.org/officeDocument/2006/relationships/image" Target="../media/image324.png"/><Relationship Id="rId1" Type="http://schemas.openxmlformats.org/officeDocument/2006/relationships/slideLayout" Target="../slideLayouts/slideLayout7.xml"/><Relationship Id="rId6" Type="http://schemas.openxmlformats.org/officeDocument/2006/relationships/hyperlink" Target="https://zhuanlan.zhihu.com/p/214200642" TargetMode="External"/><Relationship Id="rId5" Type="http://schemas.openxmlformats.org/officeDocument/2006/relationships/image" Target="../media/image327.jpg"/><Relationship Id="rId4" Type="http://schemas.openxmlformats.org/officeDocument/2006/relationships/image" Target="../media/image326.png"/></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315.bin"/><Relationship Id="rId2" Type="http://schemas.openxmlformats.org/officeDocument/2006/relationships/slideLayout" Target="../slideLayouts/slideLayout7.xml"/><Relationship Id="rId1" Type="http://schemas.openxmlformats.org/officeDocument/2006/relationships/vmlDrawing" Target="../drawings/vmlDrawing65.vml"/><Relationship Id="rId6" Type="http://schemas.openxmlformats.org/officeDocument/2006/relationships/image" Target="../media/image329.wmf"/><Relationship Id="rId5" Type="http://schemas.openxmlformats.org/officeDocument/2006/relationships/oleObject" Target="../embeddings/oleObject316.bin"/><Relationship Id="rId4" Type="http://schemas.openxmlformats.org/officeDocument/2006/relationships/image" Target="../media/image328.wmf"/></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317.bin"/><Relationship Id="rId2" Type="http://schemas.openxmlformats.org/officeDocument/2006/relationships/slideLayout" Target="../slideLayouts/slideLayout7.xml"/><Relationship Id="rId1" Type="http://schemas.openxmlformats.org/officeDocument/2006/relationships/vmlDrawing" Target="../drawings/vmlDrawing66.vml"/><Relationship Id="rId6" Type="http://schemas.openxmlformats.org/officeDocument/2006/relationships/image" Target="../media/image331.wmf"/><Relationship Id="rId5" Type="http://schemas.openxmlformats.org/officeDocument/2006/relationships/oleObject" Target="../embeddings/oleObject318.bin"/><Relationship Id="rId4" Type="http://schemas.openxmlformats.org/officeDocument/2006/relationships/image" Target="../media/image330.wmf"/></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97.bin"/><Relationship Id="rId2" Type="http://schemas.openxmlformats.org/officeDocument/2006/relationships/slideLayout" Target="../slideLayouts/slideLayout7.xml"/><Relationship Id="rId1" Type="http://schemas.openxmlformats.org/officeDocument/2006/relationships/vmlDrawing" Target="../drawings/vmlDrawing67.vml"/><Relationship Id="rId5" Type="http://schemas.openxmlformats.org/officeDocument/2006/relationships/image" Target="../media/image271.png"/><Relationship Id="rId4" Type="http://schemas.openxmlformats.org/officeDocument/2006/relationships/image" Target="../media/image97.emf"/></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319.bin"/><Relationship Id="rId2" Type="http://schemas.openxmlformats.org/officeDocument/2006/relationships/slideLayout" Target="../slideLayouts/slideLayout7.xml"/><Relationship Id="rId1" Type="http://schemas.openxmlformats.org/officeDocument/2006/relationships/vmlDrawing" Target="../drawings/vmlDrawing68.vml"/><Relationship Id="rId4" Type="http://schemas.openxmlformats.org/officeDocument/2006/relationships/image" Target="../media/image332.wmf"/></Relationships>
</file>

<file path=ppt/slides/_rels/slide75.xml.rels><?xml version="1.0" encoding="UTF-8" standalone="yes"?>
<Relationships xmlns="http://schemas.openxmlformats.org/package/2006/relationships"><Relationship Id="rId8" Type="http://schemas.openxmlformats.org/officeDocument/2006/relationships/image" Target="../media/image335.wmf"/><Relationship Id="rId3" Type="http://schemas.openxmlformats.org/officeDocument/2006/relationships/oleObject" Target="../embeddings/oleObject320.bin"/><Relationship Id="rId7" Type="http://schemas.openxmlformats.org/officeDocument/2006/relationships/oleObject" Target="../embeddings/oleObject322.bin"/><Relationship Id="rId2" Type="http://schemas.openxmlformats.org/officeDocument/2006/relationships/slideLayout" Target="../slideLayouts/slideLayout7.xml"/><Relationship Id="rId1" Type="http://schemas.openxmlformats.org/officeDocument/2006/relationships/vmlDrawing" Target="../drawings/vmlDrawing69.vml"/><Relationship Id="rId6" Type="http://schemas.openxmlformats.org/officeDocument/2006/relationships/image" Target="../media/image334.wmf"/><Relationship Id="rId5" Type="http://schemas.openxmlformats.org/officeDocument/2006/relationships/oleObject" Target="../embeddings/oleObject321.bin"/><Relationship Id="rId4" Type="http://schemas.openxmlformats.org/officeDocument/2006/relationships/image" Target="../media/image333.wmf"/></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325.bin"/><Relationship Id="rId13" Type="http://schemas.openxmlformats.org/officeDocument/2006/relationships/image" Target="../media/image340.wmf"/><Relationship Id="rId3" Type="http://schemas.openxmlformats.org/officeDocument/2006/relationships/image" Target="../media/image343.png"/><Relationship Id="rId7" Type="http://schemas.openxmlformats.org/officeDocument/2006/relationships/image" Target="../media/image337.wmf"/><Relationship Id="rId12" Type="http://schemas.openxmlformats.org/officeDocument/2006/relationships/oleObject" Target="../embeddings/oleObject327.bin"/><Relationship Id="rId17" Type="http://schemas.openxmlformats.org/officeDocument/2006/relationships/image" Target="../media/image342.wmf"/><Relationship Id="rId2" Type="http://schemas.openxmlformats.org/officeDocument/2006/relationships/slideLayout" Target="../slideLayouts/slideLayout7.xml"/><Relationship Id="rId16" Type="http://schemas.openxmlformats.org/officeDocument/2006/relationships/oleObject" Target="../embeddings/oleObject329.bin"/><Relationship Id="rId1" Type="http://schemas.openxmlformats.org/officeDocument/2006/relationships/vmlDrawing" Target="../drawings/vmlDrawing70.vml"/><Relationship Id="rId6" Type="http://schemas.openxmlformats.org/officeDocument/2006/relationships/oleObject" Target="../embeddings/oleObject324.bin"/><Relationship Id="rId11" Type="http://schemas.openxmlformats.org/officeDocument/2006/relationships/image" Target="../media/image339.wmf"/><Relationship Id="rId5" Type="http://schemas.openxmlformats.org/officeDocument/2006/relationships/image" Target="../media/image336.wmf"/><Relationship Id="rId15" Type="http://schemas.openxmlformats.org/officeDocument/2006/relationships/image" Target="../media/image341.wmf"/><Relationship Id="rId10" Type="http://schemas.openxmlformats.org/officeDocument/2006/relationships/oleObject" Target="../embeddings/oleObject326.bin"/><Relationship Id="rId4" Type="http://schemas.openxmlformats.org/officeDocument/2006/relationships/oleObject" Target="../embeddings/oleObject323.bin"/><Relationship Id="rId9" Type="http://schemas.openxmlformats.org/officeDocument/2006/relationships/image" Target="../media/image338.wmf"/><Relationship Id="rId14" Type="http://schemas.openxmlformats.org/officeDocument/2006/relationships/oleObject" Target="../embeddings/oleObject328.bin"/></Relationships>
</file>

<file path=ppt/slides/_rels/slide77.xml.rels><?xml version="1.0" encoding="UTF-8" standalone="yes"?>
<Relationships xmlns="http://schemas.openxmlformats.org/package/2006/relationships"><Relationship Id="rId3" Type="http://schemas.openxmlformats.org/officeDocument/2006/relationships/image" Target="../media/image343.png"/><Relationship Id="rId7" Type="http://schemas.openxmlformats.org/officeDocument/2006/relationships/image" Target="../media/image337.wmf"/><Relationship Id="rId2" Type="http://schemas.openxmlformats.org/officeDocument/2006/relationships/slideLayout" Target="../slideLayouts/slideLayout7.xml"/><Relationship Id="rId1" Type="http://schemas.openxmlformats.org/officeDocument/2006/relationships/vmlDrawing" Target="../drawings/vmlDrawing71.vml"/><Relationship Id="rId6" Type="http://schemas.openxmlformats.org/officeDocument/2006/relationships/oleObject" Target="../embeddings/oleObject324.bin"/><Relationship Id="rId5" Type="http://schemas.openxmlformats.org/officeDocument/2006/relationships/image" Target="../media/image336.wmf"/><Relationship Id="rId4" Type="http://schemas.openxmlformats.org/officeDocument/2006/relationships/oleObject" Target="../embeddings/oleObject323.bin"/></Relationships>
</file>

<file path=ppt/slides/_rels/slide78.xml.rels><?xml version="1.0" encoding="UTF-8" standalone="yes"?>
<Relationships xmlns="http://schemas.openxmlformats.org/package/2006/relationships"><Relationship Id="rId8" Type="http://schemas.openxmlformats.org/officeDocument/2006/relationships/image" Target="../media/image346.wmf"/><Relationship Id="rId13" Type="http://schemas.openxmlformats.org/officeDocument/2006/relationships/oleObject" Target="../embeddings/oleObject335.bin"/><Relationship Id="rId3" Type="http://schemas.openxmlformats.org/officeDocument/2006/relationships/oleObject" Target="../embeddings/oleObject330.bin"/><Relationship Id="rId7" Type="http://schemas.openxmlformats.org/officeDocument/2006/relationships/oleObject" Target="../embeddings/oleObject332.bin"/><Relationship Id="rId12" Type="http://schemas.openxmlformats.org/officeDocument/2006/relationships/image" Target="../media/image348.wmf"/><Relationship Id="rId2" Type="http://schemas.openxmlformats.org/officeDocument/2006/relationships/slideLayout" Target="../slideLayouts/slideLayout7.xml"/><Relationship Id="rId1" Type="http://schemas.openxmlformats.org/officeDocument/2006/relationships/vmlDrawing" Target="../drawings/vmlDrawing72.vml"/><Relationship Id="rId6" Type="http://schemas.openxmlformats.org/officeDocument/2006/relationships/image" Target="../media/image345.wmf"/><Relationship Id="rId11" Type="http://schemas.openxmlformats.org/officeDocument/2006/relationships/oleObject" Target="../embeddings/oleObject334.bin"/><Relationship Id="rId5" Type="http://schemas.openxmlformats.org/officeDocument/2006/relationships/oleObject" Target="../embeddings/oleObject331.bin"/><Relationship Id="rId10" Type="http://schemas.openxmlformats.org/officeDocument/2006/relationships/image" Target="../media/image347.wmf"/><Relationship Id="rId4" Type="http://schemas.openxmlformats.org/officeDocument/2006/relationships/image" Target="../media/image344.wmf"/><Relationship Id="rId9" Type="http://schemas.openxmlformats.org/officeDocument/2006/relationships/oleObject" Target="../embeddings/oleObject333.bin"/><Relationship Id="rId14" Type="http://schemas.openxmlformats.org/officeDocument/2006/relationships/image" Target="../media/image349.wmf"/></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334.bin"/><Relationship Id="rId2" Type="http://schemas.openxmlformats.org/officeDocument/2006/relationships/slideLayout" Target="../slideLayouts/slideLayout7.xml"/><Relationship Id="rId1" Type="http://schemas.openxmlformats.org/officeDocument/2006/relationships/vmlDrawing" Target="../drawings/vmlDrawing73.vml"/><Relationship Id="rId6" Type="http://schemas.openxmlformats.org/officeDocument/2006/relationships/image" Target="../media/image350.wmf"/><Relationship Id="rId5" Type="http://schemas.openxmlformats.org/officeDocument/2006/relationships/oleObject" Target="../embeddings/oleObject336.bin"/><Relationship Id="rId4" Type="http://schemas.openxmlformats.org/officeDocument/2006/relationships/image" Target="../media/image348.wmf"/></Relationships>
</file>

<file path=ppt/slides/_rels/slide80.xml.rels><?xml version="1.0" encoding="UTF-8" standalone="yes"?>
<Relationships xmlns="http://schemas.openxmlformats.org/package/2006/relationships"><Relationship Id="rId8" Type="http://schemas.openxmlformats.org/officeDocument/2006/relationships/image" Target="../media/image351.wmf"/><Relationship Id="rId13" Type="http://schemas.openxmlformats.org/officeDocument/2006/relationships/oleObject" Target="../embeddings/oleObject339.bin"/><Relationship Id="rId18" Type="http://schemas.openxmlformats.org/officeDocument/2006/relationships/image" Target="../media/image355.wmf"/><Relationship Id="rId3" Type="http://schemas.openxmlformats.org/officeDocument/2006/relationships/oleObject" Target="../embeddings/oleObject334.bin"/><Relationship Id="rId21" Type="http://schemas.openxmlformats.org/officeDocument/2006/relationships/image" Target="../media/image358.png"/><Relationship Id="rId7" Type="http://schemas.openxmlformats.org/officeDocument/2006/relationships/oleObject" Target="../embeddings/oleObject337.bin"/><Relationship Id="rId12" Type="http://schemas.openxmlformats.org/officeDocument/2006/relationships/image" Target="../media/image350.wmf"/><Relationship Id="rId17" Type="http://schemas.openxmlformats.org/officeDocument/2006/relationships/oleObject" Target="../embeddings/oleObject341.bin"/><Relationship Id="rId2" Type="http://schemas.openxmlformats.org/officeDocument/2006/relationships/slideLayout" Target="../slideLayouts/slideLayout7.xml"/><Relationship Id="rId16" Type="http://schemas.openxmlformats.org/officeDocument/2006/relationships/image" Target="../media/image354.wmf"/><Relationship Id="rId20" Type="http://schemas.openxmlformats.org/officeDocument/2006/relationships/image" Target="../media/image356.wmf"/><Relationship Id="rId1" Type="http://schemas.openxmlformats.org/officeDocument/2006/relationships/vmlDrawing" Target="../drawings/vmlDrawing74.vml"/><Relationship Id="rId6" Type="http://schemas.openxmlformats.org/officeDocument/2006/relationships/image" Target="../media/image349.wmf"/><Relationship Id="rId11" Type="http://schemas.openxmlformats.org/officeDocument/2006/relationships/oleObject" Target="../embeddings/oleObject336.bin"/><Relationship Id="rId5" Type="http://schemas.openxmlformats.org/officeDocument/2006/relationships/oleObject" Target="../embeddings/oleObject335.bin"/><Relationship Id="rId15" Type="http://schemas.openxmlformats.org/officeDocument/2006/relationships/oleObject" Target="../embeddings/oleObject340.bin"/><Relationship Id="rId23" Type="http://schemas.openxmlformats.org/officeDocument/2006/relationships/image" Target="../media/image357.wmf"/><Relationship Id="rId10" Type="http://schemas.openxmlformats.org/officeDocument/2006/relationships/image" Target="../media/image352.wmf"/><Relationship Id="rId19" Type="http://schemas.openxmlformats.org/officeDocument/2006/relationships/oleObject" Target="../embeddings/oleObject342.bin"/><Relationship Id="rId4" Type="http://schemas.openxmlformats.org/officeDocument/2006/relationships/image" Target="../media/image348.wmf"/><Relationship Id="rId9" Type="http://schemas.openxmlformats.org/officeDocument/2006/relationships/oleObject" Target="../embeddings/oleObject338.bin"/><Relationship Id="rId14" Type="http://schemas.openxmlformats.org/officeDocument/2006/relationships/image" Target="../media/image353.wmf"/><Relationship Id="rId22" Type="http://schemas.openxmlformats.org/officeDocument/2006/relationships/oleObject" Target="../embeddings/oleObject343.bin"/></Relationships>
</file>

<file path=ppt/slides/_rels/slide81.xml.rels><?xml version="1.0" encoding="UTF-8" standalone="yes"?>
<Relationships xmlns="http://schemas.openxmlformats.org/package/2006/relationships"><Relationship Id="rId8" Type="http://schemas.openxmlformats.org/officeDocument/2006/relationships/oleObject" Target="../embeddings/oleObject336.bin"/><Relationship Id="rId13" Type="http://schemas.openxmlformats.org/officeDocument/2006/relationships/image" Target="../media/image354.wmf"/><Relationship Id="rId3" Type="http://schemas.openxmlformats.org/officeDocument/2006/relationships/oleObject" Target="../embeddings/oleObject344.bin"/><Relationship Id="rId7" Type="http://schemas.openxmlformats.org/officeDocument/2006/relationships/image" Target="../media/image360.wmf"/><Relationship Id="rId12" Type="http://schemas.openxmlformats.org/officeDocument/2006/relationships/oleObject" Target="../embeddings/oleObject340.bin"/><Relationship Id="rId2" Type="http://schemas.openxmlformats.org/officeDocument/2006/relationships/slideLayout" Target="../slideLayouts/slideLayout7.xml"/><Relationship Id="rId1" Type="http://schemas.openxmlformats.org/officeDocument/2006/relationships/vmlDrawing" Target="../drawings/vmlDrawing75.vml"/><Relationship Id="rId6" Type="http://schemas.openxmlformats.org/officeDocument/2006/relationships/oleObject" Target="../embeddings/oleObject345.bin"/><Relationship Id="rId11" Type="http://schemas.openxmlformats.org/officeDocument/2006/relationships/image" Target="../media/image361.wmf"/><Relationship Id="rId5" Type="http://schemas.openxmlformats.org/officeDocument/2006/relationships/image" Target="../media/image363.png"/><Relationship Id="rId15" Type="http://schemas.openxmlformats.org/officeDocument/2006/relationships/image" Target="../media/image362.wmf"/><Relationship Id="rId10" Type="http://schemas.openxmlformats.org/officeDocument/2006/relationships/oleObject" Target="../embeddings/oleObject346.bin"/><Relationship Id="rId4" Type="http://schemas.openxmlformats.org/officeDocument/2006/relationships/image" Target="../media/image359.wmf"/><Relationship Id="rId9" Type="http://schemas.openxmlformats.org/officeDocument/2006/relationships/image" Target="../media/image350.wmf"/><Relationship Id="rId14" Type="http://schemas.openxmlformats.org/officeDocument/2006/relationships/oleObject" Target="../embeddings/oleObject347.bin"/></Relationships>
</file>

<file path=ppt/slides/_rels/slide82.xml.rels><?xml version="1.0" encoding="UTF-8" standalone="yes"?>
<Relationships xmlns="http://schemas.openxmlformats.org/package/2006/relationships"><Relationship Id="rId8" Type="http://schemas.openxmlformats.org/officeDocument/2006/relationships/image" Target="../media/image366.wmf"/><Relationship Id="rId13" Type="http://schemas.openxmlformats.org/officeDocument/2006/relationships/oleObject" Target="../embeddings/oleObject342.bin"/><Relationship Id="rId18" Type="http://schemas.openxmlformats.org/officeDocument/2006/relationships/image" Target="../media/image370.wmf"/><Relationship Id="rId3" Type="http://schemas.openxmlformats.org/officeDocument/2006/relationships/oleObject" Target="../embeddings/oleObject348.bin"/><Relationship Id="rId7" Type="http://schemas.openxmlformats.org/officeDocument/2006/relationships/oleObject" Target="../embeddings/oleObject350.bin"/><Relationship Id="rId12" Type="http://schemas.openxmlformats.org/officeDocument/2006/relationships/image" Target="../media/image368.wmf"/><Relationship Id="rId17" Type="http://schemas.openxmlformats.org/officeDocument/2006/relationships/oleObject" Target="../embeddings/oleObject354.bin"/><Relationship Id="rId2" Type="http://schemas.openxmlformats.org/officeDocument/2006/relationships/slideLayout" Target="../slideLayouts/slideLayout7.xml"/><Relationship Id="rId16" Type="http://schemas.openxmlformats.org/officeDocument/2006/relationships/image" Target="../media/image369.wmf"/><Relationship Id="rId1" Type="http://schemas.openxmlformats.org/officeDocument/2006/relationships/vmlDrawing" Target="../drawings/vmlDrawing76.vml"/><Relationship Id="rId6" Type="http://schemas.openxmlformats.org/officeDocument/2006/relationships/image" Target="../media/image365.wmf"/><Relationship Id="rId11" Type="http://schemas.openxmlformats.org/officeDocument/2006/relationships/oleObject" Target="../embeddings/oleObject352.bin"/><Relationship Id="rId5" Type="http://schemas.openxmlformats.org/officeDocument/2006/relationships/oleObject" Target="../embeddings/oleObject349.bin"/><Relationship Id="rId15" Type="http://schemas.openxmlformats.org/officeDocument/2006/relationships/oleObject" Target="../embeddings/oleObject353.bin"/><Relationship Id="rId10" Type="http://schemas.openxmlformats.org/officeDocument/2006/relationships/image" Target="../media/image367.wmf"/><Relationship Id="rId4" Type="http://schemas.openxmlformats.org/officeDocument/2006/relationships/image" Target="../media/image364.wmf"/><Relationship Id="rId9" Type="http://schemas.openxmlformats.org/officeDocument/2006/relationships/oleObject" Target="../embeddings/oleObject351.bin"/><Relationship Id="rId14" Type="http://schemas.openxmlformats.org/officeDocument/2006/relationships/image" Target="../media/image356.wmf"/></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355.bin"/><Relationship Id="rId2" Type="http://schemas.openxmlformats.org/officeDocument/2006/relationships/slideLayout" Target="../slideLayouts/slideLayout7.xml"/><Relationship Id="rId1" Type="http://schemas.openxmlformats.org/officeDocument/2006/relationships/vmlDrawing" Target="../drawings/vmlDrawing77.vml"/><Relationship Id="rId6" Type="http://schemas.openxmlformats.org/officeDocument/2006/relationships/image" Target="../media/image371.wmf"/><Relationship Id="rId5" Type="http://schemas.openxmlformats.org/officeDocument/2006/relationships/oleObject" Target="../embeddings/oleObject356.bin"/><Relationship Id="rId4" Type="http://schemas.openxmlformats.org/officeDocument/2006/relationships/image" Target="../media/image367.wmf"/></Relationships>
</file>

<file path=ppt/slides/_rels/slide84.xml.rels><?xml version="1.0" encoding="UTF-8" standalone="yes"?>
<Relationships xmlns="http://schemas.openxmlformats.org/package/2006/relationships"><Relationship Id="rId8" Type="http://schemas.openxmlformats.org/officeDocument/2006/relationships/image" Target="../media/image374.wmf"/><Relationship Id="rId13" Type="http://schemas.openxmlformats.org/officeDocument/2006/relationships/image" Target="../media/image376.wmf"/><Relationship Id="rId3" Type="http://schemas.openxmlformats.org/officeDocument/2006/relationships/oleObject" Target="../embeddings/oleObject357.bin"/><Relationship Id="rId7" Type="http://schemas.openxmlformats.org/officeDocument/2006/relationships/oleObject" Target="../embeddings/oleObject359.bin"/><Relationship Id="rId12" Type="http://schemas.openxmlformats.org/officeDocument/2006/relationships/oleObject" Target="../embeddings/oleObject361.bin"/><Relationship Id="rId2" Type="http://schemas.openxmlformats.org/officeDocument/2006/relationships/slideLayout" Target="../slideLayouts/slideLayout7.xml"/><Relationship Id="rId1" Type="http://schemas.openxmlformats.org/officeDocument/2006/relationships/vmlDrawing" Target="../drawings/vmlDrawing78.vml"/><Relationship Id="rId6" Type="http://schemas.openxmlformats.org/officeDocument/2006/relationships/image" Target="../media/image373.wmf"/><Relationship Id="rId11" Type="http://schemas.openxmlformats.org/officeDocument/2006/relationships/image" Target="../media/image377.png"/><Relationship Id="rId5" Type="http://schemas.openxmlformats.org/officeDocument/2006/relationships/oleObject" Target="../embeddings/oleObject358.bin"/><Relationship Id="rId15" Type="http://schemas.openxmlformats.org/officeDocument/2006/relationships/image" Target="../media/image360.wmf"/><Relationship Id="rId10" Type="http://schemas.openxmlformats.org/officeDocument/2006/relationships/image" Target="../media/image375.wmf"/><Relationship Id="rId4" Type="http://schemas.openxmlformats.org/officeDocument/2006/relationships/image" Target="../media/image372.wmf"/><Relationship Id="rId9" Type="http://schemas.openxmlformats.org/officeDocument/2006/relationships/oleObject" Target="../embeddings/oleObject360.bin"/><Relationship Id="rId14" Type="http://schemas.openxmlformats.org/officeDocument/2006/relationships/oleObject" Target="../embeddings/oleObject345.bin"/></Relationships>
</file>

<file path=ppt/slides/_rels/slide85.xml.rels><?xml version="1.0" encoding="UTF-8" standalone="yes"?>
<Relationships xmlns="http://schemas.openxmlformats.org/package/2006/relationships"><Relationship Id="rId8" Type="http://schemas.openxmlformats.org/officeDocument/2006/relationships/image" Target="../media/image379.wmf"/><Relationship Id="rId3" Type="http://schemas.openxmlformats.org/officeDocument/2006/relationships/oleObject" Target="../embeddings/oleObject362.bin"/><Relationship Id="rId7" Type="http://schemas.openxmlformats.org/officeDocument/2006/relationships/oleObject" Target="../embeddings/oleObject364.bin"/><Relationship Id="rId2" Type="http://schemas.openxmlformats.org/officeDocument/2006/relationships/slideLayout" Target="../slideLayouts/slideLayout7.xml"/><Relationship Id="rId1" Type="http://schemas.openxmlformats.org/officeDocument/2006/relationships/vmlDrawing" Target="../drawings/vmlDrawing79.vml"/><Relationship Id="rId6" Type="http://schemas.openxmlformats.org/officeDocument/2006/relationships/image" Target="../media/image378.wmf"/><Relationship Id="rId5" Type="http://schemas.openxmlformats.org/officeDocument/2006/relationships/oleObject" Target="../embeddings/oleObject363.bin"/><Relationship Id="rId4" Type="http://schemas.openxmlformats.org/officeDocument/2006/relationships/image" Target="../media/image376.wmf"/><Relationship Id="rId9" Type="http://schemas.openxmlformats.org/officeDocument/2006/relationships/image" Target="../media/image3770.png"/></Relationships>
</file>

<file path=ppt/slides/_rels/slide86.xml.rels><?xml version="1.0" encoding="UTF-8" standalone="yes"?>
<Relationships xmlns="http://schemas.openxmlformats.org/package/2006/relationships"><Relationship Id="rId8" Type="http://schemas.openxmlformats.org/officeDocument/2006/relationships/image" Target="../media/image382.jpeg"/><Relationship Id="rId3" Type="http://schemas.openxmlformats.org/officeDocument/2006/relationships/oleObject" Target="../embeddings/oleObject365.bin"/><Relationship Id="rId7" Type="http://schemas.openxmlformats.org/officeDocument/2006/relationships/hyperlink" Target="https://zh.wikipedia.org/w/index.php?title=%E7%9A%AE%E8%80%B6%E7%89%B9%E7%BD%97%C2%B7%E9%97%A8%E6%88%88%E5%88%A9&amp;action=edit&amp;redlink=1" TargetMode="External"/><Relationship Id="rId2" Type="http://schemas.openxmlformats.org/officeDocument/2006/relationships/slideLayout" Target="../slideLayouts/slideLayout7.xml"/><Relationship Id="rId1" Type="http://schemas.openxmlformats.org/officeDocument/2006/relationships/vmlDrawing" Target="../drawings/vmlDrawing80.vml"/><Relationship Id="rId6" Type="http://schemas.openxmlformats.org/officeDocument/2006/relationships/image" Target="../media/image381.wmf"/><Relationship Id="rId11" Type="http://schemas.openxmlformats.org/officeDocument/2006/relationships/image" Target="../media/image385.png"/><Relationship Id="rId5" Type="http://schemas.openxmlformats.org/officeDocument/2006/relationships/oleObject" Target="../embeddings/oleObject366.bin"/><Relationship Id="rId10" Type="http://schemas.openxmlformats.org/officeDocument/2006/relationships/image" Target="../media/image384.jpeg"/><Relationship Id="rId4" Type="http://schemas.openxmlformats.org/officeDocument/2006/relationships/image" Target="../media/image380.wmf"/><Relationship Id="rId9" Type="http://schemas.openxmlformats.org/officeDocument/2006/relationships/image" Target="../media/image383.jpg"/></Relationships>
</file>

<file path=ppt/slides/_rels/slide87.xml.rels><?xml version="1.0" encoding="UTF-8" standalone="yes"?>
<Relationships xmlns="http://schemas.openxmlformats.org/package/2006/relationships"><Relationship Id="rId8" Type="http://schemas.openxmlformats.org/officeDocument/2006/relationships/oleObject" Target="../embeddings/oleObject369.bin"/><Relationship Id="rId3" Type="http://schemas.openxmlformats.org/officeDocument/2006/relationships/oleObject" Target="../embeddings/oleObject367.bin"/><Relationship Id="rId7" Type="http://schemas.openxmlformats.org/officeDocument/2006/relationships/image" Target="../media/image386.wmf"/><Relationship Id="rId2" Type="http://schemas.openxmlformats.org/officeDocument/2006/relationships/slideLayout" Target="../slideLayouts/slideLayout7.xml"/><Relationship Id="rId1" Type="http://schemas.openxmlformats.org/officeDocument/2006/relationships/vmlDrawing" Target="../drawings/vmlDrawing81.vml"/><Relationship Id="rId6" Type="http://schemas.openxmlformats.org/officeDocument/2006/relationships/oleObject" Target="../embeddings/oleObject368.bin"/><Relationship Id="rId11" Type="http://schemas.openxmlformats.org/officeDocument/2006/relationships/image" Target="../media/image388.wmf"/><Relationship Id="rId5" Type="http://schemas.openxmlformats.org/officeDocument/2006/relationships/image" Target="../media/image389.png"/><Relationship Id="rId10" Type="http://schemas.openxmlformats.org/officeDocument/2006/relationships/oleObject" Target="../embeddings/oleObject370.bin"/><Relationship Id="rId4" Type="http://schemas.openxmlformats.org/officeDocument/2006/relationships/image" Target="../media/image380.wmf"/><Relationship Id="rId9" Type="http://schemas.openxmlformats.org/officeDocument/2006/relationships/image" Target="../media/image387.wmf"/></Relationships>
</file>

<file path=ppt/slides/_rels/slide88.xml.rels><?xml version="1.0" encoding="UTF-8" standalone="yes"?>
<Relationships xmlns="http://schemas.openxmlformats.org/package/2006/relationships"><Relationship Id="rId8" Type="http://schemas.openxmlformats.org/officeDocument/2006/relationships/image" Target="../media/image392.wmf"/><Relationship Id="rId3" Type="http://schemas.openxmlformats.org/officeDocument/2006/relationships/oleObject" Target="../embeddings/oleObject371.bin"/><Relationship Id="rId7" Type="http://schemas.openxmlformats.org/officeDocument/2006/relationships/oleObject" Target="../embeddings/oleObject373.bin"/><Relationship Id="rId2" Type="http://schemas.openxmlformats.org/officeDocument/2006/relationships/slideLayout" Target="../slideLayouts/slideLayout7.xml"/><Relationship Id="rId1" Type="http://schemas.openxmlformats.org/officeDocument/2006/relationships/vmlDrawing" Target="../drawings/vmlDrawing82.vml"/><Relationship Id="rId6" Type="http://schemas.openxmlformats.org/officeDocument/2006/relationships/image" Target="../media/image391.wmf"/><Relationship Id="rId11" Type="http://schemas.openxmlformats.org/officeDocument/2006/relationships/image" Target="../media/image395.png"/><Relationship Id="rId5" Type="http://schemas.openxmlformats.org/officeDocument/2006/relationships/oleObject" Target="../embeddings/oleObject372.bin"/><Relationship Id="rId10" Type="http://schemas.openxmlformats.org/officeDocument/2006/relationships/image" Target="../media/image394.png"/><Relationship Id="rId4" Type="http://schemas.openxmlformats.org/officeDocument/2006/relationships/image" Target="../media/image390.wmf"/><Relationship Id="rId9" Type="http://schemas.openxmlformats.org/officeDocument/2006/relationships/image" Target="../media/image393.png"/></Relationships>
</file>

<file path=ppt/slides/_rels/slide89.xml.rels><?xml version="1.0" encoding="UTF-8" standalone="yes"?>
<Relationships xmlns="http://schemas.openxmlformats.org/package/2006/relationships"><Relationship Id="rId8" Type="http://schemas.openxmlformats.org/officeDocument/2006/relationships/image" Target="../media/image398.wmf"/><Relationship Id="rId13" Type="http://schemas.openxmlformats.org/officeDocument/2006/relationships/oleObject" Target="../embeddings/oleObject379.bin"/><Relationship Id="rId3" Type="http://schemas.openxmlformats.org/officeDocument/2006/relationships/oleObject" Target="../embeddings/oleObject374.bin"/><Relationship Id="rId7" Type="http://schemas.openxmlformats.org/officeDocument/2006/relationships/oleObject" Target="../embeddings/oleObject376.bin"/><Relationship Id="rId12" Type="http://schemas.openxmlformats.org/officeDocument/2006/relationships/image" Target="../media/image132.wmf"/><Relationship Id="rId2" Type="http://schemas.openxmlformats.org/officeDocument/2006/relationships/slideLayout" Target="../slideLayouts/slideLayout7.xml"/><Relationship Id="rId1" Type="http://schemas.openxmlformats.org/officeDocument/2006/relationships/vmlDrawing" Target="../drawings/vmlDrawing83.vml"/><Relationship Id="rId6" Type="http://schemas.openxmlformats.org/officeDocument/2006/relationships/image" Target="../media/image397.wmf"/><Relationship Id="rId11" Type="http://schemas.openxmlformats.org/officeDocument/2006/relationships/oleObject" Target="../embeddings/oleObject378.bin"/><Relationship Id="rId5" Type="http://schemas.openxmlformats.org/officeDocument/2006/relationships/oleObject" Target="../embeddings/oleObject375.bin"/><Relationship Id="rId10" Type="http://schemas.openxmlformats.org/officeDocument/2006/relationships/image" Target="../media/image399.wmf"/><Relationship Id="rId4" Type="http://schemas.openxmlformats.org/officeDocument/2006/relationships/image" Target="../media/image396.wmf"/><Relationship Id="rId9" Type="http://schemas.openxmlformats.org/officeDocument/2006/relationships/oleObject" Target="../embeddings/oleObject377.bin"/><Relationship Id="rId14" Type="http://schemas.openxmlformats.org/officeDocument/2006/relationships/image" Target="../media/image400.wmf"/></Relationships>
</file>

<file path=ppt/slides/_rels/slide90.xml.rels><?xml version="1.0" encoding="UTF-8" standalone="yes"?>
<Relationships xmlns="http://schemas.openxmlformats.org/package/2006/relationships"><Relationship Id="rId8" Type="http://schemas.openxmlformats.org/officeDocument/2006/relationships/image" Target="../media/image97.emf"/><Relationship Id="rId3" Type="http://schemas.openxmlformats.org/officeDocument/2006/relationships/oleObject" Target="../embeddings/oleObject380.bin"/><Relationship Id="rId7" Type="http://schemas.openxmlformats.org/officeDocument/2006/relationships/oleObject" Target="../embeddings/oleObject97.bin"/><Relationship Id="rId2" Type="http://schemas.openxmlformats.org/officeDocument/2006/relationships/slideLayout" Target="../slideLayouts/slideLayout7.xml"/><Relationship Id="rId1" Type="http://schemas.openxmlformats.org/officeDocument/2006/relationships/vmlDrawing" Target="../drawings/vmlDrawing84.vml"/><Relationship Id="rId6" Type="http://schemas.openxmlformats.org/officeDocument/2006/relationships/image" Target="../media/image401.wmf"/><Relationship Id="rId5" Type="http://schemas.openxmlformats.org/officeDocument/2006/relationships/oleObject" Target="../embeddings/oleObject381.bin"/><Relationship Id="rId10" Type="http://schemas.openxmlformats.org/officeDocument/2006/relationships/image" Target="../media/image402.wmf"/><Relationship Id="rId4" Type="http://schemas.openxmlformats.org/officeDocument/2006/relationships/image" Target="../media/image400.wmf"/><Relationship Id="rId9" Type="http://schemas.openxmlformats.org/officeDocument/2006/relationships/oleObject" Target="../embeddings/oleObject382.bin"/></Relationships>
</file>

<file path=ppt/slides/_rels/slide91.xml.rels><?xml version="1.0" encoding="UTF-8" standalone="yes"?>
<Relationships xmlns="http://schemas.openxmlformats.org/package/2006/relationships"><Relationship Id="rId8" Type="http://schemas.openxmlformats.org/officeDocument/2006/relationships/image" Target="../media/image366.wmf"/><Relationship Id="rId13" Type="http://schemas.openxmlformats.org/officeDocument/2006/relationships/oleObject" Target="../embeddings/oleObject335.bin"/><Relationship Id="rId3" Type="http://schemas.openxmlformats.org/officeDocument/2006/relationships/oleObject" Target="../embeddings/oleObject348.bin"/><Relationship Id="rId7" Type="http://schemas.openxmlformats.org/officeDocument/2006/relationships/oleObject" Target="../embeddings/oleObject350.bin"/><Relationship Id="rId12" Type="http://schemas.openxmlformats.org/officeDocument/2006/relationships/image" Target="../media/image404.wmf"/><Relationship Id="rId2" Type="http://schemas.openxmlformats.org/officeDocument/2006/relationships/slideLayout" Target="../slideLayouts/slideLayout7.xml"/><Relationship Id="rId16" Type="http://schemas.openxmlformats.org/officeDocument/2006/relationships/image" Target="../media/image363.png"/><Relationship Id="rId1" Type="http://schemas.openxmlformats.org/officeDocument/2006/relationships/vmlDrawing" Target="../drawings/vmlDrawing85.vml"/><Relationship Id="rId6" Type="http://schemas.openxmlformats.org/officeDocument/2006/relationships/image" Target="../media/image365.wmf"/><Relationship Id="rId11" Type="http://schemas.openxmlformats.org/officeDocument/2006/relationships/oleObject" Target="../embeddings/oleObject384.bin"/><Relationship Id="rId5" Type="http://schemas.openxmlformats.org/officeDocument/2006/relationships/oleObject" Target="../embeddings/oleObject349.bin"/><Relationship Id="rId15" Type="http://schemas.openxmlformats.org/officeDocument/2006/relationships/image" Target="../media/image343.png"/><Relationship Id="rId10" Type="http://schemas.openxmlformats.org/officeDocument/2006/relationships/image" Target="../media/image403.wmf"/><Relationship Id="rId4" Type="http://schemas.openxmlformats.org/officeDocument/2006/relationships/image" Target="../media/image364.wmf"/><Relationship Id="rId9" Type="http://schemas.openxmlformats.org/officeDocument/2006/relationships/oleObject" Target="../embeddings/oleObject383.bin"/><Relationship Id="rId14" Type="http://schemas.openxmlformats.org/officeDocument/2006/relationships/image" Target="../media/image349.wmf"/></Relationships>
</file>

<file path=ppt/slides/_rels/slide92.xml.rels><?xml version="1.0" encoding="UTF-8" standalone="yes"?>
<Relationships xmlns="http://schemas.openxmlformats.org/package/2006/relationships"><Relationship Id="rId8" Type="http://schemas.openxmlformats.org/officeDocument/2006/relationships/oleObject" Target="../embeddings/oleObject387.bin"/><Relationship Id="rId3" Type="http://schemas.openxmlformats.org/officeDocument/2006/relationships/oleObject" Target="../embeddings/oleObject385.bin"/><Relationship Id="rId7" Type="http://schemas.openxmlformats.org/officeDocument/2006/relationships/image" Target="../media/image408.png"/><Relationship Id="rId2" Type="http://schemas.openxmlformats.org/officeDocument/2006/relationships/slideLayout" Target="../slideLayouts/slideLayout7.xml"/><Relationship Id="rId1" Type="http://schemas.openxmlformats.org/officeDocument/2006/relationships/vmlDrawing" Target="../drawings/vmlDrawing86.vml"/><Relationship Id="rId6" Type="http://schemas.openxmlformats.org/officeDocument/2006/relationships/image" Target="../media/image406.wmf"/><Relationship Id="rId5" Type="http://schemas.openxmlformats.org/officeDocument/2006/relationships/oleObject" Target="../embeddings/oleObject386.bin"/><Relationship Id="rId4" Type="http://schemas.openxmlformats.org/officeDocument/2006/relationships/image" Target="../media/image405.wmf"/><Relationship Id="rId9" Type="http://schemas.openxmlformats.org/officeDocument/2006/relationships/image" Target="../media/image407.wmf"/></Relationships>
</file>

<file path=ppt/slides/_rels/slide93.xml.rels><?xml version="1.0" encoding="UTF-8" standalone="yes"?>
<Relationships xmlns="http://schemas.openxmlformats.org/package/2006/relationships"><Relationship Id="rId8" Type="http://schemas.openxmlformats.org/officeDocument/2006/relationships/image" Target="../media/image411.wmf"/><Relationship Id="rId3" Type="http://schemas.openxmlformats.org/officeDocument/2006/relationships/oleObject" Target="../embeddings/oleObject388.bin"/><Relationship Id="rId7" Type="http://schemas.openxmlformats.org/officeDocument/2006/relationships/oleObject" Target="../embeddings/oleObject390.bin"/><Relationship Id="rId2" Type="http://schemas.openxmlformats.org/officeDocument/2006/relationships/slideLayout" Target="../slideLayouts/slideLayout7.xml"/><Relationship Id="rId1" Type="http://schemas.openxmlformats.org/officeDocument/2006/relationships/vmlDrawing" Target="../drawings/vmlDrawing87.vml"/><Relationship Id="rId6" Type="http://schemas.openxmlformats.org/officeDocument/2006/relationships/image" Target="../media/image410.wmf"/><Relationship Id="rId5" Type="http://schemas.openxmlformats.org/officeDocument/2006/relationships/oleObject" Target="../embeddings/oleObject389.bin"/><Relationship Id="rId4" Type="http://schemas.openxmlformats.org/officeDocument/2006/relationships/image" Target="../media/image409.wmf"/></Relationships>
</file>

<file path=ppt/slides/_rels/slide94.xml.rels><?xml version="1.0" encoding="UTF-8" standalone="yes"?>
<Relationships xmlns="http://schemas.openxmlformats.org/package/2006/relationships"><Relationship Id="rId8" Type="http://schemas.openxmlformats.org/officeDocument/2006/relationships/image" Target="../media/image414.wmf"/><Relationship Id="rId3" Type="http://schemas.openxmlformats.org/officeDocument/2006/relationships/oleObject" Target="../embeddings/oleObject391.bin"/><Relationship Id="rId7" Type="http://schemas.openxmlformats.org/officeDocument/2006/relationships/oleObject" Target="../embeddings/oleObject393.bin"/><Relationship Id="rId12" Type="http://schemas.openxmlformats.org/officeDocument/2006/relationships/image" Target="../media/image416.wmf"/><Relationship Id="rId2" Type="http://schemas.openxmlformats.org/officeDocument/2006/relationships/slideLayout" Target="../slideLayouts/slideLayout7.xml"/><Relationship Id="rId1" Type="http://schemas.openxmlformats.org/officeDocument/2006/relationships/vmlDrawing" Target="../drawings/vmlDrawing88.vml"/><Relationship Id="rId6" Type="http://schemas.openxmlformats.org/officeDocument/2006/relationships/image" Target="../media/image413.wmf"/><Relationship Id="rId11" Type="http://schemas.openxmlformats.org/officeDocument/2006/relationships/oleObject" Target="../embeddings/oleObject395.bin"/><Relationship Id="rId5" Type="http://schemas.openxmlformats.org/officeDocument/2006/relationships/oleObject" Target="../embeddings/oleObject392.bin"/><Relationship Id="rId10" Type="http://schemas.openxmlformats.org/officeDocument/2006/relationships/image" Target="../media/image415.wmf"/><Relationship Id="rId4" Type="http://schemas.openxmlformats.org/officeDocument/2006/relationships/image" Target="../media/image412.wmf"/><Relationship Id="rId9" Type="http://schemas.openxmlformats.org/officeDocument/2006/relationships/oleObject" Target="../embeddings/oleObject394.bin"/></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396.bin"/><Relationship Id="rId2" Type="http://schemas.openxmlformats.org/officeDocument/2006/relationships/slideLayout" Target="../slideLayouts/slideLayout7.xml"/><Relationship Id="rId1" Type="http://schemas.openxmlformats.org/officeDocument/2006/relationships/vmlDrawing" Target="../drawings/vmlDrawing89.vml"/><Relationship Id="rId4" Type="http://schemas.openxmlformats.org/officeDocument/2006/relationships/image" Target="../media/image417.wmf"/></Relationships>
</file>

<file path=ppt/slides/_rels/slide96.xml.rels><?xml version="1.0" encoding="UTF-8" standalone="yes"?>
<Relationships xmlns="http://schemas.openxmlformats.org/package/2006/relationships"><Relationship Id="rId8" Type="http://schemas.openxmlformats.org/officeDocument/2006/relationships/image" Target="../media/image420.wmf"/><Relationship Id="rId3" Type="http://schemas.openxmlformats.org/officeDocument/2006/relationships/oleObject" Target="../embeddings/oleObject397.bin"/><Relationship Id="rId7" Type="http://schemas.openxmlformats.org/officeDocument/2006/relationships/oleObject" Target="../embeddings/oleObject399.bin"/><Relationship Id="rId2" Type="http://schemas.openxmlformats.org/officeDocument/2006/relationships/slideLayout" Target="../slideLayouts/slideLayout7.xml"/><Relationship Id="rId1" Type="http://schemas.openxmlformats.org/officeDocument/2006/relationships/vmlDrawing" Target="../drawings/vmlDrawing90.vml"/><Relationship Id="rId6" Type="http://schemas.openxmlformats.org/officeDocument/2006/relationships/image" Target="../media/image419.wmf"/><Relationship Id="rId5" Type="http://schemas.openxmlformats.org/officeDocument/2006/relationships/oleObject" Target="../embeddings/oleObject398.bin"/><Relationship Id="rId10" Type="http://schemas.openxmlformats.org/officeDocument/2006/relationships/image" Target="../media/image421.wmf"/><Relationship Id="rId4" Type="http://schemas.openxmlformats.org/officeDocument/2006/relationships/image" Target="../media/image418.wmf"/><Relationship Id="rId9" Type="http://schemas.openxmlformats.org/officeDocument/2006/relationships/oleObject" Target="../embeddings/oleObject400.bin"/></Relationships>
</file>

<file path=ppt/slides/_rels/slide97.xml.rels><?xml version="1.0" encoding="UTF-8" standalone="yes"?>
<Relationships xmlns="http://schemas.openxmlformats.org/package/2006/relationships"><Relationship Id="rId8" Type="http://schemas.openxmlformats.org/officeDocument/2006/relationships/image" Target="../media/image424.wmf"/><Relationship Id="rId3" Type="http://schemas.openxmlformats.org/officeDocument/2006/relationships/oleObject" Target="../embeddings/oleObject401.bin"/><Relationship Id="rId7" Type="http://schemas.openxmlformats.org/officeDocument/2006/relationships/oleObject" Target="../embeddings/oleObject403.bin"/><Relationship Id="rId2" Type="http://schemas.openxmlformats.org/officeDocument/2006/relationships/slideLayout" Target="../slideLayouts/slideLayout7.xml"/><Relationship Id="rId1" Type="http://schemas.openxmlformats.org/officeDocument/2006/relationships/vmlDrawing" Target="../drawings/vmlDrawing91.vml"/><Relationship Id="rId6" Type="http://schemas.openxmlformats.org/officeDocument/2006/relationships/image" Target="../media/image423.wmf"/><Relationship Id="rId5" Type="http://schemas.openxmlformats.org/officeDocument/2006/relationships/oleObject" Target="../embeddings/oleObject402.bin"/><Relationship Id="rId10" Type="http://schemas.openxmlformats.org/officeDocument/2006/relationships/image" Target="../media/image405.wmf"/><Relationship Id="rId4" Type="http://schemas.openxmlformats.org/officeDocument/2006/relationships/image" Target="../media/image422.wmf"/><Relationship Id="rId9" Type="http://schemas.openxmlformats.org/officeDocument/2006/relationships/oleObject" Target="../embeddings/oleObject385.bin"/></Relationships>
</file>

<file path=ppt/slides/_rels/slide98.xml.rels><?xml version="1.0" encoding="UTF-8" standalone="yes"?>
<Relationships xmlns="http://schemas.openxmlformats.org/package/2006/relationships"><Relationship Id="rId8" Type="http://schemas.openxmlformats.org/officeDocument/2006/relationships/image" Target="../media/image426.wmf"/><Relationship Id="rId13" Type="http://schemas.openxmlformats.org/officeDocument/2006/relationships/oleObject" Target="../embeddings/oleObject408.bin"/><Relationship Id="rId3" Type="http://schemas.openxmlformats.org/officeDocument/2006/relationships/oleObject" Target="../embeddings/oleObject385.bin"/><Relationship Id="rId7" Type="http://schemas.openxmlformats.org/officeDocument/2006/relationships/oleObject" Target="../embeddings/oleObject405.bin"/><Relationship Id="rId12" Type="http://schemas.openxmlformats.org/officeDocument/2006/relationships/image" Target="../media/image428.wmf"/><Relationship Id="rId2" Type="http://schemas.openxmlformats.org/officeDocument/2006/relationships/slideLayout" Target="../slideLayouts/slideLayout7.xml"/><Relationship Id="rId16" Type="http://schemas.openxmlformats.org/officeDocument/2006/relationships/image" Target="../media/image430.wmf"/><Relationship Id="rId1" Type="http://schemas.openxmlformats.org/officeDocument/2006/relationships/vmlDrawing" Target="../drawings/vmlDrawing92.vml"/><Relationship Id="rId6" Type="http://schemas.openxmlformats.org/officeDocument/2006/relationships/image" Target="../media/image425.wmf"/><Relationship Id="rId11" Type="http://schemas.openxmlformats.org/officeDocument/2006/relationships/oleObject" Target="../embeddings/oleObject407.bin"/><Relationship Id="rId5" Type="http://schemas.openxmlformats.org/officeDocument/2006/relationships/oleObject" Target="../embeddings/oleObject404.bin"/><Relationship Id="rId15" Type="http://schemas.openxmlformats.org/officeDocument/2006/relationships/oleObject" Target="../embeddings/oleObject409.bin"/><Relationship Id="rId10" Type="http://schemas.openxmlformats.org/officeDocument/2006/relationships/image" Target="../media/image427.wmf"/><Relationship Id="rId4" Type="http://schemas.openxmlformats.org/officeDocument/2006/relationships/image" Target="../media/image405.wmf"/><Relationship Id="rId9" Type="http://schemas.openxmlformats.org/officeDocument/2006/relationships/oleObject" Target="../embeddings/oleObject406.bin"/><Relationship Id="rId14" Type="http://schemas.openxmlformats.org/officeDocument/2006/relationships/image" Target="../media/image429.wmf"/></Relationships>
</file>

<file path=ppt/slides/_rels/slide99.xml.rels><?xml version="1.0" encoding="UTF-8" standalone="yes"?>
<Relationships xmlns="http://schemas.openxmlformats.org/package/2006/relationships"><Relationship Id="rId8" Type="http://schemas.openxmlformats.org/officeDocument/2006/relationships/oleObject" Target="../embeddings/oleObject412.bin"/><Relationship Id="rId3" Type="http://schemas.openxmlformats.org/officeDocument/2006/relationships/oleObject" Target="../embeddings/oleObject410.bin"/><Relationship Id="rId7" Type="http://schemas.openxmlformats.org/officeDocument/2006/relationships/image" Target="../media/image434.png"/><Relationship Id="rId2" Type="http://schemas.openxmlformats.org/officeDocument/2006/relationships/slideLayout" Target="../slideLayouts/slideLayout7.xml"/><Relationship Id="rId1" Type="http://schemas.openxmlformats.org/officeDocument/2006/relationships/vmlDrawing" Target="../drawings/vmlDrawing93.vml"/><Relationship Id="rId6" Type="http://schemas.openxmlformats.org/officeDocument/2006/relationships/image" Target="../media/image432.wmf"/><Relationship Id="rId5" Type="http://schemas.openxmlformats.org/officeDocument/2006/relationships/oleObject" Target="../embeddings/oleObject411.bin"/><Relationship Id="rId4" Type="http://schemas.openxmlformats.org/officeDocument/2006/relationships/image" Target="../media/image431.wmf"/><Relationship Id="rId9" Type="http://schemas.openxmlformats.org/officeDocument/2006/relationships/image" Target="../media/image433.wmf"/></Relationships>
</file>

<file path=ppt/slides/_rels/slide100.xml.rels><?xml version="1.0" encoding="UTF-8" standalone="yes"?>
<Relationships xmlns="http://schemas.openxmlformats.org/package/2006/relationships"><Relationship Id="rId8" Type="http://schemas.openxmlformats.org/officeDocument/2006/relationships/image" Target="../media/image437.emf"/><Relationship Id="rId13" Type="http://schemas.openxmlformats.org/officeDocument/2006/relationships/oleObject" Target="../embeddings/oleObject418.bin"/><Relationship Id="rId18" Type="http://schemas.openxmlformats.org/officeDocument/2006/relationships/image" Target="../media/image442.emf"/><Relationship Id="rId26" Type="http://schemas.openxmlformats.org/officeDocument/2006/relationships/image" Target="../media/image446.wmf"/><Relationship Id="rId3" Type="http://schemas.openxmlformats.org/officeDocument/2006/relationships/oleObject" Target="../embeddings/oleObject413.bin"/><Relationship Id="rId21" Type="http://schemas.openxmlformats.org/officeDocument/2006/relationships/oleObject" Target="../embeddings/oleObject422.bin"/><Relationship Id="rId7" Type="http://schemas.openxmlformats.org/officeDocument/2006/relationships/oleObject" Target="../embeddings/oleObject415.bin"/><Relationship Id="rId12" Type="http://schemas.openxmlformats.org/officeDocument/2006/relationships/image" Target="../media/image439.emf"/><Relationship Id="rId17" Type="http://schemas.openxmlformats.org/officeDocument/2006/relationships/oleObject" Target="../embeddings/oleObject420.bin"/><Relationship Id="rId25" Type="http://schemas.openxmlformats.org/officeDocument/2006/relationships/oleObject" Target="../embeddings/oleObject424.bin"/><Relationship Id="rId2" Type="http://schemas.openxmlformats.org/officeDocument/2006/relationships/slideLayout" Target="../slideLayouts/slideLayout7.xml"/><Relationship Id="rId16" Type="http://schemas.openxmlformats.org/officeDocument/2006/relationships/image" Target="../media/image441.emf"/><Relationship Id="rId20" Type="http://schemas.openxmlformats.org/officeDocument/2006/relationships/image" Target="../media/image443.emf"/><Relationship Id="rId1" Type="http://schemas.openxmlformats.org/officeDocument/2006/relationships/vmlDrawing" Target="../drawings/vmlDrawing94.vml"/><Relationship Id="rId6" Type="http://schemas.openxmlformats.org/officeDocument/2006/relationships/image" Target="../media/image436.emf"/><Relationship Id="rId11" Type="http://schemas.openxmlformats.org/officeDocument/2006/relationships/oleObject" Target="../embeddings/oleObject417.bin"/><Relationship Id="rId24" Type="http://schemas.openxmlformats.org/officeDocument/2006/relationships/image" Target="../media/image445.wmf"/><Relationship Id="rId5" Type="http://schemas.openxmlformats.org/officeDocument/2006/relationships/oleObject" Target="../embeddings/oleObject414.bin"/><Relationship Id="rId15" Type="http://schemas.openxmlformats.org/officeDocument/2006/relationships/oleObject" Target="../embeddings/oleObject419.bin"/><Relationship Id="rId23" Type="http://schemas.openxmlformats.org/officeDocument/2006/relationships/oleObject" Target="../embeddings/oleObject423.bin"/><Relationship Id="rId10" Type="http://schemas.openxmlformats.org/officeDocument/2006/relationships/image" Target="../media/image438.emf"/><Relationship Id="rId19" Type="http://schemas.openxmlformats.org/officeDocument/2006/relationships/oleObject" Target="../embeddings/oleObject421.bin"/><Relationship Id="rId4" Type="http://schemas.openxmlformats.org/officeDocument/2006/relationships/image" Target="../media/image435.wmf"/><Relationship Id="rId9" Type="http://schemas.openxmlformats.org/officeDocument/2006/relationships/oleObject" Target="../embeddings/oleObject416.bin"/><Relationship Id="rId14" Type="http://schemas.openxmlformats.org/officeDocument/2006/relationships/image" Target="../media/image440.emf"/><Relationship Id="rId22" Type="http://schemas.openxmlformats.org/officeDocument/2006/relationships/image" Target="../media/image444.wmf"/></Relationships>
</file>

<file path=ppt/slides/_rels/slide101.xml.rels><?xml version="1.0" encoding="UTF-8" standalone="yes"?>
<Relationships xmlns="http://schemas.openxmlformats.org/package/2006/relationships"><Relationship Id="rId8" Type="http://schemas.openxmlformats.org/officeDocument/2006/relationships/image" Target="../media/image449.wmf"/><Relationship Id="rId3" Type="http://schemas.openxmlformats.org/officeDocument/2006/relationships/oleObject" Target="../embeddings/oleObject425.bin"/><Relationship Id="rId7" Type="http://schemas.openxmlformats.org/officeDocument/2006/relationships/oleObject" Target="../embeddings/oleObject427.bin"/><Relationship Id="rId2" Type="http://schemas.openxmlformats.org/officeDocument/2006/relationships/slideLayout" Target="../slideLayouts/slideLayout7.xml"/><Relationship Id="rId1" Type="http://schemas.openxmlformats.org/officeDocument/2006/relationships/vmlDrawing" Target="../drawings/vmlDrawing95.vml"/><Relationship Id="rId6" Type="http://schemas.openxmlformats.org/officeDocument/2006/relationships/image" Target="../media/image448.wmf"/><Relationship Id="rId5" Type="http://schemas.openxmlformats.org/officeDocument/2006/relationships/oleObject" Target="../embeddings/oleObject426.bin"/><Relationship Id="rId4" Type="http://schemas.openxmlformats.org/officeDocument/2006/relationships/image" Target="../media/image447.wmf"/></Relationships>
</file>

<file path=ppt/slides/_rels/slide102.xml.rels><?xml version="1.0" encoding="UTF-8" standalone="yes"?>
<Relationships xmlns="http://schemas.openxmlformats.org/package/2006/relationships"><Relationship Id="rId8" Type="http://schemas.openxmlformats.org/officeDocument/2006/relationships/image" Target="../media/image452.wmf"/><Relationship Id="rId3" Type="http://schemas.openxmlformats.org/officeDocument/2006/relationships/oleObject" Target="../embeddings/oleObject428.bin"/><Relationship Id="rId7" Type="http://schemas.openxmlformats.org/officeDocument/2006/relationships/oleObject" Target="../embeddings/oleObject430.bin"/><Relationship Id="rId2" Type="http://schemas.openxmlformats.org/officeDocument/2006/relationships/slideLayout" Target="../slideLayouts/slideLayout7.xml"/><Relationship Id="rId1" Type="http://schemas.openxmlformats.org/officeDocument/2006/relationships/vmlDrawing" Target="../drawings/vmlDrawing96.vml"/><Relationship Id="rId6" Type="http://schemas.openxmlformats.org/officeDocument/2006/relationships/image" Target="../media/image451.wmf"/><Relationship Id="rId5" Type="http://schemas.openxmlformats.org/officeDocument/2006/relationships/oleObject" Target="../embeddings/oleObject429.bin"/><Relationship Id="rId4" Type="http://schemas.openxmlformats.org/officeDocument/2006/relationships/image" Target="../media/image450.wmf"/></Relationships>
</file>

<file path=ppt/slides/_rels/slide103.xml.rels><?xml version="1.0" encoding="UTF-8" standalone="yes"?>
<Relationships xmlns="http://schemas.openxmlformats.org/package/2006/relationships"><Relationship Id="rId8" Type="http://schemas.openxmlformats.org/officeDocument/2006/relationships/image" Target="../media/image455.wmf"/><Relationship Id="rId3" Type="http://schemas.openxmlformats.org/officeDocument/2006/relationships/oleObject" Target="../embeddings/oleObject431.bin"/><Relationship Id="rId7" Type="http://schemas.openxmlformats.org/officeDocument/2006/relationships/oleObject" Target="../embeddings/oleObject433.bin"/><Relationship Id="rId2" Type="http://schemas.openxmlformats.org/officeDocument/2006/relationships/slideLayout" Target="../slideLayouts/slideLayout7.xml"/><Relationship Id="rId1" Type="http://schemas.openxmlformats.org/officeDocument/2006/relationships/vmlDrawing" Target="../drawings/vmlDrawing97.vml"/><Relationship Id="rId6" Type="http://schemas.openxmlformats.org/officeDocument/2006/relationships/image" Target="../media/image454.wmf"/><Relationship Id="rId5" Type="http://schemas.openxmlformats.org/officeDocument/2006/relationships/oleObject" Target="../embeddings/oleObject432.bin"/><Relationship Id="rId10" Type="http://schemas.openxmlformats.org/officeDocument/2006/relationships/image" Target="../media/image456.wmf"/><Relationship Id="rId4" Type="http://schemas.openxmlformats.org/officeDocument/2006/relationships/image" Target="../media/image453.wmf"/><Relationship Id="rId9" Type="http://schemas.openxmlformats.org/officeDocument/2006/relationships/oleObject" Target="../embeddings/oleObject434.bin"/></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8" Type="http://schemas.openxmlformats.org/officeDocument/2006/relationships/image" Target="../media/image459.wmf"/><Relationship Id="rId3" Type="http://schemas.openxmlformats.org/officeDocument/2006/relationships/oleObject" Target="../embeddings/oleObject435.bin"/><Relationship Id="rId7" Type="http://schemas.openxmlformats.org/officeDocument/2006/relationships/oleObject" Target="../embeddings/oleObject437.bin"/><Relationship Id="rId12" Type="http://schemas.openxmlformats.org/officeDocument/2006/relationships/image" Target="../media/image461.wmf"/><Relationship Id="rId2" Type="http://schemas.openxmlformats.org/officeDocument/2006/relationships/slideLayout" Target="../slideLayouts/slideLayout7.xml"/><Relationship Id="rId1" Type="http://schemas.openxmlformats.org/officeDocument/2006/relationships/vmlDrawing" Target="../drawings/vmlDrawing98.vml"/><Relationship Id="rId6" Type="http://schemas.openxmlformats.org/officeDocument/2006/relationships/image" Target="../media/image458.wmf"/><Relationship Id="rId11" Type="http://schemas.openxmlformats.org/officeDocument/2006/relationships/oleObject" Target="../embeddings/oleObject439.bin"/><Relationship Id="rId5" Type="http://schemas.openxmlformats.org/officeDocument/2006/relationships/oleObject" Target="../embeddings/oleObject436.bin"/><Relationship Id="rId10" Type="http://schemas.openxmlformats.org/officeDocument/2006/relationships/image" Target="../media/image460.wmf"/><Relationship Id="rId4" Type="http://schemas.openxmlformats.org/officeDocument/2006/relationships/image" Target="../media/image457.wmf"/><Relationship Id="rId9" Type="http://schemas.openxmlformats.org/officeDocument/2006/relationships/oleObject" Target="../embeddings/oleObject438.bin"/></Relationships>
</file>

<file path=ppt/slides/_rels/slide106.xml.rels><?xml version="1.0" encoding="UTF-8" standalone="yes"?>
<Relationships xmlns="http://schemas.openxmlformats.org/package/2006/relationships"><Relationship Id="rId8" Type="http://schemas.openxmlformats.org/officeDocument/2006/relationships/oleObject" Target="../embeddings/oleObject442.bin"/><Relationship Id="rId3" Type="http://schemas.openxmlformats.org/officeDocument/2006/relationships/image" Target="../media/image466.png"/><Relationship Id="rId7" Type="http://schemas.openxmlformats.org/officeDocument/2006/relationships/image" Target="../media/image463.wmf"/><Relationship Id="rId2" Type="http://schemas.openxmlformats.org/officeDocument/2006/relationships/slideLayout" Target="../slideLayouts/slideLayout7.xml"/><Relationship Id="rId1" Type="http://schemas.openxmlformats.org/officeDocument/2006/relationships/vmlDrawing" Target="../drawings/vmlDrawing99.vml"/><Relationship Id="rId6" Type="http://schemas.openxmlformats.org/officeDocument/2006/relationships/oleObject" Target="../embeddings/oleObject441.bin"/><Relationship Id="rId11" Type="http://schemas.openxmlformats.org/officeDocument/2006/relationships/image" Target="../media/image465.wmf"/><Relationship Id="rId5" Type="http://schemas.openxmlformats.org/officeDocument/2006/relationships/image" Target="../media/image462.wmf"/><Relationship Id="rId10" Type="http://schemas.openxmlformats.org/officeDocument/2006/relationships/oleObject" Target="../embeddings/oleObject443.bin"/><Relationship Id="rId4" Type="http://schemas.openxmlformats.org/officeDocument/2006/relationships/oleObject" Target="../embeddings/oleObject440.bin"/><Relationship Id="rId9" Type="http://schemas.openxmlformats.org/officeDocument/2006/relationships/image" Target="../media/image464.wmf"/></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444.bin"/><Relationship Id="rId2" Type="http://schemas.openxmlformats.org/officeDocument/2006/relationships/slideLayout" Target="../slideLayouts/slideLayout7.xml"/><Relationship Id="rId1" Type="http://schemas.openxmlformats.org/officeDocument/2006/relationships/vmlDrawing" Target="../drawings/vmlDrawing100.vml"/><Relationship Id="rId6" Type="http://schemas.openxmlformats.org/officeDocument/2006/relationships/image" Target="../media/image468.wmf"/><Relationship Id="rId5" Type="http://schemas.openxmlformats.org/officeDocument/2006/relationships/oleObject" Target="../embeddings/oleObject445.bin"/><Relationship Id="rId4" Type="http://schemas.openxmlformats.org/officeDocument/2006/relationships/image" Target="../media/image467.wmf"/></Relationships>
</file>

<file path=ppt/slides/_rels/slide108.xml.rels><?xml version="1.0" encoding="UTF-8" standalone="yes"?>
<Relationships xmlns="http://schemas.openxmlformats.org/package/2006/relationships"><Relationship Id="rId8" Type="http://schemas.openxmlformats.org/officeDocument/2006/relationships/image" Target="../media/image471.wmf"/><Relationship Id="rId3" Type="http://schemas.openxmlformats.org/officeDocument/2006/relationships/oleObject" Target="../embeddings/oleObject446.bin"/><Relationship Id="rId7" Type="http://schemas.openxmlformats.org/officeDocument/2006/relationships/oleObject" Target="../embeddings/oleObject448.bin"/><Relationship Id="rId2" Type="http://schemas.openxmlformats.org/officeDocument/2006/relationships/slideLayout" Target="../slideLayouts/slideLayout7.xml"/><Relationship Id="rId1" Type="http://schemas.openxmlformats.org/officeDocument/2006/relationships/vmlDrawing" Target="../drawings/vmlDrawing101.vml"/><Relationship Id="rId6" Type="http://schemas.openxmlformats.org/officeDocument/2006/relationships/image" Target="../media/image470.wmf"/><Relationship Id="rId5" Type="http://schemas.openxmlformats.org/officeDocument/2006/relationships/oleObject" Target="../embeddings/oleObject447.bin"/><Relationship Id="rId10" Type="http://schemas.openxmlformats.org/officeDocument/2006/relationships/image" Target="../media/image343.png"/><Relationship Id="rId4" Type="http://schemas.openxmlformats.org/officeDocument/2006/relationships/image" Target="../media/image469.wmf"/><Relationship Id="rId9" Type="http://schemas.openxmlformats.org/officeDocument/2006/relationships/image" Target="../media/image466.png"/></Relationships>
</file>

<file path=ppt/slides/_rels/slide109.xml.rels><?xml version="1.0" encoding="UTF-8" standalone="yes"?>
<Relationships xmlns="http://schemas.openxmlformats.org/package/2006/relationships"><Relationship Id="rId8" Type="http://schemas.openxmlformats.org/officeDocument/2006/relationships/image" Target="../media/image473.wmf"/><Relationship Id="rId3" Type="http://schemas.openxmlformats.org/officeDocument/2006/relationships/image" Target="../media/image466.png"/><Relationship Id="rId7" Type="http://schemas.openxmlformats.org/officeDocument/2006/relationships/oleObject" Target="../embeddings/oleObject450.bin"/><Relationship Id="rId2" Type="http://schemas.openxmlformats.org/officeDocument/2006/relationships/slideLayout" Target="../slideLayouts/slideLayout7.xml"/><Relationship Id="rId1" Type="http://schemas.openxmlformats.org/officeDocument/2006/relationships/vmlDrawing" Target="../drawings/vmlDrawing102.vml"/><Relationship Id="rId6" Type="http://schemas.openxmlformats.org/officeDocument/2006/relationships/image" Target="../media/image472.wmf"/><Relationship Id="rId5" Type="http://schemas.openxmlformats.org/officeDocument/2006/relationships/oleObject" Target="../embeddings/oleObject449.bin"/><Relationship Id="rId10" Type="http://schemas.openxmlformats.org/officeDocument/2006/relationships/image" Target="../media/image474.wmf"/><Relationship Id="rId4" Type="http://schemas.openxmlformats.org/officeDocument/2006/relationships/image" Target="../media/image343.png"/><Relationship Id="rId9" Type="http://schemas.openxmlformats.org/officeDocument/2006/relationships/oleObject" Target="../embeddings/oleObject451.bin"/></Relationships>
</file>

<file path=ppt/slides/_rels/slide110.xml.rels><?xml version="1.0" encoding="UTF-8" standalone="yes"?>
<Relationships xmlns="http://schemas.openxmlformats.org/package/2006/relationships"><Relationship Id="rId8" Type="http://schemas.openxmlformats.org/officeDocument/2006/relationships/image" Target="../media/image479.png"/><Relationship Id="rId3" Type="http://schemas.openxmlformats.org/officeDocument/2006/relationships/image" Target="../media/image476.png"/><Relationship Id="rId7" Type="http://schemas.openxmlformats.org/officeDocument/2006/relationships/image" Target="../media/image475.wmf"/><Relationship Id="rId2" Type="http://schemas.openxmlformats.org/officeDocument/2006/relationships/slideLayout" Target="../slideLayouts/slideLayout7.xml"/><Relationship Id="rId1" Type="http://schemas.openxmlformats.org/officeDocument/2006/relationships/vmlDrawing" Target="../drawings/vmlDrawing103.vml"/><Relationship Id="rId6" Type="http://schemas.openxmlformats.org/officeDocument/2006/relationships/oleObject" Target="../embeddings/oleObject452.bin"/><Relationship Id="rId5" Type="http://schemas.openxmlformats.org/officeDocument/2006/relationships/image" Target="../media/image478.png"/><Relationship Id="rId4" Type="http://schemas.openxmlformats.org/officeDocument/2006/relationships/image" Target="../media/image477.png"/><Relationship Id="rId9" Type="http://schemas.openxmlformats.org/officeDocument/2006/relationships/image" Target="../media/image480.png"/></Relationships>
</file>

<file path=ppt/slides/_rels/slide111.xml.rels><?xml version="1.0" encoding="UTF-8" standalone="yes"?>
<Relationships xmlns="http://schemas.openxmlformats.org/package/2006/relationships"><Relationship Id="rId8" Type="http://schemas.openxmlformats.org/officeDocument/2006/relationships/image" Target="../media/image481.wmf"/><Relationship Id="rId3" Type="http://schemas.openxmlformats.org/officeDocument/2006/relationships/image" Target="../media/image478.png"/><Relationship Id="rId7" Type="http://schemas.openxmlformats.org/officeDocument/2006/relationships/oleObject" Target="../embeddings/oleObject453.bin"/><Relationship Id="rId2" Type="http://schemas.openxmlformats.org/officeDocument/2006/relationships/slideLayout" Target="../slideLayouts/slideLayout7.xml"/><Relationship Id="rId1" Type="http://schemas.openxmlformats.org/officeDocument/2006/relationships/vmlDrawing" Target="../drawings/vmlDrawing104.vml"/><Relationship Id="rId6" Type="http://schemas.openxmlformats.org/officeDocument/2006/relationships/image" Target="../media/image475.wmf"/><Relationship Id="rId5" Type="http://schemas.openxmlformats.org/officeDocument/2006/relationships/oleObject" Target="../embeddings/oleObject452.bin"/><Relationship Id="rId4" Type="http://schemas.openxmlformats.org/officeDocument/2006/relationships/image" Target="../media/image479.png"/><Relationship Id="rId9" Type="http://schemas.openxmlformats.org/officeDocument/2006/relationships/image" Target="../media/image482.gif"/></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oleObject" Target="../embeddings/oleObject454.bin"/><Relationship Id="rId2" Type="http://schemas.openxmlformats.org/officeDocument/2006/relationships/slideLayout" Target="../slideLayouts/slideLayout7.xml"/><Relationship Id="rId1" Type="http://schemas.openxmlformats.org/officeDocument/2006/relationships/vmlDrawing" Target="../drawings/vmlDrawing105.vml"/><Relationship Id="rId4" Type="http://schemas.openxmlformats.org/officeDocument/2006/relationships/image" Target="../media/image332.wmf"/></Relationships>
</file>

<file path=ppt/slides/_rels/slide114.xml.rels><?xml version="1.0" encoding="UTF-8" standalone="yes"?>
<Relationships xmlns="http://schemas.openxmlformats.org/package/2006/relationships"><Relationship Id="rId8" Type="http://schemas.openxmlformats.org/officeDocument/2006/relationships/image" Target="../media/image439.emf"/><Relationship Id="rId13" Type="http://schemas.openxmlformats.org/officeDocument/2006/relationships/oleObject" Target="../embeddings/oleObject420.bin"/><Relationship Id="rId18" Type="http://schemas.openxmlformats.org/officeDocument/2006/relationships/image" Target="../media/image485.wmf"/><Relationship Id="rId3" Type="http://schemas.openxmlformats.org/officeDocument/2006/relationships/oleObject" Target="../embeddings/oleObject455.bin"/><Relationship Id="rId7" Type="http://schemas.openxmlformats.org/officeDocument/2006/relationships/oleObject" Target="../embeddings/oleObject417.bin"/><Relationship Id="rId12" Type="http://schemas.openxmlformats.org/officeDocument/2006/relationships/image" Target="../media/image441.emf"/><Relationship Id="rId17" Type="http://schemas.openxmlformats.org/officeDocument/2006/relationships/oleObject" Target="../embeddings/oleObject457.bin"/><Relationship Id="rId2" Type="http://schemas.openxmlformats.org/officeDocument/2006/relationships/slideLayout" Target="../slideLayouts/slideLayout7.xml"/><Relationship Id="rId16" Type="http://schemas.openxmlformats.org/officeDocument/2006/relationships/image" Target="../media/image484.wmf"/><Relationship Id="rId20" Type="http://schemas.openxmlformats.org/officeDocument/2006/relationships/image" Target="../media/image486.wmf"/><Relationship Id="rId1" Type="http://schemas.openxmlformats.org/officeDocument/2006/relationships/vmlDrawing" Target="../drawings/vmlDrawing106.vml"/><Relationship Id="rId6" Type="http://schemas.openxmlformats.org/officeDocument/2006/relationships/image" Target="../media/image438.emf"/><Relationship Id="rId11" Type="http://schemas.openxmlformats.org/officeDocument/2006/relationships/oleObject" Target="../embeddings/oleObject419.bin"/><Relationship Id="rId5" Type="http://schemas.openxmlformats.org/officeDocument/2006/relationships/oleObject" Target="../embeddings/oleObject416.bin"/><Relationship Id="rId15" Type="http://schemas.openxmlformats.org/officeDocument/2006/relationships/oleObject" Target="../embeddings/oleObject456.bin"/><Relationship Id="rId10" Type="http://schemas.openxmlformats.org/officeDocument/2006/relationships/image" Target="../media/image440.emf"/><Relationship Id="rId19" Type="http://schemas.openxmlformats.org/officeDocument/2006/relationships/oleObject" Target="../embeddings/oleObject458.bin"/><Relationship Id="rId4" Type="http://schemas.openxmlformats.org/officeDocument/2006/relationships/image" Target="../media/image483.wmf"/><Relationship Id="rId9" Type="http://schemas.openxmlformats.org/officeDocument/2006/relationships/oleObject" Target="../embeddings/oleObject418.bin"/><Relationship Id="rId14" Type="http://schemas.openxmlformats.org/officeDocument/2006/relationships/image" Target="../media/image442.emf"/></Relationships>
</file>

<file path=ppt/slides/_rels/slide115.xml.rels><?xml version="1.0" encoding="UTF-8" standalone="yes"?>
<Relationships xmlns="http://schemas.openxmlformats.org/package/2006/relationships"><Relationship Id="rId8" Type="http://schemas.openxmlformats.org/officeDocument/2006/relationships/image" Target="../media/image438.emf"/><Relationship Id="rId13" Type="http://schemas.openxmlformats.org/officeDocument/2006/relationships/oleObject" Target="../embeddings/oleObject419.bin"/><Relationship Id="rId18" Type="http://schemas.openxmlformats.org/officeDocument/2006/relationships/image" Target="../media/image489.wmf"/><Relationship Id="rId3" Type="http://schemas.openxmlformats.org/officeDocument/2006/relationships/oleObject" Target="../embeddings/oleObject459.bin"/><Relationship Id="rId7" Type="http://schemas.openxmlformats.org/officeDocument/2006/relationships/oleObject" Target="../embeddings/oleObject416.bin"/><Relationship Id="rId12" Type="http://schemas.openxmlformats.org/officeDocument/2006/relationships/image" Target="../media/image440.emf"/><Relationship Id="rId17" Type="http://schemas.openxmlformats.org/officeDocument/2006/relationships/oleObject" Target="../embeddings/oleObject461.bin"/><Relationship Id="rId2" Type="http://schemas.openxmlformats.org/officeDocument/2006/relationships/slideLayout" Target="../slideLayouts/slideLayout7.xml"/><Relationship Id="rId16" Type="http://schemas.openxmlformats.org/officeDocument/2006/relationships/image" Target="../media/image442.emf"/><Relationship Id="rId20" Type="http://schemas.openxmlformats.org/officeDocument/2006/relationships/image" Target="../media/image490.wmf"/><Relationship Id="rId1" Type="http://schemas.openxmlformats.org/officeDocument/2006/relationships/vmlDrawing" Target="../drawings/vmlDrawing107.vml"/><Relationship Id="rId6" Type="http://schemas.openxmlformats.org/officeDocument/2006/relationships/image" Target="../media/image488.wmf"/><Relationship Id="rId11" Type="http://schemas.openxmlformats.org/officeDocument/2006/relationships/oleObject" Target="../embeddings/oleObject418.bin"/><Relationship Id="rId5" Type="http://schemas.openxmlformats.org/officeDocument/2006/relationships/oleObject" Target="../embeddings/oleObject460.bin"/><Relationship Id="rId15" Type="http://schemas.openxmlformats.org/officeDocument/2006/relationships/oleObject" Target="../embeddings/oleObject420.bin"/><Relationship Id="rId10" Type="http://schemas.openxmlformats.org/officeDocument/2006/relationships/image" Target="../media/image439.emf"/><Relationship Id="rId19" Type="http://schemas.openxmlformats.org/officeDocument/2006/relationships/oleObject" Target="../embeddings/oleObject462.bin"/><Relationship Id="rId4" Type="http://schemas.openxmlformats.org/officeDocument/2006/relationships/image" Target="../media/image487.wmf"/><Relationship Id="rId9" Type="http://schemas.openxmlformats.org/officeDocument/2006/relationships/oleObject" Target="../embeddings/oleObject417.bin"/><Relationship Id="rId14" Type="http://schemas.openxmlformats.org/officeDocument/2006/relationships/image" Target="../media/image441.emf"/></Relationships>
</file>

<file path=ppt/slides/_rels/slide116.xml.rels><?xml version="1.0" encoding="UTF-8" standalone="yes"?>
<Relationships xmlns="http://schemas.openxmlformats.org/package/2006/relationships"><Relationship Id="rId8" Type="http://schemas.openxmlformats.org/officeDocument/2006/relationships/image" Target="../media/image493.wmf"/><Relationship Id="rId3" Type="http://schemas.openxmlformats.org/officeDocument/2006/relationships/oleObject" Target="../embeddings/oleObject463.bin"/><Relationship Id="rId7" Type="http://schemas.openxmlformats.org/officeDocument/2006/relationships/oleObject" Target="../embeddings/oleObject465.bin"/><Relationship Id="rId12" Type="http://schemas.openxmlformats.org/officeDocument/2006/relationships/image" Target="../media/image495.wmf"/><Relationship Id="rId2" Type="http://schemas.openxmlformats.org/officeDocument/2006/relationships/slideLayout" Target="../slideLayouts/slideLayout7.xml"/><Relationship Id="rId1" Type="http://schemas.openxmlformats.org/officeDocument/2006/relationships/vmlDrawing" Target="../drawings/vmlDrawing108.vml"/><Relationship Id="rId6" Type="http://schemas.openxmlformats.org/officeDocument/2006/relationships/image" Target="../media/image492.wmf"/><Relationship Id="rId11" Type="http://schemas.openxmlformats.org/officeDocument/2006/relationships/oleObject" Target="../embeddings/oleObject467.bin"/><Relationship Id="rId5" Type="http://schemas.openxmlformats.org/officeDocument/2006/relationships/oleObject" Target="../embeddings/oleObject464.bin"/><Relationship Id="rId10" Type="http://schemas.openxmlformats.org/officeDocument/2006/relationships/image" Target="../media/image494.wmf"/><Relationship Id="rId4" Type="http://schemas.openxmlformats.org/officeDocument/2006/relationships/image" Target="../media/image491.wmf"/><Relationship Id="rId9" Type="http://schemas.openxmlformats.org/officeDocument/2006/relationships/oleObject" Target="../embeddings/oleObject46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11" descr="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113"/>
            <a:ext cx="9144000" cy="683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Text Box 2"/>
          <p:cNvSpPr txBox="1">
            <a:spLocks noChangeArrowheads="1"/>
          </p:cNvSpPr>
          <p:nvPr/>
        </p:nvSpPr>
        <p:spPr bwMode="auto">
          <a:xfrm>
            <a:off x="2438400" y="1828800"/>
            <a:ext cx="3635375"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600" b="1" i="0" u="none" strike="noStrike" kern="1200" cap="none" spc="0" normalizeH="0" baseline="0" noProof="0">
                <a:ln>
                  <a:noFill/>
                </a:ln>
                <a:solidFill>
                  <a:srgbClr val="FFFFFF"/>
                </a:solidFill>
                <a:effectLst/>
                <a:uLnTx/>
                <a:uFillTx/>
                <a:latin typeface="楷体_GB2312" pitchFamily="49" charset="-122"/>
                <a:ea typeface="楷体_GB2312" pitchFamily="49" charset="-122"/>
                <a:cs typeface="+mn-cs"/>
              </a:rPr>
              <a:t>第四章 留数定理</a:t>
            </a:r>
          </a:p>
        </p:txBody>
      </p:sp>
      <p:sp>
        <p:nvSpPr>
          <p:cNvPr id="50180" name="Text Box 3"/>
          <p:cNvSpPr txBox="1">
            <a:spLocks noChangeArrowheads="1"/>
          </p:cNvSpPr>
          <p:nvPr/>
        </p:nvSpPr>
        <p:spPr bwMode="auto">
          <a:xfrm>
            <a:off x="1889125" y="3800475"/>
            <a:ext cx="1841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zh-CN" sz="2800" b="0" i="0" u="none" strike="noStrike" kern="1200" cap="none" spc="0" normalizeH="0" baseline="0" noProof="0">
              <a:ln>
                <a:noFill/>
              </a:ln>
              <a:solidFill>
                <a:srgbClr val="FFFFFF"/>
              </a:solidFill>
              <a:effectLst/>
              <a:uLnTx/>
              <a:uFillTx/>
              <a:latin typeface="楷体_GB2312" pitchFamily="49" charset="-122"/>
              <a:ea typeface="楷体_GB2312" pitchFamily="49" charset="-122"/>
              <a:cs typeface="+mn-cs"/>
            </a:endParaRPr>
          </a:p>
        </p:txBody>
      </p:sp>
      <p:sp>
        <p:nvSpPr>
          <p:cNvPr id="50181" name="Text Box 4">
            <a:hlinkClick r:id="" action="ppaction://noaction"/>
          </p:cNvPr>
          <p:cNvSpPr txBox="1">
            <a:spLocks noChangeArrowheads="1"/>
          </p:cNvSpPr>
          <p:nvPr/>
        </p:nvSpPr>
        <p:spPr bwMode="auto">
          <a:xfrm>
            <a:off x="1600200" y="3886200"/>
            <a:ext cx="70866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Char char="§"/>
              <a:tabLst/>
              <a:defRPr/>
            </a:pPr>
            <a:r>
              <a:rPr kumimoji="1" lang="en-US" altLang="zh-CN" sz="2800" b="1" i="0" u="none" strike="noStrike" kern="1200" cap="none" spc="0" normalizeH="0" baseline="0" noProof="0">
                <a:ln>
                  <a:noFill/>
                </a:ln>
                <a:solidFill>
                  <a:srgbClr val="FFFFFF"/>
                </a:solidFill>
                <a:effectLst/>
                <a:uLnTx/>
                <a:uFillTx/>
                <a:latin typeface="楷体_GB2312" pitchFamily="49" charset="-122"/>
                <a:ea typeface="楷体_GB2312" pitchFamily="49" charset="-122"/>
                <a:cs typeface="+mn-cs"/>
              </a:rPr>
              <a:t>4.2 </a:t>
            </a:r>
            <a:r>
              <a:rPr kumimoji="1" lang="zh-CN" altLang="en-US" sz="2800" b="1" i="0" u="none" strike="noStrike" kern="1200" cap="none" spc="0" normalizeH="0" baseline="0" noProof="0">
                <a:ln>
                  <a:noFill/>
                </a:ln>
                <a:solidFill>
                  <a:srgbClr val="FFFFFF"/>
                </a:solidFill>
                <a:effectLst/>
                <a:uLnTx/>
                <a:uFillTx/>
                <a:latin typeface="楷体_GB2312" pitchFamily="49" charset="-122"/>
                <a:ea typeface="楷体_GB2312" pitchFamily="49" charset="-122"/>
                <a:cs typeface="+mn-cs"/>
              </a:rPr>
              <a:t>利用留数定理计算实变函数定积分</a:t>
            </a:r>
            <a:endParaRPr kumimoji="1" lang="zh-CN" altLang="en-US" sz="3600" b="1" i="0" u="none" strike="noStrike" kern="1200" cap="none" spc="0" normalizeH="0" baseline="0" noProof="0">
              <a:ln>
                <a:noFill/>
              </a:ln>
              <a:solidFill>
                <a:srgbClr val="FFFFFF"/>
              </a:solidFill>
              <a:effectLst/>
              <a:uLnTx/>
              <a:uFillTx/>
              <a:latin typeface="楷体_GB2312" pitchFamily="49" charset="-122"/>
              <a:ea typeface="楷体_GB2312" pitchFamily="49" charset="-122"/>
              <a:cs typeface="+mn-cs"/>
            </a:endParaRPr>
          </a:p>
        </p:txBody>
      </p:sp>
      <p:sp>
        <p:nvSpPr>
          <p:cNvPr id="50182" name="Text Box 7">
            <a:hlinkClick r:id="" action="ppaction://noaction"/>
          </p:cNvPr>
          <p:cNvSpPr txBox="1">
            <a:spLocks noChangeArrowheads="1"/>
          </p:cNvSpPr>
          <p:nvPr/>
        </p:nvSpPr>
        <p:spPr bwMode="auto">
          <a:xfrm>
            <a:off x="1600200" y="2895600"/>
            <a:ext cx="27019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FFFFFF"/>
                </a:solidFill>
                <a:effectLst/>
                <a:uLnTx/>
                <a:uFillTx/>
                <a:latin typeface="楷体_GB2312" pitchFamily="49" charset="-122"/>
                <a:ea typeface="楷体_GB2312" pitchFamily="49" charset="-122"/>
                <a:cs typeface="+mn-cs"/>
              </a:rPr>
              <a:t>§4.1 </a:t>
            </a:r>
            <a:r>
              <a:rPr kumimoji="1" lang="zh-CN" altLang="en-US" sz="2800" b="1" i="0" u="none" strike="noStrike" kern="1200" cap="none" spc="0" normalizeH="0" baseline="0" noProof="0">
                <a:ln>
                  <a:noFill/>
                </a:ln>
                <a:solidFill>
                  <a:srgbClr val="FFFFFF"/>
                </a:solidFill>
                <a:effectLst/>
                <a:uLnTx/>
                <a:uFillTx/>
                <a:latin typeface="楷体_GB2312" pitchFamily="49" charset="-122"/>
                <a:ea typeface="楷体_GB2312" pitchFamily="49" charset="-122"/>
                <a:cs typeface="+mn-cs"/>
              </a:rPr>
              <a:t>留数定理</a:t>
            </a:r>
            <a:endParaRPr kumimoji="1" lang="zh-CN" altLang="en-US" sz="3600" b="1" i="0" u="none" strike="noStrike" kern="1200" cap="none" spc="0" normalizeH="0" baseline="0" noProof="0">
              <a:ln>
                <a:noFill/>
              </a:ln>
              <a:solidFill>
                <a:srgbClr val="FFFFFF"/>
              </a:solidFill>
              <a:effectLst/>
              <a:uLnTx/>
              <a:uFillTx/>
              <a:latin typeface="楷体_GB2312" pitchFamily="49" charset="-122"/>
              <a:ea typeface="楷体_GB2312" pitchFamily="49" charset="-122"/>
              <a:cs typeface="+mn-cs"/>
            </a:endParaRPr>
          </a:p>
        </p:txBody>
      </p:sp>
    </p:spTree>
    <p:extLst>
      <p:ext uri="{BB962C8B-B14F-4D97-AF65-F5344CB8AC3E}">
        <p14:creationId xmlns:p14="http://schemas.microsoft.com/office/powerpoint/2010/main" val="4111756221"/>
      </p:ext>
    </p:extLst>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a:hlinkClick r:id="rId3" action="ppaction://hlinksldjump"/>
          </p:cNvPr>
          <p:cNvSpPr txBox="1">
            <a:spLocks noChangeArrowheads="1"/>
          </p:cNvSpPr>
          <p:nvPr/>
        </p:nvSpPr>
        <p:spPr bwMode="auto">
          <a:xfrm>
            <a:off x="3203848" y="116632"/>
            <a:ext cx="1627369"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None/>
            </a:pPr>
            <a:r>
              <a:rPr lang="zh-CN" altLang="en-US" sz="2800" b="1" dirty="0">
                <a:solidFill>
                  <a:srgbClr val="FF0000"/>
                </a:solidFill>
                <a:latin typeface="楷体_GB2312" pitchFamily="49" charset="-122"/>
                <a:ea typeface="楷体_GB2312" pitchFamily="49" charset="-122"/>
              </a:rPr>
              <a:t>前情回顾</a:t>
            </a:r>
          </a:p>
        </p:txBody>
      </p:sp>
      <p:sp>
        <p:nvSpPr>
          <p:cNvPr id="3" name="文本框 2"/>
          <p:cNvSpPr txBox="1"/>
          <p:nvPr/>
        </p:nvSpPr>
        <p:spPr>
          <a:xfrm>
            <a:off x="395536" y="980728"/>
            <a:ext cx="2160240" cy="584775"/>
          </a:xfrm>
          <a:prstGeom prst="rect">
            <a:avLst/>
          </a:prstGeom>
          <a:noFill/>
        </p:spPr>
        <p:txBody>
          <a:bodyPr wrap="square" rtlCol="0">
            <a:spAutoFit/>
          </a:bodyPr>
          <a:lstStyle/>
          <a:p>
            <a:r>
              <a:rPr lang="en-US" altLang="zh-CN" dirty="0"/>
              <a:t>1.</a:t>
            </a:r>
            <a:r>
              <a:rPr lang="zh-CN" altLang="en-US" dirty="0"/>
              <a:t>级数</a:t>
            </a:r>
          </a:p>
        </p:txBody>
      </p:sp>
      <p:sp>
        <p:nvSpPr>
          <p:cNvPr id="4" name="文本框 3"/>
          <p:cNvSpPr txBox="1"/>
          <p:nvPr/>
        </p:nvSpPr>
        <p:spPr>
          <a:xfrm>
            <a:off x="378845" y="1369423"/>
            <a:ext cx="2160240" cy="584775"/>
          </a:xfrm>
          <a:prstGeom prst="rect">
            <a:avLst/>
          </a:prstGeom>
          <a:noFill/>
        </p:spPr>
        <p:txBody>
          <a:bodyPr wrap="square" rtlCol="0">
            <a:spAutoFit/>
          </a:bodyPr>
          <a:lstStyle/>
          <a:p>
            <a:r>
              <a:rPr lang="en-US" altLang="zh-CN" dirty="0"/>
              <a:t>2.</a:t>
            </a:r>
            <a:r>
              <a:rPr lang="zh-CN" altLang="en-US" dirty="0"/>
              <a:t>幂级数</a:t>
            </a:r>
          </a:p>
        </p:txBody>
      </p:sp>
      <p:sp>
        <p:nvSpPr>
          <p:cNvPr id="5" name="文本框 4"/>
          <p:cNvSpPr txBox="1"/>
          <p:nvPr/>
        </p:nvSpPr>
        <p:spPr>
          <a:xfrm>
            <a:off x="328695" y="2751790"/>
            <a:ext cx="2160240" cy="584775"/>
          </a:xfrm>
          <a:prstGeom prst="rect">
            <a:avLst/>
          </a:prstGeom>
          <a:noFill/>
        </p:spPr>
        <p:txBody>
          <a:bodyPr wrap="square" rtlCol="0">
            <a:spAutoFit/>
          </a:bodyPr>
          <a:lstStyle/>
          <a:p>
            <a:r>
              <a:rPr lang="en-US" altLang="zh-CN" dirty="0"/>
              <a:t>3.</a:t>
            </a:r>
            <a:r>
              <a:rPr lang="zh-CN" altLang="en-US" dirty="0"/>
              <a:t>泰勒级数</a:t>
            </a:r>
          </a:p>
        </p:txBody>
      </p:sp>
      <p:sp>
        <p:nvSpPr>
          <p:cNvPr id="6" name="文本框 5"/>
          <p:cNvSpPr txBox="1"/>
          <p:nvPr/>
        </p:nvSpPr>
        <p:spPr>
          <a:xfrm>
            <a:off x="409606" y="3820822"/>
            <a:ext cx="2578217" cy="584775"/>
          </a:xfrm>
          <a:prstGeom prst="rect">
            <a:avLst/>
          </a:prstGeom>
          <a:noFill/>
        </p:spPr>
        <p:txBody>
          <a:bodyPr wrap="square" rtlCol="0">
            <a:spAutoFit/>
          </a:bodyPr>
          <a:lstStyle/>
          <a:p>
            <a:r>
              <a:rPr lang="en-US" altLang="zh-CN" dirty="0"/>
              <a:t>4.</a:t>
            </a:r>
            <a:r>
              <a:rPr lang="zh-CN" altLang="en-US" dirty="0"/>
              <a:t>解析延拓：</a:t>
            </a:r>
          </a:p>
        </p:txBody>
      </p:sp>
      <p:graphicFrame>
        <p:nvGraphicFramePr>
          <p:cNvPr id="7" name="Object 80"/>
          <p:cNvGraphicFramePr>
            <a:graphicFrameLocks noChangeAspect="1"/>
          </p:cNvGraphicFramePr>
          <p:nvPr>
            <p:extLst>
              <p:ext uri="{D42A27DB-BD31-4B8C-83A1-F6EECF244321}">
                <p14:modId xmlns:p14="http://schemas.microsoft.com/office/powerpoint/2010/main" val="1579446523"/>
              </p:ext>
            </p:extLst>
          </p:nvPr>
        </p:nvGraphicFramePr>
        <p:xfrm>
          <a:off x="334801" y="3221308"/>
          <a:ext cx="5560053" cy="779447"/>
        </p:xfrm>
        <a:graphic>
          <a:graphicData uri="http://schemas.openxmlformats.org/presentationml/2006/ole">
            <mc:AlternateContent xmlns:mc="http://schemas.openxmlformats.org/markup-compatibility/2006">
              <mc:Choice xmlns:v="urn:schemas-microsoft-com:vml" Requires="v">
                <p:oleObj spid="_x0000_s275459" name="公式" r:id="rId4" imgW="2232837" imgH="380937" progId="Equation.3">
                  <p:embed/>
                </p:oleObj>
              </mc:Choice>
              <mc:Fallback>
                <p:oleObj name="公式" r:id="rId4" imgW="2232837" imgH="380937" progId="Equation.3">
                  <p:embed/>
                  <p:pic>
                    <p:nvPicPr>
                      <p:cNvPr id="7" name="Object 8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801" y="3221308"/>
                        <a:ext cx="5560053" cy="779447"/>
                      </a:xfrm>
                      <a:prstGeom prst="rect">
                        <a:avLst/>
                      </a:prstGeom>
                      <a:noFill/>
                      <a:ln>
                        <a:noFill/>
                      </a:ln>
                      <a:effectLs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423426738"/>
              </p:ext>
            </p:extLst>
          </p:nvPr>
        </p:nvGraphicFramePr>
        <p:xfrm>
          <a:off x="409607" y="1768620"/>
          <a:ext cx="6192688" cy="594248"/>
        </p:xfrm>
        <a:graphic>
          <a:graphicData uri="http://schemas.openxmlformats.org/presentationml/2006/ole">
            <mc:AlternateContent xmlns:mc="http://schemas.openxmlformats.org/markup-compatibility/2006">
              <mc:Choice xmlns:v="urn:schemas-microsoft-com:vml" Requires="v">
                <p:oleObj spid="_x0000_s275460" name="Equation" r:id="rId6" imgW="2514600" imgH="241200" progId="Equation.DSMT4">
                  <p:embed/>
                </p:oleObj>
              </mc:Choice>
              <mc:Fallback>
                <p:oleObj name="Equation" r:id="rId6" imgW="2514600" imgH="241200" progId="Equation.DSMT4">
                  <p:embed/>
                  <p:pic>
                    <p:nvPicPr>
                      <p:cNvPr id="8" name="对象 7"/>
                      <p:cNvPicPr/>
                      <p:nvPr/>
                    </p:nvPicPr>
                    <p:blipFill>
                      <a:blip r:embed="rId7"/>
                      <a:stretch>
                        <a:fillRect/>
                      </a:stretch>
                    </p:blipFill>
                    <p:spPr>
                      <a:xfrm>
                        <a:off x="409607" y="1768620"/>
                        <a:ext cx="6192688" cy="594248"/>
                      </a:xfrm>
                      <a:prstGeom prst="rect">
                        <a:avLst/>
                      </a:prstGeom>
                    </p:spPr>
                  </p:pic>
                </p:oleObj>
              </mc:Fallback>
            </mc:AlternateContent>
          </a:graphicData>
        </a:graphic>
      </p:graphicFrame>
      <p:graphicFrame>
        <p:nvGraphicFramePr>
          <p:cNvPr id="9" name="Object 1148"/>
          <p:cNvGraphicFramePr>
            <a:graphicFrameLocks noChangeAspect="1"/>
          </p:cNvGraphicFramePr>
          <p:nvPr>
            <p:extLst>
              <p:ext uri="{D42A27DB-BD31-4B8C-83A1-F6EECF244321}">
                <p14:modId xmlns:p14="http://schemas.microsoft.com/office/powerpoint/2010/main" val="2620111290"/>
              </p:ext>
            </p:extLst>
          </p:nvPr>
        </p:nvGraphicFramePr>
        <p:xfrm>
          <a:off x="2705975" y="2147489"/>
          <a:ext cx="1599952" cy="1109967"/>
        </p:xfrm>
        <a:graphic>
          <a:graphicData uri="http://schemas.openxmlformats.org/presentationml/2006/ole">
            <mc:AlternateContent xmlns:mc="http://schemas.openxmlformats.org/markup-compatibility/2006">
              <mc:Choice xmlns:v="urn:schemas-microsoft-com:vml" Requires="v">
                <p:oleObj spid="_x0000_s275461" name="公式" r:id="rId8" imgW="746831" imgH="396209" progId="Equation.3">
                  <p:embed/>
                </p:oleObj>
              </mc:Choice>
              <mc:Fallback>
                <p:oleObj name="公式" r:id="rId8" imgW="746831" imgH="396209" progId="Equation.3">
                  <p:embed/>
                  <p:pic>
                    <p:nvPicPr>
                      <p:cNvPr id="9" name="Object 114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05975" y="2147489"/>
                        <a:ext cx="1599952" cy="1109967"/>
                      </a:xfrm>
                      <a:prstGeom prst="rect">
                        <a:avLst/>
                      </a:prstGeom>
                      <a:noFill/>
                      <a:ln>
                        <a:noFill/>
                      </a:ln>
                      <a:effectLst/>
                      <a:extLst/>
                    </p:spPr>
                  </p:pic>
                </p:oleObj>
              </mc:Fallback>
            </mc:AlternateContent>
          </a:graphicData>
        </a:graphic>
      </p:graphicFrame>
      <p:sp>
        <p:nvSpPr>
          <p:cNvPr id="13" name="文本框 12"/>
          <p:cNvSpPr txBox="1"/>
          <p:nvPr/>
        </p:nvSpPr>
        <p:spPr>
          <a:xfrm>
            <a:off x="3062628" y="3885498"/>
            <a:ext cx="3895873" cy="584775"/>
          </a:xfrm>
          <a:prstGeom prst="rect">
            <a:avLst/>
          </a:prstGeom>
          <a:noFill/>
        </p:spPr>
        <p:txBody>
          <a:bodyPr wrap="square" rtlCol="0">
            <a:spAutoFit/>
          </a:bodyPr>
          <a:lstStyle/>
          <a:p>
            <a:r>
              <a:rPr lang="zh-CN" altLang="en-US" dirty="0"/>
              <a:t>解析延拓的唯一性</a:t>
            </a:r>
          </a:p>
        </p:txBody>
      </p:sp>
      <p:sp>
        <p:nvSpPr>
          <p:cNvPr id="15" name="右大括号 14"/>
          <p:cNvSpPr/>
          <p:nvPr/>
        </p:nvSpPr>
        <p:spPr bwMode="auto">
          <a:xfrm>
            <a:off x="6355385" y="1565503"/>
            <a:ext cx="493819" cy="2808463"/>
          </a:xfrm>
          <a:prstGeom prst="rightBrace">
            <a:avLst>
              <a:gd name="adj1" fmla="val 65003"/>
              <a:gd name="adj2" fmla="val 50000"/>
            </a:avLst>
          </a:prstGeom>
          <a:noFill/>
          <a:ln w="25400"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6" name="Text Box 13">
            <a:hlinkClick r:id="rId3" action="ppaction://hlinksldjump"/>
          </p:cNvPr>
          <p:cNvSpPr txBox="1">
            <a:spLocks noChangeArrowheads="1"/>
          </p:cNvSpPr>
          <p:nvPr/>
        </p:nvSpPr>
        <p:spPr bwMode="auto">
          <a:xfrm>
            <a:off x="6871365" y="2600963"/>
            <a:ext cx="1988045" cy="9541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None/>
            </a:pPr>
            <a:r>
              <a:rPr lang="zh-CN" altLang="en-US" sz="2800" b="1" dirty="0">
                <a:latin typeface="楷体_GB2312" pitchFamily="49" charset="-122"/>
                <a:ea typeface="楷体_GB2312" pitchFamily="49" charset="-122"/>
              </a:rPr>
              <a:t>单连通区域</a:t>
            </a:r>
            <a:endParaRPr lang="en-US" altLang="zh-CN" sz="2800" b="1" dirty="0">
              <a:latin typeface="楷体_GB2312" pitchFamily="49" charset="-122"/>
              <a:ea typeface="楷体_GB2312" pitchFamily="49" charset="-122"/>
            </a:endParaRPr>
          </a:p>
          <a:p>
            <a:pPr eaLnBrk="1" hangingPunct="1">
              <a:spcBef>
                <a:spcPct val="0"/>
              </a:spcBef>
              <a:buNone/>
            </a:pPr>
            <a:r>
              <a:rPr lang="zh-CN" altLang="en-US" sz="2800" b="1" dirty="0">
                <a:latin typeface="楷体_GB2312" pitchFamily="49" charset="-122"/>
                <a:ea typeface="楷体_GB2312" pitchFamily="49" charset="-122"/>
              </a:rPr>
              <a:t>解析</a:t>
            </a:r>
          </a:p>
        </p:txBody>
      </p:sp>
      <p:sp>
        <p:nvSpPr>
          <p:cNvPr id="17" name="文本框 16"/>
          <p:cNvSpPr txBox="1"/>
          <p:nvPr/>
        </p:nvSpPr>
        <p:spPr>
          <a:xfrm>
            <a:off x="484411" y="4691588"/>
            <a:ext cx="2578217" cy="584775"/>
          </a:xfrm>
          <a:prstGeom prst="rect">
            <a:avLst/>
          </a:prstGeom>
          <a:noFill/>
        </p:spPr>
        <p:txBody>
          <a:bodyPr wrap="square" rtlCol="0">
            <a:spAutoFit/>
          </a:bodyPr>
          <a:lstStyle/>
          <a:p>
            <a:r>
              <a:rPr lang="en-US" altLang="zh-CN" dirty="0"/>
              <a:t>5.</a:t>
            </a:r>
            <a:r>
              <a:rPr lang="zh-CN" altLang="en-US" dirty="0"/>
              <a:t>洛朗级数：</a:t>
            </a:r>
          </a:p>
        </p:txBody>
      </p:sp>
      <p:graphicFrame>
        <p:nvGraphicFramePr>
          <p:cNvPr id="18" name="Object 33"/>
          <p:cNvGraphicFramePr>
            <a:graphicFrameLocks noChangeAspect="1"/>
          </p:cNvGraphicFramePr>
          <p:nvPr>
            <p:extLst>
              <p:ext uri="{D42A27DB-BD31-4B8C-83A1-F6EECF244321}">
                <p14:modId xmlns:p14="http://schemas.microsoft.com/office/powerpoint/2010/main" val="3305521343"/>
              </p:ext>
            </p:extLst>
          </p:nvPr>
        </p:nvGraphicFramePr>
        <p:xfrm>
          <a:off x="676964" y="5085745"/>
          <a:ext cx="2062080" cy="795290"/>
        </p:xfrm>
        <a:graphic>
          <a:graphicData uri="http://schemas.openxmlformats.org/presentationml/2006/ole">
            <mc:AlternateContent xmlns:mc="http://schemas.openxmlformats.org/markup-compatibility/2006">
              <mc:Choice xmlns:v="urn:schemas-microsoft-com:vml" Requires="v">
                <p:oleObj spid="_x0000_s275462" name="公式" r:id="rId10" imgW="1280160" imgH="358030" progId="Equation.3">
                  <p:embed/>
                </p:oleObj>
              </mc:Choice>
              <mc:Fallback>
                <p:oleObj name="公式" r:id="rId10" imgW="1280160" imgH="358030" progId="Equation.3">
                  <p:embed/>
                  <p:pic>
                    <p:nvPicPr>
                      <p:cNvPr id="165921" name="Object 3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6964" y="5085745"/>
                        <a:ext cx="2062080" cy="795290"/>
                      </a:xfrm>
                      <a:prstGeom prst="rect">
                        <a:avLst/>
                      </a:prstGeom>
                      <a:noFill/>
                      <a:ln>
                        <a:noFill/>
                      </a:ln>
                      <a:effectLst/>
                      <a:extLst/>
                    </p:spPr>
                  </p:pic>
                </p:oleObj>
              </mc:Fallback>
            </mc:AlternateContent>
          </a:graphicData>
        </a:graphic>
      </p:graphicFrame>
      <p:graphicFrame>
        <p:nvGraphicFramePr>
          <p:cNvPr id="19" name="Object 37"/>
          <p:cNvGraphicFramePr>
            <a:graphicFrameLocks noChangeAspect="1"/>
          </p:cNvGraphicFramePr>
          <p:nvPr>
            <p:extLst>
              <p:ext uri="{D42A27DB-BD31-4B8C-83A1-F6EECF244321}">
                <p14:modId xmlns:p14="http://schemas.microsoft.com/office/powerpoint/2010/main" val="147904935"/>
              </p:ext>
            </p:extLst>
          </p:nvPr>
        </p:nvGraphicFramePr>
        <p:xfrm>
          <a:off x="2915816" y="5038553"/>
          <a:ext cx="3558696" cy="889674"/>
        </p:xfrm>
        <a:graphic>
          <a:graphicData uri="http://schemas.openxmlformats.org/presentationml/2006/ole">
            <mc:AlternateContent xmlns:mc="http://schemas.openxmlformats.org/markup-compatibility/2006">
              <mc:Choice xmlns:v="urn:schemas-microsoft-com:vml" Requires="v">
                <p:oleObj spid="_x0000_s275463" name="公式" r:id="rId12" imgW="1539169" imgH="358030" progId="Equation.3">
                  <p:embed/>
                </p:oleObj>
              </mc:Choice>
              <mc:Fallback>
                <p:oleObj name="公式" r:id="rId12" imgW="1539169" imgH="358030" progId="Equation.3">
                  <p:embed/>
                  <p:pic>
                    <p:nvPicPr>
                      <p:cNvPr id="165925" name="Object 3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15816" y="5038553"/>
                        <a:ext cx="3558696" cy="889674"/>
                      </a:xfrm>
                      <a:prstGeom prst="rect">
                        <a:avLst/>
                      </a:prstGeom>
                      <a:noFill/>
                      <a:ln>
                        <a:noFill/>
                      </a:ln>
                      <a:effectLst/>
                      <a:extLst/>
                    </p:spPr>
                  </p:pic>
                </p:oleObj>
              </mc:Fallback>
            </mc:AlternateContent>
          </a:graphicData>
        </a:graphic>
      </p:graphicFrame>
      <p:sp>
        <p:nvSpPr>
          <p:cNvPr id="21" name="文本框 20"/>
          <p:cNvSpPr txBox="1"/>
          <p:nvPr/>
        </p:nvSpPr>
        <p:spPr>
          <a:xfrm>
            <a:off x="418896" y="5992903"/>
            <a:ext cx="3577040" cy="584775"/>
          </a:xfrm>
          <a:prstGeom prst="rect">
            <a:avLst/>
          </a:prstGeom>
          <a:noFill/>
        </p:spPr>
        <p:txBody>
          <a:bodyPr wrap="square" rtlCol="0">
            <a:spAutoFit/>
          </a:bodyPr>
          <a:lstStyle/>
          <a:p>
            <a:r>
              <a:rPr lang="en-US" altLang="zh-CN" dirty="0"/>
              <a:t>6.</a:t>
            </a:r>
            <a:r>
              <a:rPr lang="zh-CN" altLang="en-US" dirty="0"/>
              <a:t>奇点的分类：</a:t>
            </a:r>
          </a:p>
        </p:txBody>
      </p:sp>
      <p:sp>
        <p:nvSpPr>
          <p:cNvPr id="22" name="右大括号 21"/>
          <p:cNvSpPr/>
          <p:nvPr/>
        </p:nvSpPr>
        <p:spPr bwMode="auto">
          <a:xfrm>
            <a:off x="6227602" y="4983975"/>
            <a:ext cx="493819" cy="1451328"/>
          </a:xfrm>
          <a:prstGeom prst="rightBrace">
            <a:avLst>
              <a:gd name="adj1" fmla="val 65003"/>
              <a:gd name="adj2" fmla="val 50000"/>
            </a:avLst>
          </a:prstGeom>
          <a:noFill/>
          <a:ln w="25400"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23" name="Text Box 13">
            <a:hlinkClick r:id="rId3" action="ppaction://hlinksldjump"/>
          </p:cNvPr>
          <p:cNvSpPr txBox="1">
            <a:spLocks noChangeArrowheads="1"/>
          </p:cNvSpPr>
          <p:nvPr/>
        </p:nvSpPr>
        <p:spPr bwMode="auto">
          <a:xfrm>
            <a:off x="6891751" y="4974120"/>
            <a:ext cx="1988045"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None/>
            </a:pPr>
            <a:r>
              <a:rPr lang="zh-CN" altLang="en-US" sz="2800" b="1" dirty="0">
                <a:latin typeface="楷体_GB2312" pitchFamily="49" charset="-122"/>
                <a:ea typeface="楷体_GB2312" pitchFamily="49" charset="-122"/>
              </a:rPr>
              <a:t>复连通区域</a:t>
            </a:r>
            <a:endParaRPr lang="en-US" altLang="zh-CN" sz="2800" b="1" dirty="0">
              <a:latin typeface="楷体_GB2312" pitchFamily="49" charset="-122"/>
              <a:ea typeface="楷体_GB2312" pitchFamily="49" charset="-122"/>
            </a:endParaRPr>
          </a:p>
        </p:txBody>
      </p:sp>
      <p:sp>
        <p:nvSpPr>
          <p:cNvPr id="24" name="Text Box 13">
            <a:hlinkClick r:id="rId3" action="ppaction://hlinksldjump"/>
          </p:cNvPr>
          <p:cNvSpPr txBox="1">
            <a:spLocks noChangeArrowheads="1"/>
          </p:cNvSpPr>
          <p:nvPr/>
        </p:nvSpPr>
        <p:spPr bwMode="auto">
          <a:xfrm>
            <a:off x="6797342" y="5929793"/>
            <a:ext cx="2348720"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None/>
            </a:pPr>
            <a:r>
              <a:rPr lang="zh-CN" altLang="en-US" sz="2800" b="1" dirty="0">
                <a:latin typeface="楷体_GB2312" pitchFamily="49" charset="-122"/>
                <a:ea typeface="楷体_GB2312" pitchFamily="49" charset="-122"/>
              </a:rPr>
              <a:t>奇点邻域区域</a:t>
            </a:r>
            <a:endParaRPr lang="en-US" altLang="zh-CN" sz="2800" b="1" dirty="0">
              <a:latin typeface="楷体_GB2312" pitchFamily="49" charset="-122"/>
              <a:ea typeface="楷体_GB2312" pitchFamily="49" charset="-122"/>
            </a:endParaRPr>
          </a:p>
        </p:txBody>
      </p:sp>
    </p:spTree>
    <p:extLst>
      <p:ext uri="{BB962C8B-B14F-4D97-AF65-F5344CB8AC3E}">
        <p14:creationId xmlns:p14="http://schemas.microsoft.com/office/powerpoint/2010/main" val="1186258149"/>
      </p:ext>
    </p:extLst>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28" name="Object 8"/>
          <p:cNvGraphicFramePr>
            <a:graphicFrameLocks noChangeAspect="1"/>
          </p:cNvGraphicFramePr>
          <p:nvPr>
            <p:extLst>
              <p:ext uri="{D42A27DB-BD31-4B8C-83A1-F6EECF244321}">
                <p14:modId xmlns:p14="http://schemas.microsoft.com/office/powerpoint/2010/main" val="3783054396"/>
              </p:ext>
            </p:extLst>
          </p:nvPr>
        </p:nvGraphicFramePr>
        <p:xfrm>
          <a:off x="755576" y="1046162"/>
          <a:ext cx="7029450" cy="1544638"/>
        </p:xfrm>
        <a:graphic>
          <a:graphicData uri="http://schemas.openxmlformats.org/presentationml/2006/ole">
            <mc:AlternateContent xmlns:mc="http://schemas.openxmlformats.org/markup-compatibility/2006">
              <mc:Choice xmlns:v="urn:schemas-microsoft-com:vml" Requires="v">
                <p:oleObj spid="_x0000_s129436" name="公式" r:id="rId3" imgW="2590942" imgH="403844" progId="Equation.3">
                  <p:embed/>
                </p:oleObj>
              </mc:Choice>
              <mc:Fallback>
                <p:oleObj name="公式" r:id="rId3" imgW="2590942" imgH="403844" progId="Equation.3">
                  <p:embed/>
                  <p:pic>
                    <p:nvPicPr>
                      <p:cNvPr id="184328"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76" y="1046162"/>
                        <a:ext cx="7029450" cy="15446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29" name="Text Box 9"/>
          <p:cNvSpPr txBox="1">
            <a:spLocks noChangeArrowheads="1"/>
          </p:cNvSpPr>
          <p:nvPr/>
        </p:nvSpPr>
        <p:spPr bwMode="auto">
          <a:xfrm>
            <a:off x="7609" y="903780"/>
            <a:ext cx="60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i="1" dirty="0">
                <a:latin typeface="Book Antiqua" panose="02040602050305030304" pitchFamily="18" charset="0"/>
                <a:ea typeface="楷体_GB2312" pitchFamily="49" charset="-122"/>
              </a:rPr>
              <a:t>若</a:t>
            </a:r>
            <a:endParaRPr lang="zh-CN" altLang="en-US" sz="2800" b="1" dirty="0">
              <a:solidFill>
                <a:schemeClr val="tx2"/>
              </a:solidFill>
              <a:latin typeface="Book Antiqua" panose="02040602050305030304" pitchFamily="18" charset="0"/>
              <a:ea typeface="楷体_GB2312" pitchFamily="49" charset="-122"/>
            </a:endParaRPr>
          </a:p>
        </p:txBody>
      </p:sp>
      <p:sp>
        <p:nvSpPr>
          <p:cNvPr id="184330" name="Text Box 10"/>
          <p:cNvSpPr txBox="1">
            <a:spLocks noChangeArrowheads="1"/>
          </p:cNvSpPr>
          <p:nvPr/>
        </p:nvSpPr>
        <p:spPr bwMode="auto">
          <a:xfrm>
            <a:off x="0" y="2590800"/>
            <a:ext cx="3810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dirty="0">
                <a:latin typeface="Book Antiqua" panose="02040602050305030304" pitchFamily="18" charset="0"/>
                <a:ea typeface="楷体_GB2312" pitchFamily="49" charset="-122"/>
              </a:rPr>
              <a:t>称</a:t>
            </a:r>
            <a:r>
              <a:rPr lang="en-US" altLang="zh-CN" sz="2800" b="1" i="1" dirty="0">
                <a:latin typeface="Book Antiqua" panose="02040602050305030304" pitchFamily="18" charset="0"/>
                <a:ea typeface="楷体_GB2312" pitchFamily="49" charset="-122"/>
              </a:rPr>
              <a:t>z</a:t>
            </a:r>
            <a:r>
              <a:rPr lang="en-US" altLang="zh-CN" sz="2800" b="1" i="1" baseline="-25000" dirty="0">
                <a:latin typeface="Book Antiqua" panose="02040602050305030304" pitchFamily="18" charset="0"/>
                <a:ea typeface="楷体_GB2312" pitchFamily="49" charset="-122"/>
              </a:rPr>
              <a:t>0</a:t>
            </a:r>
            <a:r>
              <a:rPr lang="zh-CN" altLang="en-US" sz="2800" b="1" dirty="0">
                <a:latin typeface="Book Antiqua" panose="02040602050305030304" pitchFamily="18" charset="0"/>
                <a:ea typeface="楷体_GB2312" pitchFamily="49" charset="-122"/>
              </a:rPr>
              <a:t>为</a:t>
            </a:r>
            <a:r>
              <a:rPr lang="en-US" altLang="zh-CN" sz="2800" b="1" i="1" dirty="0">
                <a:latin typeface="Book Antiqua" panose="02040602050305030304" pitchFamily="18" charset="0"/>
                <a:ea typeface="楷体_GB2312" pitchFamily="49" charset="-122"/>
              </a:rPr>
              <a:t>f(z)</a:t>
            </a:r>
            <a:r>
              <a:rPr lang="zh-CN" altLang="en-US" sz="2800" b="1" dirty="0">
                <a:latin typeface="Book Antiqua" panose="02040602050305030304" pitchFamily="18" charset="0"/>
                <a:ea typeface="楷体_GB2312" pitchFamily="49" charset="-122"/>
              </a:rPr>
              <a:t>的</a:t>
            </a:r>
            <a:r>
              <a:rPr lang="zh-CN" altLang="en-US" sz="2800" b="1" dirty="0">
                <a:solidFill>
                  <a:schemeClr val="tx2"/>
                </a:solidFill>
                <a:latin typeface="Book Antiqua" panose="02040602050305030304" pitchFamily="18" charset="0"/>
                <a:ea typeface="楷体_GB2312" pitchFamily="49" charset="-122"/>
              </a:rPr>
              <a:t>极点</a:t>
            </a:r>
            <a:endParaRPr lang="zh-CN" altLang="en-US" sz="2800" b="1" dirty="0">
              <a:latin typeface="Book Antiqua" panose="02040602050305030304" pitchFamily="18" charset="0"/>
              <a:ea typeface="楷体_GB2312" pitchFamily="49" charset="-122"/>
            </a:endParaRPr>
          </a:p>
        </p:txBody>
      </p:sp>
      <p:sp>
        <p:nvSpPr>
          <p:cNvPr id="184331" name="Text Box 11"/>
          <p:cNvSpPr txBox="1">
            <a:spLocks noChangeArrowheads="1"/>
          </p:cNvSpPr>
          <p:nvPr/>
        </p:nvSpPr>
        <p:spPr bwMode="auto">
          <a:xfrm>
            <a:off x="2888332" y="2590800"/>
            <a:ext cx="60198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b="1" dirty="0">
                <a:latin typeface="Book Antiqua" panose="02040602050305030304" pitchFamily="18" charset="0"/>
                <a:ea typeface="楷体_GB2312" pitchFamily="49" charset="-122"/>
              </a:rPr>
              <a:t>m</a:t>
            </a:r>
            <a:r>
              <a:rPr lang="zh-CN" altLang="en-US" sz="2800" b="1" dirty="0">
                <a:latin typeface="Book Antiqua" panose="02040602050305030304" pitchFamily="18" charset="0"/>
                <a:ea typeface="楷体_GB2312" pitchFamily="49" charset="-122"/>
              </a:rPr>
              <a:t>为</a:t>
            </a:r>
            <a:r>
              <a:rPr lang="en-US" altLang="zh-CN" sz="2800" b="1" i="1" dirty="0" err="1">
                <a:latin typeface="Book Antiqua" panose="02040602050305030304" pitchFamily="18" charset="0"/>
                <a:ea typeface="楷体_GB2312" pitchFamily="49" charset="-122"/>
              </a:rPr>
              <a:t>z</a:t>
            </a:r>
            <a:r>
              <a:rPr lang="en-US" altLang="zh-CN" sz="2800" b="1" i="1" baseline="-25000" dirty="0" err="1">
                <a:latin typeface="Book Antiqua" panose="02040602050305030304" pitchFamily="18" charset="0"/>
                <a:ea typeface="楷体_GB2312" pitchFamily="49" charset="-122"/>
              </a:rPr>
              <a:t>0</a:t>
            </a:r>
            <a:r>
              <a:rPr lang="zh-CN" altLang="en-US" sz="2800" b="1" dirty="0">
                <a:latin typeface="Book Antiqua" panose="02040602050305030304" pitchFamily="18" charset="0"/>
                <a:ea typeface="楷体_GB2312" pitchFamily="49" charset="-122"/>
              </a:rPr>
              <a:t>的阶，一阶极点简称为</a:t>
            </a:r>
            <a:r>
              <a:rPr lang="zh-CN" altLang="en-US" sz="2800" b="1" dirty="0">
                <a:solidFill>
                  <a:schemeClr val="tx2"/>
                </a:solidFill>
                <a:latin typeface="Book Antiqua" panose="02040602050305030304" pitchFamily="18" charset="0"/>
                <a:ea typeface="楷体_GB2312" pitchFamily="49" charset="-122"/>
              </a:rPr>
              <a:t>单极点</a:t>
            </a:r>
            <a:endParaRPr lang="zh-CN" altLang="en-US" sz="2800" b="1" dirty="0">
              <a:latin typeface="Book Antiqua" panose="02040602050305030304" pitchFamily="18" charset="0"/>
              <a:ea typeface="楷体_GB2312" pitchFamily="49" charset="-122"/>
            </a:endParaRPr>
          </a:p>
        </p:txBody>
      </p:sp>
      <p:graphicFrame>
        <p:nvGraphicFramePr>
          <p:cNvPr id="6" name="Object 3"/>
          <p:cNvGraphicFramePr>
            <a:graphicFrameLocks noChangeAspect="1"/>
          </p:cNvGraphicFramePr>
          <p:nvPr>
            <p:extLst/>
          </p:nvPr>
        </p:nvGraphicFramePr>
        <p:xfrm>
          <a:off x="304800" y="3765304"/>
          <a:ext cx="3581400" cy="1381125"/>
        </p:xfrm>
        <a:graphic>
          <a:graphicData uri="http://schemas.openxmlformats.org/presentationml/2006/ole">
            <mc:AlternateContent xmlns:mc="http://schemas.openxmlformats.org/markup-compatibility/2006">
              <mc:Choice xmlns:v="urn:schemas-microsoft-com:vml" Requires="v">
                <p:oleObj spid="_x0000_s129437" name="公式" r:id="rId5" imgW="1280160" imgH="358030" progId="Equation.3">
                  <p:embed/>
                </p:oleObj>
              </mc:Choice>
              <mc:Fallback>
                <p:oleObj name="公式" r:id="rId5" imgW="1280160" imgH="358030" progId="Equation.3">
                  <p:embed/>
                  <p:pic>
                    <p:nvPicPr>
                      <p:cNvPr id="6"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3765304"/>
                        <a:ext cx="3581400" cy="13811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10"/>
          <p:cNvSpPr txBox="1">
            <a:spLocks noChangeArrowheads="1"/>
          </p:cNvSpPr>
          <p:nvPr/>
        </p:nvSpPr>
        <p:spPr bwMode="auto">
          <a:xfrm>
            <a:off x="62384" y="5299376"/>
            <a:ext cx="3810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dirty="0">
                <a:latin typeface="Book Antiqua" panose="02040602050305030304" pitchFamily="18" charset="0"/>
                <a:ea typeface="楷体_GB2312" pitchFamily="49" charset="-122"/>
              </a:rPr>
              <a:t>称</a:t>
            </a:r>
            <a:r>
              <a:rPr lang="en-US" altLang="zh-CN" sz="2800" b="1" i="1" dirty="0">
                <a:latin typeface="Book Antiqua" panose="02040602050305030304" pitchFamily="18" charset="0"/>
                <a:ea typeface="楷体_GB2312" pitchFamily="49" charset="-122"/>
              </a:rPr>
              <a:t>z</a:t>
            </a:r>
            <a:r>
              <a:rPr lang="en-US" altLang="zh-CN" sz="2800" b="1" i="1" baseline="-25000" dirty="0">
                <a:latin typeface="Book Antiqua" panose="02040602050305030304" pitchFamily="18" charset="0"/>
                <a:ea typeface="楷体_GB2312" pitchFamily="49" charset="-122"/>
              </a:rPr>
              <a:t>0</a:t>
            </a:r>
            <a:r>
              <a:rPr lang="zh-CN" altLang="en-US" sz="2800" b="1" dirty="0">
                <a:latin typeface="Book Antiqua" panose="02040602050305030304" pitchFamily="18" charset="0"/>
                <a:ea typeface="楷体_GB2312" pitchFamily="49" charset="-122"/>
              </a:rPr>
              <a:t>为</a:t>
            </a:r>
            <a:r>
              <a:rPr lang="en-US" altLang="zh-CN" sz="2800" b="1" i="1" dirty="0">
                <a:latin typeface="Book Antiqua" panose="02040602050305030304" pitchFamily="18" charset="0"/>
                <a:ea typeface="楷体_GB2312" pitchFamily="49" charset="-122"/>
              </a:rPr>
              <a:t>f(z)</a:t>
            </a:r>
            <a:r>
              <a:rPr lang="zh-CN" altLang="en-US" sz="2800" b="1" dirty="0">
                <a:latin typeface="Book Antiqua" panose="02040602050305030304" pitchFamily="18" charset="0"/>
                <a:ea typeface="楷体_GB2312" pitchFamily="49" charset="-122"/>
              </a:rPr>
              <a:t>的</a:t>
            </a:r>
            <a:r>
              <a:rPr lang="zh-CN" altLang="en-US" sz="2800" b="1" dirty="0">
                <a:solidFill>
                  <a:schemeClr val="tx2"/>
                </a:solidFill>
                <a:latin typeface="Book Antiqua" panose="02040602050305030304" pitchFamily="18" charset="0"/>
                <a:ea typeface="楷体_GB2312" pitchFamily="49" charset="-122"/>
              </a:rPr>
              <a:t>本性奇点</a:t>
            </a:r>
            <a:endParaRPr lang="zh-CN" altLang="en-US" sz="2800" b="1" dirty="0">
              <a:latin typeface="Book Antiqua" panose="02040602050305030304" pitchFamily="18" charset="0"/>
              <a:ea typeface="楷体_GB2312" pitchFamily="49" charset="-122"/>
            </a:endParaRPr>
          </a:p>
        </p:txBody>
      </p:sp>
      <p:sp>
        <p:nvSpPr>
          <p:cNvPr id="8" name="Text Box 10"/>
          <p:cNvSpPr txBox="1">
            <a:spLocks noChangeArrowheads="1"/>
          </p:cNvSpPr>
          <p:nvPr/>
        </p:nvSpPr>
        <p:spPr bwMode="auto">
          <a:xfrm>
            <a:off x="190500" y="146049"/>
            <a:ext cx="3810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dirty="0">
                <a:solidFill>
                  <a:srgbClr val="FF0000"/>
                </a:solidFill>
                <a:latin typeface="Book Antiqua" panose="02040602050305030304" pitchFamily="18" charset="0"/>
                <a:ea typeface="楷体_GB2312" pitchFamily="49" charset="-122"/>
              </a:rPr>
              <a:t>前情回顾：</a:t>
            </a:r>
          </a:p>
        </p:txBody>
      </p:sp>
      <p:sp>
        <p:nvSpPr>
          <p:cNvPr id="2" name="矩形 1"/>
          <p:cNvSpPr/>
          <p:nvPr/>
        </p:nvSpPr>
        <p:spPr bwMode="auto">
          <a:xfrm>
            <a:off x="2843808" y="2590496"/>
            <a:ext cx="5976664" cy="586929"/>
          </a:xfrm>
          <a:prstGeom prst="rect">
            <a:avLst/>
          </a:prstGeom>
          <a:noFill/>
          <a:ln w="38100" cap="flat" cmpd="sng" algn="ctr">
            <a:solidFill>
              <a:schemeClr val="tx1"/>
            </a:solidFill>
            <a:prstDash val="solid"/>
            <a:round/>
            <a:headEnd type="none" w="med" len="med"/>
            <a:tailEnd type="triangle" w="med" len="med"/>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046747419"/>
      </p:ext>
    </p:extLst>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3"/>
          <p:cNvSpPr>
            <a:spLocks noChangeArrowheads="1"/>
          </p:cNvSpPr>
          <p:nvPr/>
        </p:nvSpPr>
        <p:spPr bwMode="auto">
          <a:xfrm>
            <a:off x="0" y="0"/>
            <a:ext cx="9144000" cy="762000"/>
          </a:xfrm>
          <a:prstGeom prst="rect">
            <a:avLst/>
          </a:prstGeom>
          <a:solidFill>
            <a:schemeClr val="accent1"/>
          </a:solidFill>
          <a:ln w="9525">
            <a:miter lim="800000"/>
            <a:headEnd/>
            <a:tailEnd/>
          </a:ln>
          <a:effectLst/>
          <a:scene3d>
            <a:camera prst="legacyPerspectiveBottom"/>
            <a:lightRig rig="legacyFlat3" dir="t"/>
          </a:scene3d>
          <a:sp3d extrusionH="1801800" prstMaterial="legacyPlastic">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1203" name="Text Box 2">
            <a:hlinkClick r:id="rId3" action="ppaction://hlinksldjump"/>
          </p:cNvPr>
          <p:cNvSpPr txBox="1">
            <a:spLocks noChangeArrowheads="1"/>
          </p:cNvSpPr>
          <p:nvPr/>
        </p:nvSpPr>
        <p:spPr bwMode="auto">
          <a:xfrm>
            <a:off x="3429000" y="152400"/>
            <a:ext cx="26892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FFFFFF"/>
                </a:solidFill>
                <a:effectLst/>
                <a:uLnTx/>
                <a:uFillTx/>
                <a:latin typeface="楷体_GB2312" pitchFamily="49" charset="-122"/>
                <a:ea typeface="楷体_GB2312" pitchFamily="49" charset="-122"/>
                <a:cs typeface="+mn-cs"/>
              </a:rPr>
              <a:t>§4.1 </a:t>
            </a:r>
            <a:r>
              <a:rPr kumimoji="1" lang="zh-CN" altLang="en-US" sz="2800" b="1" i="0" u="none" strike="noStrike" kern="1200" cap="none" spc="0" normalizeH="0" baseline="0" noProof="0">
                <a:ln>
                  <a:noFill/>
                </a:ln>
                <a:solidFill>
                  <a:srgbClr val="FFFFFF"/>
                </a:solidFill>
                <a:effectLst/>
                <a:uLnTx/>
                <a:uFillTx/>
                <a:latin typeface="楷体_GB2312" pitchFamily="49" charset="-122"/>
                <a:ea typeface="楷体_GB2312" pitchFamily="49" charset="-122"/>
                <a:cs typeface="+mn-cs"/>
              </a:rPr>
              <a:t>留数定理</a:t>
            </a:r>
            <a:endParaRPr kumimoji="1" lang="zh-CN" altLang="en-US" sz="3600" b="1" i="0" u="none" strike="noStrike" kern="1200" cap="none" spc="0" normalizeH="0" baseline="0" noProof="0">
              <a:ln>
                <a:noFill/>
              </a:ln>
              <a:solidFill>
                <a:srgbClr val="FFFFFF"/>
              </a:solidFill>
              <a:effectLst/>
              <a:uLnTx/>
              <a:uFillTx/>
              <a:latin typeface="楷体_GB2312" pitchFamily="49" charset="-122"/>
              <a:ea typeface="楷体_GB2312" pitchFamily="49" charset="-122"/>
              <a:cs typeface="+mn-cs"/>
            </a:endParaRPr>
          </a:p>
        </p:txBody>
      </p:sp>
      <p:sp>
        <p:nvSpPr>
          <p:cNvPr id="189443" name="Line 3"/>
          <p:cNvSpPr>
            <a:spLocks noChangeShapeType="1"/>
          </p:cNvSpPr>
          <p:nvPr/>
        </p:nvSpPr>
        <p:spPr bwMode="auto">
          <a:xfrm flipH="1">
            <a:off x="0" y="4038600"/>
            <a:ext cx="9144000"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189444" name="Object 4"/>
          <p:cNvGraphicFramePr>
            <a:graphicFrameLocks noChangeAspect="1"/>
          </p:cNvGraphicFramePr>
          <p:nvPr/>
        </p:nvGraphicFramePr>
        <p:xfrm>
          <a:off x="4038600" y="2590800"/>
          <a:ext cx="3344863" cy="1290638"/>
        </p:xfrm>
        <a:graphic>
          <a:graphicData uri="http://schemas.openxmlformats.org/presentationml/2006/ole">
            <mc:AlternateContent xmlns:mc="http://schemas.openxmlformats.org/markup-compatibility/2006">
              <mc:Choice xmlns:v="urn:schemas-microsoft-com:vml" Requires="v">
                <p:oleObj spid="_x0000_s216698" name="公式" r:id="rId4" imgW="1280160" imgH="358030" progId="Equation.3">
                  <p:embed/>
                </p:oleObj>
              </mc:Choice>
              <mc:Fallback>
                <p:oleObj name="公式" r:id="rId4" imgW="1280160" imgH="358030" progId="Equation.3">
                  <p:embed/>
                  <p:pic>
                    <p:nvPicPr>
                      <p:cNvPr id="18944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8600" y="2590800"/>
                        <a:ext cx="3344863" cy="12906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9445" name="Text Box 5"/>
          <p:cNvSpPr txBox="1">
            <a:spLocks noChangeArrowheads="1"/>
          </p:cNvSpPr>
          <p:nvPr/>
        </p:nvSpPr>
        <p:spPr bwMode="auto">
          <a:xfrm>
            <a:off x="990600" y="1905000"/>
            <a:ext cx="3581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若</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l</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所围区域解析，则</a:t>
            </a:r>
          </a:p>
        </p:txBody>
      </p:sp>
      <p:sp>
        <p:nvSpPr>
          <p:cNvPr id="189446" name="Text Box 6"/>
          <p:cNvSpPr txBox="1">
            <a:spLocks noChangeArrowheads="1"/>
          </p:cNvSpPr>
          <p:nvPr/>
        </p:nvSpPr>
        <p:spPr bwMode="auto">
          <a:xfrm>
            <a:off x="381000" y="1066800"/>
            <a:ext cx="16192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考虑积分</a:t>
            </a:r>
          </a:p>
        </p:txBody>
      </p:sp>
      <p:graphicFrame>
        <p:nvGraphicFramePr>
          <p:cNvPr id="189448" name="Object 8"/>
          <p:cNvGraphicFramePr>
            <a:graphicFrameLocks noChangeAspect="1"/>
          </p:cNvGraphicFramePr>
          <p:nvPr/>
        </p:nvGraphicFramePr>
        <p:xfrm>
          <a:off x="2133600" y="838200"/>
          <a:ext cx="2233613" cy="1119188"/>
        </p:xfrm>
        <a:graphic>
          <a:graphicData uri="http://schemas.openxmlformats.org/presentationml/2006/ole">
            <mc:AlternateContent xmlns:mc="http://schemas.openxmlformats.org/markup-compatibility/2006">
              <mc:Choice xmlns:v="urn:schemas-microsoft-com:vml" Requires="v">
                <p:oleObj spid="_x0000_s216699" name="公式" r:id="rId6" imgW="518018" imgH="243919" progId="Equation.3">
                  <p:embed/>
                </p:oleObj>
              </mc:Choice>
              <mc:Fallback>
                <p:oleObj name="公式" r:id="rId6" imgW="518018" imgH="243919" progId="Equation.3">
                  <p:embed/>
                  <p:pic>
                    <p:nvPicPr>
                      <p:cNvPr id="189448"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3600" y="838200"/>
                        <a:ext cx="2233613" cy="11191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9464" name="Object 24"/>
          <p:cNvGraphicFramePr>
            <a:graphicFrameLocks noChangeAspect="1"/>
          </p:cNvGraphicFramePr>
          <p:nvPr/>
        </p:nvGraphicFramePr>
        <p:xfrm>
          <a:off x="5257800" y="1600200"/>
          <a:ext cx="3089275" cy="1119188"/>
        </p:xfrm>
        <a:graphic>
          <a:graphicData uri="http://schemas.openxmlformats.org/presentationml/2006/ole">
            <mc:AlternateContent xmlns:mc="http://schemas.openxmlformats.org/markup-compatibility/2006">
              <mc:Choice xmlns:v="urn:schemas-microsoft-com:vml" Requires="v">
                <p:oleObj spid="_x0000_s216700" name="公式" r:id="rId8" imgW="746831" imgH="243919" progId="Equation.3">
                  <p:embed/>
                </p:oleObj>
              </mc:Choice>
              <mc:Fallback>
                <p:oleObj name="公式" r:id="rId8" imgW="746831" imgH="243919" progId="Equation.3">
                  <p:embed/>
                  <p:pic>
                    <p:nvPicPr>
                      <p:cNvPr id="189464" name="Object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57800" y="1600200"/>
                        <a:ext cx="3089275" cy="11191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9465" name="Text Box 25"/>
          <p:cNvSpPr txBox="1">
            <a:spLocks noChangeArrowheads="1"/>
          </p:cNvSpPr>
          <p:nvPr/>
        </p:nvSpPr>
        <p:spPr bwMode="auto">
          <a:xfrm>
            <a:off x="0" y="2835275"/>
            <a:ext cx="4038600"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若</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l</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所围区域包围一个奇点</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z</a:t>
            </a:r>
            <a:r>
              <a:rPr kumimoji="1" lang="en-US" altLang="zh-CN" sz="2800" b="1" i="1" u="none" strike="noStrike" kern="1200" cap="none" spc="0" normalizeH="0" baseline="-25000" noProof="0">
                <a:ln>
                  <a:noFill/>
                </a:ln>
                <a:solidFill>
                  <a:srgbClr val="FFFFFF"/>
                </a:solidFill>
                <a:effectLst/>
                <a:uLnTx/>
                <a:uFillTx/>
                <a:latin typeface="Book Antiqua" panose="02040602050305030304" pitchFamily="18" charset="0"/>
                <a:ea typeface="楷体_GB2312" pitchFamily="49" charset="-122"/>
                <a:cs typeface="+mn-cs"/>
              </a:rPr>
              <a:t>0</a:t>
            </a: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 </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，展开</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f(z)</a:t>
            </a:r>
            <a:r>
              <a:rPr kumimoji="1" lang="zh-CN" altLang="en-US"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则</a:t>
            </a:r>
          </a:p>
        </p:txBody>
      </p:sp>
      <p:grpSp>
        <p:nvGrpSpPr>
          <p:cNvPr id="189470" name="Group 30"/>
          <p:cNvGrpSpPr>
            <a:grpSpLocks/>
          </p:cNvGrpSpPr>
          <p:nvPr/>
        </p:nvGrpSpPr>
        <p:grpSpPr bwMode="auto">
          <a:xfrm>
            <a:off x="6553200" y="4191000"/>
            <a:ext cx="2590800" cy="2436813"/>
            <a:chOff x="4080" y="2640"/>
            <a:chExt cx="1471" cy="1439"/>
          </a:xfrm>
        </p:grpSpPr>
        <p:sp>
          <p:nvSpPr>
            <p:cNvPr id="51215" name="Oval 10"/>
            <p:cNvSpPr>
              <a:spLocks noChangeArrowheads="1"/>
            </p:cNvSpPr>
            <p:nvPr/>
          </p:nvSpPr>
          <p:spPr bwMode="auto">
            <a:xfrm>
              <a:off x="4201" y="2640"/>
              <a:ext cx="1350" cy="1439"/>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1216" name="Oval 11"/>
            <p:cNvSpPr>
              <a:spLocks noChangeArrowheads="1"/>
            </p:cNvSpPr>
            <p:nvPr/>
          </p:nvSpPr>
          <p:spPr bwMode="auto">
            <a:xfrm>
              <a:off x="4530" y="2960"/>
              <a:ext cx="729" cy="759"/>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1217" name="Oval 12"/>
            <p:cNvSpPr>
              <a:spLocks noChangeArrowheads="1"/>
            </p:cNvSpPr>
            <p:nvPr/>
          </p:nvSpPr>
          <p:spPr bwMode="auto">
            <a:xfrm>
              <a:off x="4831" y="3333"/>
              <a:ext cx="90" cy="53"/>
            </a:xfrm>
            <a:prstGeom prst="ellipse">
              <a:avLst/>
            </a:prstGeom>
            <a:solidFill>
              <a:srgbClr val="FFFF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51218" name="Object 16"/>
            <p:cNvGraphicFramePr>
              <a:graphicFrameLocks noChangeAspect="1"/>
            </p:cNvGraphicFramePr>
            <p:nvPr/>
          </p:nvGraphicFramePr>
          <p:xfrm>
            <a:off x="4785" y="3320"/>
            <a:ext cx="208" cy="344"/>
          </p:xfrm>
          <a:graphic>
            <a:graphicData uri="http://schemas.openxmlformats.org/presentationml/2006/ole">
              <mc:AlternateContent xmlns:mc="http://schemas.openxmlformats.org/markup-compatibility/2006">
                <mc:Choice xmlns:v="urn:schemas-microsoft-com:vml" Requires="v">
                  <p:oleObj spid="_x0000_s216701" name="公式" r:id="rId10" imgW="91440" imgH="152290" progId="Equation.3">
                    <p:embed/>
                  </p:oleObj>
                </mc:Choice>
                <mc:Fallback>
                  <p:oleObj name="公式" r:id="rId10" imgW="91440" imgH="152290" progId="Equation.3">
                    <p:embed/>
                    <p:pic>
                      <p:nvPicPr>
                        <p:cNvPr id="51218"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85" y="3320"/>
                          <a:ext cx="208" cy="34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19" name="Object 19"/>
            <p:cNvGraphicFramePr>
              <a:graphicFrameLocks noChangeAspect="1"/>
            </p:cNvGraphicFramePr>
            <p:nvPr/>
          </p:nvGraphicFramePr>
          <p:xfrm>
            <a:off x="4080" y="3504"/>
            <a:ext cx="110" cy="266"/>
          </p:xfrm>
          <a:graphic>
            <a:graphicData uri="http://schemas.openxmlformats.org/presentationml/2006/ole">
              <mc:AlternateContent xmlns:mc="http://schemas.openxmlformats.org/markup-compatibility/2006">
                <mc:Choice xmlns:v="urn:schemas-microsoft-com:vml" Requires="v">
                  <p:oleObj spid="_x0000_s216702" name="公式" r:id="rId12" imgW="15311" imgH="99264" progId="Equation.3">
                    <p:embed/>
                  </p:oleObj>
                </mc:Choice>
                <mc:Fallback>
                  <p:oleObj name="公式" r:id="rId12" imgW="15311" imgH="99264" progId="Equation.3">
                    <p:embed/>
                    <p:pic>
                      <p:nvPicPr>
                        <p:cNvPr id="51219" name="Object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80" y="3504"/>
                          <a:ext cx="110" cy="26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20" name="Object 22"/>
            <p:cNvGraphicFramePr>
              <a:graphicFrameLocks noChangeAspect="1"/>
            </p:cNvGraphicFramePr>
            <p:nvPr/>
          </p:nvGraphicFramePr>
          <p:xfrm>
            <a:off x="4416" y="3360"/>
            <a:ext cx="158" cy="345"/>
          </p:xfrm>
          <a:graphic>
            <a:graphicData uri="http://schemas.openxmlformats.org/presentationml/2006/ole">
              <mc:AlternateContent xmlns:mc="http://schemas.openxmlformats.org/markup-compatibility/2006">
                <mc:Choice xmlns:v="urn:schemas-microsoft-com:vml" Requires="v">
                  <p:oleObj spid="_x0000_s216703" name="公式" r:id="rId14" imgW="53163" imgH="152290" progId="Equation.3">
                    <p:embed/>
                  </p:oleObj>
                </mc:Choice>
                <mc:Fallback>
                  <p:oleObj name="公式" r:id="rId14" imgW="53163" imgH="152290" progId="Equation.3">
                    <p:embed/>
                    <p:pic>
                      <p:nvPicPr>
                        <p:cNvPr id="51220" name="Object 2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16" y="3360"/>
                          <a:ext cx="158" cy="34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21" name="Line 26"/>
            <p:cNvSpPr>
              <a:spLocks noChangeShapeType="1"/>
            </p:cNvSpPr>
            <p:nvPr/>
          </p:nvSpPr>
          <p:spPr bwMode="auto">
            <a:xfrm flipV="1">
              <a:off x="5163" y="3480"/>
              <a:ext cx="73" cy="12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1222" name="Line 27"/>
            <p:cNvSpPr>
              <a:spLocks noChangeShapeType="1"/>
            </p:cNvSpPr>
            <p:nvPr/>
          </p:nvSpPr>
          <p:spPr bwMode="auto">
            <a:xfrm flipV="1">
              <a:off x="5418" y="3640"/>
              <a:ext cx="73" cy="12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graphicFrame>
        <p:nvGraphicFramePr>
          <p:cNvPr id="189468" name="Object 28"/>
          <p:cNvGraphicFramePr>
            <a:graphicFrameLocks noChangeAspect="1"/>
          </p:cNvGraphicFramePr>
          <p:nvPr/>
        </p:nvGraphicFramePr>
        <p:xfrm>
          <a:off x="0" y="5227638"/>
          <a:ext cx="5715000" cy="1325562"/>
        </p:xfrm>
        <a:graphic>
          <a:graphicData uri="http://schemas.openxmlformats.org/presentationml/2006/ole">
            <mc:AlternateContent xmlns:mc="http://schemas.openxmlformats.org/markup-compatibility/2006">
              <mc:Choice xmlns:v="urn:schemas-microsoft-com:vml" Requires="v">
                <p:oleObj spid="_x0000_s216704" name="公式" r:id="rId16" imgW="1844111" imgH="358030" progId="Equation.3">
                  <p:embed/>
                </p:oleObj>
              </mc:Choice>
              <mc:Fallback>
                <p:oleObj name="公式" r:id="rId16" imgW="1844111" imgH="358030" progId="Equation.3">
                  <p:embed/>
                  <p:pic>
                    <p:nvPicPr>
                      <p:cNvPr id="189468" name="Object 2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5227638"/>
                        <a:ext cx="5715000" cy="132556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9471" name="Object 31"/>
          <p:cNvGraphicFramePr>
            <a:graphicFrameLocks noChangeAspect="1"/>
          </p:cNvGraphicFramePr>
          <p:nvPr/>
        </p:nvGraphicFramePr>
        <p:xfrm>
          <a:off x="304800" y="4191000"/>
          <a:ext cx="4267200" cy="1055688"/>
        </p:xfrm>
        <a:graphic>
          <a:graphicData uri="http://schemas.openxmlformats.org/presentationml/2006/ole">
            <mc:AlternateContent xmlns:mc="http://schemas.openxmlformats.org/markup-compatibility/2006">
              <mc:Choice xmlns:v="urn:schemas-microsoft-com:vml" Requires="v">
                <p:oleObj spid="_x0000_s216705" name="公式" r:id="rId18" imgW="1241883" imgH="243919" progId="Equation.3">
                  <p:embed/>
                </p:oleObj>
              </mc:Choice>
              <mc:Fallback>
                <p:oleObj name="公式" r:id="rId18" imgW="1241883" imgH="243919" progId="Equation.3">
                  <p:embed/>
                  <p:pic>
                    <p:nvPicPr>
                      <p:cNvPr id="189471" name="Object 3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04800" y="4191000"/>
                        <a:ext cx="4267200" cy="10556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9472" name="Line 32"/>
          <p:cNvSpPr>
            <a:spLocks noChangeShapeType="1"/>
          </p:cNvSpPr>
          <p:nvPr/>
        </p:nvSpPr>
        <p:spPr bwMode="auto">
          <a:xfrm>
            <a:off x="5791200" y="4114800"/>
            <a:ext cx="0" cy="2743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94346110"/>
      </p:ext>
    </p:extLst>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0466" name="Object 2"/>
          <p:cNvGraphicFramePr>
            <a:graphicFrameLocks noChangeAspect="1"/>
          </p:cNvGraphicFramePr>
          <p:nvPr/>
        </p:nvGraphicFramePr>
        <p:xfrm>
          <a:off x="6553200" y="1905000"/>
          <a:ext cx="1443038" cy="608013"/>
        </p:xfrm>
        <a:graphic>
          <a:graphicData uri="http://schemas.openxmlformats.org/presentationml/2006/ole">
            <mc:AlternateContent xmlns:mc="http://schemas.openxmlformats.org/markup-compatibility/2006">
              <mc:Choice xmlns:v="urn:schemas-microsoft-com:vml" Requires="v">
                <p:oleObj spid="_x0000_s251318" name="公式" r:id="rId3" imgW="358105" imgH="99264" progId="Equation.3">
                  <p:embed/>
                </p:oleObj>
              </mc:Choice>
              <mc:Fallback>
                <p:oleObj name="公式" r:id="rId3" imgW="358105" imgH="99264" progId="Equation.3">
                  <p:embed/>
                  <p:pic>
                    <p:nvPicPr>
                      <p:cNvPr id="19046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1905000"/>
                        <a:ext cx="1443038" cy="6080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467" name="Object 3"/>
          <p:cNvGraphicFramePr>
            <a:graphicFrameLocks noChangeAspect="1"/>
          </p:cNvGraphicFramePr>
          <p:nvPr/>
        </p:nvGraphicFramePr>
        <p:xfrm>
          <a:off x="5791200" y="0"/>
          <a:ext cx="419100" cy="576263"/>
        </p:xfrm>
        <a:graphic>
          <a:graphicData uri="http://schemas.openxmlformats.org/presentationml/2006/ole">
            <mc:AlternateContent xmlns:mc="http://schemas.openxmlformats.org/markup-compatibility/2006">
              <mc:Choice xmlns:v="urn:schemas-microsoft-com:vml" Requires="v">
                <p:oleObj spid="_x0000_s251319" name="公式" r:id="rId5" imgW="53163" imgH="99264" progId="Equation.3">
                  <p:embed/>
                </p:oleObj>
              </mc:Choice>
              <mc:Fallback>
                <p:oleObj name="公式" r:id="rId5" imgW="53163" imgH="99264" progId="Equation.3">
                  <p:embed/>
                  <p:pic>
                    <p:nvPicPr>
                      <p:cNvPr id="190467"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200" y="0"/>
                        <a:ext cx="419100" cy="5762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468" name="Object 4"/>
          <p:cNvGraphicFramePr>
            <a:graphicFrameLocks noChangeAspect="1"/>
          </p:cNvGraphicFramePr>
          <p:nvPr/>
        </p:nvGraphicFramePr>
        <p:xfrm>
          <a:off x="1524000" y="228600"/>
          <a:ext cx="3446463" cy="1406525"/>
        </p:xfrm>
        <a:graphic>
          <a:graphicData uri="http://schemas.openxmlformats.org/presentationml/2006/ole">
            <mc:AlternateContent xmlns:mc="http://schemas.openxmlformats.org/markup-compatibility/2006">
              <mc:Choice xmlns:v="urn:schemas-microsoft-com:vml" Requires="v">
                <p:oleObj spid="_x0000_s251320" name="公式" r:id="rId7" imgW="952677" imgH="358030" progId="Equation.3">
                  <p:embed/>
                </p:oleObj>
              </mc:Choice>
              <mc:Fallback>
                <p:oleObj name="公式" r:id="rId7" imgW="952677" imgH="358030" progId="Equation.3">
                  <p:embed/>
                  <p:pic>
                    <p:nvPicPr>
                      <p:cNvPr id="190468"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228600"/>
                        <a:ext cx="3446463" cy="14065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0469" name="AutoShape 5"/>
          <p:cNvSpPr>
            <a:spLocks/>
          </p:cNvSpPr>
          <p:nvPr/>
        </p:nvSpPr>
        <p:spPr bwMode="auto">
          <a:xfrm>
            <a:off x="4953000" y="228600"/>
            <a:ext cx="685800" cy="1295400"/>
          </a:xfrm>
          <a:prstGeom prst="leftBrace">
            <a:avLst>
              <a:gd name="adj1" fmla="val 15741"/>
              <a:gd name="adj2" fmla="val 50000"/>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190470" name="Object 6"/>
          <p:cNvGraphicFramePr>
            <a:graphicFrameLocks noChangeAspect="1"/>
          </p:cNvGraphicFramePr>
          <p:nvPr/>
        </p:nvGraphicFramePr>
        <p:xfrm>
          <a:off x="5791200" y="1219200"/>
          <a:ext cx="290513" cy="533400"/>
        </p:xfrm>
        <a:graphic>
          <a:graphicData uri="http://schemas.openxmlformats.org/presentationml/2006/ole">
            <mc:AlternateContent xmlns:mc="http://schemas.openxmlformats.org/markup-compatibility/2006">
              <mc:Choice xmlns:v="urn:schemas-microsoft-com:vml" Requires="v">
                <p:oleObj spid="_x0000_s251321" name="公式" r:id="rId9" imgW="15311" imgH="91629" progId="Equation.3">
                  <p:embed/>
                </p:oleObj>
              </mc:Choice>
              <mc:Fallback>
                <p:oleObj name="公式" r:id="rId9" imgW="15311" imgH="91629" progId="Equation.3">
                  <p:embed/>
                  <p:pic>
                    <p:nvPicPr>
                      <p:cNvPr id="19047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91200" y="1219200"/>
                        <a:ext cx="290513" cy="533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471" name="Object 7"/>
          <p:cNvGraphicFramePr>
            <a:graphicFrameLocks noChangeAspect="1"/>
          </p:cNvGraphicFramePr>
          <p:nvPr/>
        </p:nvGraphicFramePr>
        <p:xfrm>
          <a:off x="1600200" y="1600200"/>
          <a:ext cx="4254500" cy="1406525"/>
        </p:xfrm>
        <a:graphic>
          <a:graphicData uri="http://schemas.openxmlformats.org/presentationml/2006/ole">
            <mc:AlternateContent xmlns:mc="http://schemas.openxmlformats.org/markup-compatibility/2006">
              <mc:Choice xmlns:v="urn:schemas-microsoft-com:vml" Requires="v">
                <p:oleObj spid="_x0000_s251322" name="公式" r:id="rId11" imgW="1196375" imgH="358030" progId="Equation.3">
                  <p:embed/>
                </p:oleObj>
              </mc:Choice>
              <mc:Fallback>
                <p:oleObj name="公式" r:id="rId11" imgW="1196375" imgH="358030" progId="Equation.3">
                  <p:embed/>
                  <p:pic>
                    <p:nvPicPr>
                      <p:cNvPr id="190471"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00200" y="1600200"/>
                        <a:ext cx="4254500" cy="14065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0475" name="Rectangle 11"/>
          <p:cNvSpPr>
            <a:spLocks noChangeArrowheads="1"/>
          </p:cNvSpPr>
          <p:nvPr/>
        </p:nvSpPr>
        <p:spPr bwMode="auto">
          <a:xfrm>
            <a:off x="0" y="0"/>
            <a:ext cx="838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1"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由</a:t>
            </a:r>
            <a:endPar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endParaRPr>
          </a:p>
        </p:txBody>
      </p:sp>
      <p:sp>
        <p:nvSpPr>
          <p:cNvPr id="190485" name="Rectangle 21"/>
          <p:cNvSpPr>
            <a:spLocks noChangeArrowheads="1"/>
          </p:cNvSpPr>
          <p:nvPr/>
        </p:nvSpPr>
        <p:spPr bwMode="auto">
          <a:xfrm>
            <a:off x="6248400" y="0"/>
            <a:ext cx="1905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en-US" sz="2800" b="1" i="1"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l</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不包围</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a:t>
            </a: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a:t>
            </a:r>
            <a:endPar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endParaRPr>
          </a:p>
        </p:txBody>
      </p:sp>
      <p:sp>
        <p:nvSpPr>
          <p:cNvPr id="190486" name="Rectangle 22"/>
          <p:cNvSpPr>
            <a:spLocks noChangeArrowheads="1"/>
          </p:cNvSpPr>
          <p:nvPr/>
        </p:nvSpPr>
        <p:spPr bwMode="auto">
          <a:xfrm>
            <a:off x="6400800" y="1143000"/>
            <a:ext cx="1905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en-US" sz="2800" b="1" i="1"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l</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包围</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a:t>
            </a: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a:t>
            </a:r>
            <a:endPar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endParaRPr>
          </a:p>
        </p:txBody>
      </p:sp>
      <p:sp>
        <p:nvSpPr>
          <p:cNvPr id="190487" name="Line 23"/>
          <p:cNvSpPr>
            <a:spLocks noChangeShapeType="1"/>
          </p:cNvSpPr>
          <p:nvPr/>
        </p:nvSpPr>
        <p:spPr bwMode="auto">
          <a:xfrm flipH="1">
            <a:off x="0" y="3048000"/>
            <a:ext cx="9144000"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190488" name="Object 24"/>
          <p:cNvGraphicFramePr>
            <a:graphicFrameLocks noChangeAspect="1"/>
          </p:cNvGraphicFramePr>
          <p:nvPr/>
        </p:nvGraphicFramePr>
        <p:xfrm>
          <a:off x="0" y="3429000"/>
          <a:ext cx="5715000" cy="1325563"/>
        </p:xfrm>
        <a:graphic>
          <a:graphicData uri="http://schemas.openxmlformats.org/presentationml/2006/ole">
            <mc:AlternateContent xmlns:mc="http://schemas.openxmlformats.org/markup-compatibility/2006">
              <mc:Choice xmlns:v="urn:schemas-microsoft-com:vml" Requires="v">
                <p:oleObj spid="_x0000_s251323" name="公式" r:id="rId13" imgW="1844111" imgH="358030" progId="Equation.3">
                  <p:embed/>
                </p:oleObj>
              </mc:Choice>
              <mc:Fallback>
                <p:oleObj name="公式" r:id="rId13" imgW="1844111" imgH="358030" progId="Equation.3">
                  <p:embed/>
                  <p:pic>
                    <p:nvPicPr>
                      <p:cNvPr id="190488" name="Object 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3429000"/>
                        <a:ext cx="5715000" cy="13255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90489" name="Group 25"/>
          <p:cNvGrpSpPr>
            <a:grpSpLocks/>
          </p:cNvGrpSpPr>
          <p:nvPr/>
        </p:nvGrpSpPr>
        <p:grpSpPr bwMode="auto">
          <a:xfrm>
            <a:off x="6553200" y="3733800"/>
            <a:ext cx="2590800" cy="2436813"/>
            <a:chOff x="4080" y="2640"/>
            <a:chExt cx="1471" cy="1439"/>
          </a:xfrm>
        </p:grpSpPr>
        <p:sp>
          <p:nvSpPr>
            <p:cNvPr id="52243" name="Oval 26"/>
            <p:cNvSpPr>
              <a:spLocks noChangeArrowheads="1"/>
            </p:cNvSpPr>
            <p:nvPr/>
          </p:nvSpPr>
          <p:spPr bwMode="auto">
            <a:xfrm>
              <a:off x="4201" y="2640"/>
              <a:ext cx="1350" cy="1439"/>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2244" name="Oval 27"/>
            <p:cNvSpPr>
              <a:spLocks noChangeArrowheads="1"/>
            </p:cNvSpPr>
            <p:nvPr/>
          </p:nvSpPr>
          <p:spPr bwMode="auto">
            <a:xfrm>
              <a:off x="4530" y="2960"/>
              <a:ext cx="729" cy="759"/>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2245" name="Oval 28"/>
            <p:cNvSpPr>
              <a:spLocks noChangeArrowheads="1"/>
            </p:cNvSpPr>
            <p:nvPr/>
          </p:nvSpPr>
          <p:spPr bwMode="auto">
            <a:xfrm>
              <a:off x="4831" y="3333"/>
              <a:ext cx="90" cy="53"/>
            </a:xfrm>
            <a:prstGeom prst="ellipse">
              <a:avLst/>
            </a:prstGeom>
            <a:solidFill>
              <a:srgbClr val="FFFF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52246" name="Object 29"/>
            <p:cNvGraphicFramePr>
              <a:graphicFrameLocks noChangeAspect="1"/>
            </p:cNvGraphicFramePr>
            <p:nvPr/>
          </p:nvGraphicFramePr>
          <p:xfrm>
            <a:off x="4785" y="3320"/>
            <a:ext cx="208" cy="344"/>
          </p:xfrm>
          <a:graphic>
            <a:graphicData uri="http://schemas.openxmlformats.org/presentationml/2006/ole">
              <mc:AlternateContent xmlns:mc="http://schemas.openxmlformats.org/markup-compatibility/2006">
                <mc:Choice xmlns:v="urn:schemas-microsoft-com:vml" Requires="v">
                  <p:oleObj spid="_x0000_s251324" name="公式" r:id="rId15" imgW="91440" imgH="152290" progId="Equation.3">
                    <p:embed/>
                  </p:oleObj>
                </mc:Choice>
                <mc:Fallback>
                  <p:oleObj name="公式" r:id="rId15" imgW="91440" imgH="152290" progId="Equation.3">
                    <p:embed/>
                    <p:pic>
                      <p:nvPicPr>
                        <p:cNvPr id="52246" name="Object 2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85" y="3320"/>
                          <a:ext cx="208" cy="34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47" name="Object 30"/>
            <p:cNvGraphicFramePr>
              <a:graphicFrameLocks noChangeAspect="1"/>
            </p:cNvGraphicFramePr>
            <p:nvPr/>
          </p:nvGraphicFramePr>
          <p:xfrm>
            <a:off x="4080" y="3504"/>
            <a:ext cx="110" cy="266"/>
          </p:xfrm>
          <a:graphic>
            <a:graphicData uri="http://schemas.openxmlformats.org/presentationml/2006/ole">
              <mc:AlternateContent xmlns:mc="http://schemas.openxmlformats.org/markup-compatibility/2006">
                <mc:Choice xmlns:v="urn:schemas-microsoft-com:vml" Requires="v">
                  <p:oleObj spid="_x0000_s251325" name="公式" r:id="rId17" imgW="15311" imgH="99264" progId="Equation.3">
                    <p:embed/>
                  </p:oleObj>
                </mc:Choice>
                <mc:Fallback>
                  <p:oleObj name="公式" r:id="rId17" imgW="15311" imgH="99264" progId="Equation.3">
                    <p:embed/>
                    <p:pic>
                      <p:nvPicPr>
                        <p:cNvPr id="52247" name="Object 3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80" y="3504"/>
                          <a:ext cx="110" cy="26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48" name="Object 31"/>
            <p:cNvGraphicFramePr>
              <a:graphicFrameLocks noChangeAspect="1"/>
            </p:cNvGraphicFramePr>
            <p:nvPr/>
          </p:nvGraphicFramePr>
          <p:xfrm>
            <a:off x="4416" y="3360"/>
            <a:ext cx="158" cy="345"/>
          </p:xfrm>
          <a:graphic>
            <a:graphicData uri="http://schemas.openxmlformats.org/presentationml/2006/ole">
              <mc:AlternateContent xmlns:mc="http://schemas.openxmlformats.org/markup-compatibility/2006">
                <mc:Choice xmlns:v="urn:schemas-microsoft-com:vml" Requires="v">
                  <p:oleObj spid="_x0000_s251326" name="公式" r:id="rId19" imgW="53163" imgH="152290" progId="Equation.3">
                    <p:embed/>
                  </p:oleObj>
                </mc:Choice>
                <mc:Fallback>
                  <p:oleObj name="公式" r:id="rId19" imgW="53163" imgH="152290" progId="Equation.3">
                    <p:embed/>
                    <p:pic>
                      <p:nvPicPr>
                        <p:cNvPr id="52248" name="Object 3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416" y="3360"/>
                          <a:ext cx="158" cy="34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49" name="Line 32"/>
            <p:cNvSpPr>
              <a:spLocks noChangeShapeType="1"/>
            </p:cNvSpPr>
            <p:nvPr/>
          </p:nvSpPr>
          <p:spPr bwMode="auto">
            <a:xfrm flipV="1">
              <a:off x="5163" y="3480"/>
              <a:ext cx="73" cy="12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2250" name="Line 33"/>
            <p:cNvSpPr>
              <a:spLocks noChangeShapeType="1"/>
            </p:cNvSpPr>
            <p:nvPr/>
          </p:nvSpPr>
          <p:spPr bwMode="auto">
            <a:xfrm flipV="1">
              <a:off x="5418" y="3640"/>
              <a:ext cx="73" cy="12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graphicFrame>
        <p:nvGraphicFramePr>
          <p:cNvPr id="190498" name="Object 34"/>
          <p:cNvGraphicFramePr>
            <a:graphicFrameLocks noChangeAspect="1"/>
          </p:cNvGraphicFramePr>
          <p:nvPr/>
        </p:nvGraphicFramePr>
        <p:xfrm>
          <a:off x="1676400" y="4876800"/>
          <a:ext cx="1665288" cy="660400"/>
        </p:xfrm>
        <a:graphic>
          <a:graphicData uri="http://schemas.openxmlformats.org/presentationml/2006/ole">
            <mc:AlternateContent xmlns:mc="http://schemas.openxmlformats.org/markup-compatibility/2006">
              <mc:Choice xmlns:v="urn:schemas-microsoft-com:vml" Requires="v">
                <p:oleObj spid="_x0000_s251327" name="公式" r:id="rId21" imgW="480166" imgH="137019" progId="Equation.3">
                  <p:embed/>
                </p:oleObj>
              </mc:Choice>
              <mc:Fallback>
                <p:oleObj name="公式" r:id="rId21" imgW="480166" imgH="137019" progId="Equation.3">
                  <p:embed/>
                  <p:pic>
                    <p:nvPicPr>
                      <p:cNvPr id="190498" name="Object 3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676400" y="4876800"/>
                        <a:ext cx="1665288" cy="660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499" name="Object 35"/>
          <p:cNvGraphicFramePr>
            <a:graphicFrameLocks noChangeAspect="1"/>
          </p:cNvGraphicFramePr>
          <p:nvPr/>
        </p:nvGraphicFramePr>
        <p:xfrm>
          <a:off x="1676400" y="5486400"/>
          <a:ext cx="2952750" cy="704850"/>
        </p:xfrm>
        <a:graphic>
          <a:graphicData uri="http://schemas.openxmlformats.org/presentationml/2006/ole">
            <mc:AlternateContent xmlns:mc="http://schemas.openxmlformats.org/markup-compatibility/2006">
              <mc:Choice xmlns:v="urn:schemas-microsoft-com:vml" Requires="v">
                <p:oleObj spid="_x0000_s251328" name="公式" r:id="rId23" imgW="914400" imgH="152290" progId="Equation.3">
                  <p:embed/>
                </p:oleObj>
              </mc:Choice>
              <mc:Fallback>
                <p:oleObj name="公式" r:id="rId23" imgW="914400" imgH="152290" progId="Equation.3">
                  <p:embed/>
                  <p:pic>
                    <p:nvPicPr>
                      <p:cNvPr id="190499" name="Object 3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676400" y="5486400"/>
                        <a:ext cx="2952750" cy="7048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500" name="Object 36"/>
          <p:cNvGraphicFramePr>
            <a:graphicFrameLocks noChangeAspect="1"/>
          </p:cNvGraphicFramePr>
          <p:nvPr/>
        </p:nvGraphicFramePr>
        <p:xfrm>
          <a:off x="533400" y="6153150"/>
          <a:ext cx="2840038" cy="704850"/>
        </p:xfrm>
        <a:graphic>
          <a:graphicData uri="http://schemas.openxmlformats.org/presentationml/2006/ole">
            <mc:AlternateContent xmlns:mc="http://schemas.openxmlformats.org/markup-compatibility/2006">
              <mc:Choice xmlns:v="urn:schemas-microsoft-com:vml" Requires="v">
                <p:oleObj spid="_x0000_s251329" name="公式" r:id="rId25" imgW="876123" imgH="152290" progId="Equation.3">
                  <p:embed/>
                </p:oleObj>
              </mc:Choice>
              <mc:Fallback>
                <p:oleObj name="公式" r:id="rId25" imgW="876123" imgH="152290" progId="Equation.3">
                  <p:embed/>
                  <p:pic>
                    <p:nvPicPr>
                      <p:cNvPr id="190500" name="Object 36"/>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33400" y="6153150"/>
                        <a:ext cx="2840038" cy="7048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0501" name="Text Box 37"/>
          <p:cNvSpPr txBox="1">
            <a:spLocks noChangeArrowheads="1"/>
          </p:cNvSpPr>
          <p:nvPr/>
        </p:nvSpPr>
        <p:spPr bwMode="auto">
          <a:xfrm>
            <a:off x="4038600" y="6338888"/>
            <a:ext cx="48006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a</a:t>
            </a:r>
            <a:r>
              <a:rPr kumimoji="1" lang="en-US" altLang="zh-CN" sz="2800" b="1" i="1" u="none" strike="noStrike" kern="1200" cap="none" spc="0" normalizeH="0" baseline="-25000" noProof="0">
                <a:ln>
                  <a:noFill/>
                </a:ln>
                <a:solidFill>
                  <a:srgbClr val="FFFFFF"/>
                </a:solidFill>
                <a:effectLst/>
                <a:uLnTx/>
                <a:uFillTx/>
                <a:latin typeface="Book Antiqua" panose="02040602050305030304" pitchFamily="18" charset="0"/>
                <a:ea typeface="楷体_GB2312" pitchFamily="49" charset="-122"/>
                <a:cs typeface="+mn-cs"/>
              </a:rPr>
              <a:t>-1</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称为</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f(z)</a:t>
            </a:r>
            <a:r>
              <a:rPr kumimoji="1" lang="zh-CN" altLang="en-US"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在</a:t>
            </a:r>
            <a:r>
              <a:rPr kumimoji="1" lang="en-US" altLang="en-US"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 </a:t>
            </a:r>
            <a:r>
              <a:rPr kumimoji="1" lang="zh-CN" altLang="en-US"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奇点</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z</a:t>
            </a:r>
            <a:r>
              <a:rPr kumimoji="1" lang="en-US" altLang="zh-CN" sz="2800" b="1" i="1" u="none" strike="noStrike" kern="1200" cap="none" spc="0" normalizeH="0" baseline="-25000" noProof="0">
                <a:ln>
                  <a:noFill/>
                </a:ln>
                <a:solidFill>
                  <a:srgbClr val="FFFFFF"/>
                </a:solidFill>
                <a:effectLst/>
                <a:uLnTx/>
                <a:uFillTx/>
                <a:latin typeface="Book Antiqua" panose="02040602050305030304" pitchFamily="18" charset="0"/>
                <a:ea typeface="楷体_GB2312" pitchFamily="49" charset="-122"/>
                <a:cs typeface="+mn-cs"/>
              </a:rPr>
              <a:t>0</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的</a:t>
            </a:r>
            <a:r>
              <a:rPr kumimoji="1" lang="zh-CN" altLang="en-US" sz="2800" b="1" i="0" u="none" strike="noStrike" kern="1200" cap="none" spc="0" normalizeH="0" baseline="0" noProof="0">
                <a:ln>
                  <a:noFill/>
                </a:ln>
                <a:solidFill>
                  <a:srgbClr val="FFFF00"/>
                </a:solidFill>
                <a:effectLst/>
                <a:uLnTx/>
                <a:uFillTx/>
                <a:latin typeface="Book Antiqua" panose="02040602050305030304" pitchFamily="18" charset="0"/>
                <a:ea typeface="楷体_GB2312" pitchFamily="49" charset="-122"/>
                <a:cs typeface="+mn-cs"/>
              </a:rPr>
              <a:t>留数</a:t>
            </a:r>
          </a:p>
        </p:txBody>
      </p:sp>
      <p:sp>
        <p:nvSpPr>
          <p:cNvPr id="190502" name="Line 38"/>
          <p:cNvSpPr>
            <a:spLocks noChangeShapeType="1"/>
          </p:cNvSpPr>
          <p:nvPr/>
        </p:nvSpPr>
        <p:spPr bwMode="auto">
          <a:xfrm flipH="1">
            <a:off x="6096000" y="3124200"/>
            <a:ext cx="0" cy="3124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902771200"/>
      </p:ext>
    </p:extLst>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3"/>
          <p:cNvGraphicFramePr>
            <a:graphicFrameLocks noChangeAspect="1"/>
          </p:cNvGraphicFramePr>
          <p:nvPr>
            <p:extLst>
              <p:ext uri="{D42A27DB-BD31-4B8C-83A1-F6EECF244321}">
                <p14:modId xmlns:p14="http://schemas.microsoft.com/office/powerpoint/2010/main" val="1951381865"/>
              </p:ext>
            </p:extLst>
          </p:nvPr>
        </p:nvGraphicFramePr>
        <p:xfrm>
          <a:off x="467544" y="188640"/>
          <a:ext cx="6302375" cy="1309688"/>
        </p:xfrm>
        <a:graphic>
          <a:graphicData uri="http://schemas.openxmlformats.org/presentationml/2006/ole">
            <mc:AlternateContent xmlns:mc="http://schemas.openxmlformats.org/markup-compatibility/2006">
              <mc:Choice xmlns:v="urn:schemas-microsoft-com:vml" Requires="v">
                <p:oleObj spid="_x0000_s202015" name="Equation" r:id="rId3" imgW="2415717" imgH="365666" progId="Equation.DSMT4">
                  <p:embed/>
                </p:oleObj>
              </mc:Choice>
              <mc:Fallback>
                <p:oleObj name="Equation" r:id="rId3" imgW="2415717" imgH="365666" progId="Equation.DSMT4">
                  <p:embed/>
                  <p:pic>
                    <p:nvPicPr>
                      <p:cNvPr id="17305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188640"/>
                        <a:ext cx="6302375" cy="13096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 name="Object 24"/>
          <p:cNvGraphicFramePr>
            <a:graphicFrameLocks noChangeAspect="1"/>
          </p:cNvGraphicFramePr>
          <p:nvPr>
            <p:extLst>
              <p:ext uri="{D42A27DB-BD31-4B8C-83A1-F6EECF244321}">
                <p14:modId xmlns:p14="http://schemas.microsoft.com/office/powerpoint/2010/main" val="2297185963"/>
              </p:ext>
            </p:extLst>
          </p:nvPr>
        </p:nvGraphicFramePr>
        <p:xfrm>
          <a:off x="323528" y="2132856"/>
          <a:ext cx="7056783" cy="1096885"/>
        </p:xfrm>
        <a:graphic>
          <a:graphicData uri="http://schemas.openxmlformats.org/presentationml/2006/ole">
            <mc:AlternateContent xmlns:mc="http://schemas.openxmlformats.org/markup-compatibility/2006">
              <mc:Choice xmlns:v="urn:schemas-microsoft-com:vml" Requires="v">
                <p:oleObj spid="_x0000_s202016" name="Equation" r:id="rId5" imgW="2806560" imgH="431640" progId="Equation.DSMT4">
                  <p:embed/>
                </p:oleObj>
              </mc:Choice>
              <mc:Fallback>
                <p:oleObj name="Equation" r:id="rId5" imgW="2806560" imgH="431640" progId="Equation.DSMT4">
                  <p:embed/>
                  <p:pic>
                    <p:nvPicPr>
                      <p:cNvPr id="190488" name="Object 24"/>
                      <p:cNvPicPr>
                        <a:picLocks noChangeAspect="1" noChangeArrowheads="1"/>
                      </p:cNvPicPr>
                      <p:nvPr/>
                    </p:nvPicPr>
                    <p:blipFill>
                      <a:blip r:embed="rId6"/>
                      <a:srcRect/>
                      <a:stretch>
                        <a:fillRect/>
                      </a:stretch>
                    </p:blipFill>
                    <p:spPr bwMode="auto">
                      <a:xfrm>
                        <a:off x="323528" y="2132856"/>
                        <a:ext cx="7056783" cy="1096885"/>
                      </a:xfrm>
                      <a:prstGeom prst="rect">
                        <a:avLst/>
                      </a:prstGeom>
                      <a:noFill/>
                      <a:ln>
                        <a:noFill/>
                      </a:ln>
                      <a:effectLst/>
                      <a:extLst/>
                    </p:spPr>
                  </p:pic>
                </p:oleObj>
              </mc:Fallback>
            </mc:AlternateContent>
          </a:graphicData>
        </a:graphic>
      </p:graphicFrame>
      <p:graphicFrame>
        <p:nvGraphicFramePr>
          <p:cNvPr id="4" name="Object 24"/>
          <p:cNvGraphicFramePr>
            <a:graphicFrameLocks noChangeAspect="1"/>
          </p:cNvGraphicFramePr>
          <p:nvPr>
            <p:extLst>
              <p:ext uri="{D42A27DB-BD31-4B8C-83A1-F6EECF244321}">
                <p14:modId xmlns:p14="http://schemas.microsoft.com/office/powerpoint/2010/main" val="1578359167"/>
              </p:ext>
            </p:extLst>
          </p:nvPr>
        </p:nvGraphicFramePr>
        <p:xfrm>
          <a:off x="467544" y="3856985"/>
          <a:ext cx="3194050" cy="806450"/>
        </p:xfrm>
        <a:graphic>
          <a:graphicData uri="http://schemas.openxmlformats.org/presentationml/2006/ole">
            <mc:AlternateContent xmlns:mc="http://schemas.openxmlformats.org/markup-compatibility/2006">
              <mc:Choice xmlns:v="urn:schemas-microsoft-com:vml" Requires="v">
                <p:oleObj spid="_x0000_s202017" name="Equation" r:id="rId7" imgW="1269720" imgH="317160" progId="Equation.DSMT4">
                  <p:embed/>
                </p:oleObj>
              </mc:Choice>
              <mc:Fallback>
                <p:oleObj name="Equation" r:id="rId7" imgW="1269720" imgH="317160" progId="Equation.DSMT4">
                  <p:embed/>
                  <p:pic>
                    <p:nvPicPr>
                      <p:cNvPr id="3" name="Object 24"/>
                      <p:cNvPicPr>
                        <a:picLocks noChangeAspect="1" noChangeArrowheads="1"/>
                      </p:cNvPicPr>
                      <p:nvPr/>
                    </p:nvPicPr>
                    <p:blipFill>
                      <a:blip r:embed="rId8"/>
                      <a:srcRect/>
                      <a:stretch>
                        <a:fillRect/>
                      </a:stretch>
                    </p:blipFill>
                    <p:spPr bwMode="auto">
                      <a:xfrm>
                        <a:off x="467544" y="3856985"/>
                        <a:ext cx="3194050" cy="806450"/>
                      </a:xfrm>
                      <a:prstGeom prst="rect">
                        <a:avLst/>
                      </a:prstGeom>
                      <a:noFill/>
                      <a:ln>
                        <a:noFill/>
                      </a:ln>
                      <a:effectLst/>
                      <a:extLst/>
                    </p:spPr>
                  </p:pic>
                </p:oleObj>
              </mc:Fallback>
            </mc:AlternateContent>
          </a:graphicData>
        </a:graphic>
      </p:graphicFrame>
      <p:sp>
        <p:nvSpPr>
          <p:cNvPr id="5" name="文本框 4"/>
          <p:cNvSpPr txBox="1"/>
          <p:nvPr/>
        </p:nvSpPr>
        <p:spPr>
          <a:xfrm>
            <a:off x="179512" y="5319806"/>
            <a:ext cx="8388424" cy="584775"/>
          </a:xfrm>
          <a:prstGeom prst="rect">
            <a:avLst/>
          </a:prstGeom>
          <a:noFill/>
        </p:spPr>
        <p:txBody>
          <a:bodyPr wrap="square" rtlCol="0">
            <a:spAutoFit/>
          </a:bodyPr>
          <a:lstStyle/>
          <a:p>
            <a:r>
              <a:rPr lang="zh-CN" altLang="en-US" dirty="0"/>
              <a:t>不能直接通过洛朗展开的积分表达式来得到</a:t>
            </a:r>
            <a:r>
              <a:rPr lang="en-US" altLang="zh-CN" dirty="0"/>
              <a:t>a</a:t>
            </a:r>
            <a:r>
              <a:rPr lang="en-US" altLang="zh-CN" baseline="-25000" dirty="0"/>
              <a:t>-1</a:t>
            </a:r>
            <a:endParaRPr lang="zh-CN" altLang="en-US" baseline="-25000" dirty="0"/>
          </a:p>
        </p:txBody>
      </p:sp>
      <p:sp>
        <p:nvSpPr>
          <p:cNvPr id="6" name="左右箭头 5"/>
          <p:cNvSpPr/>
          <p:nvPr/>
        </p:nvSpPr>
        <p:spPr bwMode="auto">
          <a:xfrm>
            <a:off x="3851920" y="4221088"/>
            <a:ext cx="1368152" cy="216024"/>
          </a:xfrm>
          <a:prstGeom prst="leftRight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7" name="Text Box 6"/>
          <p:cNvSpPr txBox="1">
            <a:spLocks noChangeArrowheads="1"/>
          </p:cNvSpPr>
          <p:nvPr/>
        </p:nvSpPr>
        <p:spPr bwMode="auto">
          <a:xfrm>
            <a:off x="5410398" y="4013163"/>
            <a:ext cx="1627369"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sz="2800" b="1" dirty="0">
                <a:solidFill>
                  <a:srgbClr val="FFFFFF"/>
                </a:solidFill>
                <a:latin typeface="Book Antiqua" panose="02040602050305030304" pitchFamily="18" charset="0"/>
                <a:ea typeface="楷体_GB2312" pitchFamily="49" charset="-122"/>
              </a:rPr>
              <a:t>洛朗展开</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endParaRPr>
          </a:p>
        </p:txBody>
      </p:sp>
    </p:spTree>
    <p:extLst>
      <p:ext uri="{BB962C8B-B14F-4D97-AF65-F5344CB8AC3E}">
        <p14:creationId xmlns:p14="http://schemas.microsoft.com/office/powerpoint/2010/main" val="2121166523"/>
      </p:ext>
    </p:extLst>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1" name="Line 3"/>
          <p:cNvSpPr>
            <a:spLocks noChangeShapeType="1"/>
          </p:cNvSpPr>
          <p:nvPr/>
        </p:nvSpPr>
        <p:spPr bwMode="auto">
          <a:xfrm flipH="1">
            <a:off x="0" y="4038600"/>
            <a:ext cx="9144000"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91497" name="Text Box 9"/>
          <p:cNvSpPr txBox="1">
            <a:spLocks noChangeArrowheads="1"/>
          </p:cNvSpPr>
          <p:nvPr/>
        </p:nvSpPr>
        <p:spPr bwMode="auto">
          <a:xfrm>
            <a:off x="0" y="0"/>
            <a:ext cx="4038600"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若</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l</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所围区域包围</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n</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个奇点</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b</a:t>
            </a:r>
            <a:r>
              <a:rPr kumimoji="1" lang="en-US" altLang="zh-CN" sz="2800" b="1" i="1" u="none" strike="noStrike" kern="1200" cap="none" spc="0" normalizeH="0" baseline="-25000" noProof="0">
                <a:ln>
                  <a:noFill/>
                </a:ln>
                <a:solidFill>
                  <a:srgbClr val="FFFFFF"/>
                </a:solidFill>
                <a:effectLst/>
                <a:uLnTx/>
                <a:uFillTx/>
                <a:latin typeface="Book Antiqua" panose="02040602050305030304" pitchFamily="18" charset="0"/>
                <a:ea typeface="楷体_GB2312" pitchFamily="49" charset="-122"/>
                <a:cs typeface="+mn-cs"/>
              </a:rPr>
              <a:t>1</a:t>
            </a: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  </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b</a:t>
            </a:r>
            <a:r>
              <a:rPr kumimoji="1" lang="en-US" altLang="zh-CN" sz="2800" b="1" i="1" u="none" strike="noStrike" kern="1200" cap="none" spc="0" normalizeH="0" baseline="-25000" noProof="0">
                <a:ln>
                  <a:noFill/>
                </a:ln>
                <a:solidFill>
                  <a:srgbClr val="FFFFFF"/>
                </a:solidFill>
                <a:effectLst/>
                <a:uLnTx/>
                <a:uFillTx/>
                <a:latin typeface="Book Antiqua" panose="02040602050305030304" pitchFamily="18" charset="0"/>
                <a:ea typeface="楷体_GB2312" pitchFamily="49" charset="-122"/>
                <a:cs typeface="+mn-cs"/>
              </a:rPr>
              <a:t>2 </a:t>
            </a: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 </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b</a:t>
            </a:r>
            <a:r>
              <a:rPr kumimoji="1" lang="en-US" altLang="zh-CN" sz="2800" b="1" i="1" u="none" strike="noStrike" kern="1200" cap="none" spc="0" normalizeH="0" baseline="-25000" noProof="0">
                <a:ln>
                  <a:noFill/>
                </a:ln>
                <a:solidFill>
                  <a:srgbClr val="FFFFFF"/>
                </a:solidFill>
                <a:effectLst/>
                <a:uLnTx/>
                <a:uFillTx/>
                <a:latin typeface="Book Antiqua" panose="02040602050305030304" pitchFamily="18" charset="0"/>
                <a:ea typeface="楷体_GB2312" pitchFamily="49" charset="-122"/>
                <a:cs typeface="+mn-cs"/>
              </a:rPr>
              <a:t>3</a:t>
            </a: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 ….</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 </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b</a:t>
            </a:r>
            <a:r>
              <a:rPr kumimoji="1" lang="en-US" altLang="zh-CN" sz="2800" b="1" i="1" u="none" strike="noStrike" kern="1200" cap="none" spc="0" normalizeH="0" baseline="-25000" noProof="0">
                <a:ln>
                  <a:noFill/>
                </a:ln>
                <a:solidFill>
                  <a:srgbClr val="FFFFFF"/>
                </a:solidFill>
                <a:effectLst/>
                <a:uLnTx/>
                <a:uFillTx/>
                <a:latin typeface="Book Antiqua" panose="02040602050305030304" pitchFamily="18" charset="0"/>
                <a:ea typeface="楷体_GB2312" pitchFamily="49" charset="-122"/>
                <a:cs typeface="+mn-cs"/>
              </a:rPr>
              <a:t>n </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 </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则</a:t>
            </a:r>
          </a:p>
        </p:txBody>
      </p:sp>
      <p:sp>
        <p:nvSpPr>
          <p:cNvPr id="191509" name="Line 21"/>
          <p:cNvSpPr>
            <a:spLocks noChangeShapeType="1"/>
          </p:cNvSpPr>
          <p:nvPr/>
        </p:nvSpPr>
        <p:spPr bwMode="auto">
          <a:xfrm>
            <a:off x="5791200" y="4114800"/>
            <a:ext cx="0" cy="2743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191511" name="Object 23"/>
          <p:cNvGraphicFramePr>
            <a:graphicFrameLocks noChangeAspect="1"/>
          </p:cNvGraphicFramePr>
          <p:nvPr/>
        </p:nvGraphicFramePr>
        <p:xfrm>
          <a:off x="0" y="990600"/>
          <a:ext cx="9067800" cy="1066800"/>
        </p:xfrm>
        <a:graphic>
          <a:graphicData uri="http://schemas.openxmlformats.org/presentationml/2006/ole">
            <mc:AlternateContent xmlns:mc="http://schemas.openxmlformats.org/markup-compatibility/2006">
              <mc:Choice xmlns:v="urn:schemas-microsoft-com:vml" Requires="v">
                <p:oleObj spid="_x0000_s268519" name="公式" r:id="rId3" imgW="2956702" imgH="243919" progId="Equation.3">
                  <p:embed/>
                </p:oleObj>
              </mc:Choice>
              <mc:Fallback>
                <p:oleObj name="公式" r:id="rId3" imgW="2956702" imgH="243919" progId="Equation.3">
                  <p:embed/>
                  <p:pic>
                    <p:nvPicPr>
                      <p:cNvPr id="191511"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990600"/>
                        <a:ext cx="9067800" cy="1066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91531" name="Group 43"/>
          <p:cNvGrpSpPr>
            <a:grpSpLocks/>
          </p:cNvGrpSpPr>
          <p:nvPr/>
        </p:nvGrpSpPr>
        <p:grpSpPr bwMode="auto">
          <a:xfrm>
            <a:off x="7010400" y="5257800"/>
            <a:ext cx="966788" cy="914400"/>
            <a:chOff x="4416" y="3312"/>
            <a:chExt cx="609" cy="576"/>
          </a:xfrm>
        </p:grpSpPr>
        <p:graphicFrame>
          <p:nvGraphicFramePr>
            <p:cNvPr id="53280" name="Object 16"/>
            <p:cNvGraphicFramePr>
              <a:graphicFrameLocks noChangeAspect="1"/>
            </p:cNvGraphicFramePr>
            <p:nvPr/>
          </p:nvGraphicFramePr>
          <p:xfrm>
            <a:off x="4416" y="3408"/>
            <a:ext cx="157" cy="345"/>
          </p:xfrm>
          <a:graphic>
            <a:graphicData uri="http://schemas.openxmlformats.org/presentationml/2006/ole">
              <mc:AlternateContent xmlns:mc="http://schemas.openxmlformats.org/markup-compatibility/2006">
                <mc:Choice xmlns:v="urn:schemas-microsoft-com:vml" Requires="v">
                  <p:oleObj spid="_x0000_s268520" name="公式" r:id="rId5" imgW="38277" imgH="137019" progId="Equation.3">
                    <p:embed/>
                  </p:oleObj>
                </mc:Choice>
                <mc:Fallback>
                  <p:oleObj name="公式" r:id="rId5" imgW="38277" imgH="137019" progId="Equation.3">
                    <p:embed/>
                    <p:pic>
                      <p:nvPicPr>
                        <p:cNvPr id="5328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6" y="3408"/>
                          <a:ext cx="157" cy="34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81" name="Oval 27"/>
            <p:cNvSpPr>
              <a:spLocks noChangeArrowheads="1"/>
            </p:cNvSpPr>
            <p:nvPr/>
          </p:nvSpPr>
          <p:spPr bwMode="auto">
            <a:xfrm>
              <a:off x="4560" y="3312"/>
              <a:ext cx="432" cy="576"/>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3282" name="Line 29"/>
            <p:cNvSpPr>
              <a:spLocks noChangeShapeType="1"/>
            </p:cNvSpPr>
            <p:nvPr/>
          </p:nvSpPr>
          <p:spPr bwMode="auto">
            <a:xfrm flipV="1">
              <a:off x="4944" y="3648"/>
              <a:ext cx="81" cy="128"/>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grpSp>
        <p:nvGrpSpPr>
          <p:cNvPr id="191530" name="Group 42"/>
          <p:cNvGrpSpPr>
            <a:grpSpLocks/>
          </p:cNvGrpSpPr>
          <p:nvPr/>
        </p:nvGrpSpPr>
        <p:grpSpPr bwMode="auto">
          <a:xfrm>
            <a:off x="7086600" y="4343400"/>
            <a:ext cx="1042988" cy="838200"/>
            <a:chOff x="4464" y="2736"/>
            <a:chExt cx="657" cy="528"/>
          </a:xfrm>
        </p:grpSpPr>
        <p:sp>
          <p:nvSpPr>
            <p:cNvPr id="53277" name="Oval 12"/>
            <p:cNvSpPr>
              <a:spLocks noChangeArrowheads="1"/>
            </p:cNvSpPr>
            <p:nvPr/>
          </p:nvSpPr>
          <p:spPr bwMode="auto">
            <a:xfrm>
              <a:off x="4656" y="2736"/>
              <a:ext cx="432" cy="528"/>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3278" name="Line 17"/>
            <p:cNvSpPr>
              <a:spLocks noChangeShapeType="1"/>
            </p:cNvSpPr>
            <p:nvPr/>
          </p:nvSpPr>
          <p:spPr bwMode="auto">
            <a:xfrm flipV="1">
              <a:off x="5040" y="3024"/>
              <a:ext cx="81" cy="128"/>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53279" name="Object 31"/>
            <p:cNvGraphicFramePr>
              <a:graphicFrameLocks noChangeAspect="1"/>
            </p:cNvGraphicFramePr>
            <p:nvPr/>
          </p:nvGraphicFramePr>
          <p:xfrm>
            <a:off x="4464" y="2832"/>
            <a:ext cx="243" cy="432"/>
          </p:xfrm>
          <a:graphic>
            <a:graphicData uri="http://schemas.openxmlformats.org/presentationml/2006/ole">
              <mc:AlternateContent xmlns:mc="http://schemas.openxmlformats.org/markup-compatibility/2006">
                <mc:Choice xmlns:v="urn:schemas-microsoft-com:vml" Requires="v">
                  <p:oleObj spid="_x0000_s268521" name="公式" r:id="rId7" imgW="60818" imgH="137019" progId="Equation.3">
                    <p:embed/>
                  </p:oleObj>
                </mc:Choice>
                <mc:Fallback>
                  <p:oleObj name="公式" r:id="rId7" imgW="60818" imgH="137019" progId="Equation.3">
                    <p:embed/>
                    <p:pic>
                      <p:nvPicPr>
                        <p:cNvPr id="53279" name="Object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64" y="2832"/>
                          <a:ext cx="243" cy="43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1529" name="Group 41"/>
          <p:cNvGrpSpPr>
            <a:grpSpLocks/>
          </p:cNvGrpSpPr>
          <p:nvPr/>
        </p:nvGrpSpPr>
        <p:grpSpPr bwMode="auto">
          <a:xfrm>
            <a:off x="6553200" y="4114800"/>
            <a:ext cx="2590800" cy="2436813"/>
            <a:chOff x="4128" y="2592"/>
            <a:chExt cx="1632" cy="1535"/>
          </a:xfrm>
        </p:grpSpPr>
        <p:sp>
          <p:nvSpPr>
            <p:cNvPr id="53267" name="Oval 25"/>
            <p:cNvSpPr>
              <a:spLocks noChangeArrowheads="1"/>
            </p:cNvSpPr>
            <p:nvPr/>
          </p:nvSpPr>
          <p:spPr bwMode="auto">
            <a:xfrm>
              <a:off x="5280" y="3552"/>
              <a:ext cx="100" cy="57"/>
            </a:xfrm>
            <a:prstGeom prst="ellipse">
              <a:avLst/>
            </a:prstGeom>
            <a:solidFill>
              <a:srgbClr val="FFFF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53268" name="Group 40"/>
            <p:cNvGrpSpPr>
              <a:grpSpLocks/>
            </p:cNvGrpSpPr>
            <p:nvPr/>
          </p:nvGrpSpPr>
          <p:grpSpPr bwMode="auto">
            <a:xfrm>
              <a:off x="4128" y="2592"/>
              <a:ext cx="1632" cy="1535"/>
              <a:chOff x="4128" y="2592"/>
              <a:chExt cx="1632" cy="1535"/>
            </a:xfrm>
          </p:grpSpPr>
          <p:sp>
            <p:nvSpPr>
              <p:cNvPr id="53269" name="Oval 11"/>
              <p:cNvSpPr>
                <a:spLocks noChangeArrowheads="1"/>
              </p:cNvSpPr>
              <p:nvPr/>
            </p:nvSpPr>
            <p:spPr bwMode="auto">
              <a:xfrm>
                <a:off x="4262" y="2592"/>
                <a:ext cx="1498" cy="1535"/>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3270" name="Oval 13"/>
              <p:cNvSpPr>
                <a:spLocks noChangeArrowheads="1"/>
              </p:cNvSpPr>
              <p:nvPr/>
            </p:nvSpPr>
            <p:spPr bwMode="auto">
              <a:xfrm>
                <a:off x="4800" y="3024"/>
                <a:ext cx="100" cy="57"/>
              </a:xfrm>
              <a:prstGeom prst="ellipse">
                <a:avLst/>
              </a:prstGeom>
              <a:solidFill>
                <a:srgbClr val="FFFF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53271" name="Object 14"/>
              <p:cNvGraphicFramePr>
                <a:graphicFrameLocks noChangeAspect="1"/>
              </p:cNvGraphicFramePr>
              <p:nvPr/>
            </p:nvGraphicFramePr>
            <p:xfrm>
              <a:off x="4800" y="2688"/>
              <a:ext cx="231" cy="344"/>
            </p:xfrm>
            <a:graphic>
              <a:graphicData uri="http://schemas.openxmlformats.org/presentationml/2006/ole">
                <mc:AlternateContent xmlns:mc="http://schemas.openxmlformats.org/markup-compatibility/2006">
                  <mc:Choice xmlns:v="urn:schemas-microsoft-com:vml" Requires="v">
                    <p:oleObj spid="_x0000_s268522" name="公式" r:id="rId9" imgW="91440" imgH="137019" progId="Equation.3">
                      <p:embed/>
                    </p:oleObj>
                  </mc:Choice>
                  <mc:Fallback>
                    <p:oleObj name="公式" r:id="rId9" imgW="91440" imgH="137019" progId="Equation.3">
                      <p:embed/>
                      <p:pic>
                        <p:nvPicPr>
                          <p:cNvPr id="53271"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0" y="2688"/>
                            <a:ext cx="231" cy="34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72" name="Object 15"/>
              <p:cNvGraphicFramePr>
                <a:graphicFrameLocks noChangeAspect="1"/>
              </p:cNvGraphicFramePr>
              <p:nvPr/>
            </p:nvGraphicFramePr>
            <p:xfrm>
              <a:off x="4128" y="3562"/>
              <a:ext cx="122" cy="283"/>
            </p:xfrm>
            <a:graphic>
              <a:graphicData uri="http://schemas.openxmlformats.org/presentationml/2006/ole">
                <mc:AlternateContent xmlns:mc="http://schemas.openxmlformats.org/markup-compatibility/2006">
                  <mc:Choice xmlns:v="urn:schemas-microsoft-com:vml" Requires="v">
                    <p:oleObj spid="_x0000_s268523" name="公式" r:id="rId11" imgW="15311" imgH="99264" progId="Equation.3">
                      <p:embed/>
                    </p:oleObj>
                  </mc:Choice>
                  <mc:Fallback>
                    <p:oleObj name="公式" r:id="rId11" imgW="15311" imgH="99264" progId="Equation.3">
                      <p:embed/>
                      <p:pic>
                        <p:nvPicPr>
                          <p:cNvPr id="53272"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28" y="3562"/>
                            <a:ext cx="122" cy="28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73" name="Line 18"/>
              <p:cNvSpPr>
                <a:spLocks noChangeShapeType="1"/>
              </p:cNvSpPr>
              <p:nvPr/>
            </p:nvSpPr>
            <p:spPr bwMode="auto">
              <a:xfrm flipV="1">
                <a:off x="5612" y="3707"/>
                <a:ext cx="81" cy="128"/>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3274" name="Oval 28"/>
              <p:cNvSpPr>
                <a:spLocks noChangeArrowheads="1"/>
              </p:cNvSpPr>
              <p:nvPr/>
            </p:nvSpPr>
            <p:spPr bwMode="auto">
              <a:xfrm>
                <a:off x="4704" y="3648"/>
                <a:ext cx="100" cy="57"/>
              </a:xfrm>
              <a:prstGeom prst="ellipse">
                <a:avLst/>
              </a:prstGeom>
              <a:solidFill>
                <a:srgbClr val="FFFF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53275" name="Object 30"/>
              <p:cNvGraphicFramePr>
                <a:graphicFrameLocks noChangeAspect="1"/>
              </p:cNvGraphicFramePr>
              <p:nvPr/>
            </p:nvGraphicFramePr>
            <p:xfrm>
              <a:off x="4656" y="3360"/>
              <a:ext cx="197" cy="344"/>
            </p:xfrm>
            <a:graphic>
              <a:graphicData uri="http://schemas.openxmlformats.org/presentationml/2006/ole">
                <mc:AlternateContent xmlns:mc="http://schemas.openxmlformats.org/markup-compatibility/2006">
                  <mc:Choice xmlns:v="urn:schemas-microsoft-com:vml" Requires="v">
                    <p:oleObj spid="_x0000_s268524" name="公式" r:id="rId13" imgW="60818" imgH="137019" progId="Equation.3">
                      <p:embed/>
                    </p:oleObj>
                  </mc:Choice>
                  <mc:Fallback>
                    <p:oleObj name="公式" r:id="rId13" imgW="60818" imgH="137019" progId="Equation.3">
                      <p:embed/>
                      <p:pic>
                        <p:nvPicPr>
                          <p:cNvPr id="53275" name="Object 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56" y="3360"/>
                            <a:ext cx="197" cy="34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76" name="Object 32"/>
              <p:cNvGraphicFramePr>
                <a:graphicFrameLocks noChangeAspect="1"/>
              </p:cNvGraphicFramePr>
              <p:nvPr/>
            </p:nvGraphicFramePr>
            <p:xfrm>
              <a:off x="5272" y="3253"/>
              <a:ext cx="213" cy="367"/>
            </p:xfrm>
            <a:graphic>
              <a:graphicData uri="http://schemas.openxmlformats.org/presentationml/2006/ole">
                <mc:AlternateContent xmlns:mc="http://schemas.openxmlformats.org/markup-compatibility/2006">
                  <mc:Choice xmlns:v="urn:schemas-microsoft-com:vml" Requires="v">
                    <p:oleObj spid="_x0000_s268525" name="公式" r:id="rId15" imgW="76129" imgH="152290" progId="Equation.3">
                      <p:embed/>
                    </p:oleObj>
                  </mc:Choice>
                  <mc:Fallback>
                    <p:oleObj name="公式" r:id="rId15" imgW="76129" imgH="152290" progId="Equation.3">
                      <p:embed/>
                      <p:pic>
                        <p:nvPicPr>
                          <p:cNvPr id="53276" name="Object 3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72" y="3253"/>
                            <a:ext cx="213" cy="36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191532" name="Group 44"/>
          <p:cNvGrpSpPr>
            <a:grpSpLocks/>
          </p:cNvGrpSpPr>
          <p:nvPr/>
        </p:nvGrpSpPr>
        <p:grpSpPr bwMode="auto">
          <a:xfrm>
            <a:off x="8153400" y="4625975"/>
            <a:ext cx="746125" cy="1393825"/>
            <a:chOff x="5136" y="2914"/>
            <a:chExt cx="470" cy="878"/>
          </a:xfrm>
        </p:grpSpPr>
        <p:sp>
          <p:nvSpPr>
            <p:cNvPr id="53264" name="Oval 24"/>
            <p:cNvSpPr>
              <a:spLocks noChangeArrowheads="1"/>
            </p:cNvSpPr>
            <p:nvPr/>
          </p:nvSpPr>
          <p:spPr bwMode="auto">
            <a:xfrm>
              <a:off x="5136" y="3312"/>
              <a:ext cx="432" cy="480"/>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3265" name="Line 26"/>
            <p:cNvSpPr>
              <a:spLocks noChangeShapeType="1"/>
            </p:cNvSpPr>
            <p:nvPr/>
          </p:nvSpPr>
          <p:spPr bwMode="auto">
            <a:xfrm flipV="1">
              <a:off x="5520" y="3552"/>
              <a:ext cx="81" cy="128"/>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53266" name="Object 33"/>
            <p:cNvGraphicFramePr>
              <a:graphicFrameLocks noChangeAspect="1"/>
            </p:cNvGraphicFramePr>
            <p:nvPr/>
          </p:nvGraphicFramePr>
          <p:xfrm>
            <a:off x="5388" y="2914"/>
            <a:ext cx="218" cy="461"/>
          </p:xfrm>
          <a:graphic>
            <a:graphicData uri="http://schemas.openxmlformats.org/presentationml/2006/ole">
              <mc:AlternateContent xmlns:mc="http://schemas.openxmlformats.org/markup-compatibility/2006">
                <mc:Choice xmlns:v="urn:schemas-microsoft-com:vml" Requires="v">
                  <p:oleObj spid="_x0000_s268526" name="公式" r:id="rId17" imgW="53163" imgH="152290" progId="Equation.3">
                    <p:embed/>
                  </p:oleObj>
                </mc:Choice>
                <mc:Fallback>
                  <p:oleObj name="公式" r:id="rId17" imgW="53163" imgH="152290" progId="Equation.3">
                    <p:embed/>
                    <p:pic>
                      <p:nvPicPr>
                        <p:cNvPr id="53266" name="Object 3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88" y="2914"/>
                          <a:ext cx="218" cy="46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91522" name="Object 34"/>
          <p:cNvGraphicFramePr>
            <a:graphicFrameLocks noChangeAspect="1"/>
          </p:cNvGraphicFramePr>
          <p:nvPr/>
        </p:nvGraphicFramePr>
        <p:xfrm>
          <a:off x="1752600" y="2133600"/>
          <a:ext cx="7391400" cy="631825"/>
        </p:xfrm>
        <a:graphic>
          <a:graphicData uri="http://schemas.openxmlformats.org/presentationml/2006/ole">
            <mc:AlternateContent xmlns:mc="http://schemas.openxmlformats.org/markup-compatibility/2006">
              <mc:Choice xmlns:v="urn:schemas-microsoft-com:vml" Requires="v">
                <p:oleObj spid="_x0000_s268527" name="公式" r:id="rId19" imgW="2628794" imgH="152290" progId="Equation.3">
                  <p:embed/>
                </p:oleObj>
              </mc:Choice>
              <mc:Fallback>
                <p:oleObj name="公式" r:id="rId19" imgW="2628794" imgH="152290" progId="Equation.3">
                  <p:embed/>
                  <p:pic>
                    <p:nvPicPr>
                      <p:cNvPr id="191522" name="Object 3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752600" y="2133600"/>
                        <a:ext cx="7391400" cy="6318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523" name="Object 35"/>
          <p:cNvGraphicFramePr>
            <a:graphicFrameLocks noChangeAspect="1"/>
          </p:cNvGraphicFramePr>
          <p:nvPr/>
        </p:nvGraphicFramePr>
        <p:xfrm>
          <a:off x="1752600" y="2743200"/>
          <a:ext cx="3157538" cy="1223963"/>
        </p:xfrm>
        <a:graphic>
          <a:graphicData uri="http://schemas.openxmlformats.org/presentationml/2006/ole">
            <mc:AlternateContent xmlns:mc="http://schemas.openxmlformats.org/markup-compatibility/2006">
              <mc:Choice xmlns:v="urn:schemas-microsoft-com:vml" Requires="v">
                <p:oleObj spid="_x0000_s268528" name="公式" r:id="rId21" imgW="1081969" imgH="365666" progId="Equation.3">
                  <p:embed/>
                </p:oleObj>
              </mc:Choice>
              <mc:Fallback>
                <p:oleObj name="公式" r:id="rId21" imgW="1081969" imgH="365666" progId="Equation.3">
                  <p:embed/>
                  <p:pic>
                    <p:nvPicPr>
                      <p:cNvPr id="191523" name="Object 3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752600" y="2743200"/>
                        <a:ext cx="3157538" cy="12239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1524" name="Text Box 36"/>
          <p:cNvSpPr txBox="1">
            <a:spLocks noChangeArrowheads="1"/>
          </p:cNvSpPr>
          <p:nvPr/>
        </p:nvSpPr>
        <p:spPr bwMode="auto">
          <a:xfrm>
            <a:off x="5105400" y="3048000"/>
            <a:ext cx="23368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楷体_GB2312" pitchFamily="49" charset="-122"/>
                <a:ea typeface="楷体_GB2312" pitchFamily="49" charset="-122"/>
                <a:cs typeface="+mn-cs"/>
              </a:rPr>
              <a:t>称为留数定理</a:t>
            </a:r>
          </a:p>
        </p:txBody>
      </p:sp>
      <p:sp>
        <p:nvSpPr>
          <p:cNvPr id="191525" name="Text Box 37"/>
          <p:cNvSpPr txBox="1">
            <a:spLocks noChangeArrowheads="1"/>
          </p:cNvSpPr>
          <p:nvPr/>
        </p:nvSpPr>
        <p:spPr bwMode="auto">
          <a:xfrm>
            <a:off x="0" y="4114800"/>
            <a:ext cx="2133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如何求</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a</a:t>
            </a:r>
            <a:r>
              <a:rPr kumimoji="1" lang="en-US" altLang="zh-CN" sz="2800" b="1" i="1" u="none" strike="noStrike" kern="1200" cap="none" spc="0" normalizeH="0" baseline="-25000" noProof="0">
                <a:ln>
                  <a:noFill/>
                </a:ln>
                <a:solidFill>
                  <a:srgbClr val="FFFFFF"/>
                </a:solidFill>
                <a:effectLst/>
                <a:uLnTx/>
                <a:uFillTx/>
                <a:latin typeface="Book Antiqua" panose="02040602050305030304" pitchFamily="18" charset="0"/>
                <a:ea typeface="楷体_GB2312" pitchFamily="49" charset="-122"/>
                <a:cs typeface="+mn-cs"/>
              </a:rPr>
              <a:t>-1</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a:t>
            </a:r>
            <a:endParaRPr kumimoji="1" lang="zh-CN" altLang="en-US" sz="2800" b="1" i="0" u="none" strike="noStrike" kern="1200" cap="none" spc="0" normalizeH="0" baseline="0" noProof="0">
              <a:ln>
                <a:noFill/>
              </a:ln>
              <a:solidFill>
                <a:srgbClr val="FFFF00"/>
              </a:solidFill>
              <a:effectLst/>
              <a:uLnTx/>
              <a:uFillTx/>
              <a:latin typeface="Book Antiqua" panose="02040602050305030304" pitchFamily="18" charset="0"/>
              <a:ea typeface="楷体_GB2312" pitchFamily="49" charset="-122"/>
              <a:cs typeface="+mn-cs"/>
            </a:endParaRPr>
          </a:p>
        </p:txBody>
      </p:sp>
      <p:sp>
        <p:nvSpPr>
          <p:cNvPr id="191526" name="Text Box 38"/>
          <p:cNvSpPr txBox="1">
            <a:spLocks noChangeArrowheads="1"/>
          </p:cNvSpPr>
          <p:nvPr/>
        </p:nvSpPr>
        <p:spPr bwMode="auto">
          <a:xfrm>
            <a:off x="3048000" y="4191000"/>
            <a:ext cx="25908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若</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z</a:t>
            </a:r>
            <a:r>
              <a:rPr kumimoji="1" lang="en-US" altLang="zh-CN" sz="2800" b="1" i="1" u="none" strike="noStrike" kern="1200" cap="none" spc="0" normalizeH="0" baseline="-25000" noProof="0">
                <a:ln>
                  <a:noFill/>
                </a:ln>
                <a:solidFill>
                  <a:srgbClr val="FFFFFF"/>
                </a:solidFill>
                <a:effectLst/>
                <a:uLnTx/>
                <a:uFillTx/>
                <a:latin typeface="Book Antiqua" panose="02040602050305030304" pitchFamily="18" charset="0"/>
                <a:ea typeface="楷体_GB2312" pitchFamily="49" charset="-122"/>
                <a:cs typeface="+mn-cs"/>
              </a:rPr>
              <a:t>0</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为</a:t>
            </a:r>
            <a:r>
              <a:rPr kumimoji="1" lang="zh-CN" altLang="en-US" sz="2800" b="1" i="0" u="none" strike="noStrike" kern="1200" cap="none" spc="0" normalizeH="0" baseline="0" noProof="0">
                <a:ln>
                  <a:noFill/>
                </a:ln>
                <a:solidFill>
                  <a:srgbClr val="FFFF00"/>
                </a:solidFill>
                <a:effectLst/>
                <a:uLnTx/>
                <a:uFillTx/>
                <a:latin typeface="Book Antiqua" panose="02040602050305030304" pitchFamily="18" charset="0"/>
                <a:ea typeface="楷体_GB2312" pitchFamily="49" charset="-122"/>
                <a:cs typeface="+mn-cs"/>
              </a:rPr>
              <a:t>单极点</a:t>
            </a:r>
            <a:endPar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graphicFrame>
        <p:nvGraphicFramePr>
          <p:cNvPr id="191527" name="Object 39"/>
          <p:cNvGraphicFramePr>
            <a:graphicFrameLocks noChangeAspect="1"/>
          </p:cNvGraphicFramePr>
          <p:nvPr/>
        </p:nvGraphicFramePr>
        <p:xfrm>
          <a:off x="0" y="4572000"/>
          <a:ext cx="5486400" cy="1447800"/>
        </p:xfrm>
        <a:graphic>
          <a:graphicData uri="http://schemas.openxmlformats.org/presentationml/2006/ole">
            <mc:AlternateContent xmlns:mc="http://schemas.openxmlformats.org/markup-compatibility/2006">
              <mc:Choice xmlns:v="urn:schemas-microsoft-com:vml" Requires="v">
                <p:oleObj spid="_x0000_s268529" name="公式" r:id="rId23" imgW="2019335" imgH="358030" progId="Equation.3">
                  <p:embed/>
                </p:oleObj>
              </mc:Choice>
              <mc:Fallback>
                <p:oleObj name="公式" r:id="rId23" imgW="2019335" imgH="358030" progId="Equation.3">
                  <p:embed/>
                  <p:pic>
                    <p:nvPicPr>
                      <p:cNvPr id="191527" name="Object 3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0" y="4572000"/>
                        <a:ext cx="5486400" cy="1447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05030705"/>
      </p:ext>
    </p:extLst>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Line 2"/>
          <p:cNvSpPr>
            <a:spLocks noChangeShapeType="1"/>
          </p:cNvSpPr>
          <p:nvPr/>
        </p:nvSpPr>
        <p:spPr bwMode="auto">
          <a:xfrm flipH="1">
            <a:off x="0" y="2819400"/>
            <a:ext cx="9144000"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192541" name="Object 29"/>
          <p:cNvGraphicFramePr>
            <a:graphicFrameLocks noChangeAspect="1"/>
          </p:cNvGraphicFramePr>
          <p:nvPr/>
        </p:nvGraphicFramePr>
        <p:xfrm>
          <a:off x="228600" y="0"/>
          <a:ext cx="5486400" cy="1143000"/>
        </p:xfrm>
        <a:graphic>
          <a:graphicData uri="http://schemas.openxmlformats.org/presentationml/2006/ole">
            <mc:AlternateContent xmlns:mc="http://schemas.openxmlformats.org/markup-compatibility/2006">
              <mc:Choice xmlns:v="urn:schemas-microsoft-com:vml" Requires="v">
                <p:oleObj spid="_x0000_s231851" name="公式" r:id="rId3" imgW="2019335" imgH="358030" progId="Equation.3">
                  <p:embed/>
                </p:oleObj>
              </mc:Choice>
              <mc:Fallback>
                <p:oleObj name="公式" r:id="rId3" imgW="2019335" imgH="358030" progId="Equation.3">
                  <p:embed/>
                  <p:pic>
                    <p:nvPicPr>
                      <p:cNvPr id="192541"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0"/>
                        <a:ext cx="5486400" cy="11430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2542" name="Object 30"/>
          <p:cNvGraphicFramePr>
            <a:graphicFrameLocks noChangeAspect="1"/>
          </p:cNvGraphicFramePr>
          <p:nvPr/>
        </p:nvGraphicFramePr>
        <p:xfrm>
          <a:off x="0" y="1143000"/>
          <a:ext cx="7515225" cy="638175"/>
        </p:xfrm>
        <a:graphic>
          <a:graphicData uri="http://schemas.openxmlformats.org/presentationml/2006/ole">
            <mc:AlternateContent xmlns:mc="http://schemas.openxmlformats.org/markup-compatibility/2006">
              <mc:Choice xmlns:v="urn:schemas-microsoft-com:vml" Requires="v">
                <p:oleObj spid="_x0000_s231852" name="公式" r:id="rId5" imgW="2796363" imgH="167561" progId="Equation.3">
                  <p:embed/>
                </p:oleObj>
              </mc:Choice>
              <mc:Fallback>
                <p:oleObj name="公式" r:id="rId5" imgW="2796363" imgH="167561" progId="Equation.3">
                  <p:embed/>
                  <p:pic>
                    <p:nvPicPr>
                      <p:cNvPr id="192542"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143000"/>
                        <a:ext cx="7515225" cy="6381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2543" name="Object 31"/>
          <p:cNvGraphicFramePr>
            <a:graphicFrameLocks noChangeAspect="1"/>
          </p:cNvGraphicFramePr>
          <p:nvPr/>
        </p:nvGraphicFramePr>
        <p:xfrm>
          <a:off x="304800" y="1828800"/>
          <a:ext cx="3733800" cy="835025"/>
        </p:xfrm>
        <a:graphic>
          <a:graphicData uri="http://schemas.openxmlformats.org/presentationml/2006/ole">
            <mc:AlternateContent xmlns:mc="http://schemas.openxmlformats.org/markup-compatibility/2006">
              <mc:Choice xmlns:v="urn:schemas-microsoft-com:vml" Requires="v">
                <p:oleObj spid="_x0000_s231853" name="公式" r:id="rId7" imgW="1241883" imgH="213376" progId="Equation.3">
                  <p:embed/>
                </p:oleObj>
              </mc:Choice>
              <mc:Fallback>
                <p:oleObj name="公式" r:id="rId7" imgW="1241883" imgH="213376" progId="Equation.3">
                  <p:embed/>
                  <p:pic>
                    <p:nvPicPr>
                      <p:cNvPr id="192543" name="Object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800" y="1828800"/>
                        <a:ext cx="3733800" cy="8350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2544" name="Text Box 32"/>
          <p:cNvSpPr txBox="1">
            <a:spLocks noChangeArrowheads="1"/>
          </p:cNvSpPr>
          <p:nvPr/>
        </p:nvSpPr>
        <p:spPr bwMode="auto">
          <a:xfrm>
            <a:off x="0" y="2971800"/>
            <a:ext cx="60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若</a:t>
            </a:r>
          </a:p>
        </p:txBody>
      </p:sp>
      <p:graphicFrame>
        <p:nvGraphicFramePr>
          <p:cNvPr id="192545" name="Object 33"/>
          <p:cNvGraphicFramePr>
            <a:graphicFrameLocks noChangeAspect="1"/>
          </p:cNvGraphicFramePr>
          <p:nvPr/>
        </p:nvGraphicFramePr>
        <p:xfrm>
          <a:off x="914400" y="2971800"/>
          <a:ext cx="2262188" cy="1204913"/>
        </p:xfrm>
        <a:graphic>
          <a:graphicData uri="http://schemas.openxmlformats.org/presentationml/2006/ole">
            <mc:AlternateContent xmlns:mc="http://schemas.openxmlformats.org/markup-compatibility/2006">
              <mc:Choice xmlns:v="urn:schemas-microsoft-com:vml" Requires="v">
                <p:oleObj spid="_x0000_s231854" name="公式" r:id="rId9" imgW="723865" imgH="342759" progId="Equation.3">
                  <p:embed/>
                </p:oleObj>
              </mc:Choice>
              <mc:Fallback>
                <p:oleObj name="公式" r:id="rId9" imgW="723865" imgH="342759" progId="Equation.3">
                  <p:embed/>
                  <p:pic>
                    <p:nvPicPr>
                      <p:cNvPr id="192545" name="Object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4400" y="2971800"/>
                        <a:ext cx="2262188" cy="12049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2546" name="Object 34"/>
          <p:cNvGraphicFramePr>
            <a:graphicFrameLocks noChangeAspect="1"/>
          </p:cNvGraphicFramePr>
          <p:nvPr/>
        </p:nvGraphicFramePr>
        <p:xfrm>
          <a:off x="381000" y="4495800"/>
          <a:ext cx="3303588" cy="1204913"/>
        </p:xfrm>
        <a:graphic>
          <a:graphicData uri="http://schemas.openxmlformats.org/presentationml/2006/ole">
            <mc:AlternateContent xmlns:mc="http://schemas.openxmlformats.org/markup-compatibility/2006">
              <mc:Choice xmlns:v="urn:schemas-microsoft-com:vml" Requires="v">
                <p:oleObj spid="_x0000_s231855" name="公式" r:id="rId11" imgW="1089625" imgH="342759" progId="Equation.3">
                  <p:embed/>
                </p:oleObj>
              </mc:Choice>
              <mc:Fallback>
                <p:oleObj name="公式" r:id="rId11" imgW="1089625" imgH="342759" progId="Equation.3">
                  <p:embed/>
                  <p:pic>
                    <p:nvPicPr>
                      <p:cNvPr id="192546" name="Object 3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 y="4495800"/>
                        <a:ext cx="3303588" cy="12049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2547" name="Object 35"/>
          <p:cNvGraphicFramePr>
            <a:graphicFrameLocks noChangeAspect="1"/>
          </p:cNvGraphicFramePr>
          <p:nvPr/>
        </p:nvGraphicFramePr>
        <p:xfrm>
          <a:off x="7162800" y="4419600"/>
          <a:ext cx="1292225" cy="1236663"/>
        </p:xfrm>
        <a:graphic>
          <a:graphicData uri="http://schemas.openxmlformats.org/presentationml/2006/ole">
            <mc:AlternateContent xmlns:mc="http://schemas.openxmlformats.org/markup-compatibility/2006">
              <mc:Choice xmlns:v="urn:schemas-microsoft-com:vml" Requires="v">
                <p:oleObj spid="_x0000_s231856" name="公式" r:id="rId13" imgW="381071" imgH="358030" progId="Equation.3">
                  <p:embed/>
                </p:oleObj>
              </mc:Choice>
              <mc:Fallback>
                <p:oleObj name="公式" r:id="rId13" imgW="381071" imgH="358030" progId="Equation.3">
                  <p:embed/>
                  <p:pic>
                    <p:nvPicPr>
                      <p:cNvPr id="192547" name="Object 3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162800" y="4419600"/>
                        <a:ext cx="1292225" cy="12366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2548" name="Object 36"/>
          <p:cNvGraphicFramePr>
            <a:graphicFrameLocks noChangeAspect="1"/>
          </p:cNvGraphicFramePr>
          <p:nvPr/>
        </p:nvGraphicFramePr>
        <p:xfrm>
          <a:off x="3649663" y="4495800"/>
          <a:ext cx="3625850" cy="1204913"/>
        </p:xfrm>
        <a:graphic>
          <a:graphicData uri="http://schemas.openxmlformats.org/presentationml/2006/ole">
            <mc:AlternateContent xmlns:mc="http://schemas.openxmlformats.org/markup-compatibility/2006">
              <mc:Choice xmlns:v="urn:schemas-microsoft-com:vml" Requires="v">
                <p:oleObj spid="_x0000_s231857" name="公式" r:id="rId15" imgW="1204031" imgH="342759" progId="Equation.3">
                  <p:embed/>
                </p:oleObj>
              </mc:Choice>
              <mc:Fallback>
                <p:oleObj name="公式" r:id="rId15" imgW="1204031" imgH="342759" progId="Equation.3">
                  <p:embed/>
                  <p:pic>
                    <p:nvPicPr>
                      <p:cNvPr id="192548" name="Object 3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649663" y="4495800"/>
                        <a:ext cx="3625850" cy="12049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文本框 1"/>
          <p:cNvSpPr txBox="1"/>
          <p:nvPr/>
        </p:nvSpPr>
        <p:spPr>
          <a:xfrm>
            <a:off x="3347864" y="3318481"/>
            <a:ext cx="6984776" cy="584775"/>
          </a:xfrm>
          <a:prstGeom prst="rect">
            <a:avLst/>
          </a:prstGeom>
          <a:noFill/>
        </p:spPr>
        <p:txBody>
          <a:bodyPr wrap="square" rtlCol="0">
            <a:spAutoFit/>
          </a:bodyPr>
          <a:lstStyle/>
          <a:p>
            <a:r>
              <a:rPr lang="en-US" altLang="zh-CN" dirty="0"/>
              <a:t>P</a:t>
            </a:r>
            <a:r>
              <a:rPr lang="zh-CN" altLang="en-US" dirty="0"/>
              <a:t>，</a:t>
            </a:r>
            <a:r>
              <a:rPr lang="en-US" altLang="zh-CN" dirty="0"/>
              <a:t>Q</a:t>
            </a:r>
            <a:r>
              <a:rPr lang="zh-CN" altLang="en-US" dirty="0"/>
              <a:t>解析，</a:t>
            </a:r>
            <a:r>
              <a:rPr lang="en-US" altLang="zh-CN" dirty="0"/>
              <a:t>z</a:t>
            </a:r>
            <a:r>
              <a:rPr lang="en-US" altLang="zh-CN" baseline="-25000" dirty="0"/>
              <a:t>0</a:t>
            </a:r>
            <a:r>
              <a:rPr lang="zh-CN" altLang="en-US" dirty="0"/>
              <a:t>是</a:t>
            </a:r>
            <a:r>
              <a:rPr lang="en-US" altLang="zh-CN" dirty="0"/>
              <a:t>Q</a:t>
            </a:r>
            <a:r>
              <a:rPr lang="zh-CN" altLang="en-US" dirty="0"/>
              <a:t>的一阶零点</a:t>
            </a:r>
          </a:p>
        </p:txBody>
      </p:sp>
    </p:spTree>
    <p:extLst>
      <p:ext uri="{BB962C8B-B14F-4D97-AF65-F5344CB8AC3E}">
        <p14:creationId xmlns:p14="http://schemas.microsoft.com/office/powerpoint/2010/main" val="2989625894"/>
      </p:ext>
    </p:extLst>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Line 2"/>
          <p:cNvSpPr>
            <a:spLocks noChangeShapeType="1"/>
          </p:cNvSpPr>
          <p:nvPr/>
        </p:nvSpPr>
        <p:spPr bwMode="auto">
          <a:xfrm flipH="1">
            <a:off x="0" y="2971800"/>
            <a:ext cx="9144000"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5299" name="Text Box 28"/>
          <p:cNvSpPr txBox="1">
            <a:spLocks noChangeArrowheads="1"/>
          </p:cNvSpPr>
          <p:nvPr/>
        </p:nvSpPr>
        <p:spPr bwMode="auto">
          <a:xfrm>
            <a:off x="0" y="0"/>
            <a:ext cx="3581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若</a:t>
            </a:r>
            <a:r>
              <a:rPr kumimoji="1" lang="en-US" altLang="zh-CN" sz="2800" b="1" i="1" u="none" strike="noStrike" kern="1200" cap="none" spc="0" normalizeH="0" baseline="0" noProof="0" dirty="0" err="1">
                <a:ln>
                  <a:noFill/>
                </a:ln>
                <a:solidFill>
                  <a:srgbClr val="FFFFFF"/>
                </a:solidFill>
                <a:effectLst/>
                <a:uLnTx/>
                <a:uFillTx/>
                <a:latin typeface="Book Antiqua" panose="02040602050305030304" pitchFamily="18" charset="0"/>
                <a:ea typeface="楷体_GB2312" pitchFamily="49" charset="-122"/>
                <a:cs typeface="+mn-cs"/>
              </a:rPr>
              <a:t>z</a:t>
            </a:r>
            <a:r>
              <a:rPr kumimoji="1" lang="en-US" altLang="zh-CN" sz="2800" b="1" i="1" u="none" strike="noStrike" kern="1200" cap="none" spc="0" normalizeH="0" baseline="-25000" noProof="0" dirty="0" err="1">
                <a:ln>
                  <a:noFill/>
                </a:ln>
                <a:solidFill>
                  <a:srgbClr val="FFFFFF"/>
                </a:solidFill>
                <a:effectLst/>
                <a:uLnTx/>
                <a:uFillTx/>
                <a:latin typeface="Book Antiqua" panose="02040602050305030304" pitchFamily="18" charset="0"/>
                <a:ea typeface="楷体_GB2312" pitchFamily="49" charset="-122"/>
                <a:cs typeface="+mn-cs"/>
              </a:rPr>
              <a:t>0</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为</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f(z)</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的</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m</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阶</a:t>
            </a:r>
            <a:r>
              <a:rPr kumimoji="1" lang="zh-CN" altLang="en-US" sz="2800" b="1" i="0" u="none" strike="noStrike" kern="1200" cap="none" spc="0" normalizeH="0" baseline="0" noProof="0" dirty="0">
                <a:ln>
                  <a:noFill/>
                </a:ln>
                <a:solidFill>
                  <a:srgbClr val="FFFF00"/>
                </a:solidFill>
                <a:effectLst/>
                <a:uLnTx/>
                <a:uFillTx/>
                <a:latin typeface="Book Antiqua" panose="02040602050305030304" pitchFamily="18" charset="0"/>
                <a:ea typeface="楷体_GB2312" pitchFamily="49" charset="-122"/>
                <a:cs typeface="+mn-cs"/>
              </a:rPr>
              <a:t>极点</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endParaRPr>
          </a:p>
        </p:txBody>
      </p:sp>
      <p:graphicFrame>
        <p:nvGraphicFramePr>
          <p:cNvPr id="193565" name="Object 29"/>
          <p:cNvGraphicFramePr>
            <a:graphicFrameLocks noChangeAspect="1"/>
          </p:cNvGraphicFramePr>
          <p:nvPr/>
        </p:nvGraphicFramePr>
        <p:xfrm>
          <a:off x="0" y="533400"/>
          <a:ext cx="8885238" cy="1295400"/>
        </p:xfrm>
        <a:graphic>
          <a:graphicData uri="http://schemas.openxmlformats.org/presentationml/2006/ole">
            <mc:AlternateContent xmlns:mc="http://schemas.openxmlformats.org/markup-compatibility/2006">
              <mc:Choice xmlns:v="urn:schemas-microsoft-com:vml" Requires="v">
                <p:oleObj spid="_x0000_s271373" name="公式" r:id="rId3" imgW="3695877" imgH="358030" progId="Equation.3">
                  <p:embed/>
                </p:oleObj>
              </mc:Choice>
              <mc:Fallback>
                <p:oleObj name="公式" r:id="rId3" imgW="3695877" imgH="358030" progId="Equation.3">
                  <p:embed/>
                  <p:pic>
                    <p:nvPicPr>
                      <p:cNvPr id="193565"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33400"/>
                        <a:ext cx="8885238"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3566" name="Object 30"/>
          <p:cNvGraphicFramePr>
            <a:graphicFrameLocks noChangeAspect="1"/>
          </p:cNvGraphicFramePr>
          <p:nvPr/>
        </p:nvGraphicFramePr>
        <p:xfrm>
          <a:off x="0" y="2057400"/>
          <a:ext cx="9144000" cy="722313"/>
        </p:xfrm>
        <a:graphic>
          <a:graphicData uri="http://schemas.openxmlformats.org/presentationml/2006/ole">
            <mc:AlternateContent xmlns:mc="http://schemas.openxmlformats.org/markup-compatibility/2006">
              <mc:Choice xmlns:v="urn:schemas-microsoft-com:vml" Requires="v">
                <p:oleObj spid="_x0000_s271374" name="公式" r:id="rId5" imgW="4320646" imgH="167561" progId="Equation.3">
                  <p:embed/>
                </p:oleObj>
              </mc:Choice>
              <mc:Fallback>
                <p:oleObj name="公式" r:id="rId5" imgW="4320646" imgH="167561" progId="Equation.3">
                  <p:embed/>
                  <p:pic>
                    <p:nvPicPr>
                      <p:cNvPr id="193566"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057400"/>
                        <a:ext cx="9144000" cy="7223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3568" name="Object 32"/>
          <p:cNvGraphicFramePr>
            <a:graphicFrameLocks noChangeAspect="1"/>
          </p:cNvGraphicFramePr>
          <p:nvPr/>
        </p:nvGraphicFramePr>
        <p:xfrm>
          <a:off x="995363" y="3352800"/>
          <a:ext cx="8148637" cy="1273175"/>
        </p:xfrm>
        <a:graphic>
          <a:graphicData uri="http://schemas.openxmlformats.org/presentationml/2006/ole">
            <mc:AlternateContent xmlns:mc="http://schemas.openxmlformats.org/markup-compatibility/2006">
              <mc:Choice xmlns:v="urn:schemas-microsoft-com:vml" Requires="v">
                <p:oleObj spid="_x0000_s271375" name="公式" r:id="rId7" imgW="2804018" imgH="365666" progId="Equation.3">
                  <p:embed/>
                </p:oleObj>
              </mc:Choice>
              <mc:Fallback>
                <p:oleObj name="公式" r:id="rId7" imgW="2804018" imgH="365666" progId="Equation.3">
                  <p:embed/>
                  <p:pic>
                    <p:nvPicPr>
                      <p:cNvPr id="193568" name="Object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5363" y="3352800"/>
                        <a:ext cx="8148637" cy="12731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3569" name="Object 33"/>
          <p:cNvGraphicFramePr>
            <a:graphicFrameLocks noChangeAspect="1"/>
          </p:cNvGraphicFramePr>
          <p:nvPr/>
        </p:nvGraphicFramePr>
        <p:xfrm>
          <a:off x="1371600" y="4876800"/>
          <a:ext cx="4883150" cy="835025"/>
        </p:xfrm>
        <a:graphic>
          <a:graphicData uri="http://schemas.openxmlformats.org/presentationml/2006/ole">
            <mc:AlternateContent xmlns:mc="http://schemas.openxmlformats.org/markup-compatibility/2006">
              <mc:Choice xmlns:v="urn:schemas-microsoft-com:vml" Requires="v">
                <p:oleObj spid="_x0000_s271376" name="公式" r:id="rId9" imgW="1653575" imgH="213376" progId="Equation.3">
                  <p:embed/>
                </p:oleObj>
              </mc:Choice>
              <mc:Fallback>
                <p:oleObj name="公式" r:id="rId9" imgW="1653575" imgH="213376" progId="Equation.3">
                  <p:embed/>
                  <p:pic>
                    <p:nvPicPr>
                      <p:cNvPr id="193569" name="Object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71600" y="4876800"/>
                        <a:ext cx="4883150" cy="8350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3570" name="Text Box 34"/>
          <p:cNvSpPr txBox="1">
            <a:spLocks noChangeArrowheads="1"/>
          </p:cNvSpPr>
          <p:nvPr/>
        </p:nvSpPr>
        <p:spPr bwMode="auto">
          <a:xfrm>
            <a:off x="0" y="3124200"/>
            <a:ext cx="1752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m</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阶</a:t>
            </a:r>
            <a:r>
              <a:rPr kumimoji="1" lang="zh-CN" altLang="en-US" sz="2800" b="1" i="0" u="none" strike="noStrike" kern="1200" cap="none" spc="0" normalizeH="0" baseline="0" noProof="0">
                <a:ln>
                  <a:noFill/>
                </a:ln>
                <a:solidFill>
                  <a:srgbClr val="FFFF00"/>
                </a:solidFill>
                <a:effectLst/>
                <a:uLnTx/>
                <a:uFillTx/>
                <a:latin typeface="Book Antiqua" panose="02040602050305030304" pitchFamily="18" charset="0"/>
                <a:ea typeface="楷体_GB2312" pitchFamily="49" charset="-122"/>
                <a:cs typeface="+mn-cs"/>
              </a:rPr>
              <a:t>极点</a:t>
            </a:r>
            <a:endPar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193571" name="Text Box 35"/>
          <p:cNvSpPr txBox="1">
            <a:spLocks noChangeArrowheads="1"/>
          </p:cNvSpPr>
          <p:nvPr/>
        </p:nvSpPr>
        <p:spPr bwMode="auto">
          <a:xfrm>
            <a:off x="0" y="4724400"/>
            <a:ext cx="1752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单</a:t>
            </a:r>
            <a:r>
              <a:rPr kumimoji="1" lang="zh-CN" altLang="en-US" sz="2800" b="1" i="0" u="none" strike="noStrike" kern="1200" cap="none" spc="0" normalizeH="0" baseline="0" noProof="0">
                <a:ln>
                  <a:noFill/>
                </a:ln>
                <a:solidFill>
                  <a:srgbClr val="FFFF00"/>
                </a:solidFill>
                <a:effectLst/>
                <a:uLnTx/>
                <a:uFillTx/>
                <a:latin typeface="Book Antiqua" panose="02040602050305030304" pitchFamily="18" charset="0"/>
                <a:ea typeface="楷体_GB2312" pitchFamily="49" charset="-122"/>
                <a:cs typeface="+mn-cs"/>
              </a:rPr>
              <a:t>极点</a:t>
            </a:r>
            <a:endPar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graphicFrame>
        <p:nvGraphicFramePr>
          <p:cNvPr id="193572" name="Object 36"/>
          <p:cNvGraphicFramePr>
            <a:graphicFrameLocks noChangeAspect="1"/>
          </p:cNvGraphicFramePr>
          <p:nvPr/>
        </p:nvGraphicFramePr>
        <p:xfrm>
          <a:off x="2133600" y="5634038"/>
          <a:ext cx="4683125" cy="1223962"/>
        </p:xfrm>
        <a:graphic>
          <a:graphicData uri="http://schemas.openxmlformats.org/presentationml/2006/ole">
            <mc:AlternateContent xmlns:mc="http://schemas.openxmlformats.org/markup-compatibility/2006">
              <mc:Choice xmlns:v="urn:schemas-microsoft-com:vml" Requires="v">
                <p:oleObj spid="_x0000_s271377" name="公式" r:id="rId11" imgW="1638265" imgH="365666" progId="Equation.3">
                  <p:embed/>
                </p:oleObj>
              </mc:Choice>
              <mc:Fallback>
                <p:oleObj name="公式" r:id="rId11" imgW="1638265" imgH="365666" progId="Equation.3">
                  <p:embed/>
                  <p:pic>
                    <p:nvPicPr>
                      <p:cNvPr id="193572" name="Object 3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33600" y="5634038"/>
                        <a:ext cx="4683125" cy="122396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3573" name="Text Box 37"/>
          <p:cNvSpPr txBox="1">
            <a:spLocks noChangeArrowheads="1"/>
          </p:cNvSpPr>
          <p:nvPr/>
        </p:nvSpPr>
        <p:spPr bwMode="auto">
          <a:xfrm>
            <a:off x="0" y="5943600"/>
            <a:ext cx="16192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楷体_GB2312" pitchFamily="49" charset="-122"/>
                <a:ea typeface="楷体_GB2312" pitchFamily="49" charset="-122"/>
                <a:cs typeface="+mn-cs"/>
              </a:rPr>
              <a:t>留数定理</a:t>
            </a:r>
          </a:p>
        </p:txBody>
      </p:sp>
    </p:spTree>
    <p:extLst>
      <p:ext uri="{BB962C8B-B14F-4D97-AF65-F5344CB8AC3E}">
        <p14:creationId xmlns:p14="http://schemas.microsoft.com/office/powerpoint/2010/main" val="3285767392"/>
      </p:ext>
    </p:extLst>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8"/>
          <p:cNvSpPr txBox="1">
            <a:spLocks noChangeArrowheads="1"/>
          </p:cNvSpPr>
          <p:nvPr/>
        </p:nvSpPr>
        <p:spPr bwMode="auto">
          <a:xfrm>
            <a:off x="-34884" y="1308426"/>
            <a:ext cx="3581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可去奇点：</a:t>
            </a:r>
          </a:p>
        </p:txBody>
      </p:sp>
      <p:sp>
        <p:nvSpPr>
          <p:cNvPr id="3" name="Text Box 28"/>
          <p:cNvSpPr txBox="1">
            <a:spLocks noChangeArrowheads="1"/>
          </p:cNvSpPr>
          <p:nvPr/>
        </p:nvSpPr>
        <p:spPr bwMode="auto">
          <a:xfrm>
            <a:off x="648684" y="1827539"/>
            <a:ext cx="3581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Res </a:t>
            </a:r>
            <a:r>
              <a:rPr lang="en-US" altLang="zh-CN" sz="2800" b="1" dirty="0">
                <a:solidFill>
                  <a:srgbClr val="FFFFFF"/>
                </a:solidFill>
                <a:latin typeface="Book Antiqua" panose="02040602050305030304" pitchFamily="18" charset="0"/>
                <a:ea typeface="楷体_GB2312" pitchFamily="49" charset="-122"/>
              </a:rPr>
              <a:t>f(z)</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=0</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4" name="Text Box 28"/>
          <p:cNvSpPr txBox="1">
            <a:spLocks noChangeArrowheads="1"/>
          </p:cNvSpPr>
          <p:nvPr/>
        </p:nvSpPr>
        <p:spPr bwMode="auto">
          <a:xfrm>
            <a:off x="72620" y="2353803"/>
            <a:ext cx="35814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2800" b="1" dirty="0">
                <a:solidFill>
                  <a:srgbClr val="FFFFFF"/>
                </a:solidFill>
                <a:latin typeface="Book Antiqua" panose="02040602050305030304" pitchFamily="18" charset="0"/>
                <a:ea typeface="楷体_GB2312" pitchFamily="49" charset="-122"/>
              </a:rPr>
              <a:t>本性奇点</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a:t>
            </a:r>
            <a:endPar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5" name="Text Box 28"/>
          <p:cNvSpPr txBox="1">
            <a:spLocks noChangeArrowheads="1"/>
          </p:cNvSpPr>
          <p:nvPr/>
        </p:nvSpPr>
        <p:spPr bwMode="auto">
          <a:xfrm>
            <a:off x="720692" y="2835964"/>
            <a:ext cx="3581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Res </a:t>
            </a:r>
            <a:r>
              <a:rPr lang="en-US" altLang="zh-CN" sz="2800" b="1" dirty="0">
                <a:solidFill>
                  <a:srgbClr val="FFFFFF"/>
                </a:solidFill>
                <a:latin typeface="Book Antiqua" panose="02040602050305030304" pitchFamily="18" charset="0"/>
                <a:ea typeface="楷体_GB2312" pitchFamily="49" charset="-122"/>
              </a:rPr>
              <a:t>f(z)</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=a</a:t>
            </a:r>
            <a:r>
              <a:rPr kumimoji="1" lang="en-US" altLang="zh-CN" sz="2800" b="1" i="0" u="none" strike="noStrike" kern="1200" cap="none" spc="0" normalizeH="0" baseline="-25000" noProof="0" dirty="0">
                <a:ln>
                  <a:noFill/>
                </a:ln>
                <a:solidFill>
                  <a:srgbClr val="FFFFFF"/>
                </a:solidFill>
                <a:effectLst/>
                <a:uLnTx/>
                <a:uFillTx/>
                <a:latin typeface="Book Antiqua" panose="02040602050305030304" pitchFamily="18" charset="0"/>
                <a:ea typeface="楷体_GB2312" pitchFamily="49" charset="-122"/>
                <a:cs typeface="+mn-cs"/>
              </a:rPr>
              <a:t>-1</a:t>
            </a:r>
            <a:endParaRPr kumimoji="1" lang="zh-CN" altLang="en-US" sz="2800" b="1" i="0" u="none" strike="noStrike" kern="1200" cap="none" spc="0" normalizeH="0" baseline="-25000" noProof="0" dirty="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6" name="Text Box 28"/>
          <p:cNvSpPr txBox="1">
            <a:spLocks noChangeArrowheads="1"/>
          </p:cNvSpPr>
          <p:nvPr/>
        </p:nvSpPr>
        <p:spPr bwMode="auto">
          <a:xfrm>
            <a:off x="144628" y="3575628"/>
            <a:ext cx="35814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2800" b="1" noProof="0" dirty="0">
                <a:solidFill>
                  <a:srgbClr val="FFFFFF"/>
                </a:solidFill>
                <a:latin typeface="Book Antiqua" panose="02040602050305030304" pitchFamily="18" charset="0"/>
                <a:ea typeface="楷体_GB2312" pitchFamily="49" charset="-122"/>
              </a:rPr>
              <a:t>极点</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a:t>
            </a:r>
            <a:endPar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7" name="Text Box 28"/>
          <p:cNvSpPr txBox="1">
            <a:spLocks noChangeArrowheads="1"/>
          </p:cNvSpPr>
          <p:nvPr/>
        </p:nvSpPr>
        <p:spPr bwMode="auto">
          <a:xfrm>
            <a:off x="720692" y="4098848"/>
            <a:ext cx="3581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Res </a:t>
            </a:r>
            <a:r>
              <a:rPr lang="en-US" altLang="zh-CN" sz="2800" b="1" dirty="0">
                <a:solidFill>
                  <a:srgbClr val="FFFFFF"/>
                </a:solidFill>
                <a:latin typeface="Book Antiqua" panose="02040602050305030304" pitchFamily="18" charset="0"/>
                <a:ea typeface="楷体_GB2312" pitchFamily="49" charset="-122"/>
              </a:rPr>
              <a:t>f(z)</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=a</a:t>
            </a:r>
            <a:r>
              <a:rPr kumimoji="1" lang="en-US" altLang="zh-CN" sz="2800" b="1" i="0" u="none" strike="noStrike" kern="1200" cap="none" spc="0" normalizeH="0" baseline="-25000" noProof="0" dirty="0">
                <a:ln>
                  <a:noFill/>
                </a:ln>
                <a:solidFill>
                  <a:srgbClr val="FFFFFF"/>
                </a:solidFill>
                <a:effectLst/>
                <a:uLnTx/>
                <a:uFillTx/>
                <a:latin typeface="Book Antiqua" panose="02040602050305030304" pitchFamily="18" charset="0"/>
                <a:ea typeface="楷体_GB2312" pitchFamily="49" charset="-122"/>
                <a:cs typeface="+mn-cs"/>
              </a:rPr>
              <a:t>-1</a:t>
            </a:r>
            <a:endParaRPr kumimoji="1" lang="zh-CN" altLang="en-US" sz="2800" b="1" i="0" u="none" strike="noStrike" kern="1200" cap="none" spc="0" normalizeH="0" baseline="-25000" noProof="0" dirty="0">
              <a:ln>
                <a:noFill/>
              </a:ln>
              <a:solidFill>
                <a:srgbClr val="FFFFFF"/>
              </a:solidFill>
              <a:effectLst/>
              <a:uLnTx/>
              <a:uFillTx/>
              <a:latin typeface="Book Antiqua" panose="02040602050305030304" pitchFamily="18" charset="0"/>
              <a:ea typeface="楷体_GB2312" pitchFamily="49" charset="-122"/>
              <a:cs typeface="+mn-cs"/>
            </a:endParaRPr>
          </a:p>
        </p:txBody>
      </p:sp>
      <p:graphicFrame>
        <p:nvGraphicFramePr>
          <p:cNvPr id="8" name="Object 32"/>
          <p:cNvGraphicFramePr>
            <a:graphicFrameLocks noChangeAspect="1"/>
          </p:cNvGraphicFramePr>
          <p:nvPr>
            <p:extLst>
              <p:ext uri="{D42A27DB-BD31-4B8C-83A1-F6EECF244321}">
                <p14:modId xmlns:p14="http://schemas.microsoft.com/office/powerpoint/2010/main" val="3720590511"/>
              </p:ext>
            </p:extLst>
          </p:nvPr>
        </p:nvGraphicFramePr>
        <p:xfrm>
          <a:off x="697919" y="4206031"/>
          <a:ext cx="8148637" cy="1273175"/>
        </p:xfrm>
        <a:graphic>
          <a:graphicData uri="http://schemas.openxmlformats.org/presentationml/2006/ole">
            <mc:AlternateContent xmlns:mc="http://schemas.openxmlformats.org/markup-compatibility/2006">
              <mc:Choice xmlns:v="urn:schemas-microsoft-com:vml" Requires="v">
                <p:oleObj spid="_x0000_s130659" name="Equation" r:id="rId3" imgW="2804018" imgH="365666" progId="Equation.DSMT4">
                  <p:embed/>
                </p:oleObj>
              </mc:Choice>
              <mc:Fallback>
                <p:oleObj name="Equation" r:id="rId3" imgW="2804018" imgH="365666" progId="Equation.DSMT4">
                  <p:embed/>
                  <p:pic>
                    <p:nvPicPr>
                      <p:cNvPr id="193568" name="Object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919" y="4206031"/>
                        <a:ext cx="8148637" cy="12731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36"/>
          <p:cNvGraphicFramePr>
            <a:graphicFrameLocks noChangeAspect="1"/>
          </p:cNvGraphicFramePr>
          <p:nvPr>
            <p:extLst>
              <p:ext uri="{D42A27DB-BD31-4B8C-83A1-F6EECF244321}">
                <p14:modId xmlns:p14="http://schemas.microsoft.com/office/powerpoint/2010/main" val="1946101710"/>
              </p:ext>
            </p:extLst>
          </p:nvPr>
        </p:nvGraphicFramePr>
        <p:xfrm>
          <a:off x="2527625" y="-47326"/>
          <a:ext cx="4683125" cy="1223962"/>
        </p:xfrm>
        <a:graphic>
          <a:graphicData uri="http://schemas.openxmlformats.org/presentationml/2006/ole">
            <mc:AlternateContent xmlns:mc="http://schemas.openxmlformats.org/markup-compatibility/2006">
              <mc:Choice xmlns:v="urn:schemas-microsoft-com:vml" Requires="v">
                <p:oleObj spid="_x0000_s130660" name="公式" r:id="rId5" imgW="1638265" imgH="365666" progId="Equation.3">
                  <p:embed/>
                </p:oleObj>
              </mc:Choice>
              <mc:Fallback>
                <p:oleObj name="公式" r:id="rId5" imgW="1638265" imgH="365666" progId="Equation.3">
                  <p:embed/>
                  <p:pic>
                    <p:nvPicPr>
                      <p:cNvPr id="193572" name="Object 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27625" y="-47326"/>
                        <a:ext cx="4683125" cy="122396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Text Box 28"/>
          <p:cNvSpPr txBox="1">
            <a:spLocks noChangeArrowheads="1"/>
          </p:cNvSpPr>
          <p:nvPr/>
        </p:nvSpPr>
        <p:spPr bwMode="auto">
          <a:xfrm>
            <a:off x="323528" y="5217596"/>
            <a:ext cx="35814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2800" b="1" noProof="0" dirty="0">
                <a:solidFill>
                  <a:srgbClr val="FFFFFF"/>
                </a:solidFill>
                <a:latin typeface="Book Antiqua" panose="02040602050305030304" pitchFamily="18" charset="0"/>
                <a:ea typeface="楷体_GB2312" pitchFamily="49" charset="-122"/>
              </a:rPr>
              <a:t>特别的：</a:t>
            </a:r>
            <a:endPar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endParaRPr>
          </a:p>
        </p:txBody>
      </p:sp>
      <p:graphicFrame>
        <p:nvGraphicFramePr>
          <p:cNvPr id="11" name="Object 33"/>
          <p:cNvGraphicFramePr>
            <a:graphicFrameLocks noChangeAspect="1"/>
          </p:cNvGraphicFramePr>
          <p:nvPr>
            <p:extLst>
              <p:ext uri="{D42A27DB-BD31-4B8C-83A1-F6EECF244321}">
                <p14:modId xmlns:p14="http://schemas.microsoft.com/office/powerpoint/2010/main" val="2841378992"/>
              </p:ext>
            </p:extLst>
          </p:nvPr>
        </p:nvGraphicFramePr>
        <p:xfrm>
          <a:off x="2144130" y="5772225"/>
          <a:ext cx="4883150" cy="835025"/>
        </p:xfrm>
        <a:graphic>
          <a:graphicData uri="http://schemas.openxmlformats.org/presentationml/2006/ole">
            <mc:AlternateContent xmlns:mc="http://schemas.openxmlformats.org/markup-compatibility/2006">
              <mc:Choice xmlns:v="urn:schemas-microsoft-com:vml" Requires="v">
                <p:oleObj spid="_x0000_s130661" name="公式" r:id="rId7" imgW="1653575" imgH="213376" progId="Equation.3">
                  <p:embed/>
                </p:oleObj>
              </mc:Choice>
              <mc:Fallback>
                <p:oleObj name="公式" r:id="rId7" imgW="1653575" imgH="213376" progId="Equation.3">
                  <p:embed/>
                  <p:pic>
                    <p:nvPicPr>
                      <p:cNvPr id="193569" name="Object 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44130" y="5772225"/>
                        <a:ext cx="4883150" cy="8350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Text Box 35"/>
          <p:cNvSpPr txBox="1">
            <a:spLocks noChangeArrowheads="1"/>
          </p:cNvSpPr>
          <p:nvPr/>
        </p:nvSpPr>
        <p:spPr bwMode="auto">
          <a:xfrm>
            <a:off x="772530" y="5619825"/>
            <a:ext cx="1752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单</a:t>
            </a:r>
            <a:r>
              <a:rPr kumimoji="1" lang="zh-CN" altLang="en-US" sz="2800" b="1" i="0" u="none" strike="noStrike" kern="1200" cap="none" spc="0" normalizeH="0" baseline="0" noProof="0">
                <a:ln>
                  <a:noFill/>
                </a:ln>
                <a:solidFill>
                  <a:srgbClr val="FFFF00"/>
                </a:solidFill>
                <a:effectLst/>
                <a:uLnTx/>
                <a:uFillTx/>
                <a:latin typeface="Book Antiqua" panose="02040602050305030304" pitchFamily="18" charset="0"/>
                <a:ea typeface="楷体_GB2312" pitchFamily="49" charset="-122"/>
                <a:cs typeface="+mn-cs"/>
              </a:rPr>
              <a:t>极点</a:t>
            </a:r>
            <a:endPar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Tree>
    <p:extLst>
      <p:ext uri="{BB962C8B-B14F-4D97-AF65-F5344CB8AC3E}">
        <p14:creationId xmlns:p14="http://schemas.microsoft.com/office/powerpoint/2010/main" val="3848719294"/>
      </p:ext>
    </p:extLst>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a:spLocks noChangeArrowheads="1"/>
          </p:cNvSpPr>
          <p:nvPr/>
        </p:nvSpPr>
        <p:spPr bwMode="auto">
          <a:xfrm>
            <a:off x="4573588" y="396875"/>
            <a:ext cx="2143125"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求  </a:t>
            </a:r>
            <a:r>
              <a:rPr kumimoji="1" lang="en-US" altLang="zh-CN" sz="3600" b="1" i="1" u="none" strike="noStrike" kern="1200" cap="none" spc="0" normalizeH="0" baseline="0" noProof="0">
                <a:ln>
                  <a:noFill/>
                </a:ln>
                <a:solidFill>
                  <a:srgbClr val="FFFF00"/>
                </a:solidFill>
                <a:effectLst/>
                <a:uLnTx/>
                <a:uFillTx/>
                <a:latin typeface="Book Antiqua" panose="02040602050305030304" pitchFamily="18" charset="0"/>
                <a:ea typeface="楷体_GB2312" pitchFamily="49" charset="-122"/>
                <a:cs typeface="+mn-cs"/>
              </a:rPr>
              <a:t>Resf(0)</a:t>
            </a:r>
            <a:endPar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56323" name="Rectangle 3"/>
          <p:cNvSpPr>
            <a:spLocks noChangeArrowheads="1"/>
          </p:cNvSpPr>
          <p:nvPr/>
        </p:nvSpPr>
        <p:spPr bwMode="auto">
          <a:xfrm>
            <a:off x="0" y="322263"/>
            <a:ext cx="990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例：</a:t>
            </a:r>
          </a:p>
        </p:txBody>
      </p:sp>
      <p:graphicFrame>
        <p:nvGraphicFramePr>
          <p:cNvPr id="56324" name="Object 4"/>
          <p:cNvGraphicFramePr>
            <a:graphicFrameLocks noChangeAspect="1"/>
          </p:cNvGraphicFramePr>
          <p:nvPr/>
        </p:nvGraphicFramePr>
        <p:xfrm>
          <a:off x="1646238" y="0"/>
          <a:ext cx="1887537" cy="1093788"/>
        </p:xfrm>
        <a:graphic>
          <a:graphicData uri="http://schemas.openxmlformats.org/presentationml/2006/ole">
            <mc:AlternateContent xmlns:mc="http://schemas.openxmlformats.org/markup-compatibility/2006">
              <mc:Choice xmlns:v="urn:schemas-microsoft-com:vml" Requires="v">
                <p:oleObj spid="_x0000_s101999" name="公式" r:id="rId3" imgW="548640" imgH="251554" progId="Equation.3">
                  <p:embed/>
                </p:oleObj>
              </mc:Choice>
              <mc:Fallback>
                <p:oleObj name="公式" r:id="rId3" imgW="548640" imgH="251554" progId="Equation.3">
                  <p:embed/>
                  <p:pic>
                    <p:nvPicPr>
                      <p:cNvPr id="5632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6238" y="0"/>
                        <a:ext cx="1887537" cy="10937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565" name="Text Box 5"/>
          <p:cNvSpPr txBox="1">
            <a:spLocks noChangeArrowheads="1"/>
          </p:cNvSpPr>
          <p:nvPr/>
        </p:nvSpPr>
        <p:spPr bwMode="auto">
          <a:xfrm>
            <a:off x="0" y="1389063"/>
            <a:ext cx="9017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解：</a:t>
            </a:r>
          </a:p>
        </p:txBody>
      </p:sp>
      <p:sp>
        <p:nvSpPr>
          <p:cNvPr id="56326" name="Line 6"/>
          <p:cNvSpPr>
            <a:spLocks noChangeShapeType="1"/>
          </p:cNvSpPr>
          <p:nvPr/>
        </p:nvSpPr>
        <p:spPr bwMode="auto">
          <a:xfrm flipH="1">
            <a:off x="0" y="1219200"/>
            <a:ext cx="9144000" cy="76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194577" name="Object 17"/>
          <p:cNvGraphicFramePr>
            <a:graphicFrameLocks noChangeAspect="1"/>
          </p:cNvGraphicFramePr>
          <p:nvPr/>
        </p:nvGraphicFramePr>
        <p:xfrm>
          <a:off x="1371600" y="1676400"/>
          <a:ext cx="4094163" cy="1389063"/>
        </p:xfrm>
        <a:graphic>
          <a:graphicData uri="http://schemas.openxmlformats.org/presentationml/2006/ole">
            <mc:AlternateContent xmlns:mc="http://schemas.openxmlformats.org/markup-compatibility/2006">
              <mc:Choice xmlns:v="urn:schemas-microsoft-com:vml" Requires="v">
                <p:oleObj spid="_x0000_s102000" name="公式" r:id="rId5" imgW="1272505" imgH="342759" progId="Equation.3">
                  <p:embed/>
                </p:oleObj>
              </mc:Choice>
              <mc:Fallback>
                <p:oleObj name="公式" r:id="rId5" imgW="1272505" imgH="342759" progId="Equation.3">
                  <p:embed/>
                  <p:pic>
                    <p:nvPicPr>
                      <p:cNvPr id="194577"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1600" y="1676400"/>
                        <a:ext cx="4094163" cy="13890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578" name="Object 18"/>
          <p:cNvGraphicFramePr>
            <a:graphicFrameLocks noChangeAspect="1"/>
          </p:cNvGraphicFramePr>
          <p:nvPr>
            <p:extLst>
              <p:ext uri="{D42A27DB-BD31-4B8C-83A1-F6EECF244321}">
                <p14:modId xmlns:p14="http://schemas.microsoft.com/office/powerpoint/2010/main" val="544007332"/>
              </p:ext>
            </p:extLst>
          </p:nvPr>
        </p:nvGraphicFramePr>
        <p:xfrm>
          <a:off x="1512887" y="4725144"/>
          <a:ext cx="2154238" cy="579438"/>
        </p:xfrm>
        <a:graphic>
          <a:graphicData uri="http://schemas.openxmlformats.org/presentationml/2006/ole">
            <mc:AlternateContent xmlns:mc="http://schemas.openxmlformats.org/markup-compatibility/2006">
              <mc:Choice xmlns:v="urn:schemas-microsoft-com:vml" Requires="v">
                <p:oleObj spid="_x0000_s102001" name="公式" r:id="rId7" imgW="686013" imgH="129383" progId="Equation.3">
                  <p:embed/>
                </p:oleObj>
              </mc:Choice>
              <mc:Fallback>
                <p:oleObj name="公式" r:id="rId7" imgW="686013" imgH="129383" progId="Equation.3">
                  <p:embed/>
                  <p:pic>
                    <p:nvPicPr>
                      <p:cNvPr id="194578"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12887" y="4725144"/>
                        <a:ext cx="2154238" cy="5794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Text Box 5"/>
          <p:cNvSpPr txBox="1">
            <a:spLocks noChangeArrowheads="1"/>
          </p:cNvSpPr>
          <p:nvPr/>
        </p:nvSpPr>
        <p:spPr bwMode="auto">
          <a:xfrm>
            <a:off x="1371600" y="3633693"/>
            <a:ext cx="1627369"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本性奇点</a:t>
            </a:r>
          </a:p>
        </p:txBody>
      </p:sp>
    </p:spTree>
    <p:extLst>
      <p:ext uri="{BB962C8B-B14F-4D97-AF65-F5344CB8AC3E}">
        <p14:creationId xmlns:p14="http://schemas.microsoft.com/office/powerpoint/2010/main" val="2158336661"/>
      </p:ext>
    </p:extLst>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4576763" y="396875"/>
            <a:ext cx="2135187"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求  </a:t>
            </a:r>
            <a:r>
              <a:rPr kumimoji="1" lang="en-US" altLang="zh-CN" sz="3600" b="1" i="1" u="none" strike="noStrike" kern="1200" cap="none" spc="0" normalizeH="0" baseline="0" noProof="0">
                <a:ln>
                  <a:noFill/>
                </a:ln>
                <a:solidFill>
                  <a:srgbClr val="FFFF00"/>
                </a:solidFill>
                <a:effectLst/>
                <a:uLnTx/>
                <a:uFillTx/>
                <a:latin typeface="Book Antiqua" panose="02040602050305030304" pitchFamily="18" charset="0"/>
                <a:ea typeface="楷体_GB2312" pitchFamily="49" charset="-122"/>
                <a:cs typeface="+mn-cs"/>
              </a:rPr>
              <a:t>Resf(1)</a:t>
            </a:r>
            <a:endPar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57347" name="Rectangle 3"/>
          <p:cNvSpPr>
            <a:spLocks noChangeArrowheads="1"/>
          </p:cNvSpPr>
          <p:nvPr/>
        </p:nvSpPr>
        <p:spPr bwMode="auto">
          <a:xfrm>
            <a:off x="0" y="322263"/>
            <a:ext cx="990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例：</a:t>
            </a:r>
          </a:p>
        </p:txBody>
      </p:sp>
      <p:graphicFrame>
        <p:nvGraphicFramePr>
          <p:cNvPr id="57348" name="Object 4"/>
          <p:cNvGraphicFramePr>
            <a:graphicFrameLocks noChangeAspect="1"/>
          </p:cNvGraphicFramePr>
          <p:nvPr/>
        </p:nvGraphicFramePr>
        <p:xfrm>
          <a:off x="990600" y="304800"/>
          <a:ext cx="3127375" cy="757238"/>
        </p:xfrm>
        <a:graphic>
          <a:graphicData uri="http://schemas.openxmlformats.org/presentationml/2006/ole">
            <mc:AlternateContent xmlns:mc="http://schemas.openxmlformats.org/markup-compatibility/2006">
              <mc:Choice xmlns:v="urn:schemas-microsoft-com:vml" Requires="v">
                <p:oleObj spid="_x0000_s272397" name="公式" r:id="rId3" imgW="952677" imgH="152290" progId="Equation.3">
                  <p:embed/>
                </p:oleObj>
              </mc:Choice>
              <mc:Fallback>
                <p:oleObj name="公式" r:id="rId3" imgW="952677" imgH="152290" progId="Equation.3">
                  <p:embed/>
                  <p:pic>
                    <p:nvPicPr>
                      <p:cNvPr id="5734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304800"/>
                        <a:ext cx="3127375" cy="7572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5589" name="Text Box 5"/>
          <p:cNvSpPr txBox="1">
            <a:spLocks noChangeArrowheads="1"/>
          </p:cNvSpPr>
          <p:nvPr/>
        </p:nvSpPr>
        <p:spPr bwMode="auto">
          <a:xfrm>
            <a:off x="0" y="1295400"/>
            <a:ext cx="9017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解：</a:t>
            </a:r>
          </a:p>
        </p:txBody>
      </p:sp>
      <p:sp>
        <p:nvSpPr>
          <p:cNvPr id="57350" name="Line 6"/>
          <p:cNvSpPr>
            <a:spLocks noChangeShapeType="1"/>
          </p:cNvSpPr>
          <p:nvPr/>
        </p:nvSpPr>
        <p:spPr bwMode="auto">
          <a:xfrm flipH="1">
            <a:off x="0" y="1219200"/>
            <a:ext cx="9144000" cy="76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195596" name="Object 12"/>
          <p:cNvGraphicFramePr>
            <a:graphicFrameLocks noChangeAspect="1"/>
          </p:cNvGraphicFramePr>
          <p:nvPr>
            <p:extLst>
              <p:ext uri="{D42A27DB-BD31-4B8C-83A1-F6EECF244321}">
                <p14:modId xmlns:p14="http://schemas.microsoft.com/office/powerpoint/2010/main" val="4210167526"/>
              </p:ext>
            </p:extLst>
          </p:nvPr>
        </p:nvGraphicFramePr>
        <p:xfrm>
          <a:off x="1234281" y="1854146"/>
          <a:ext cx="4419600" cy="817563"/>
        </p:xfrm>
        <a:graphic>
          <a:graphicData uri="http://schemas.openxmlformats.org/presentationml/2006/ole">
            <mc:AlternateContent xmlns:mc="http://schemas.openxmlformats.org/markup-compatibility/2006">
              <mc:Choice xmlns:v="urn:schemas-microsoft-com:vml" Requires="v">
                <p:oleObj spid="_x0000_s272398" name="公式" r:id="rId5" imgW="1463040" imgH="205740" progId="Equation.3">
                  <p:embed/>
                </p:oleObj>
              </mc:Choice>
              <mc:Fallback>
                <p:oleObj name="公式" r:id="rId5" imgW="1463040" imgH="205740" progId="Equation.3">
                  <p:embed/>
                  <p:pic>
                    <p:nvPicPr>
                      <p:cNvPr id="195596"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34281" y="1854146"/>
                        <a:ext cx="4419600" cy="8175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5597" name="Object 13"/>
          <p:cNvGraphicFramePr>
            <a:graphicFrameLocks noChangeAspect="1"/>
          </p:cNvGraphicFramePr>
          <p:nvPr>
            <p:extLst>
              <p:ext uri="{D42A27DB-BD31-4B8C-83A1-F6EECF244321}">
                <p14:modId xmlns:p14="http://schemas.microsoft.com/office/powerpoint/2010/main" val="361781429"/>
              </p:ext>
            </p:extLst>
          </p:nvPr>
        </p:nvGraphicFramePr>
        <p:xfrm>
          <a:off x="2699792" y="2837151"/>
          <a:ext cx="3543300" cy="849313"/>
        </p:xfrm>
        <a:graphic>
          <a:graphicData uri="http://schemas.openxmlformats.org/presentationml/2006/ole">
            <mc:AlternateContent xmlns:mc="http://schemas.openxmlformats.org/markup-compatibility/2006">
              <mc:Choice xmlns:v="urn:schemas-microsoft-com:vml" Requires="v">
                <p:oleObj spid="_x0000_s272399" name="公式" r:id="rId7" imgW="1158098" imgH="213376" progId="Equation.3">
                  <p:embed/>
                </p:oleObj>
              </mc:Choice>
              <mc:Fallback>
                <p:oleObj name="公式" r:id="rId7" imgW="1158098" imgH="213376" progId="Equation.3">
                  <p:embed/>
                  <p:pic>
                    <p:nvPicPr>
                      <p:cNvPr id="195597"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99792" y="2837151"/>
                        <a:ext cx="3543300" cy="8493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5598" name="Object 14"/>
          <p:cNvGraphicFramePr>
            <a:graphicFrameLocks noChangeAspect="1"/>
          </p:cNvGraphicFramePr>
          <p:nvPr>
            <p:extLst>
              <p:ext uri="{D42A27DB-BD31-4B8C-83A1-F6EECF244321}">
                <p14:modId xmlns:p14="http://schemas.microsoft.com/office/powerpoint/2010/main" val="1930610868"/>
              </p:ext>
            </p:extLst>
          </p:nvPr>
        </p:nvGraphicFramePr>
        <p:xfrm>
          <a:off x="2728543" y="3951287"/>
          <a:ext cx="2593975" cy="849313"/>
        </p:xfrm>
        <a:graphic>
          <a:graphicData uri="http://schemas.openxmlformats.org/presentationml/2006/ole">
            <mc:AlternateContent xmlns:mc="http://schemas.openxmlformats.org/markup-compatibility/2006">
              <mc:Choice xmlns:v="urn:schemas-microsoft-com:vml" Requires="v">
                <p:oleObj spid="_x0000_s272400" name="公式" r:id="rId9" imgW="822960" imgH="213376" progId="Equation.3">
                  <p:embed/>
                </p:oleObj>
              </mc:Choice>
              <mc:Fallback>
                <p:oleObj name="公式" r:id="rId9" imgW="822960" imgH="213376" progId="Equation.3">
                  <p:embed/>
                  <p:pic>
                    <p:nvPicPr>
                      <p:cNvPr id="195598"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28543" y="3951287"/>
                        <a:ext cx="2593975" cy="8493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5599" name="Object 15"/>
          <p:cNvGraphicFramePr>
            <a:graphicFrameLocks noChangeAspect="1"/>
          </p:cNvGraphicFramePr>
          <p:nvPr>
            <p:extLst>
              <p:ext uri="{D42A27DB-BD31-4B8C-83A1-F6EECF244321}">
                <p14:modId xmlns:p14="http://schemas.microsoft.com/office/powerpoint/2010/main" val="1572958430"/>
              </p:ext>
            </p:extLst>
          </p:nvPr>
        </p:nvGraphicFramePr>
        <p:xfrm>
          <a:off x="2728543" y="5157192"/>
          <a:ext cx="1096963" cy="514350"/>
        </p:xfrm>
        <a:graphic>
          <a:graphicData uri="http://schemas.openxmlformats.org/presentationml/2006/ole">
            <mc:AlternateContent xmlns:mc="http://schemas.openxmlformats.org/markup-compatibility/2006">
              <mc:Choice xmlns:v="urn:schemas-microsoft-com:vml" Requires="v">
                <p:oleObj spid="_x0000_s272401" name="公式" r:id="rId11" imgW="304942" imgH="99264" progId="Equation.3">
                  <p:embed/>
                </p:oleObj>
              </mc:Choice>
              <mc:Fallback>
                <p:oleObj name="公式" r:id="rId11" imgW="304942" imgH="99264" progId="Equation.3">
                  <p:embed/>
                  <p:pic>
                    <p:nvPicPr>
                      <p:cNvPr id="195599"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28543" y="5157192"/>
                        <a:ext cx="1096963" cy="5143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Text Box 5"/>
          <p:cNvSpPr txBox="1">
            <a:spLocks noChangeArrowheads="1"/>
          </p:cNvSpPr>
          <p:nvPr/>
        </p:nvSpPr>
        <p:spPr bwMode="auto">
          <a:xfrm>
            <a:off x="1234281" y="1349105"/>
            <a:ext cx="1627369"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sz="2800" b="1" dirty="0">
                <a:solidFill>
                  <a:srgbClr val="FFFFFF"/>
                </a:solidFill>
                <a:latin typeface="Book Antiqua" panose="02040602050305030304" pitchFamily="18" charset="0"/>
                <a:ea typeface="楷体_GB2312" pitchFamily="49" charset="-122"/>
              </a:rPr>
              <a:t>一阶奇点</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endParaRPr>
          </a:p>
        </p:txBody>
      </p:sp>
    </p:spTree>
    <p:extLst>
      <p:ext uri="{BB962C8B-B14F-4D97-AF65-F5344CB8AC3E}">
        <p14:creationId xmlns:p14="http://schemas.microsoft.com/office/powerpoint/2010/main" val="2338162478"/>
      </p:ext>
    </p:extLst>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4"/>
          <p:cNvGraphicFramePr>
            <a:graphicFrameLocks noChangeAspect="1"/>
          </p:cNvGraphicFramePr>
          <p:nvPr>
            <p:extLst>
              <p:ext uri="{D42A27DB-BD31-4B8C-83A1-F6EECF244321}">
                <p14:modId xmlns:p14="http://schemas.microsoft.com/office/powerpoint/2010/main" val="522519967"/>
              </p:ext>
            </p:extLst>
          </p:nvPr>
        </p:nvGraphicFramePr>
        <p:xfrm>
          <a:off x="467544" y="188640"/>
          <a:ext cx="3127375" cy="757238"/>
        </p:xfrm>
        <a:graphic>
          <a:graphicData uri="http://schemas.openxmlformats.org/presentationml/2006/ole">
            <mc:AlternateContent xmlns:mc="http://schemas.openxmlformats.org/markup-compatibility/2006">
              <mc:Choice xmlns:v="urn:schemas-microsoft-com:vml" Requires="v">
                <p:oleObj spid="_x0000_s152467" name="公式" r:id="rId3" imgW="952677" imgH="152290" progId="Equation.3">
                  <p:embed/>
                </p:oleObj>
              </mc:Choice>
              <mc:Fallback>
                <p:oleObj name="公式" r:id="rId3" imgW="952677" imgH="152290" progId="Equation.3">
                  <p:embed/>
                  <p:pic>
                    <p:nvPicPr>
                      <p:cNvPr id="5734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188640"/>
                        <a:ext cx="3127375" cy="7572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12"/>
          <p:cNvGraphicFramePr>
            <a:graphicFrameLocks noChangeAspect="1"/>
          </p:cNvGraphicFramePr>
          <p:nvPr>
            <p:extLst>
              <p:ext uri="{D42A27DB-BD31-4B8C-83A1-F6EECF244321}">
                <p14:modId xmlns:p14="http://schemas.microsoft.com/office/powerpoint/2010/main" val="744181753"/>
              </p:ext>
            </p:extLst>
          </p:nvPr>
        </p:nvGraphicFramePr>
        <p:xfrm>
          <a:off x="611560" y="1196752"/>
          <a:ext cx="2664297" cy="656792"/>
        </p:xfrm>
        <a:graphic>
          <a:graphicData uri="http://schemas.openxmlformats.org/presentationml/2006/ole">
            <mc:AlternateContent xmlns:mc="http://schemas.openxmlformats.org/markup-compatibility/2006">
              <mc:Choice xmlns:v="urn:schemas-microsoft-com:vml" Requires="v">
                <p:oleObj spid="_x0000_s152468" name="Equation" r:id="rId5" imgW="914400" imgH="203040" progId="Equation.DSMT4">
                  <p:embed/>
                </p:oleObj>
              </mc:Choice>
              <mc:Fallback>
                <p:oleObj name="Equation" r:id="rId5" imgW="914400" imgH="203040" progId="Equation.DSMT4">
                  <p:embed/>
                  <p:pic>
                    <p:nvPicPr>
                      <p:cNvPr id="195596" name="Object 12"/>
                      <p:cNvPicPr>
                        <a:picLocks noChangeAspect="1" noChangeArrowheads="1"/>
                      </p:cNvPicPr>
                      <p:nvPr/>
                    </p:nvPicPr>
                    <p:blipFill>
                      <a:blip r:embed="rId6"/>
                      <a:srcRect/>
                      <a:stretch>
                        <a:fillRect/>
                      </a:stretch>
                    </p:blipFill>
                    <p:spPr bwMode="auto">
                      <a:xfrm>
                        <a:off x="611560" y="1196752"/>
                        <a:ext cx="2664297" cy="656792"/>
                      </a:xfrm>
                      <a:prstGeom prst="rect">
                        <a:avLst/>
                      </a:prstGeom>
                      <a:noFill/>
                      <a:ln>
                        <a:noFill/>
                      </a:ln>
                      <a:effectLst/>
                      <a:extLst/>
                    </p:spPr>
                  </p:pic>
                </p:oleObj>
              </mc:Fallback>
            </mc:AlternateContent>
          </a:graphicData>
        </a:graphic>
      </p:graphicFrame>
      <p:sp>
        <p:nvSpPr>
          <p:cNvPr id="6" name="Text Box 5"/>
          <p:cNvSpPr txBox="1">
            <a:spLocks noChangeArrowheads="1"/>
          </p:cNvSpPr>
          <p:nvPr/>
        </p:nvSpPr>
        <p:spPr bwMode="auto">
          <a:xfrm>
            <a:off x="3995936" y="1289403"/>
            <a:ext cx="356059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2800" b="1" dirty="0">
                <a:solidFill>
                  <a:srgbClr val="FFFFFF"/>
                </a:solidFill>
                <a:latin typeface="Book Antiqua" panose="02040602050305030304" pitchFamily="18" charset="0"/>
                <a:ea typeface="楷体_GB2312" pitchFamily="49" charset="-122"/>
              </a:rPr>
              <a:t>What about others</a:t>
            </a:r>
            <a:r>
              <a:rPr lang="zh-CN" altLang="en-US" sz="2800" b="1" dirty="0">
                <a:solidFill>
                  <a:srgbClr val="FFFFFF"/>
                </a:solidFill>
                <a:latin typeface="Book Antiqua" panose="02040602050305030304" pitchFamily="18" charset="0"/>
                <a:ea typeface="楷体_GB2312" pitchFamily="49" charset="-122"/>
              </a:rPr>
              <a:t>？</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endParaRPr>
          </a:p>
        </p:txBody>
      </p:sp>
      <p:graphicFrame>
        <p:nvGraphicFramePr>
          <p:cNvPr id="8" name="Object 4"/>
          <p:cNvGraphicFramePr>
            <a:graphicFrameLocks noChangeAspect="1"/>
          </p:cNvGraphicFramePr>
          <p:nvPr>
            <p:extLst>
              <p:ext uri="{D42A27DB-BD31-4B8C-83A1-F6EECF244321}">
                <p14:modId xmlns:p14="http://schemas.microsoft.com/office/powerpoint/2010/main" val="568092913"/>
              </p:ext>
            </p:extLst>
          </p:nvPr>
        </p:nvGraphicFramePr>
        <p:xfrm>
          <a:off x="578559" y="1740538"/>
          <a:ext cx="2769305" cy="725059"/>
        </p:xfrm>
        <a:graphic>
          <a:graphicData uri="http://schemas.openxmlformats.org/presentationml/2006/ole">
            <mc:AlternateContent xmlns:mc="http://schemas.openxmlformats.org/markup-compatibility/2006">
              <mc:Choice xmlns:v="urn:schemas-microsoft-com:vml" Requires="v">
                <p:oleObj spid="_x0000_s152469" name="Equation" r:id="rId7" imgW="1066680" imgH="228600" progId="Equation.DSMT4">
                  <p:embed/>
                </p:oleObj>
              </mc:Choice>
              <mc:Fallback>
                <p:oleObj name="Equation" r:id="rId7" imgW="1066680" imgH="228600" progId="Equation.DSMT4">
                  <p:embed/>
                  <p:pic>
                    <p:nvPicPr>
                      <p:cNvPr id="4" name="Object 4"/>
                      <p:cNvPicPr>
                        <a:picLocks noChangeAspect="1" noChangeArrowheads="1"/>
                      </p:cNvPicPr>
                      <p:nvPr/>
                    </p:nvPicPr>
                    <p:blipFill>
                      <a:blip r:embed="rId8"/>
                      <a:srcRect/>
                      <a:stretch>
                        <a:fillRect/>
                      </a:stretch>
                    </p:blipFill>
                    <p:spPr bwMode="auto">
                      <a:xfrm>
                        <a:off x="578559" y="1740538"/>
                        <a:ext cx="2769305" cy="725059"/>
                      </a:xfrm>
                      <a:prstGeom prst="rect">
                        <a:avLst/>
                      </a:prstGeom>
                      <a:noFill/>
                      <a:ln>
                        <a:noFill/>
                      </a:ln>
                      <a:effectLst/>
                      <a:extLst/>
                    </p:spPr>
                  </p:pic>
                </p:oleObj>
              </mc:Fallback>
            </mc:AlternateContent>
          </a:graphicData>
        </a:graphic>
      </p:graphicFrame>
      <p:sp>
        <p:nvSpPr>
          <p:cNvPr id="9" name="椭圆 8"/>
          <p:cNvSpPr/>
          <p:nvPr/>
        </p:nvSpPr>
        <p:spPr bwMode="auto">
          <a:xfrm>
            <a:off x="2040824" y="1856566"/>
            <a:ext cx="1674177" cy="656792"/>
          </a:xfrm>
          <a:prstGeom prst="ellipse">
            <a:avLst/>
          </a:prstGeom>
          <a:noFill/>
          <a:ln w="25400" cap="flat" cmpd="sng" algn="ctr">
            <a:solidFill>
              <a:schemeClr val="tx1"/>
            </a:solidFill>
            <a:prstDash val="solid"/>
            <a:round/>
            <a:headEnd type="none" w="med" len="med"/>
            <a:tailEnd type="triangle" w="med" len="med"/>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0" name="Text Box 5"/>
          <p:cNvSpPr txBox="1">
            <a:spLocks noChangeArrowheads="1"/>
          </p:cNvSpPr>
          <p:nvPr/>
        </p:nvSpPr>
        <p:spPr bwMode="auto">
          <a:xfrm>
            <a:off x="467544" y="2648204"/>
            <a:ext cx="1627369"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sz="2800" b="1" dirty="0">
                <a:solidFill>
                  <a:srgbClr val="FFFFFF"/>
                </a:solidFill>
                <a:latin typeface="Book Antiqua" panose="02040602050305030304" pitchFamily="18" charset="0"/>
                <a:ea typeface="楷体_GB2312" pitchFamily="49" charset="-122"/>
              </a:rPr>
              <a:t>奇点满足</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448165930"/>
              </p:ext>
            </p:extLst>
          </p:nvPr>
        </p:nvGraphicFramePr>
        <p:xfrm>
          <a:off x="2483768" y="2648204"/>
          <a:ext cx="4202550" cy="587121"/>
        </p:xfrm>
        <a:graphic>
          <a:graphicData uri="http://schemas.openxmlformats.org/presentationml/2006/ole">
            <mc:AlternateContent xmlns:mc="http://schemas.openxmlformats.org/markup-compatibility/2006">
              <mc:Choice xmlns:v="urn:schemas-microsoft-com:vml" Requires="v">
                <p:oleObj spid="_x0000_s152470" name="Equation" r:id="rId9" imgW="1726920" imgH="241200" progId="Equation.DSMT4">
                  <p:embed/>
                </p:oleObj>
              </mc:Choice>
              <mc:Fallback>
                <p:oleObj name="Equation" r:id="rId9" imgW="1726920" imgH="241200" progId="Equation.DSMT4">
                  <p:embed/>
                  <p:pic>
                    <p:nvPicPr>
                      <p:cNvPr id="0" name=""/>
                      <p:cNvPicPr/>
                      <p:nvPr/>
                    </p:nvPicPr>
                    <p:blipFill>
                      <a:blip r:embed="rId10"/>
                      <a:stretch>
                        <a:fillRect/>
                      </a:stretch>
                    </p:blipFill>
                    <p:spPr>
                      <a:xfrm>
                        <a:off x="2483768" y="2648204"/>
                        <a:ext cx="4202550" cy="587121"/>
                      </a:xfrm>
                      <a:prstGeom prst="rect">
                        <a:avLst/>
                      </a:prstGeom>
                    </p:spPr>
                  </p:pic>
                </p:oleObj>
              </mc:Fallback>
            </mc:AlternateContent>
          </a:graphicData>
        </a:graphic>
      </p:graphicFrame>
      <p:graphicFrame>
        <p:nvGraphicFramePr>
          <p:cNvPr id="12" name="Object 12"/>
          <p:cNvGraphicFramePr>
            <a:graphicFrameLocks noChangeAspect="1"/>
          </p:cNvGraphicFramePr>
          <p:nvPr>
            <p:extLst>
              <p:ext uri="{D42A27DB-BD31-4B8C-83A1-F6EECF244321}">
                <p14:modId xmlns:p14="http://schemas.microsoft.com/office/powerpoint/2010/main" val="1001601869"/>
              </p:ext>
            </p:extLst>
          </p:nvPr>
        </p:nvGraphicFramePr>
        <p:xfrm>
          <a:off x="546777" y="3437856"/>
          <a:ext cx="7513638" cy="2871788"/>
        </p:xfrm>
        <a:graphic>
          <a:graphicData uri="http://schemas.openxmlformats.org/presentationml/2006/ole">
            <mc:AlternateContent xmlns:mc="http://schemas.openxmlformats.org/markup-compatibility/2006">
              <mc:Choice xmlns:v="urn:schemas-microsoft-com:vml" Requires="v">
                <p:oleObj spid="_x0000_s152471" name="Equation" r:id="rId11" imgW="2577960" imgH="888840" progId="Equation.DSMT4">
                  <p:embed/>
                </p:oleObj>
              </mc:Choice>
              <mc:Fallback>
                <p:oleObj name="Equation" r:id="rId11" imgW="2577960" imgH="888840" progId="Equation.DSMT4">
                  <p:embed/>
                  <p:pic>
                    <p:nvPicPr>
                      <p:cNvPr id="5" name="Object 12"/>
                      <p:cNvPicPr>
                        <a:picLocks noChangeAspect="1" noChangeArrowheads="1"/>
                      </p:cNvPicPr>
                      <p:nvPr/>
                    </p:nvPicPr>
                    <p:blipFill>
                      <a:blip r:embed="rId12"/>
                      <a:srcRect/>
                      <a:stretch>
                        <a:fillRect/>
                      </a:stretch>
                    </p:blipFill>
                    <p:spPr bwMode="auto">
                      <a:xfrm>
                        <a:off x="546777" y="3437856"/>
                        <a:ext cx="7513638" cy="2871788"/>
                      </a:xfrm>
                      <a:prstGeom prst="rect">
                        <a:avLst/>
                      </a:prstGeom>
                      <a:noFill/>
                      <a:ln>
                        <a:noFill/>
                      </a:ln>
                      <a:effectLst/>
                      <a:extLst/>
                    </p:spPr>
                  </p:pic>
                </p:oleObj>
              </mc:Fallback>
            </mc:AlternateContent>
          </a:graphicData>
        </a:graphic>
      </p:graphicFrame>
      <p:sp>
        <p:nvSpPr>
          <p:cNvPr id="13" name="Text Box 5"/>
          <p:cNvSpPr txBox="1">
            <a:spLocks noChangeArrowheads="1"/>
          </p:cNvSpPr>
          <p:nvPr/>
        </p:nvSpPr>
        <p:spPr bwMode="auto">
          <a:xfrm>
            <a:off x="6686318" y="2636335"/>
            <a:ext cx="234872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sz="2800" b="1" dirty="0">
                <a:solidFill>
                  <a:srgbClr val="FFFFFF"/>
                </a:solidFill>
                <a:latin typeface="Book Antiqua" panose="02040602050305030304" pitchFamily="18" charset="0"/>
                <a:ea typeface="楷体_GB2312" pitchFamily="49" charset="-122"/>
              </a:rPr>
              <a:t>均为一阶奇点</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endParaRPr>
          </a:p>
        </p:txBody>
      </p:sp>
    </p:spTree>
    <p:extLst>
      <p:ext uri="{BB962C8B-B14F-4D97-AF65-F5344CB8AC3E}">
        <p14:creationId xmlns:p14="http://schemas.microsoft.com/office/powerpoint/2010/main" val="4032443427"/>
      </p:ext>
    </p:extLst>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a:spLocks noChangeArrowheads="1"/>
          </p:cNvSpPr>
          <p:nvPr/>
        </p:nvSpPr>
        <p:spPr bwMode="auto">
          <a:xfrm>
            <a:off x="6253163" y="228600"/>
            <a:ext cx="2890837"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的极点，求</a:t>
            </a:r>
            <a:r>
              <a:rPr kumimoji="1" lang="zh-CN" altLang="en-US" sz="3600" b="1" i="1" u="none" strike="noStrike" kern="1200" cap="none" spc="0" normalizeH="0" baseline="0" noProof="0">
                <a:ln>
                  <a:noFill/>
                </a:ln>
                <a:solidFill>
                  <a:srgbClr val="FFFF00"/>
                </a:solidFill>
                <a:effectLst/>
                <a:uLnTx/>
                <a:uFillTx/>
                <a:latin typeface="Book Antiqua" panose="02040602050305030304" pitchFamily="18" charset="0"/>
                <a:ea typeface="楷体_GB2312" pitchFamily="49" charset="-122"/>
                <a:cs typeface="+mn-cs"/>
              </a:rPr>
              <a:t>留数</a:t>
            </a:r>
            <a:endParaRPr kumimoji="1" lang="zh-CN" altLang="en-US"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58371" name="Rectangle 3"/>
          <p:cNvSpPr>
            <a:spLocks noChangeArrowheads="1"/>
          </p:cNvSpPr>
          <p:nvPr/>
        </p:nvSpPr>
        <p:spPr bwMode="auto">
          <a:xfrm>
            <a:off x="0" y="322263"/>
            <a:ext cx="2743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例：确定函数</a:t>
            </a:r>
          </a:p>
        </p:txBody>
      </p:sp>
      <p:graphicFrame>
        <p:nvGraphicFramePr>
          <p:cNvPr id="58372" name="Object 4"/>
          <p:cNvGraphicFramePr>
            <a:graphicFrameLocks noChangeAspect="1"/>
          </p:cNvGraphicFramePr>
          <p:nvPr/>
        </p:nvGraphicFramePr>
        <p:xfrm>
          <a:off x="2193925" y="228600"/>
          <a:ext cx="4071938" cy="681038"/>
        </p:xfrm>
        <a:graphic>
          <a:graphicData uri="http://schemas.openxmlformats.org/presentationml/2006/ole">
            <mc:AlternateContent xmlns:mc="http://schemas.openxmlformats.org/markup-compatibility/2006">
              <mc:Choice xmlns:v="urn:schemas-microsoft-com:vml" Requires="v">
                <p:oleObj spid="_x0000_s252342" name="公式" r:id="rId3" imgW="1508973" imgH="152290" progId="Equation.3">
                  <p:embed/>
                </p:oleObj>
              </mc:Choice>
              <mc:Fallback>
                <p:oleObj name="公式" r:id="rId3" imgW="1508973" imgH="152290" progId="Equation.3">
                  <p:embed/>
                  <p:pic>
                    <p:nvPicPr>
                      <p:cNvPr id="5837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3925" y="228600"/>
                        <a:ext cx="4071938" cy="6810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6613" name="Text Box 5"/>
          <p:cNvSpPr txBox="1">
            <a:spLocks noChangeArrowheads="1"/>
          </p:cNvSpPr>
          <p:nvPr/>
        </p:nvSpPr>
        <p:spPr bwMode="auto">
          <a:xfrm>
            <a:off x="0" y="1219200"/>
            <a:ext cx="9017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解：</a:t>
            </a:r>
          </a:p>
        </p:txBody>
      </p:sp>
      <p:sp>
        <p:nvSpPr>
          <p:cNvPr id="58374" name="Line 6"/>
          <p:cNvSpPr>
            <a:spLocks noChangeShapeType="1"/>
          </p:cNvSpPr>
          <p:nvPr/>
        </p:nvSpPr>
        <p:spPr bwMode="auto">
          <a:xfrm flipH="1">
            <a:off x="0" y="1066800"/>
            <a:ext cx="9144000" cy="76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196615" name="Object 7"/>
          <p:cNvGraphicFramePr>
            <a:graphicFrameLocks noChangeAspect="1"/>
          </p:cNvGraphicFramePr>
          <p:nvPr/>
        </p:nvGraphicFramePr>
        <p:xfrm>
          <a:off x="592138" y="3124200"/>
          <a:ext cx="4894262" cy="817563"/>
        </p:xfrm>
        <a:graphic>
          <a:graphicData uri="http://schemas.openxmlformats.org/presentationml/2006/ole">
            <mc:AlternateContent xmlns:mc="http://schemas.openxmlformats.org/markup-compatibility/2006">
              <mc:Choice xmlns:v="urn:schemas-microsoft-com:vml" Requires="v">
                <p:oleObj spid="_x0000_s252343" name="公式" r:id="rId5" imgW="1622954" imgH="205740" progId="Equation.3">
                  <p:embed/>
                </p:oleObj>
              </mc:Choice>
              <mc:Fallback>
                <p:oleObj name="公式" r:id="rId5" imgW="1622954" imgH="205740" progId="Equation.3">
                  <p:embed/>
                  <p:pic>
                    <p:nvPicPr>
                      <p:cNvPr id="196615"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2138" y="3124200"/>
                        <a:ext cx="4894262" cy="8175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6619" name="Object 11"/>
          <p:cNvGraphicFramePr>
            <a:graphicFrameLocks noChangeAspect="1"/>
          </p:cNvGraphicFramePr>
          <p:nvPr/>
        </p:nvGraphicFramePr>
        <p:xfrm>
          <a:off x="533400" y="1447800"/>
          <a:ext cx="3419475" cy="1249363"/>
        </p:xfrm>
        <a:graphic>
          <a:graphicData uri="http://schemas.openxmlformats.org/presentationml/2006/ole">
            <mc:AlternateContent xmlns:mc="http://schemas.openxmlformats.org/markup-compatibility/2006">
              <mc:Choice xmlns:v="urn:schemas-microsoft-com:vml" Requires="v">
                <p:oleObj spid="_x0000_s252344" name="公式" r:id="rId7" imgW="1257194" imgH="342759" progId="Equation.3">
                  <p:embed/>
                </p:oleObj>
              </mc:Choice>
              <mc:Fallback>
                <p:oleObj name="公式" r:id="rId7" imgW="1257194" imgH="342759" progId="Equation.3">
                  <p:embed/>
                  <p:pic>
                    <p:nvPicPr>
                      <p:cNvPr id="196619"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 y="1447800"/>
                        <a:ext cx="3419475" cy="12493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6620" name="Object 12"/>
          <p:cNvGraphicFramePr>
            <a:graphicFrameLocks noChangeAspect="1"/>
          </p:cNvGraphicFramePr>
          <p:nvPr/>
        </p:nvGraphicFramePr>
        <p:xfrm>
          <a:off x="4038600" y="1447800"/>
          <a:ext cx="3062288" cy="1249363"/>
        </p:xfrm>
        <a:graphic>
          <a:graphicData uri="http://schemas.openxmlformats.org/presentationml/2006/ole">
            <mc:AlternateContent xmlns:mc="http://schemas.openxmlformats.org/markup-compatibility/2006">
              <mc:Choice xmlns:v="urn:schemas-microsoft-com:vml" Requires="v">
                <p:oleObj spid="_x0000_s252345" name="公式" r:id="rId9" imgW="1120246" imgH="342759" progId="Equation.3">
                  <p:embed/>
                </p:oleObj>
              </mc:Choice>
              <mc:Fallback>
                <p:oleObj name="公式" r:id="rId9" imgW="1120246" imgH="342759" progId="Equation.3">
                  <p:embed/>
                  <p:pic>
                    <p:nvPicPr>
                      <p:cNvPr id="19662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38600" y="1447800"/>
                        <a:ext cx="3062288" cy="12493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6621" name="Object 13"/>
          <p:cNvGraphicFramePr>
            <a:graphicFrameLocks noChangeAspect="1"/>
          </p:cNvGraphicFramePr>
          <p:nvPr/>
        </p:nvGraphicFramePr>
        <p:xfrm>
          <a:off x="7188200" y="1371600"/>
          <a:ext cx="1955800" cy="1249363"/>
        </p:xfrm>
        <a:graphic>
          <a:graphicData uri="http://schemas.openxmlformats.org/presentationml/2006/ole">
            <mc:AlternateContent xmlns:mc="http://schemas.openxmlformats.org/markup-compatibility/2006">
              <mc:Choice xmlns:v="urn:schemas-microsoft-com:vml" Requires="v">
                <p:oleObj spid="_x0000_s252346" name="公式" r:id="rId11" imgW="686013" imgH="342759" progId="Equation.3">
                  <p:embed/>
                </p:oleObj>
              </mc:Choice>
              <mc:Fallback>
                <p:oleObj name="公式" r:id="rId11" imgW="686013" imgH="342759" progId="Equation.3">
                  <p:embed/>
                  <p:pic>
                    <p:nvPicPr>
                      <p:cNvPr id="196621"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88200" y="1371600"/>
                        <a:ext cx="1955800" cy="12493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6623" name="Object 15"/>
          <p:cNvGraphicFramePr>
            <a:graphicFrameLocks noChangeAspect="1"/>
          </p:cNvGraphicFramePr>
          <p:nvPr/>
        </p:nvGraphicFramePr>
        <p:xfrm>
          <a:off x="5410200" y="2819400"/>
          <a:ext cx="1697038" cy="1211263"/>
        </p:xfrm>
        <a:graphic>
          <a:graphicData uri="http://schemas.openxmlformats.org/presentationml/2006/ole">
            <mc:AlternateContent xmlns:mc="http://schemas.openxmlformats.org/markup-compatibility/2006">
              <mc:Choice xmlns:v="urn:schemas-microsoft-com:vml" Requires="v">
                <p:oleObj spid="_x0000_s252347" name="公式" r:id="rId13" imgW="480166" imgH="319851" progId="Equation.3">
                  <p:embed/>
                </p:oleObj>
              </mc:Choice>
              <mc:Fallback>
                <p:oleObj name="公式" r:id="rId13" imgW="480166" imgH="319851" progId="Equation.3">
                  <p:embed/>
                  <p:pic>
                    <p:nvPicPr>
                      <p:cNvPr id="196623"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10200" y="2819400"/>
                        <a:ext cx="1697038" cy="12112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6624" name="Object 16"/>
          <p:cNvGraphicFramePr>
            <a:graphicFrameLocks noChangeAspect="1"/>
          </p:cNvGraphicFramePr>
          <p:nvPr/>
        </p:nvGraphicFramePr>
        <p:xfrm>
          <a:off x="7010400" y="2819400"/>
          <a:ext cx="1228725" cy="1211263"/>
        </p:xfrm>
        <a:graphic>
          <a:graphicData uri="http://schemas.openxmlformats.org/presentationml/2006/ole">
            <mc:AlternateContent xmlns:mc="http://schemas.openxmlformats.org/markup-compatibility/2006">
              <mc:Choice xmlns:v="urn:schemas-microsoft-com:vml" Requires="v">
                <p:oleObj spid="_x0000_s252348" name="公式" r:id="rId15" imgW="327483" imgH="319851" progId="Equation.3">
                  <p:embed/>
                </p:oleObj>
              </mc:Choice>
              <mc:Fallback>
                <p:oleObj name="公式" r:id="rId15" imgW="327483" imgH="319851" progId="Equation.3">
                  <p:embed/>
                  <p:pic>
                    <p:nvPicPr>
                      <p:cNvPr id="196624"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010400" y="2819400"/>
                        <a:ext cx="1228725" cy="12112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6625" name="Object 17"/>
          <p:cNvGraphicFramePr>
            <a:graphicFrameLocks noChangeAspect="1"/>
          </p:cNvGraphicFramePr>
          <p:nvPr/>
        </p:nvGraphicFramePr>
        <p:xfrm>
          <a:off x="8153400" y="2819400"/>
          <a:ext cx="766763" cy="1211263"/>
        </p:xfrm>
        <a:graphic>
          <a:graphicData uri="http://schemas.openxmlformats.org/presentationml/2006/ole">
            <mc:AlternateContent xmlns:mc="http://schemas.openxmlformats.org/markup-compatibility/2006">
              <mc:Choice xmlns:v="urn:schemas-microsoft-com:vml" Requires="v">
                <p:oleObj spid="_x0000_s252349" name="公式" r:id="rId17" imgW="175225" imgH="319851" progId="Equation.3">
                  <p:embed/>
                </p:oleObj>
              </mc:Choice>
              <mc:Fallback>
                <p:oleObj name="公式" r:id="rId17" imgW="175225" imgH="319851" progId="Equation.3">
                  <p:embed/>
                  <p:pic>
                    <p:nvPicPr>
                      <p:cNvPr id="196625" name="Object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153400" y="2819400"/>
                        <a:ext cx="766763" cy="12112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6626" name="Line 18"/>
          <p:cNvSpPr>
            <a:spLocks noChangeShapeType="1"/>
          </p:cNvSpPr>
          <p:nvPr/>
        </p:nvSpPr>
        <p:spPr bwMode="auto">
          <a:xfrm flipH="1">
            <a:off x="0" y="2819400"/>
            <a:ext cx="9144000" cy="76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96627" name="Line 19"/>
          <p:cNvSpPr>
            <a:spLocks noChangeShapeType="1"/>
          </p:cNvSpPr>
          <p:nvPr/>
        </p:nvSpPr>
        <p:spPr bwMode="auto">
          <a:xfrm flipH="1">
            <a:off x="0" y="4114800"/>
            <a:ext cx="9144000" cy="76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196628" name="Object 20"/>
          <p:cNvGraphicFramePr>
            <a:graphicFrameLocks noChangeAspect="1"/>
          </p:cNvGraphicFramePr>
          <p:nvPr/>
        </p:nvGraphicFramePr>
        <p:xfrm>
          <a:off x="0" y="4191000"/>
          <a:ext cx="6353175" cy="1273175"/>
        </p:xfrm>
        <a:graphic>
          <a:graphicData uri="http://schemas.openxmlformats.org/presentationml/2006/ole">
            <mc:AlternateContent xmlns:mc="http://schemas.openxmlformats.org/markup-compatibility/2006">
              <mc:Choice xmlns:v="urn:schemas-microsoft-com:vml" Requires="v">
                <p:oleObj spid="_x0000_s252350" name="公式" r:id="rId19" imgW="2171594" imgH="365666" progId="Equation.3">
                  <p:embed/>
                </p:oleObj>
              </mc:Choice>
              <mc:Fallback>
                <p:oleObj name="公式" r:id="rId19" imgW="2171594" imgH="365666" progId="Equation.3">
                  <p:embed/>
                  <p:pic>
                    <p:nvPicPr>
                      <p:cNvPr id="196628" name="Object 2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4191000"/>
                        <a:ext cx="6353175" cy="12731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6629" name="Object 21"/>
          <p:cNvGraphicFramePr>
            <a:graphicFrameLocks noChangeAspect="1"/>
          </p:cNvGraphicFramePr>
          <p:nvPr/>
        </p:nvGraphicFramePr>
        <p:xfrm>
          <a:off x="1447800" y="5486400"/>
          <a:ext cx="3516313" cy="1203325"/>
        </p:xfrm>
        <a:graphic>
          <a:graphicData uri="http://schemas.openxmlformats.org/presentationml/2006/ole">
            <mc:AlternateContent xmlns:mc="http://schemas.openxmlformats.org/markup-compatibility/2006">
              <mc:Choice xmlns:v="urn:schemas-microsoft-com:vml" Requires="v">
                <p:oleObj spid="_x0000_s252351" name="公式" r:id="rId21" imgW="1165754" imgH="342759" progId="Equation.3">
                  <p:embed/>
                </p:oleObj>
              </mc:Choice>
              <mc:Fallback>
                <p:oleObj name="公式" r:id="rId21" imgW="1165754" imgH="342759" progId="Equation.3">
                  <p:embed/>
                  <p:pic>
                    <p:nvPicPr>
                      <p:cNvPr id="196629" name="Object 2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447800" y="5486400"/>
                        <a:ext cx="3516313" cy="12033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6630" name="Object 22"/>
          <p:cNvGraphicFramePr>
            <a:graphicFrameLocks noChangeAspect="1"/>
          </p:cNvGraphicFramePr>
          <p:nvPr/>
        </p:nvGraphicFramePr>
        <p:xfrm>
          <a:off x="4876800" y="5486400"/>
          <a:ext cx="2762250" cy="1203325"/>
        </p:xfrm>
        <a:graphic>
          <a:graphicData uri="http://schemas.openxmlformats.org/presentationml/2006/ole">
            <mc:AlternateContent xmlns:mc="http://schemas.openxmlformats.org/markup-compatibility/2006">
              <mc:Choice xmlns:v="urn:schemas-microsoft-com:vml" Requires="v">
                <p:oleObj spid="_x0000_s252352" name="公式" r:id="rId23" imgW="899089" imgH="342759" progId="Equation.3">
                  <p:embed/>
                </p:oleObj>
              </mc:Choice>
              <mc:Fallback>
                <p:oleObj name="公式" r:id="rId23" imgW="899089" imgH="342759" progId="Equation.3">
                  <p:embed/>
                  <p:pic>
                    <p:nvPicPr>
                      <p:cNvPr id="196630" name="Object 2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876800" y="5486400"/>
                        <a:ext cx="2762250" cy="12033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6631" name="Object 23"/>
          <p:cNvGraphicFramePr>
            <a:graphicFrameLocks noChangeAspect="1"/>
          </p:cNvGraphicFramePr>
          <p:nvPr/>
        </p:nvGraphicFramePr>
        <p:xfrm>
          <a:off x="7620000" y="5478463"/>
          <a:ext cx="1119188" cy="1211262"/>
        </p:xfrm>
        <a:graphic>
          <a:graphicData uri="http://schemas.openxmlformats.org/presentationml/2006/ole">
            <mc:AlternateContent xmlns:mc="http://schemas.openxmlformats.org/markup-compatibility/2006">
              <mc:Choice xmlns:v="urn:schemas-microsoft-com:vml" Requires="v">
                <p:oleObj spid="_x0000_s252353" name="公式" r:id="rId25" imgW="289631" imgH="319851" progId="Equation.3">
                  <p:embed/>
                </p:oleObj>
              </mc:Choice>
              <mc:Fallback>
                <p:oleObj name="公式" r:id="rId25" imgW="289631" imgH="319851" progId="Equation.3">
                  <p:embed/>
                  <p:pic>
                    <p:nvPicPr>
                      <p:cNvPr id="196631" name="Object 2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620000" y="5478463"/>
                        <a:ext cx="1119188" cy="121126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85309247"/>
      </p:ext>
    </p:extLst>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ChangeArrowheads="1"/>
          </p:cNvSpPr>
          <p:nvPr/>
        </p:nvSpPr>
        <p:spPr bwMode="auto">
          <a:xfrm>
            <a:off x="0" y="322263"/>
            <a:ext cx="320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例：计算回路积分</a:t>
            </a:r>
          </a:p>
        </p:txBody>
      </p:sp>
      <p:sp>
        <p:nvSpPr>
          <p:cNvPr id="197637" name="Text Box 5"/>
          <p:cNvSpPr txBox="1">
            <a:spLocks noChangeArrowheads="1"/>
          </p:cNvSpPr>
          <p:nvPr/>
        </p:nvSpPr>
        <p:spPr bwMode="auto">
          <a:xfrm>
            <a:off x="0" y="1600200"/>
            <a:ext cx="9017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解：</a:t>
            </a:r>
          </a:p>
        </p:txBody>
      </p:sp>
      <p:sp>
        <p:nvSpPr>
          <p:cNvPr id="59396" name="Line 6"/>
          <p:cNvSpPr>
            <a:spLocks noChangeShapeType="1"/>
          </p:cNvSpPr>
          <p:nvPr/>
        </p:nvSpPr>
        <p:spPr bwMode="auto">
          <a:xfrm flipH="1">
            <a:off x="0" y="1447800"/>
            <a:ext cx="9144000" cy="76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197639" name="Object 7"/>
          <p:cNvGraphicFramePr>
            <a:graphicFrameLocks noChangeAspect="1"/>
          </p:cNvGraphicFramePr>
          <p:nvPr/>
        </p:nvGraphicFramePr>
        <p:xfrm>
          <a:off x="587375" y="5003800"/>
          <a:ext cx="5607050" cy="1192213"/>
        </p:xfrm>
        <a:graphic>
          <a:graphicData uri="http://schemas.openxmlformats.org/presentationml/2006/ole">
            <mc:AlternateContent xmlns:mc="http://schemas.openxmlformats.org/markup-compatibility/2006">
              <mc:Choice xmlns:v="urn:schemas-microsoft-com:vml" Requires="v">
                <p:oleObj spid="_x0000_s217722" name="公式" r:id="rId3" imgW="2286000" imgH="365666" progId="Equation.3">
                  <p:embed/>
                </p:oleObj>
              </mc:Choice>
              <mc:Fallback>
                <p:oleObj name="公式" r:id="rId3" imgW="2286000" imgH="365666" progId="Equation.3">
                  <p:embed/>
                  <p:pic>
                    <p:nvPicPr>
                      <p:cNvPr id="197639"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375" y="5003800"/>
                        <a:ext cx="5607050" cy="11922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398" name="Object 10"/>
          <p:cNvGraphicFramePr>
            <a:graphicFrameLocks noChangeAspect="1"/>
          </p:cNvGraphicFramePr>
          <p:nvPr/>
        </p:nvGraphicFramePr>
        <p:xfrm>
          <a:off x="7239000" y="228600"/>
          <a:ext cx="1662113" cy="600075"/>
        </p:xfrm>
        <a:graphic>
          <a:graphicData uri="http://schemas.openxmlformats.org/presentationml/2006/ole">
            <mc:AlternateContent xmlns:mc="http://schemas.openxmlformats.org/markup-compatibility/2006">
              <mc:Choice xmlns:v="urn:schemas-microsoft-com:vml" Requires="v">
                <p:oleObj spid="_x0000_s217723" name="公式" r:id="rId5" imgW="571606" imgH="129383" progId="Equation.3">
                  <p:embed/>
                </p:oleObj>
              </mc:Choice>
              <mc:Fallback>
                <p:oleObj name="公式" r:id="rId5" imgW="571606" imgH="129383" progId="Equation.3">
                  <p:embed/>
                  <p:pic>
                    <p:nvPicPr>
                      <p:cNvPr id="59398"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39000" y="228600"/>
                        <a:ext cx="1662113" cy="6000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7643" name="Object 11"/>
          <p:cNvGraphicFramePr>
            <a:graphicFrameLocks noChangeAspect="1"/>
          </p:cNvGraphicFramePr>
          <p:nvPr/>
        </p:nvGraphicFramePr>
        <p:xfrm>
          <a:off x="4495800" y="1447800"/>
          <a:ext cx="2590800" cy="1063625"/>
        </p:xfrm>
        <a:graphic>
          <a:graphicData uri="http://schemas.openxmlformats.org/presentationml/2006/ole">
            <mc:AlternateContent xmlns:mc="http://schemas.openxmlformats.org/markup-compatibility/2006">
              <mc:Choice xmlns:v="urn:schemas-microsoft-com:vml" Requires="v">
                <p:oleObj spid="_x0000_s217724" name="公式" r:id="rId7" imgW="952677" imgH="365666" progId="Equation.3">
                  <p:embed/>
                </p:oleObj>
              </mc:Choice>
              <mc:Fallback>
                <p:oleObj name="公式" r:id="rId7" imgW="952677" imgH="365666" progId="Equation.3">
                  <p:embed/>
                  <p:pic>
                    <p:nvPicPr>
                      <p:cNvPr id="197643"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95800" y="1447800"/>
                        <a:ext cx="2590800" cy="10636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7647" name="Line 15"/>
          <p:cNvSpPr>
            <a:spLocks noChangeShapeType="1"/>
          </p:cNvSpPr>
          <p:nvPr/>
        </p:nvSpPr>
        <p:spPr bwMode="auto">
          <a:xfrm flipH="1">
            <a:off x="0" y="4876800"/>
            <a:ext cx="9144000" cy="76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59401" name="Object 20"/>
          <p:cNvGraphicFramePr>
            <a:graphicFrameLocks noChangeAspect="1"/>
          </p:cNvGraphicFramePr>
          <p:nvPr/>
        </p:nvGraphicFramePr>
        <p:xfrm>
          <a:off x="3124200" y="0"/>
          <a:ext cx="2971800" cy="1308100"/>
        </p:xfrm>
        <a:graphic>
          <a:graphicData uri="http://schemas.openxmlformats.org/presentationml/2006/ole">
            <mc:AlternateContent xmlns:mc="http://schemas.openxmlformats.org/markup-compatibility/2006">
              <mc:Choice xmlns:v="urn:schemas-microsoft-com:vml" Requires="v">
                <p:oleObj spid="_x0000_s217725" name="公式" r:id="rId9" imgW="1081969" imgH="396209" progId="Equation.3">
                  <p:embed/>
                </p:oleObj>
              </mc:Choice>
              <mc:Fallback>
                <p:oleObj name="公式" r:id="rId9" imgW="1081969" imgH="396209" progId="Equation.3">
                  <p:embed/>
                  <p:pic>
                    <p:nvPicPr>
                      <p:cNvPr id="59401"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4200" y="0"/>
                        <a:ext cx="2971800" cy="13081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7654" name="Rectangle 22"/>
          <p:cNvSpPr>
            <a:spLocks noChangeArrowheads="1"/>
          </p:cNvSpPr>
          <p:nvPr/>
        </p:nvSpPr>
        <p:spPr bwMode="auto">
          <a:xfrm>
            <a:off x="838200" y="1600200"/>
            <a:ext cx="3200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被积函数的奇点为</a:t>
            </a:r>
          </a:p>
        </p:txBody>
      </p:sp>
      <p:sp>
        <p:nvSpPr>
          <p:cNvPr id="197655" name="Rectangle 23"/>
          <p:cNvSpPr>
            <a:spLocks noChangeArrowheads="1"/>
          </p:cNvSpPr>
          <p:nvPr/>
        </p:nvSpPr>
        <p:spPr bwMode="auto">
          <a:xfrm>
            <a:off x="0" y="3810000"/>
            <a:ext cx="3200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单位圆 </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z</a:t>
            </a: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 = 1 </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内的奇点为</a:t>
            </a:r>
          </a:p>
        </p:txBody>
      </p:sp>
      <p:graphicFrame>
        <p:nvGraphicFramePr>
          <p:cNvPr id="197656" name="Object 24"/>
          <p:cNvGraphicFramePr>
            <a:graphicFrameLocks noChangeAspect="1"/>
          </p:cNvGraphicFramePr>
          <p:nvPr/>
        </p:nvGraphicFramePr>
        <p:xfrm>
          <a:off x="3505200" y="3810000"/>
          <a:ext cx="2751138" cy="1063625"/>
        </p:xfrm>
        <a:graphic>
          <a:graphicData uri="http://schemas.openxmlformats.org/presentationml/2006/ole">
            <mc:AlternateContent xmlns:mc="http://schemas.openxmlformats.org/markup-compatibility/2006">
              <mc:Choice xmlns:v="urn:schemas-microsoft-com:vml" Requires="v">
                <p:oleObj spid="_x0000_s217726" name="公式" r:id="rId11" imgW="1013495" imgH="365666" progId="Equation.3">
                  <p:embed/>
                </p:oleObj>
              </mc:Choice>
              <mc:Fallback>
                <p:oleObj name="公式" r:id="rId11" imgW="1013495" imgH="365666" progId="Equation.3">
                  <p:embed/>
                  <p:pic>
                    <p:nvPicPr>
                      <p:cNvPr id="197656" name="Object 2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05200" y="3810000"/>
                        <a:ext cx="2751138" cy="10636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7657" name="Object 25"/>
          <p:cNvGraphicFramePr>
            <a:graphicFrameLocks noChangeAspect="1"/>
          </p:cNvGraphicFramePr>
          <p:nvPr/>
        </p:nvGraphicFramePr>
        <p:xfrm>
          <a:off x="304800" y="2590800"/>
          <a:ext cx="2430463" cy="1276350"/>
        </p:xfrm>
        <a:graphic>
          <a:graphicData uri="http://schemas.openxmlformats.org/presentationml/2006/ole">
            <mc:AlternateContent xmlns:mc="http://schemas.openxmlformats.org/markup-compatibility/2006">
              <mc:Choice xmlns:v="urn:schemas-microsoft-com:vml" Requires="v">
                <p:oleObj spid="_x0000_s217727" name="公式" r:id="rId13" imgW="891434" imgH="457294" progId="Equation.3">
                  <p:embed/>
                </p:oleObj>
              </mc:Choice>
              <mc:Fallback>
                <p:oleObj name="公式" r:id="rId13" imgW="891434" imgH="457294" progId="Equation.3">
                  <p:embed/>
                  <p:pic>
                    <p:nvPicPr>
                      <p:cNvPr id="197657" name="Object 2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4800" y="2590800"/>
                        <a:ext cx="2430463" cy="12763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7658" name="Object 26"/>
          <p:cNvGraphicFramePr>
            <a:graphicFrameLocks noChangeAspect="1"/>
          </p:cNvGraphicFramePr>
          <p:nvPr/>
        </p:nvGraphicFramePr>
        <p:xfrm>
          <a:off x="2819400" y="2667000"/>
          <a:ext cx="2782888" cy="1033463"/>
        </p:xfrm>
        <a:graphic>
          <a:graphicData uri="http://schemas.openxmlformats.org/presentationml/2006/ole">
            <mc:AlternateContent xmlns:mc="http://schemas.openxmlformats.org/markup-compatibility/2006">
              <mc:Choice xmlns:v="urn:schemas-microsoft-com:vml" Requires="v">
                <p:oleObj spid="_x0000_s217728" name="公式" r:id="rId15" imgW="1028806" imgH="358030" progId="Equation.3">
                  <p:embed/>
                </p:oleObj>
              </mc:Choice>
              <mc:Fallback>
                <p:oleObj name="公式" r:id="rId15" imgW="1028806" imgH="358030" progId="Equation.3">
                  <p:embed/>
                  <p:pic>
                    <p:nvPicPr>
                      <p:cNvPr id="197658" name="Object 2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19400" y="2667000"/>
                        <a:ext cx="2782888" cy="10334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7659" name="Object 27"/>
          <p:cNvGraphicFramePr>
            <a:graphicFrameLocks noChangeAspect="1"/>
          </p:cNvGraphicFramePr>
          <p:nvPr/>
        </p:nvGraphicFramePr>
        <p:xfrm>
          <a:off x="5562600" y="2743200"/>
          <a:ext cx="2368550" cy="941388"/>
        </p:xfrm>
        <a:graphic>
          <a:graphicData uri="http://schemas.openxmlformats.org/presentationml/2006/ole">
            <mc:AlternateContent xmlns:mc="http://schemas.openxmlformats.org/markup-compatibility/2006">
              <mc:Choice xmlns:v="urn:schemas-microsoft-com:vml" Requires="v">
                <p:oleObj spid="_x0000_s217729" name="公式" r:id="rId17" imgW="861237" imgH="319851" progId="Equation.3">
                  <p:embed/>
                </p:oleObj>
              </mc:Choice>
              <mc:Fallback>
                <p:oleObj name="公式" r:id="rId17" imgW="861237" imgH="319851" progId="Equation.3">
                  <p:embed/>
                  <p:pic>
                    <p:nvPicPr>
                      <p:cNvPr id="197659" name="Object 2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562600" y="2743200"/>
                        <a:ext cx="2368550" cy="9413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110872717"/>
      </p:ext>
    </p:extLst>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8658" name="Object 2"/>
          <p:cNvGraphicFramePr>
            <a:graphicFrameLocks noChangeAspect="1"/>
          </p:cNvGraphicFramePr>
          <p:nvPr/>
        </p:nvGraphicFramePr>
        <p:xfrm>
          <a:off x="1828800" y="2667000"/>
          <a:ext cx="4572000" cy="1858963"/>
        </p:xfrm>
        <a:graphic>
          <a:graphicData uri="http://schemas.openxmlformats.org/presentationml/2006/ole">
            <mc:AlternateContent xmlns:mc="http://schemas.openxmlformats.org/markup-compatibility/2006">
              <mc:Choice xmlns:v="urn:schemas-microsoft-com:vml" Requires="v">
                <p:oleObj spid="_x0000_s232875" name="公式" r:id="rId3" imgW="1523858" imgH="556134" progId="Equation.3">
                  <p:embed/>
                </p:oleObj>
              </mc:Choice>
              <mc:Fallback>
                <p:oleObj name="公式" r:id="rId3" imgW="1523858" imgH="556134" progId="Equation.3">
                  <p:embed/>
                  <p:pic>
                    <p:nvPicPr>
                      <p:cNvPr id="19865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2667000"/>
                        <a:ext cx="4572000" cy="18589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8659" name="Object 3"/>
          <p:cNvGraphicFramePr>
            <a:graphicFrameLocks noChangeAspect="1"/>
          </p:cNvGraphicFramePr>
          <p:nvPr/>
        </p:nvGraphicFramePr>
        <p:xfrm>
          <a:off x="1905000" y="1219200"/>
          <a:ext cx="5335588" cy="1295400"/>
        </p:xfrm>
        <a:graphic>
          <a:graphicData uri="http://schemas.openxmlformats.org/presentationml/2006/ole">
            <mc:AlternateContent xmlns:mc="http://schemas.openxmlformats.org/markup-compatibility/2006">
              <mc:Choice xmlns:v="urn:schemas-microsoft-com:vml" Requires="v">
                <p:oleObj spid="_x0000_s232876" name="公式" r:id="rId5" imgW="2171594" imgH="403844" progId="Equation.3">
                  <p:embed/>
                </p:oleObj>
              </mc:Choice>
              <mc:Fallback>
                <p:oleObj name="公式" r:id="rId5" imgW="2171594" imgH="403844" progId="Equation.3">
                  <p:embed/>
                  <p:pic>
                    <p:nvPicPr>
                      <p:cNvPr id="198659"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1219200"/>
                        <a:ext cx="5335588"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8660" name="Object 4"/>
          <p:cNvGraphicFramePr>
            <a:graphicFrameLocks noChangeAspect="1"/>
          </p:cNvGraphicFramePr>
          <p:nvPr/>
        </p:nvGraphicFramePr>
        <p:xfrm>
          <a:off x="609600" y="0"/>
          <a:ext cx="5867400" cy="1192213"/>
        </p:xfrm>
        <a:graphic>
          <a:graphicData uri="http://schemas.openxmlformats.org/presentationml/2006/ole">
            <mc:AlternateContent xmlns:mc="http://schemas.openxmlformats.org/markup-compatibility/2006">
              <mc:Choice xmlns:v="urn:schemas-microsoft-com:vml" Requires="v">
                <p:oleObj spid="_x0000_s232877" name="公式" r:id="rId7" imgW="2286000" imgH="365666" progId="Equation.3">
                  <p:embed/>
                </p:oleObj>
              </mc:Choice>
              <mc:Fallback>
                <p:oleObj name="公式" r:id="rId7" imgW="2286000" imgH="365666" progId="Equation.3">
                  <p:embed/>
                  <p:pic>
                    <p:nvPicPr>
                      <p:cNvPr id="19866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 y="0"/>
                        <a:ext cx="5867400" cy="11922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8661" name="Object 5"/>
          <p:cNvGraphicFramePr>
            <a:graphicFrameLocks noChangeAspect="1"/>
          </p:cNvGraphicFramePr>
          <p:nvPr/>
        </p:nvGraphicFramePr>
        <p:xfrm>
          <a:off x="6477000" y="2743200"/>
          <a:ext cx="2032000" cy="1260475"/>
        </p:xfrm>
        <a:graphic>
          <a:graphicData uri="http://schemas.openxmlformats.org/presentationml/2006/ole">
            <mc:AlternateContent xmlns:mc="http://schemas.openxmlformats.org/markup-compatibility/2006">
              <mc:Choice xmlns:v="urn:schemas-microsoft-com:vml" Requires="v">
                <p:oleObj spid="_x0000_s232878" name="公式" r:id="rId9" imgW="632425" imgH="358030" progId="Equation.3">
                  <p:embed/>
                </p:oleObj>
              </mc:Choice>
              <mc:Fallback>
                <p:oleObj name="公式" r:id="rId9" imgW="632425" imgH="358030" progId="Equation.3">
                  <p:embed/>
                  <p:pic>
                    <p:nvPicPr>
                      <p:cNvPr id="198661"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77000" y="2743200"/>
                        <a:ext cx="2032000" cy="12604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8662" name="Object 6"/>
          <p:cNvGraphicFramePr>
            <a:graphicFrameLocks noChangeAspect="1"/>
          </p:cNvGraphicFramePr>
          <p:nvPr/>
        </p:nvGraphicFramePr>
        <p:xfrm>
          <a:off x="0" y="4953000"/>
          <a:ext cx="2971800" cy="1308100"/>
        </p:xfrm>
        <a:graphic>
          <a:graphicData uri="http://schemas.openxmlformats.org/presentationml/2006/ole">
            <mc:AlternateContent xmlns:mc="http://schemas.openxmlformats.org/markup-compatibility/2006">
              <mc:Choice xmlns:v="urn:schemas-microsoft-com:vml" Requires="v">
                <p:oleObj spid="_x0000_s232879" name="公式" r:id="rId11" imgW="1081969" imgH="396209" progId="Equation.3">
                  <p:embed/>
                </p:oleObj>
              </mc:Choice>
              <mc:Fallback>
                <p:oleObj name="公式" r:id="rId11" imgW="1081969" imgH="396209" progId="Equation.3">
                  <p:embed/>
                  <p:pic>
                    <p:nvPicPr>
                      <p:cNvPr id="198662"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4953000"/>
                        <a:ext cx="2971800" cy="13081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8663" name="Object 7"/>
          <p:cNvGraphicFramePr>
            <a:graphicFrameLocks noChangeAspect="1"/>
          </p:cNvGraphicFramePr>
          <p:nvPr/>
        </p:nvGraphicFramePr>
        <p:xfrm>
          <a:off x="2971800" y="5181600"/>
          <a:ext cx="2952750" cy="704850"/>
        </p:xfrm>
        <a:graphic>
          <a:graphicData uri="http://schemas.openxmlformats.org/presentationml/2006/ole">
            <mc:AlternateContent xmlns:mc="http://schemas.openxmlformats.org/markup-compatibility/2006">
              <mc:Choice xmlns:v="urn:schemas-microsoft-com:vml" Requires="v">
                <p:oleObj spid="_x0000_s232880" name="公式" r:id="rId13" imgW="914400" imgH="152290" progId="Equation.3">
                  <p:embed/>
                </p:oleObj>
              </mc:Choice>
              <mc:Fallback>
                <p:oleObj name="公式" r:id="rId13" imgW="914400" imgH="152290" progId="Equation.3">
                  <p:embed/>
                  <p:pic>
                    <p:nvPicPr>
                      <p:cNvPr id="198663"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71800" y="5181600"/>
                        <a:ext cx="2952750" cy="7048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8664" name="Object 8"/>
          <p:cNvGraphicFramePr>
            <a:graphicFrameLocks noChangeAspect="1"/>
          </p:cNvGraphicFramePr>
          <p:nvPr/>
        </p:nvGraphicFramePr>
        <p:xfrm>
          <a:off x="5867400" y="4953000"/>
          <a:ext cx="1809750" cy="1260475"/>
        </p:xfrm>
        <a:graphic>
          <a:graphicData uri="http://schemas.openxmlformats.org/presentationml/2006/ole">
            <mc:AlternateContent xmlns:mc="http://schemas.openxmlformats.org/markup-compatibility/2006">
              <mc:Choice xmlns:v="urn:schemas-microsoft-com:vml" Requires="v">
                <p:oleObj spid="_x0000_s232881" name="公式" r:id="rId15" imgW="556295" imgH="358030" progId="Equation.3">
                  <p:embed/>
                </p:oleObj>
              </mc:Choice>
              <mc:Fallback>
                <p:oleObj name="公式" r:id="rId15" imgW="556295" imgH="358030" progId="Equation.3">
                  <p:embed/>
                  <p:pic>
                    <p:nvPicPr>
                      <p:cNvPr id="198664"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867400" y="4953000"/>
                        <a:ext cx="1809750" cy="12604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25698123"/>
      </p:ext>
    </p:extLst>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725" name="Text Box 45"/>
          <p:cNvSpPr txBox="1">
            <a:spLocks noChangeArrowheads="1"/>
          </p:cNvSpPr>
          <p:nvPr/>
        </p:nvSpPr>
        <p:spPr bwMode="auto">
          <a:xfrm>
            <a:off x="5791200" y="3228903"/>
            <a:ext cx="3276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至少高于          两阶</a:t>
            </a:r>
          </a:p>
        </p:txBody>
      </p:sp>
      <p:sp>
        <p:nvSpPr>
          <p:cNvPr id="61442" name="Rectangle 46"/>
          <p:cNvSpPr>
            <a:spLocks noChangeArrowheads="1"/>
          </p:cNvSpPr>
          <p:nvPr/>
        </p:nvSpPr>
        <p:spPr bwMode="auto">
          <a:xfrm>
            <a:off x="0" y="0"/>
            <a:ext cx="9144000" cy="762000"/>
          </a:xfrm>
          <a:prstGeom prst="rect">
            <a:avLst/>
          </a:prstGeom>
          <a:solidFill>
            <a:schemeClr val="accent1"/>
          </a:solidFill>
          <a:ln w="9525">
            <a:miter lim="800000"/>
            <a:headEnd/>
            <a:tailEnd/>
          </a:ln>
          <a:effectLst/>
          <a:scene3d>
            <a:camera prst="legacyPerspectiveBottom"/>
            <a:lightRig rig="legacyFlat3" dir="t"/>
          </a:scene3d>
          <a:sp3d extrusionH="1801800" prstMaterial="legacyPlastic">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1443" name="Text Box 2">
            <a:hlinkClick r:id="rId3" action="ppaction://hlinksldjump"/>
          </p:cNvPr>
          <p:cNvSpPr txBox="1">
            <a:spLocks noChangeArrowheads="1"/>
          </p:cNvSpPr>
          <p:nvPr/>
        </p:nvSpPr>
        <p:spPr bwMode="auto">
          <a:xfrm>
            <a:off x="1143000" y="152400"/>
            <a:ext cx="70866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Char char="§"/>
              <a:tabLst/>
              <a:defRPr/>
            </a:pPr>
            <a:r>
              <a:rPr kumimoji="1" lang="en-US" altLang="zh-CN" sz="2800" b="1" i="0" u="none" strike="noStrike" kern="1200" cap="none" spc="0" normalizeH="0" baseline="0" noProof="0" dirty="0">
                <a:ln>
                  <a:noFill/>
                </a:ln>
                <a:solidFill>
                  <a:srgbClr val="FFFFFF"/>
                </a:solidFill>
                <a:effectLst/>
                <a:uLnTx/>
                <a:uFillTx/>
                <a:latin typeface="楷体_GB2312" pitchFamily="49" charset="-122"/>
                <a:ea typeface="楷体_GB2312" pitchFamily="49" charset="-122"/>
                <a:cs typeface="+mn-cs"/>
              </a:rPr>
              <a:t>4.2 </a:t>
            </a:r>
            <a:r>
              <a:rPr kumimoji="1" lang="zh-CN" altLang="en-US" sz="2800" b="1" i="0" u="none" strike="noStrike" kern="1200" cap="none" spc="0" normalizeH="0" baseline="0" noProof="0" dirty="0">
                <a:ln>
                  <a:noFill/>
                </a:ln>
                <a:solidFill>
                  <a:srgbClr val="FFFFFF"/>
                </a:solidFill>
                <a:effectLst/>
                <a:uLnTx/>
                <a:uFillTx/>
                <a:latin typeface="楷体_GB2312" pitchFamily="49" charset="-122"/>
                <a:ea typeface="楷体_GB2312" pitchFamily="49" charset="-122"/>
                <a:cs typeface="+mn-cs"/>
              </a:rPr>
              <a:t>利用留数定理计算实变函数定积分</a:t>
            </a:r>
            <a:endParaRPr kumimoji="1" lang="zh-CN" altLang="en-US" sz="3600" b="1" i="0" u="none" strike="noStrike" kern="1200" cap="none" spc="0" normalizeH="0" baseline="0" noProof="0" dirty="0">
              <a:ln>
                <a:noFill/>
              </a:ln>
              <a:solidFill>
                <a:srgbClr val="FFFFFF"/>
              </a:solidFill>
              <a:effectLst/>
              <a:uLnTx/>
              <a:uFillTx/>
              <a:latin typeface="楷体_GB2312" pitchFamily="49" charset="-122"/>
              <a:ea typeface="楷体_GB2312" pitchFamily="49" charset="-122"/>
              <a:cs typeface="+mn-cs"/>
            </a:endParaRPr>
          </a:p>
        </p:txBody>
      </p:sp>
      <p:sp>
        <p:nvSpPr>
          <p:cNvPr id="199684" name="Line 4"/>
          <p:cNvSpPr>
            <a:spLocks noChangeShapeType="1"/>
          </p:cNvSpPr>
          <p:nvPr/>
        </p:nvSpPr>
        <p:spPr bwMode="auto">
          <a:xfrm flipH="1">
            <a:off x="0" y="3810000"/>
            <a:ext cx="9144000"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99687" name="Text Box 7"/>
          <p:cNvSpPr txBox="1">
            <a:spLocks noChangeArrowheads="1"/>
          </p:cNvSpPr>
          <p:nvPr/>
        </p:nvSpPr>
        <p:spPr bwMode="auto">
          <a:xfrm>
            <a:off x="0" y="1143000"/>
            <a:ext cx="23939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(1)</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、无穷积分</a:t>
            </a:r>
          </a:p>
        </p:txBody>
      </p:sp>
      <p:graphicFrame>
        <p:nvGraphicFramePr>
          <p:cNvPr id="199688" name="Object 8"/>
          <p:cNvGraphicFramePr>
            <a:graphicFrameLocks noChangeAspect="1"/>
          </p:cNvGraphicFramePr>
          <p:nvPr/>
        </p:nvGraphicFramePr>
        <p:xfrm>
          <a:off x="2971800" y="838200"/>
          <a:ext cx="2513013" cy="1169988"/>
        </p:xfrm>
        <a:graphic>
          <a:graphicData uri="http://schemas.openxmlformats.org/presentationml/2006/ole">
            <mc:AlternateContent xmlns:mc="http://schemas.openxmlformats.org/markup-compatibility/2006">
              <mc:Choice xmlns:v="urn:schemas-microsoft-com:vml" Requires="v">
                <p:oleObj spid="_x0000_s228786" name="公式" r:id="rId4" imgW="594573" imgH="251554" progId="Equation.3">
                  <p:embed/>
                </p:oleObj>
              </mc:Choice>
              <mc:Fallback>
                <p:oleObj name="公式" r:id="rId4" imgW="594573" imgH="251554" progId="Equation.3">
                  <p:embed/>
                  <p:pic>
                    <p:nvPicPr>
                      <p:cNvPr id="199688"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800" y="838200"/>
                        <a:ext cx="2513013" cy="11699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9690" name="Text Box 10"/>
          <p:cNvSpPr txBox="1">
            <a:spLocks noChangeArrowheads="1"/>
          </p:cNvSpPr>
          <p:nvPr/>
        </p:nvSpPr>
        <p:spPr bwMode="auto">
          <a:xfrm>
            <a:off x="0" y="1905000"/>
            <a:ext cx="8458200" cy="1373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若</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f(z) </a:t>
            </a:r>
            <a:r>
              <a:rPr kumimoji="1" lang="zh-CN" altLang="zh-CN"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在实轴上无</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奇点，在上半平面除有限个孤立奇点</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b</a:t>
            </a:r>
            <a:r>
              <a:rPr kumimoji="1" lang="en-US" altLang="zh-CN" sz="2800" b="1" i="1" u="none" strike="noStrike" kern="1200" cap="none" spc="0" normalizeH="0" baseline="-25000" noProof="0">
                <a:ln>
                  <a:noFill/>
                </a:ln>
                <a:solidFill>
                  <a:srgbClr val="FFFFFF"/>
                </a:solidFill>
                <a:effectLst/>
                <a:uLnTx/>
                <a:uFillTx/>
                <a:latin typeface="Book Antiqua" panose="02040602050305030304" pitchFamily="18" charset="0"/>
                <a:ea typeface="楷体_GB2312" pitchFamily="49" charset="-122"/>
                <a:cs typeface="+mn-cs"/>
              </a:rPr>
              <a:t>k</a:t>
            </a: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 (k=1,2,…,n) </a:t>
            </a:r>
            <a:r>
              <a:rPr kumimoji="1" lang="zh-CN" altLang="zh-CN"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外处处解析；在包括实轴在内的上半平面中</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，当</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z</a:t>
            </a: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 </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无穷时，</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z</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f(z)</a:t>
            </a:r>
            <a:r>
              <a:rPr kumimoji="1" lang="zh-CN" altLang="en-US"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一致趋于零，</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则</a:t>
            </a:r>
          </a:p>
        </p:txBody>
      </p:sp>
      <p:graphicFrame>
        <p:nvGraphicFramePr>
          <p:cNvPr id="199703" name="Object 23"/>
          <p:cNvGraphicFramePr>
            <a:graphicFrameLocks noChangeAspect="1"/>
          </p:cNvGraphicFramePr>
          <p:nvPr/>
        </p:nvGraphicFramePr>
        <p:xfrm>
          <a:off x="228600" y="3810000"/>
          <a:ext cx="2513013" cy="1169988"/>
        </p:xfrm>
        <a:graphic>
          <a:graphicData uri="http://schemas.openxmlformats.org/presentationml/2006/ole">
            <mc:AlternateContent xmlns:mc="http://schemas.openxmlformats.org/markup-compatibility/2006">
              <mc:Choice xmlns:v="urn:schemas-microsoft-com:vml" Requires="v">
                <p:oleObj spid="_x0000_s228787" name="公式" r:id="rId6" imgW="594573" imgH="251554" progId="Equation.3">
                  <p:embed/>
                </p:oleObj>
              </mc:Choice>
              <mc:Fallback>
                <p:oleObj name="公式" r:id="rId6" imgW="594573" imgH="251554" progId="Equation.3">
                  <p:embed/>
                  <p:pic>
                    <p:nvPicPr>
                      <p:cNvPr id="199703" name="Object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 y="3810000"/>
                        <a:ext cx="2513013" cy="11699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9704" name="Object 24"/>
          <p:cNvGraphicFramePr>
            <a:graphicFrameLocks noChangeAspect="1"/>
          </p:cNvGraphicFramePr>
          <p:nvPr/>
        </p:nvGraphicFramePr>
        <p:xfrm>
          <a:off x="381000" y="4724400"/>
          <a:ext cx="4454525" cy="1479550"/>
        </p:xfrm>
        <a:graphic>
          <a:graphicData uri="http://schemas.openxmlformats.org/presentationml/2006/ole">
            <mc:AlternateContent xmlns:mc="http://schemas.openxmlformats.org/markup-compatibility/2006">
              <mc:Choice xmlns:v="urn:schemas-microsoft-com:vml" Requires="v">
                <p:oleObj spid="_x0000_s228788" name="公式" r:id="rId8" imgW="1386911" imgH="358030" progId="Equation.3">
                  <p:embed/>
                </p:oleObj>
              </mc:Choice>
              <mc:Fallback>
                <p:oleObj name="公式" r:id="rId8" imgW="1386911" imgH="358030" progId="Equation.3">
                  <p:embed/>
                  <p:pic>
                    <p:nvPicPr>
                      <p:cNvPr id="199704" name="Object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1000" y="4724400"/>
                        <a:ext cx="4454525" cy="14795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9706" name="Line 26"/>
          <p:cNvSpPr>
            <a:spLocks noChangeShapeType="1"/>
          </p:cNvSpPr>
          <p:nvPr/>
        </p:nvSpPr>
        <p:spPr bwMode="auto">
          <a:xfrm>
            <a:off x="4953000" y="3810000"/>
            <a:ext cx="0" cy="2743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199720" name="Group 40"/>
          <p:cNvGrpSpPr>
            <a:grpSpLocks/>
          </p:cNvGrpSpPr>
          <p:nvPr/>
        </p:nvGrpSpPr>
        <p:grpSpPr bwMode="auto">
          <a:xfrm>
            <a:off x="5791200" y="4267200"/>
            <a:ext cx="2622550" cy="2286000"/>
            <a:chOff x="3643" y="2496"/>
            <a:chExt cx="1652" cy="1440"/>
          </a:xfrm>
        </p:grpSpPr>
        <p:sp>
          <p:nvSpPr>
            <p:cNvPr id="61457" name="Oval 29"/>
            <p:cNvSpPr>
              <a:spLocks noChangeArrowheads="1"/>
            </p:cNvSpPr>
            <p:nvPr/>
          </p:nvSpPr>
          <p:spPr bwMode="auto">
            <a:xfrm>
              <a:off x="3936" y="2784"/>
              <a:ext cx="1152" cy="1104"/>
            </a:xfrm>
            <a:prstGeom prst="ellipse">
              <a:avLst/>
            </a:prstGeom>
            <a:noFill/>
            <a:ln w="571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1458" name="Rectangle 30"/>
            <p:cNvSpPr>
              <a:spLocks noChangeArrowheads="1"/>
            </p:cNvSpPr>
            <p:nvPr/>
          </p:nvSpPr>
          <p:spPr bwMode="auto">
            <a:xfrm>
              <a:off x="3936" y="3408"/>
              <a:ext cx="1200" cy="528"/>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1459" name="Line 25"/>
            <p:cNvSpPr>
              <a:spLocks noChangeShapeType="1"/>
            </p:cNvSpPr>
            <p:nvPr/>
          </p:nvSpPr>
          <p:spPr bwMode="auto">
            <a:xfrm>
              <a:off x="3792" y="3408"/>
              <a:ext cx="1488"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1460" name="Line 31"/>
            <p:cNvSpPr>
              <a:spLocks noChangeShapeType="1"/>
            </p:cNvSpPr>
            <p:nvPr/>
          </p:nvSpPr>
          <p:spPr bwMode="auto">
            <a:xfrm flipH="1" flipV="1">
              <a:off x="4944" y="2976"/>
              <a:ext cx="96" cy="144"/>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1461" name="Oval 32"/>
            <p:cNvSpPr>
              <a:spLocks noChangeArrowheads="1"/>
            </p:cNvSpPr>
            <p:nvPr/>
          </p:nvSpPr>
          <p:spPr bwMode="auto">
            <a:xfrm>
              <a:off x="4320" y="3168"/>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61462" name="Object 33"/>
            <p:cNvGraphicFramePr>
              <a:graphicFrameLocks noChangeAspect="1"/>
            </p:cNvGraphicFramePr>
            <p:nvPr/>
          </p:nvGraphicFramePr>
          <p:xfrm>
            <a:off x="4416" y="2880"/>
            <a:ext cx="314" cy="447"/>
          </p:xfrm>
          <a:graphic>
            <a:graphicData uri="http://schemas.openxmlformats.org/presentationml/2006/ole">
              <mc:AlternateContent xmlns:mc="http://schemas.openxmlformats.org/markup-compatibility/2006">
                <mc:Choice xmlns:v="urn:schemas-microsoft-com:vml" Requires="v">
                  <p:oleObj spid="_x0000_s228789" name="公式" r:id="rId10" imgW="91440" imgH="152290" progId="Equation.3">
                    <p:embed/>
                  </p:oleObj>
                </mc:Choice>
                <mc:Fallback>
                  <p:oleObj name="公式" r:id="rId10" imgW="91440" imgH="152290" progId="Equation.3">
                    <p:embed/>
                    <p:pic>
                      <p:nvPicPr>
                        <p:cNvPr id="61462" name="Object 3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16" y="2880"/>
                          <a:ext cx="314" cy="44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63" name="Oval 34"/>
            <p:cNvSpPr>
              <a:spLocks noChangeArrowheads="1"/>
            </p:cNvSpPr>
            <p:nvPr/>
          </p:nvSpPr>
          <p:spPr bwMode="auto">
            <a:xfrm>
              <a:off x="4800" y="3120"/>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1464" name="Oval 35"/>
            <p:cNvSpPr>
              <a:spLocks noChangeArrowheads="1"/>
            </p:cNvSpPr>
            <p:nvPr/>
          </p:nvSpPr>
          <p:spPr bwMode="auto">
            <a:xfrm>
              <a:off x="4560" y="336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1465" name="Text Box 36"/>
            <p:cNvSpPr txBox="1">
              <a:spLocks noChangeArrowheads="1"/>
            </p:cNvSpPr>
            <p:nvPr/>
          </p:nvSpPr>
          <p:spPr bwMode="auto">
            <a:xfrm>
              <a:off x="4416" y="3312"/>
              <a:ext cx="294" cy="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40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o</a:t>
              </a:r>
              <a:endParaRPr kumimoji="1" lang="en-US" altLang="zh-CN" sz="40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61466" name="Text Box 37"/>
            <p:cNvSpPr txBox="1">
              <a:spLocks noChangeArrowheads="1"/>
            </p:cNvSpPr>
            <p:nvPr/>
          </p:nvSpPr>
          <p:spPr bwMode="auto">
            <a:xfrm>
              <a:off x="3643" y="3446"/>
              <a:ext cx="4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61467" name="Text Box 38"/>
            <p:cNvSpPr txBox="1">
              <a:spLocks noChangeArrowheads="1"/>
            </p:cNvSpPr>
            <p:nvPr/>
          </p:nvSpPr>
          <p:spPr bwMode="auto">
            <a:xfrm>
              <a:off x="4994" y="3408"/>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61468" name="Text Box 39"/>
            <p:cNvSpPr txBox="1">
              <a:spLocks noChangeArrowheads="1"/>
            </p:cNvSpPr>
            <p:nvPr/>
          </p:nvSpPr>
          <p:spPr bwMode="auto">
            <a:xfrm>
              <a:off x="3840" y="2496"/>
              <a:ext cx="41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C</a:t>
              </a:r>
              <a:r>
                <a:rPr kumimoji="1" lang="en-US" altLang="zh-CN" sz="3200" b="1" i="1" u="none" strike="noStrike" kern="1200" cap="none" spc="0" normalizeH="0" baseline="-25000" noProof="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grpSp>
      <p:graphicFrame>
        <p:nvGraphicFramePr>
          <p:cNvPr id="199721" name="Object 41"/>
          <p:cNvGraphicFramePr>
            <a:graphicFrameLocks noChangeAspect="1"/>
          </p:cNvGraphicFramePr>
          <p:nvPr>
            <p:extLst>
              <p:ext uri="{D42A27DB-BD31-4B8C-83A1-F6EECF244321}">
                <p14:modId xmlns:p14="http://schemas.microsoft.com/office/powerpoint/2010/main" val="3752142139"/>
              </p:ext>
            </p:extLst>
          </p:nvPr>
        </p:nvGraphicFramePr>
        <p:xfrm>
          <a:off x="-10967" y="3276599"/>
          <a:ext cx="2971800" cy="561975"/>
        </p:xfrm>
        <a:graphic>
          <a:graphicData uri="http://schemas.openxmlformats.org/presentationml/2006/ole">
            <mc:AlternateContent xmlns:mc="http://schemas.openxmlformats.org/markup-compatibility/2006">
              <mc:Choice xmlns:v="urn:schemas-microsoft-com:vml" Requires="v">
                <p:oleObj spid="_x0000_s228790" name="公式" r:id="rId12" imgW="1081969" imgH="129383" progId="Equation.3">
                  <p:embed/>
                </p:oleObj>
              </mc:Choice>
              <mc:Fallback>
                <p:oleObj name="公式" r:id="rId12" imgW="1081969" imgH="129383" progId="Equation.3">
                  <p:embed/>
                  <p:pic>
                    <p:nvPicPr>
                      <p:cNvPr id="199721" name="Object 4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967" y="3276599"/>
                        <a:ext cx="2971800" cy="5619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9722" name="Object 42"/>
          <p:cNvGraphicFramePr>
            <a:graphicFrameLocks noChangeAspect="1"/>
          </p:cNvGraphicFramePr>
          <p:nvPr>
            <p:extLst>
              <p:ext uri="{D42A27DB-BD31-4B8C-83A1-F6EECF244321}">
                <p14:modId xmlns:p14="http://schemas.microsoft.com/office/powerpoint/2010/main" val="777253685"/>
              </p:ext>
            </p:extLst>
          </p:nvPr>
        </p:nvGraphicFramePr>
        <p:xfrm>
          <a:off x="7295484" y="3213895"/>
          <a:ext cx="849313" cy="561975"/>
        </p:xfrm>
        <a:graphic>
          <a:graphicData uri="http://schemas.openxmlformats.org/presentationml/2006/ole">
            <mc:AlternateContent xmlns:mc="http://schemas.openxmlformats.org/markup-compatibility/2006">
              <mc:Choice xmlns:v="urn:schemas-microsoft-com:vml" Requires="v">
                <p:oleObj spid="_x0000_s228791" name="公式" r:id="rId14" imgW="251354" imgH="129383" progId="Equation.3">
                  <p:embed/>
                </p:oleObj>
              </mc:Choice>
              <mc:Fallback>
                <p:oleObj name="公式" r:id="rId14" imgW="251354" imgH="129383" progId="Equation.3">
                  <p:embed/>
                  <p:pic>
                    <p:nvPicPr>
                      <p:cNvPr id="199722" name="Object 4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295484" y="3213895"/>
                        <a:ext cx="849313" cy="5619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9723" name="Object 43"/>
          <p:cNvGraphicFramePr>
            <a:graphicFrameLocks noChangeAspect="1"/>
          </p:cNvGraphicFramePr>
          <p:nvPr>
            <p:extLst>
              <p:ext uri="{D42A27DB-BD31-4B8C-83A1-F6EECF244321}">
                <p14:modId xmlns:p14="http://schemas.microsoft.com/office/powerpoint/2010/main" val="2890016897"/>
              </p:ext>
            </p:extLst>
          </p:nvPr>
        </p:nvGraphicFramePr>
        <p:xfrm>
          <a:off x="4982641" y="3221760"/>
          <a:ext cx="877888" cy="561975"/>
        </p:xfrm>
        <a:graphic>
          <a:graphicData uri="http://schemas.openxmlformats.org/presentationml/2006/ole">
            <mc:AlternateContent xmlns:mc="http://schemas.openxmlformats.org/markup-compatibility/2006">
              <mc:Choice xmlns:v="urn:schemas-microsoft-com:vml" Requires="v">
                <p:oleObj spid="_x0000_s228792" name="公式" r:id="rId16" imgW="266665" imgH="129383" progId="Equation.3">
                  <p:embed/>
                </p:oleObj>
              </mc:Choice>
              <mc:Fallback>
                <p:oleObj name="公式" r:id="rId16" imgW="266665" imgH="129383" progId="Equation.3">
                  <p:embed/>
                  <p:pic>
                    <p:nvPicPr>
                      <p:cNvPr id="199723" name="Object 4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982641" y="3221760"/>
                        <a:ext cx="877888" cy="5619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9724" name="Text Box 44"/>
          <p:cNvSpPr txBox="1">
            <a:spLocks noChangeArrowheads="1"/>
          </p:cNvSpPr>
          <p:nvPr/>
        </p:nvSpPr>
        <p:spPr bwMode="auto">
          <a:xfrm>
            <a:off x="2888729" y="3272494"/>
            <a:ext cx="2643709"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则</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x</a:t>
            </a:r>
            <a:r>
              <a:rPr kumimoji="1" lang="en-US" altLang="zh-CN" sz="2800" b="1" i="0" u="none" strike="noStrike" kern="1200" cap="none" spc="0" normalizeH="0" baseline="0" noProof="0" dirty="0">
                <a:ln>
                  <a:noFill/>
                </a:ln>
                <a:solidFill>
                  <a:srgbClr val="FFFFFF"/>
                </a:solidFill>
                <a:effectLst/>
                <a:uLnTx/>
                <a:uFillTx/>
                <a:latin typeface="Calibri" panose="020F0502020204030204" pitchFamily="34" charset="0"/>
                <a:ea typeface="楷体_GB2312" pitchFamily="49" charset="-122"/>
                <a:cs typeface="Calibri" panose="020F0502020204030204" pitchFamily="34" charset="0"/>
              </a:rPr>
              <a:t>→</a:t>
            </a:r>
            <a:r>
              <a:rPr kumimoji="1" lang="zh-CN" altLang="en-US" sz="2800" b="1" i="0" u="none" strike="noStrike" kern="1200" cap="none" spc="0" normalizeH="0" baseline="0" noProof="0" dirty="0">
                <a:ln>
                  <a:noFill/>
                </a:ln>
                <a:solidFill>
                  <a:srgbClr val="FFFFFF"/>
                </a:solidFill>
                <a:effectLst/>
                <a:uLnTx/>
                <a:uFillTx/>
                <a:latin typeface="Calibri" panose="020F0502020204030204" pitchFamily="34" charset="0"/>
                <a:ea typeface="楷体_GB2312" pitchFamily="49" charset="-122"/>
                <a:cs typeface="Calibri" panose="020F0502020204030204" pitchFamily="34" charset="0"/>
              </a:rPr>
              <a:t>无穷大，</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endParaRPr>
          </a:p>
        </p:txBody>
      </p:sp>
    </p:spTree>
    <p:extLst>
      <p:ext uri="{BB962C8B-B14F-4D97-AF65-F5344CB8AC3E}">
        <p14:creationId xmlns:p14="http://schemas.microsoft.com/office/powerpoint/2010/main" val="2057952772"/>
      </p:ext>
    </p:extLst>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7" name="Line 3"/>
          <p:cNvSpPr>
            <a:spLocks noChangeShapeType="1"/>
          </p:cNvSpPr>
          <p:nvPr/>
        </p:nvSpPr>
        <p:spPr bwMode="auto">
          <a:xfrm flipH="1">
            <a:off x="0" y="2286000"/>
            <a:ext cx="9144000"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2467" name="Text Box 4"/>
          <p:cNvSpPr txBox="1">
            <a:spLocks noChangeArrowheads="1"/>
          </p:cNvSpPr>
          <p:nvPr/>
        </p:nvSpPr>
        <p:spPr bwMode="auto">
          <a:xfrm>
            <a:off x="228600" y="228600"/>
            <a:ext cx="12604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证明：</a:t>
            </a:r>
          </a:p>
        </p:txBody>
      </p:sp>
      <p:graphicFrame>
        <p:nvGraphicFramePr>
          <p:cNvPr id="200709" name="Object 5"/>
          <p:cNvGraphicFramePr>
            <a:graphicFrameLocks noChangeAspect="1"/>
          </p:cNvGraphicFramePr>
          <p:nvPr/>
        </p:nvGraphicFramePr>
        <p:xfrm>
          <a:off x="0" y="5410200"/>
          <a:ext cx="2513013" cy="1169988"/>
        </p:xfrm>
        <a:graphic>
          <a:graphicData uri="http://schemas.openxmlformats.org/presentationml/2006/ole">
            <mc:AlternateContent xmlns:mc="http://schemas.openxmlformats.org/markup-compatibility/2006">
              <mc:Choice xmlns:v="urn:schemas-microsoft-com:vml" Requires="v">
                <p:oleObj spid="_x0000_s204617" name="公式" r:id="rId3" imgW="594573" imgH="251554" progId="Equation.3">
                  <p:embed/>
                </p:oleObj>
              </mc:Choice>
              <mc:Fallback>
                <p:oleObj name="公式" r:id="rId3" imgW="594573" imgH="251554" progId="Equation.3">
                  <p:embed/>
                  <p:pic>
                    <p:nvPicPr>
                      <p:cNvPr id="200709"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410200"/>
                        <a:ext cx="2513013" cy="11699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0711" name="Object 7"/>
          <p:cNvGraphicFramePr>
            <a:graphicFrameLocks noChangeAspect="1"/>
          </p:cNvGraphicFramePr>
          <p:nvPr/>
        </p:nvGraphicFramePr>
        <p:xfrm>
          <a:off x="1219200" y="0"/>
          <a:ext cx="7500938" cy="1101725"/>
        </p:xfrm>
        <a:graphic>
          <a:graphicData uri="http://schemas.openxmlformats.org/presentationml/2006/ole">
            <mc:AlternateContent xmlns:mc="http://schemas.openxmlformats.org/markup-compatibility/2006">
              <mc:Choice xmlns:v="urn:schemas-microsoft-com:vml" Requires="v">
                <p:oleObj spid="_x0000_s204618" name="公式" r:id="rId5" imgW="2339163" imgH="282097" progId="Equation.3">
                  <p:embed/>
                </p:oleObj>
              </mc:Choice>
              <mc:Fallback>
                <p:oleObj name="公式" r:id="rId5" imgW="2339163" imgH="282097" progId="Equation.3">
                  <p:embed/>
                  <p:pic>
                    <p:nvPicPr>
                      <p:cNvPr id="200711"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9200" y="0"/>
                        <a:ext cx="7500938" cy="11017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0712" name="Object 8"/>
          <p:cNvGraphicFramePr>
            <a:graphicFrameLocks noChangeAspect="1"/>
          </p:cNvGraphicFramePr>
          <p:nvPr/>
        </p:nvGraphicFramePr>
        <p:xfrm>
          <a:off x="2971800" y="990600"/>
          <a:ext cx="3962400" cy="1327150"/>
        </p:xfrm>
        <a:graphic>
          <a:graphicData uri="http://schemas.openxmlformats.org/presentationml/2006/ole">
            <mc:AlternateContent xmlns:mc="http://schemas.openxmlformats.org/markup-compatibility/2006">
              <mc:Choice xmlns:v="urn:schemas-microsoft-com:vml" Requires="v">
                <p:oleObj spid="_x0000_s204619" name="公式" r:id="rId7" imgW="1386911" imgH="358030" progId="Equation.3">
                  <p:embed/>
                </p:oleObj>
              </mc:Choice>
              <mc:Fallback>
                <p:oleObj name="公式" r:id="rId7" imgW="1386911" imgH="358030" progId="Equation.3">
                  <p:embed/>
                  <p:pic>
                    <p:nvPicPr>
                      <p:cNvPr id="200712"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71800" y="990600"/>
                        <a:ext cx="3962400" cy="13271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471" name="Line 9"/>
          <p:cNvSpPr>
            <a:spLocks noChangeShapeType="1"/>
          </p:cNvSpPr>
          <p:nvPr/>
        </p:nvSpPr>
        <p:spPr bwMode="auto">
          <a:xfrm>
            <a:off x="6477000" y="4114800"/>
            <a:ext cx="0" cy="2743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62472" name="Group 10"/>
          <p:cNvGrpSpPr>
            <a:grpSpLocks/>
          </p:cNvGrpSpPr>
          <p:nvPr/>
        </p:nvGrpSpPr>
        <p:grpSpPr bwMode="auto">
          <a:xfrm>
            <a:off x="6521450" y="4343400"/>
            <a:ext cx="2622550" cy="2286000"/>
            <a:chOff x="3643" y="2496"/>
            <a:chExt cx="1652" cy="1440"/>
          </a:xfrm>
        </p:grpSpPr>
        <p:sp>
          <p:nvSpPr>
            <p:cNvPr id="62480" name="Oval 11"/>
            <p:cNvSpPr>
              <a:spLocks noChangeArrowheads="1"/>
            </p:cNvSpPr>
            <p:nvPr/>
          </p:nvSpPr>
          <p:spPr bwMode="auto">
            <a:xfrm>
              <a:off x="3936" y="2784"/>
              <a:ext cx="1152" cy="1104"/>
            </a:xfrm>
            <a:prstGeom prst="ellipse">
              <a:avLst/>
            </a:prstGeom>
            <a:noFill/>
            <a:ln w="571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2481" name="Rectangle 12"/>
            <p:cNvSpPr>
              <a:spLocks noChangeArrowheads="1"/>
            </p:cNvSpPr>
            <p:nvPr/>
          </p:nvSpPr>
          <p:spPr bwMode="auto">
            <a:xfrm>
              <a:off x="3936" y="3408"/>
              <a:ext cx="1200" cy="528"/>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2482" name="Line 13"/>
            <p:cNvSpPr>
              <a:spLocks noChangeShapeType="1"/>
            </p:cNvSpPr>
            <p:nvPr/>
          </p:nvSpPr>
          <p:spPr bwMode="auto">
            <a:xfrm>
              <a:off x="3792" y="3408"/>
              <a:ext cx="1488"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2483" name="Line 14"/>
            <p:cNvSpPr>
              <a:spLocks noChangeShapeType="1"/>
            </p:cNvSpPr>
            <p:nvPr/>
          </p:nvSpPr>
          <p:spPr bwMode="auto">
            <a:xfrm flipH="1" flipV="1">
              <a:off x="4944" y="2976"/>
              <a:ext cx="96" cy="144"/>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2484" name="Oval 15"/>
            <p:cNvSpPr>
              <a:spLocks noChangeArrowheads="1"/>
            </p:cNvSpPr>
            <p:nvPr/>
          </p:nvSpPr>
          <p:spPr bwMode="auto">
            <a:xfrm>
              <a:off x="4320" y="3168"/>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62485" name="Object 16"/>
            <p:cNvGraphicFramePr>
              <a:graphicFrameLocks noChangeAspect="1"/>
            </p:cNvGraphicFramePr>
            <p:nvPr/>
          </p:nvGraphicFramePr>
          <p:xfrm>
            <a:off x="4416" y="2880"/>
            <a:ext cx="314" cy="447"/>
          </p:xfrm>
          <a:graphic>
            <a:graphicData uri="http://schemas.openxmlformats.org/presentationml/2006/ole">
              <mc:AlternateContent xmlns:mc="http://schemas.openxmlformats.org/markup-compatibility/2006">
                <mc:Choice xmlns:v="urn:schemas-microsoft-com:vml" Requires="v">
                  <p:oleObj spid="_x0000_s204620" name="公式" r:id="rId9" imgW="91440" imgH="152290" progId="Equation.3">
                    <p:embed/>
                  </p:oleObj>
                </mc:Choice>
                <mc:Fallback>
                  <p:oleObj name="公式" r:id="rId9" imgW="91440" imgH="152290" progId="Equation.3">
                    <p:embed/>
                    <p:pic>
                      <p:nvPicPr>
                        <p:cNvPr id="62485"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16" y="2880"/>
                          <a:ext cx="314" cy="44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486" name="Oval 17"/>
            <p:cNvSpPr>
              <a:spLocks noChangeArrowheads="1"/>
            </p:cNvSpPr>
            <p:nvPr/>
          </p:nvSpPr>
          <p:spPr bwMode="auto">
            <a:xfrm>
              <a:off x="4800" y="3120"/>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2487" name="Oval 18"/>
            <p:cNvSpPr>
              <a:spLocks noChangeArrowheads="1"/>
            </p:cNvSpPr>
            <p:nvPr/>
          </p:nvSpPr>
          <p:spPr bwMode="auto">
            <a:xfrm>
              <a:off x="4560" y="336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2488" name="Text Box 19"/>
            <p:cNvSpPr txBox="1">
              <a:spLocks noChangeArrowheads="1"/>
            </p:cNvSpPr>
            <p:nvPr/>
          </p:nvSpPr>
          <p:spPr bwMode="auto">
            <a:xfrm>
              <a:off x="4416" y="3312"/>
              <a:ext cx="294" cy="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40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o</a:t>
              </a:r>
              <a:endParaRPr kumimoji="1" lang="en-US" altLang="zh-CN" sz="40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62489" name="Text Box 20"/>
            <p:cNvSpPr txBox="1">
              <a:spLocks noChangeArrowheads="1"/>
            </p:cNvSpPr>
            <p:nvPr/>
          </p:nvSpPr>
          <p:spPr bwMode="auto">
            <a:xfrm>
              <a:off x="3643" y="3446"/>
              <a:ext cx="4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62490" name="Text Box 21"/>
            <p:cNvSpPr txBox="1">
              <a:spLocks noChangeArrowheads="1"/>
            </p:cNvSpPr>
            <p:nvPr/>
          </p:nvSpPr>
          <p:spPr bwMode="auto">
            <a:xfrm>
              <a:off x="4994" y="3408"/>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62491" name="Text Box 22"/>
            <p:cNvSpPr txBox="1">
              <a:spLocks noChangeArrowheads="1"/>
            </p:cNvSpPr>
            <p:nvPr/>
          </p:nvSpPr>
          <p:spPr bwMode="auto">
            <a:xfrm>
              <a:off x="3840" y="2496"/>
              <a:ext cx="41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C</a:t>
              </a:r>
              <a:r>
                <a:rPr kumimoji="1" lang="en-US" altLang="zh-CN" sz="3200" b="1" i="1" u="none" strike="noStrike" kern="1200" cap="none" spc="0" normalizeH="0" baseline="-25000" noProof="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grpSp>
      <p:graphicFrame>
        <p:nvGraphicFramePr>
          <p:cNvPr id="200727" name="Object 23"/>
          <p:cNvGraphicFramePr>
            <a:graphicFrameLocks noChangeAspect="1"/>
          </p:cNvGraphicFramePr>
          <p:nvPr/>
        </p:nvGraphicFramePr>
        <p:xfrm>
          <a:off x="0" y="2438400"/>
          <a:ext cx="2881313" cy="1185863"/>
        </p:xfrm>
        <a:graphic>
          <a:graphicData uri="http://schemas.openxmlformats.org/presentationml/2006/ole">
            <mc:AlternateContent xmlns:mc="http://schemas.openxmlformats.org/markup-compatibility/2006">
              <mc:Choice xmlns:v="urn:schemas-microsoft-com:vml" Requires="v">
                <p:oleObj spid="_x0000_s204621" name="公式" r:id="rId11" imgW="853582" imgH="305004" progId="Equation.3">
                  <p:embed/>
                </p:oleObj>
              </mc:Choice>
              <mc:Fallback>
                <p:oleObj name="公式" r:id="rId11" imgW="853582" imgH="305004" progId="Equation.3">
                  <p:embed/>
                  <p:pic>
                    <p:nvPicPr>
                      <p:cNvPr id="200727" name="Object 2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2438400"/>
                        <a:ext cx="2881313" cy="11858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0728" name="Object 24"/>
          <p:cNvGraphicFramePr>
            <a:graphicFrameLocks noChangeAspect="1"/>
          </p:cNvGraphicFramePr>
          <p:nvPr/>
        </p:nvGraphicFramePr>
        <p:xfrm>
          <a:off x="2895600" y="2286000"/>
          <a:ext cx="3670300" cy="1462088"/>
        </p:xfrm>
        <a:graphic>
          <a:graphicData uri="http://schemas.openxmlformats.org/presentationml/2006/ole">
            <mc:AlternateContent xmlns:mc="http://schemas.openxmlformats.org/markup-compatibility/2006">
              <mc:Choice xmlns:v="urn:schemas-microsoft-com:vml" Requires="v">
                <p:oleObj spid="_x0000_s204622" name="公式" r:id="rId13" imgW="1104935" imgH="396209" progId="Equation.3">
                  <p:embed/>
                </p:oleObj>
              </mc:Choice>
              <mc:Fallback>
                <p:oleObj name="公式" r:id="rId13" imgW="1104935" imgH="396209" progId="Equation.3">
                  <p:embed/>
                  <p:pic>
                    <p:nvPicPr>
                      <p:cNvPr id="200728" name="Object 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95600" y="2286000"/>
                        <a:ext cx="3670300" cy="14620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0729" name="Object 25"/>
          <p:cNvGraphicFramePr>
            <a:graphicFrameLocks noChangeAspect="1"/>
          </p:cNvGraphicFramePr>
          <p:nvPr/>
        </p:nvGraphicFramePr>
        <p:xfrm>
          <a:off x="0" y="3657600"/>
          <a:ext cx="4064000" cy="1219200"/>
        </p:xfrm>
        <a:graphic>
          <a:graphicData uri="http://schemas.openxmlformats.org/presentationml/2006/ole">
            <mc:AlternateContent xmlns:mc="http://schemas.openxmlformats.org/markup-compatibility/2006">
              <mc:Choice xmlns:v="urn:schemas-microsoft-com:vml" Requires="v">
                <p:oleObj spid="_x0000_s204623" name="公式" r:id="rId15" imgW="1234653" imgH="319851" progId="Equation.3">
                  <p:embed/>
                </p:oleObj>
              </mc:Choice>
              <mc:Fallback>
                <p:oleObj name="公式" r:id="rId15" imgW="1234653" imgH="319851" progId="Equation.3">
                  <p:embed/>
                  <p:pic>
                    <p:nvPicPr>
                      <p:cNvPr id="200729" name="Object 2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3657600"/>
                        <a:ext cx="4064000" cy="1219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0730" name="Object 26"/>
          <p:cNvGraphicFramePr>
            <a:graphicFrameLocks noChangeAspect="1"/>
          </p:cNvGraphicFramePr>
          <p:nvPr/>
        </p:nvGraphicFramePr>
        <p:xfrm>
          <a:off x="4114800" y="3962400"/>
          <a:ext cx="744538" cy="547688"/>
        </p:xfrm>
        <a:graphic>
          <a:graphicData uri="http://schemas.openxmlformats.org/presentationml/2006/ole">
            <mc:AlternateContent xmlns:mc="http://schemas.openxmlformats.org/markup-compatibility/2006">
              <mc:Choice xmlns:v="urn:schemas-microsoft-com:vml" Requires="v">
                <p:oleObj spid="_x0000_s204624" name="公式" r:id="rId17" imgW="167569" imgH="99264" progId="Equation.3">
                  <p:embed/>
                </p:oleObj>
              </mc:Choice>
              <mc:Fallback>
                <p:oleObj name="公式" r:id="rId17" imgW="167569" imgH="99264" progId="Equation.3">
                  <p:embed/>
                  <p:pic>
                    <p:nvPicPr>
                      <p:cNvPr id="200730" name="Object 2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114800" y="3962400"/>
                        <a:ext cx="744538" cy="5476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477" name="Line 27"/>
          <p:cNvSpPr>
            <a:spLocks noChangeShapeType="1"/>
          </p:cNvSpPr>
          <p:nvPr/>
        </p:nvSpPr>
        <p:spPr bwMode="auto">
          <a:xfrm>
            <a:off x="6477000" y="4114800"/>
            <a:ext cx="2667000"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200732" name="Object 28"/>
          <p:cNvGraphicFramePr>
            <a:graphicFrameLocks noChangeAspect="1"/>
          </p:cNvGraphicFramePr>
          <p:nvPr/>
        </p:nvGraphicFramePr>
        <p:xfrm>
          <a:off x="2438400" y="5334000"/>
          <a:ext cx="3886200" cy="1295400"/>
        </p:xfrm>
        <a:graphic>
          <a:graphicData uri="http://schemas.openxmlformats.org/presentationml/2006/ole">
            <mc:AlternateContent xmlns:mc="http://schemas.openxmlformats.org/markup-compatibility/2006">
              <mc:Choice xmlns:v="urn:schemas-microsoft-com:vml" Requires="v">
                <p:oleObj spid="_x0000_s204625" name="公式" r:id="rId19" imgW="1386911" imgH="358030" progId="Equation.3">
                  <p:embed/>
                </p:oleObj>
              </mc:Choice>
              <mc:Fallback>
                <p:oleObj name="公式" r:id="rId19" imgW="1386911" imgH="358030" progId="Equation.3">
                  <p:embed/>
                  <p:pic>
                    <p:nvPicPr>
                      <p:cNvPr id="200732" name="Object 2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38400" y="5334000"/>
                        <a:ext cx="3886200"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0733" name="Line 29"/>
          <p:cNvSpPr>
            <a:spLocks noChangeShapeType="1"/>
          </p:cNvSpPr>
          <p:nvPr/>
        </p:nvSpPr>
        <p:spPr bwMode="auto">
          <a:xfrm flipH="1">
            <a:off x="0" y="4953000"/>
            <a:ext cx="6477000"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914658884"/>
      </p:ext>
    </p:extLst>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ChangeArrowheads="1"/>
          </p:cNvSpPr>
          <p:nvPr/>
        </p:nvSpPr>
        <p:spPr bwMode="auto">
          <a:xfrm>
            <a:off x="0" y="322263"/>
            <a:ext cx="320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例：计算积分</a:t>
            </a:r>
          </a:p>
        </p:txBody>
      </p:sp>
      <p:sp>
        <p:nvSpPr>
          <p:cNvPr id="201731" name="Text Box 3"/>
          <p:cNvSpPr txBox="1">
            <a:spLocks noChangeArrowheads="1"/>
          </p:cNvSpPr>
          <p:nvPr/>
        </p:nvSpPr>
        <p:spPr bwMode="auto">
          <a:xfrm>
            <a:off x="0" y="1524000"/>
            <a:ext cx="9017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解：</a:t>
            </a:r>
          </a:p>
        </p:txBody>
      </p:sp>
      <p:sp>
        <p:nvSpPr>
          <p:cNvPr id="63492" name="Line 4"/>
          <p:cNvSpPr>
            <a:spLocks noChangeShapeType="1"/>
          </p:cNvSpPr>
          <p:nvPr/>
        </p:nvSpPr>
        <p:spPr bwMode="auto">
          <a:xfrm flipH="1">
            <a:off x="0" y="1524000"/>
            <a:ext cx="9144000"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63493" name="Object 9"/>
          <p:cNvGraphicFramePr>
            <a:graphicFrameLocks noChangeAspect="1"/>
          </p:cNvGraphicFramePr>
          <p:nvPr/>
        </p:nvGraphicFramePr>
        <p:xfrm>
          <a:off x="2297113" y="0"/>
          <a:ext cx="2797175" cy="1246188"/>
        </p:xfrm>
        <a:graphic>
          <a:graphicData uri="http://schemas.openxmlformats.org/presentationml/2006/ole">
            <mc:AlternateContent xmlns:mc="http://schemas.openxmlformats.org/markup-compatibility/2006">
              <mc:Choice xmlns:v="urn:schemas-microsoft-com:vml" Requires="v">
                <p:oleObj spid="_x0000_s233899" name="公式" r:id="rId3" imgW="739175" imgH="319851" progId="Equation.3">
                  <p:embed/>
                </p:oleObj>
              </mc:Choice>
              <mc:Fallback>
                <p:oleObj name="公式" r:id="rId3" imgW="739175" imgH="319851" progId="Equation.3">
                  <p:embed/>
                  <p:pic>
                    <p:nvPicPr>
                      <p:cNvPr id="63493"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7113" y="0"/>
                        <a:ext cx="2797175" cy="12461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1739" name="Rectangle 11"/>
          <p:cNvSpPr>
            <a:spLocks noChangeArrowheads="1"/>
          </p:cNvSpPr>
          <p:nvPr/>
        </p:nvSpPr>
        <p:spPr bwMode="auto">
          <a:xfrm>
            <a:off x="0" y="3352800"/>
            <a:ext cx="3962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上半平面奇点为</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z</a:t>
            </a:r>
            <a:r>
              <a:rPr kumimoji="1" lang="en-US" altLang="zh-CN" sz="2800" b="1" i="1" u="none" strike="noStrike" kern="1200" cap="none" spc="0" normalizeH="0" baseline="-2500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0</a:t>
            </a: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 = i</a:t>
            </a:r>
            <a:endPar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endParaRPr>
          </a:p>
        </p:txBody>
      </p:sp>
      <p:graphicFrame>
        <p:nvGraphicFramePr>
          <p:cNvPr id="201744" name="Object 16"/>
          <p:cNvGraphicFramePr>
            <a:graphicFrameLocks noChangeAspect="1"/>
          </p:cNvGraphicFramePr>
          <p:nvPr/>
        </p:nvGraphicFramePr>
        <p:xfrm>
          <a:off x="1143000" y="1828800"/>
          <a:ext cx="2286000" cy="1143000"/>
        </p:xfrm>
        <a:graphic>
          <a:graphicData uri="http://schemas.openxmlformats.org/presentationml/2006/ole">
            <mc:AlternateContent xmlns:mc="http://schemas.openxmlformats.org/markup-compatibility/2006">
              <mc:Choice xmlns:v="urn:schemas-microsoft-com:vml" Requires="v">
                <p:oleObj spid="_x0000_s233900" name="公式" r:id="rId5" imgW="762142" imgH="319851" progId="Equation.3">
                  <p:embed/>
                </p:oleObj>
              </mc:Choice>
              <mc:Fallback>
                <p:oleObj name="公式" r:id="rId5" imgW="762142" imgH="319851" progId="Equation.3">
                  <p:embed/>
                  <p:pic>
                    <p:nvPicPr>
                      <p:cNvPr id="201744"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1828800"/>
                        <a:ext cx="2286000" cy="11430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1745" name="Object 17"/>
          <p:cNvGraphicFramePr>
            <a:graphicFrameLocks noChangeAspect="1"/>
          </p:cNvGraphicFramePr>
          <p:nvPr/>
        </p:nvGraphicFramePr>
        <p:xfrm>
          <a:off x="3429000" y="1828800"/>
          <a:ext cx="2459038" cy="1222375"/>
        </p:xfrm>
        <a:graphic>
          <a:graphicData uri="http://schemas.openxmlformats.org/presentationml/2006/ole">
            <mc:AlternateContent xmlns:mc="http://schemas.openxmlformats.org/markup-compatibility/2006">
              <mc:Choice xmlns:v="urn:schemas-microsoft-com:vml" Requires="v">
                <p:oleObj spid="_x0000_s233901" name="公式" r:id="rId7" imgW="822960" imgH="342759" progId="Equation.3">
                  <p:embed/>
                </p:oleObj>
              </mc:Choice>
              <mc:Fallback>
                <p:oleObj name="公式" r:id="rId7" imgW="822960" imgH="342759" progId="Equation.3">
                  <p:embed/>
                  <p:pic>
                    <p:nvPicPr>
                      <p:cNvPr id="201745"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29000" y="1828800"/>
                        <a:ext cx="2459038" cy="12223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1746" name="Object 18"/>
          <p:cNvGraphicFramePr>
            <a:graphicFrameLocks noChangeAspect="1"/>
          </p:cNvGraphicFramePr>
          <p:nvPr/>
        </p:nvGraphicFramePr>
        <p:xfrm>
          <a:off x="539750" y="4264025"/>
          <a:ext cx="2813050" cy="641350"/>
        </p:xfrm>
        <a:graphic>
          <a:graphicData uri="http://schemas.openxmlformats.org/presentationml/2006/ole">
            <mc:AlternateContent xmlns:mc="http://schemas.openxmlformats.org/markup-compatibility/2006">
              <mc:Choice xmlns:v="urn:schemas-microsoft-com:vml" Requires="v">
                <p:oleObj spid="_x0000_s233902" name="公式" r:id="rId9" imgW="952677" imgH="129383" progId="Equation.3">
                  <p:embed/>
                </p:oleObj>
              </mc:Choice>
              <mc:Fallback>
                <p:oleObj name="公式" r:id="rId9" imgW="952677" imgH="129383" progId="Equation.3">
                  <p:embed/>
                  <p:pic>
                    <p:nvPicPr>
                      <p:cNvPr id="201746"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9750" y="4264025"/>
                        <a:ext cx="2813050" cy="6413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1747" name="Object 19"/>
          <p:cNvGraphicFramePr>
            <a:graphicFrameLocks noChangeAspect="1"/>
          </p:cNvGraphicFramePr>
          <p:nvPr/>
        </p:nvGraphicFramePr>
        <p:xfrm>
          <a:off x="3276600" y="4191000"/>
          <a:ext cx="3506788" cy="889000"/>
        </p:xfrm>
        <a:graphic>
          <a:graphicData uri="http://schemas.openxmlformats.org/presentationml/2006/ole">
            <mc:AlternateContent xmlns:mc="http://schemas.openxmlformats.org/markup-compatibility/2006">
              <mc:Choice xmlns:v="urn:schemas-microsoft-com:vml" Requires="v">
                <p:oleObj spid="_x0000_s233903" name="公式" r:id="rId11" imgW="1204031" imgH="205740" progId="Equation.3">
                  <p:embed/>
                </p:oleObj>
              </mc:Choice>
              <mc:Fallback>
                <p:oleObj name="公式" r:id="rId11" imgW="1204031" imgH="205740" progId="Equation.3">
                  <p:embed/>
                  <p:pic>
                    <p:nvPicPr>
                      <p:cNvPr id="201747"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76600" y="4191000"/>
                        <a:ext cx="3506788" cy="8890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1748" name="Object 20"/>
          <p:cNvGraphicFramePr>
            <a:graphicFrameLocks noChangeAspect="1"/>
          </p:cNvGraphicFramePr>
          <p:nvPr/>
        </p:nvGraphicFramePr>
        <p:xfrm>
          <a:off x="914400" y="4876800"/>
          <a:ext cx="1592263" cy="1247775"/>
        </p:xfrm>
        <a:graphic>
          <a:graphicData uri="http://schemas.openxmlformats.org/presentationml/2006/ole">
            <mc:AlternateContent xmlns:mc="http://schemas.openxmlformats.org/markup-compatibility/2006">
              <mc:Choice xmlns:v="urn:schemas-microsoft-com:vml" Requires="v">
                <p:oleObj spid="_x0000_s233904" name="公式" r:id="rId13" imgW="510363" imgH="319851" progId="Equation.3">
                  <p:embed/>
                </p:oleObj>
              </mc:Choice>
              <mc:Fallback>
                <p:oleObj name="公式" r:id="rId13" imgW="510363" imgH="319851" progId="Equation.3">
                  <p:embed/>
                  <p:pic>
                    <p:nvPicPr>
                      <p:cNvPr id="201748"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14400" y="4876800"/>
                        <a:ext cx="1592263" cy="12477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1749" name="Object 21"/>
          <p:cNvGraphicFramePr>
            <a:graphicFrameLocks noChangeAspect="1"/>
          </p:cNvGraphicFramePr>
          <p:nvPr/>
        </p:nvGraphicFramePr>
        <p:xfrm>
          <a:off x="2438400" y="5257800"/>
          <a:ext cx="828675" cy="520700"/>
        </p:xfrm>
        <a:graphic>
          <a:graphicData uri="http://schemas.openxmlformats.org/presentationml/2006/ole">
            <mc:AlternateContent xmlns:mc="http://schemas.openxmlformats.org/markup-compatibility/2006">
              <mc:Choice xmlns:v="urn:schemas-microsoft-com:vml" Requires="v">
                <p:oleObj spid="_x0000_s233905" name="公式" r:id="rId15" imgW="228813" imgH="91629" progId="Equation.3">
                  <p:embed/>
                </p:oleObj>
              </mc:Choice>
              <mc:Fallback>
                <p:oleObj name="公式" r:id="rId15" imgW="228813" imgH="91629" progId="Equation.3">
                  <p:embed/>
                  <p:pic>
                    <p:nvPicPr>
                      <p:cNvPr id="201749" name="Object 2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38400" y="5257800"/>
                        <a:ext cx="828675" cy="5207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861874708"/>
      </p:ext>
    </p:extLst>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0" y="322263"/>
            <a:ext cx="2590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例：计算积分</a:t>
            </a:r>
          </a:p>
        </p:txBody>
      </p:sp>
      <p:sp>
        <p:nvSpPr>
          <p:cNvPr id="202755" name="Text Box 3"/>
          <p:cNvSpPr txBox="1">
            <a:spLocks noChangeArrowheads="1"/>
          </p:cNvSpPr>
          <p:nvPr/>
        </p:nvSpPr>
        <p:spPr bwMode="auto">
          <a:xfrm>
            <a:off x="0" y="1600200"/>
            <a:ext cx="9017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解：</a:t>
            </a:r>
          </a:p>
        </p:txBody>
      </p:sp>
      <p:sp>
        <p:nvSpPr>
          <p:cNvPr id="64516" name="Line 4"/>
          <p:cNvSpPr>
            <a:spLocks noChangeShapeType="1"/>
          </p:cNvSpPr>
          <p:nvPr/>
        </p:nvSpPr>
        <p:spPr bwMode="auto">
          <a:xfrm flipH="1">
            <a:off x="0" y="1524000"/>
            <a:ext cx="9144000"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64517" name="Object 5"/>
          <p:cNvGraphicFramePr>
            <a:graphicFrameLocks noChangeAspect="1"/>
          </p:cNvGraphicFramePr>
          <p:nvPr/>
        </p:nvGraphicFramePr>
        <p:xfrm>
          <a:off x="2209800" y="0"/>
          <a:ext cx="3416300" cy="1331913"/>
        </p:xfrm>
        <a:graphic>
          <a:graphicData uri="http://schemas.openxmlformats.org/presentationml/2006/ole">
            <mc:AlternateContent xmlns:mc="http://schemas.openxmlformats.org/markup-compatibility/2006">
              <mc:Choice xmlns:v="urn:schemas-microsoft-com:vml" Requires="v">
                <p:oleObj spid="_x0000_s253148" name="公式" r:id="rId3" imgW="914400" imgH="342759" progId="Equation.3">
                  <p:embed/>
                </p:oleObj>
              </mc:Choice>
              <mc:Fallback>
                <p:oleObj name="公式" r:id="rId3" imgW="914400" imgH="342759" progId="Equation.3">
                  <p:embed/>
                  <p:pic>
                    <p:nvPicPr>
                      <p:cNvPr id="6451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0"/>
                        <a:ext cx="3416300" cy="13319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2758" name="Rectangle 6"/>
          <p:cNvSpPr>
            <a:spLocks noChangeArrowheads="1"/>
          </p:cNvSpPr>
          <p:nvPr/>
        </p:nvSpPr>
        <p:spPr bwMode="auto">
          <a:xfrm>
            <a:off x="838200" y="1600200"/>
            <a:ext cx="3200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被积函数的奇点为</a:t>
            </a:r>
          </a:p>
        </p:txBody>
      </p:sp>
      <p:sp>
        <p:nvSpPr>
          <p:cNvPr id="202759" name="Rectangle 7"/>
          <p:cNvSpPr>
            <a:spLocks noChangeArrowheads="1"/>
          </p:cNvSpPr>
          <p:nvPr/>
        </p:nvSpPr>
        <p:spPr bwMode="auto">
          <a:xfrm>
            <a:off x="6705600" y="2209800"/>
            <a:ext cx="2209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上半平面为</a:t>
            </a: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n</a:t>
            </a:r>
            <a:r>
              <a:rPr kumimoji="1" lang="zh-CN"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阶极点</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z</a:t>
            </a:r>
            <a:r>
              <a:rPr kumimoji="1" lang="en-US" altLang="zh-CN" sz="2800" b="1" i="1" u="none" strike="noStrike" kern="1200" cap="none" spc="0" normalizeH="0" baseline="-2500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0</a:t>
            </a: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 = i</a:t>
            </a:r>
          </a:p>
        </p:txBody>
      </p:sp>
      <p:graphicFrame>
        <p:nvGraphicFramePr>
          <p:cNvPr id="202760" name="Object 8"/>
          <p:cNvGraphicFramePr>
            <a:graphicFrameLocks noChangeAspect="1"/>
          </p:cNvGraphicFramePr>
          <p:nvPr/>
        </p:nvGraphicFramePr>
        <p:xfrm>
          <a:off x="533400" y="1981200"/>
          <a:ext cx="2770188" cy="1222375"/>
        </p:xfrm>
        <a:graphic>
          <a:graphicData uri="http://schemas.openxmlformats.org/presentationml/2006/ole">
            <mc:AlternateContent xmlns:mc="http://schemas.openxmlformats.org/markup-compatibility/2006">
              <mc:Choice xmlns:v="urn:schemas-microsoft-com:vml" Requires="v">
                <p:oleObj spid="_x0000_s253149" name="公式" r:id="rId5" imgW="937366" imgH="342759" progId="Equation.3">
                  <p:embed/>
                </p:oleObj>
              </mc:Choice>
              <mc:Fallback>
                <p:oleObj name="公式" r:id="rId5" imgW="937366" imgH="342759" progId="Equation.3">
                  <p:embed/>
                  <p:pic>
                    <p:nvPicPr>
                      <p:cNvPr id="20276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1981200"/>
                        <a:ext cx="2770188" cy="12223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2761" name="Object 9"/>
          <p:cNvGraphicFramePr>
            <a:graphicFrameLocks noChangeAspect="1"/>
          </p:cNvGraphicFramePr>
          <p:nvPr/>
        </p:nvGraphicFramePr>
        <p:xfrm>
          <a:off x="3200400" y="1981200"/>
          <a:ext cx="2840038" cy="1222375"/>
        </p:xfrm>
        <a:graphic>
          <a:graphicData uri="http://schemas.openxmlformats.org/presentationml/2006/ole">
            <mc:AlternateContent xmlns:mc="http://schemas.openxmlformats.org/markup-compatibility/2006">
              <mc:Choice xmlns:v="urn:schemas-microsoft-com:vml" Requires="v">
                <p:oleObj spid="_x0000_s253150" name="公式" r:id="rId7" imgW="967563" imgH="342759" progId="Equation.3">
                  <p:embed/>
                </p:oleObj>
              </mc:Choice>
              <mc:Fallback>
                <p:oleObj name="公式" r:id="rId7" imgW="967563" imgH="342759" progId="Equation.3">
                  <p:embed/>
                  <p:pic>
                    <p:nvPicPr>
                      <p:cNvPr id="202761"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0400" y="1981200"/>
                        <a:ext cx="2840038" cy="12223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22" name="Rectangle 14"/>
          <p:cNvSpPr>
            <a:spLocks noChangeArrowheads="1"/>
          </p:cNvSpPr>
          <p:nvPr/>
        </p:nvSpPr>
        <p:spPr bwMode="auto">
          <a:xfrm>
            <a:off x="6019800" y="381000"/>
            <a:ext cx="1752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n</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为整数</a:t>
            </a:r>
          </a:p>
        </p:txBody>
      </p:sp>
      <p:graphicFrame>
        <p:nvGraphicFramePr>
          <p:cNvPr id="202767" name="Object 15"/>
          <p:cNvGraphicFramePr>
            <a:graphicFrameLocks noChangeAspect="1"/>
          </p:cNvGraphicFramePr>
          <p:nvPr/>
        </p:nvGraphicFramePr>
        <p:xfrm>
          <a:off x="125413" y="3276600"/>
          <a:ext cx="7358062" cy="1273175"/>
        </p:xfrm>
        <a:graphic>
          <a:graphicData uri="http://schemas.openxmlformats.org/presentationml/2006/ole">
            <mc:AlternateContent xmlns:mc="http://schemas.openxmlformats.org/markup-compatibility/2006">
              <mc:Choice xmlns:v="urn:schemas-microsoft-com:vml" Requires="v">
                <p:oleObj spid="_x0000_s253151" name="公式" r:id="rId9" imgW="2529698" imgH="365666" progId="Equation.3">
                  <p:embed/>
                </p:oleObj>
              </mc:Choice>
              <mc:Fallback>
                <p:oleObj name="公式" r:id="rId9" imgW="2529698" imgH="365666" progId="Equation.3">
                  <p:embed/>
                  <p:pic>
                    <p:nvPicPr>
                      <p:cNvPr id="202767"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5413" y="3276600"/>
                        <a:ext cx="7358062" cy="12731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2768" name="Object 16"/>
          <p:cNvGraphicFramePr>
            <a:graphicFrameLocks noChangeAspect="1"/>
          </p:cNvGraphicFramePr>
          <p:nvPr/>
        </p:nvGraphicFramePr>
        <p:xfrm>
          <a:off x="1371600" y="4419600"/>
          <a:ext cx="4916488" cy="1273175"/>
        </p:xfrm>
        <a:graphic>
          <a:graphicData uri="http://schemas.openxmlformats.org/presentationml/2006/ole">
            <mc:AlternateContent xmlns:mc="http://schemas.openxmlformats.org/markup-compatibility/2006">
              <mc:Choice xmlns:v="urn:schemas-microsoft-com:vml" Requires="v">
                <p:oleObj spid="_x0000_s253152" name="公式" r:id="rId11" imgW="1661231" imgH="365666" progId="Equation.3">
                  <p:embed/>
                </p:oleObj>
              </mc:Choice>
              <mc:Fallback>
                <p:oleObj name="公式" r:id="rId11" imgW="1661231" imgH="365666" progId="Equation.3">
                  <p:embed/>
                  <p:pic>
                    <p:nvPicPr>
                      <p:cNvPr id="202768"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71600" y="4419600"/>
                        <a:ext cx="4916488" cy="12731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2769" name="Object 17"/>
          <p:cNvGraphicFramePr>
            <a:graphicFrameLocks noChangeAspect="1"/>
          </p:cNvGraphicFramePr>
          <p:nvPr/>
        </p:nvGraphicFramePr>
        <p:xfrm>
          <a:off x="1295400" y="5653088"/>
          <a:ext cx="7848600" cy="1204912"/>
        </p:xfrm>
        <a:graphic>
          <a:graphicData uri="http://schemas.openxmlformats.org/presentationml/2006/ole">
            <mc:AlternateContent xmlns:mc="http://schemas.openxmlformats.org/markup-compatibility/2006">
              <mc:Choice xmlns:v="urn:schemas-microsoft-com:vml" Requires="v">
                <p:oleObj spid="_x0000_s253153" name="公式" r:id="rId13" imgW="2880573" imgH="342759" progId="Equation.3">
                  <p:embed/>
                </p:oleObj>
              </mc:Choice>
              <mc:Fallback>
                <p:oleObj name="公式" r:id="rId13" imgW="2880573" imgH="342759" progId="Equation.3">
                  <p:embed/>
                  <p:pic>
                    <p:nvPicPr>
                      <p:cNvPr id="202769"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95400" y="5653088"/>
                        <a:ext cx="7848600" cy="12049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036608642"/>
      </p:ext>
    </p:extLst>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80" name="Line 4"/>
          <p:cNvSpPr>
            <a:spLocks noChangeShapeType="1"/>
          </p:cNvSpPr>
          <p:nvPr/>
        </p:nvSpPr>
        <p:spPr bwMode="auto">
          <a:xfrm flipH="1">
            <a:off x="0" y="5638800"/>
            <a:ext cx="9144000" cy="76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203786" name="Object 10"/>
          <p:cNvGraphicFramePr>
            <a:graphicFrameLocks noChangeAspect="1"/>
          </p:cNvGraphicFramePr>
          <p:nvPr/>
        </p:nvGraphicFramePr>
        <p:xfrm>
          <a:off x="0" y="5943600"/>
          <a:ext cx="2813050" cy="641350"/>
        </p:xfrm>
        <a:graphic>
          <a:graphicData uri="http://schemas.openxmlformats.org/presentationml/2006/ole">
            <mc:AlternateContent xmlns:mc="http://schemas.openxmlformats.org/markup-compatibility/2006">
              <mc:Choice xmlns:v="urn:schemas-microsoft-com:vml" Requires="v">
                <p:oleObj spid="_x0000_s229810" name="公式" r:id="rId3" imgW="952677" imgH="129383" progId="Equation.3">
                  <p:embed/>
                </p:oleObj>
              </mc:Choice>
              <mc:Fallback>
                <p:oleObj name="公式" r:id="rId3" imgW="952677" imgH="129383" progId="Equation.3">
                  <p:embed/>
                  <p:pic>
                    <p:nvPicPr>
                      <p:cNvPr id="203786"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943600"/>
                        <a:ext cx="2813050" cy="6413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3788" name="Object 12"/>
          <p:cNvGraphicFramePr>
            <a:graphicFrameLocks noChangeAspect="1"/>
          </p:cNvGraphicFramePr>
          <p:nvPr/>
        </p:nvGraphicFramePr>
        <p:xfrm>
          <a:off x="0" y="304800"/>
          <a:ext cx="1219200" cy="579438"/>
        </p:xfrm>
        <a:graphic>
          <a:graphicData uri="http://schemas.openxmlformats.org/presentationml/2006/ole">
            <mc:AlternateContent xmlns:mc="http://schemas.openxmlformats.org/markup-compatibility/2006">
              <mc:Choice xmlns:v="urn:schemas-microsoft-com:vml" Requires="v">
                <p:oleObj spid="_x0000_s229811" name="公式" r:id="rId5" imgW="457200" imgH="129383" progId="Equation.3">
                  <p:embed/>
                </p:oleObj>
              </mc:Choice>
              <mc:Fallback>
                <p:oleObj name="公式" r:id="rId5" imgW="457200" imgH="129383" progId="Equation.3">
                  <p:embed/>
                  <p:pic>
                    <p:nvPicPr>
                      <p:cNvPr id="203788"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304800"/>
                        <a:ext cx="1219200" cy="5794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3790" name="Object 14"/>
          <p:cNvGraphicFramePr>
            <a:graphicFrameLocks noChangeAspect="1"/>
          </p:cNvGraphicFramePr>
          <p:nvPr/>
        </p:nvGraphicFramePr>
        <p:xfrm>
          <a:off x="1143000" y="0"/>
          <a:ext cx="8001000" cy="1066800"/>
        </p:xfrm>
        <a:graphic>
          <a:graphicData uri="http://schemas.openxmlformats.org/presentationml/2006/ole">
            <mc:AlternateContent xmlns:mc="http://schemas.openxmlformats.org/markup-compatibility/2006">
              <mc:Choice xmlns:v="urn:schemas-microsoft-com:vml" Requires="v">
                <p:oleObj spid="_x0000_s229812" name="公式" r:id="rId7" imgW="2880573" imgH="342759" progId="Equation.3">
                  <p:embed/>
                </p:oleObj>
              </mc:Choice>
              <mc:Fallback>
                <p:oleObj name="公式" r:id="rId7" imgW="2880573" imgH="342759" progId="Equation.3">
                  <p:embed/>
                  <p:pic>
                    <p:nvPicPr>
                      <p:cNvPr id="20379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3000" y="0"/>
                        <a:ext cx="8001000" cy="1066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3791" name="Object 15"/>
          <p:cNvGraphicFramePr>
            <a:graphicFrameLocks noChangeAspect="1"/>
          </p:cNvGraphicFramePr>
          <p:nvPr/>
        </p:nvGraphicFramePr>
        <p:xfrm>
          <a:off x="1371600" y="1219200"/>
          <a:ext cx="5768975" cy="1066800"/>
        </p:xfrm>
        <a:graphic>
          <a:graphicData uri="http://schemas.openxmlformats.org/presentationml/2006/ole">
            <mc:AlternateContent xmlns:mc="http://schemas.openxmlformats.org/markup-compatibility/2006">
              <mc:Choice xmlns:v="urn:schemas-microsoft-com:vml" Requires="v">
                <p:oleObj spid="_x0000_s229813" name="公式" r:id="rId9" imgW="2057613" imgH="342759" progId="Equation.3">
                  <p:embed/>
                </p:oleObj>
              </mc:Choice>
              <mc:Fallback>
                <p:oleObj name="公式" r:id="rId9" imgW="2057613" imgH="342759" progId="Equation.3">
                  <p:embed/>
                  <p:pic>
                    <p:nvPicPr>
                      <p:cNvPr id="203791"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71600" y="1219200"/>
                        <a:ext cx="5768975" cy="1066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3793" name="Object 17"/>
          <p:cNvGraphicFramePr>
            <a:graphicFrameLocks noChangeAspect="1"/>
          </p:cNvGraphicFramePr>
          <p:nvPr/>
        </p:nvGraphicFramePr>
        <p:xfrm>
          <a:off x="1371600" y="2743200"/>
          <a:ext cx="6524625" cy="1066800"/>
        </p:xfrm>
        <a:graphic>
          <a:graphicData uri="http://schemas.openxmlformats.org/presentationml/2006/ole">
            <mc:AlternateContent xmlns:mc="http://schemas.openxmlformats.org/markup-compatibility/2006">
              <mc:Choice xmlns:v="urn:schemas-microsoft-com:vml" Requires="v">
                <p:oleObj spid="_x0000_s229814" name="公式" r:id="rId11" imgW="2339163" imgH="342759" progId="Equation.3">
                  <p:embed/>
                </p:oleObj>
              </mc:Choice>
              <mc:Fallback>
                <p:oleObj name="公式" r:id="rId11" imgW="2339163" imgH="342759" progId="Equation.3">
                  <p:embed/>
                  <p:pic>
                    <p:nvPicPr>
                      <p:cNvPr id="203793"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71600" y="2743200"/>
                        <a:ext cx="6524625" cy="1066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3794" name="Object 18"/>
          <p:cNvGraphicFramePr>
            <a:graphicFrameLocks noChangeAspect="1"/>
          </p:cNvGraphicFramePr>
          <p:nvPr/>
        </p:nvGraphicFramePr>
        <p:xfrm>
          <a:off x="1295400" y="4114800"/>
          <a:ext cx="4806950" cy="1066800"/>
        </p:xfrm>
        <a:graphic>
          <a:graphicData uri="http://schemas.openxmlformats.org/presentationml/2006/ole">
            <mc:AlternateContent xmlns:mc="http://schemas.openxmlformats.org/markup-compatibility/2006">
              <mc:Choice xmlns:v="urn:schemas-microsoft-com:vml" Requires="v">
                <p:oleObj spid="_x0000_s229815" name="公式" r:id="rId13" imgW="1699083" imgH="342759" progId="Equation.3">
                  <p:embed/>
                </p:oleObj>
              </mc:Choice>
              <mc:Fallback>
                <p:oleObj name="公式" r:id="rId13" imgW="1699083" imgH="342759" progId="Equation.3">
                  <p:embed/>
                  <p:pic>
                    <p:nvPicPr>
                      <p:cNvPr id="203794"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95400" y="4114800"/>
                        <a:ext cx="4806950" cy="1066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3795" name="Object 19"/>
          <p:cNvGraphicFramePr>
            <a:graphicFrameLocks noChangeAspect="1"/>
          </p:cNvGraphicFramePr>
          <p:nvPr>
            <p:extLst>
              <p:ext uri="{D42A27DB-BD31-4B8C-83A1-F6EECF244321}">
                <p14:modId xmlns:p14="http://schemas.microsoft.com/office/powerpoint/2010/main" val="3985865053"/>
              </p:ext>
            </p:extLst>
          </p:nvPr>
        </p:nvGraphicFramePr>
        <p:xfrm>
          <a:off x="2813050" y="5676900"/>
          <a:ext cx="4935537" cy="1303338"/>
        </p:xfrm>
        <a:graphic>
          <a:graphicData uri="http://schemas.openxmlformats.org/presentationml/2006/ole">
            <mc:AlternateContent xmlns:mc="http://schemas.openxmlformats.org/markup-compatibility/2006">
              <mc:Choice xmlns:v="urn:schemas-microsoft-com:vml" Requires="v">
                <p:oleObj spid="_x0000_s229816" name="Equation" r:id="rId15" imgW="1739880" imgH="419040" progId="Equation.DSMT4">
                  <p:embed/>
                </p:oleObj>
              </mc:Choice>
              <mc:Fallback>
                <p:oleObj name="Equation" r:id="rId15" imgW="1739880" imgH="419040" progId="Equation.DSMT4">
                  <p:embed/>
                  <p:pic>
                    <p:nvPicPr>
                      <p:cNvPr id="203795" name="Object 19"/>
                      <p:cNvPicPr>
                        <a:picLocks noChangeAspect="1" noChangeArrowheads="1"/>
                      </p:cNvPicPr>
                      <p:nvPr/>
                    </p:nvPicPr>
                    <p:blipFill>
                      <a:blip r:embed="rId16"/>
                      <a:srcRect/>
                      <a:stretch>
                        <a:fillRect/>
                      </a:stretch>
                    </p:blipFill>
                    <p:spPr bwMode="auto">
                      <a:xfrm>
                        <a:off x="2813050" y="5676900"/>
                        <a:ext cx="4935537" cy="13033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38766657"/>
      </p:ext>
    </p:extLst>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0" y="322263"/>
            <a:ext cx="320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例：计算积分</a:t>
            </a:r>
          </a:p>
        </p:txBody>
      </p:sp>
      <p:graphicFrame>
        <p:nvGraphicFramePr>
          <p:cNvPr id="3" name="Object 9"/>
          <p:cNvGraphicFramePr>
            <a:graphicFrameLocks noChangeAspect="1"/>
          </p:cNvGraphicFramePr>
          <p:nvPr>
            <p:extLst>
              <p:ext uri="{D42A27DB-BD31-4B8C-83A1-F6EECF244321}">
                <p14:modId xmlns:p14="http://schemas.microsoft.com/office/powerpoint/2010/main" val="1158925988"/>
              </p:ext>
            </p:extLst>
          </p:nvPr>
        </p:nvGraphicFramePr>
        <p:xfrm>
          <a:off x="2411760" y="14287"/>
          <a:ext cx="3297237" cy="1135063"/>
        </p:xfrm>
        <a:graphic>
          <a:graphicData uri="http://schemas.openxmlformats.org/presentationml/2006/ole">
            <mc:AlternateContent xmlns:mc="http://schemas.openxmlformats.org/markup-compatibility/2006">
              <mc:Choice xmlns:v="urn:schemas-microsoft-com:vml" Requires="v">
                <p:oleObj spid="_x0000_s141190" name="Equation" r:id="rId3" imgW="1180800" imgH="393480" progId="Equation.DSMT4">
                  <p:embed/>
                </p:oleObj>
              </mc:Choice>
              <mc:Fallback>
                <p:oleObj name="Equation" r:id="rId3" imgW="1180800" imgH="393480" progId="Equation.DSMT4">
                  <p:embed/>
                  <p:pic>
                    <p:nvPicPr>
                      <p:cNvPr id="63493" name="Object 9"/>
                      <p:cNvPicPr>
                        <a:picLocks noChangeAspect="1" noChangeArrowheads="1"/>
                      </p:cNvPicPr>
                      <p:nvPr/>
                    </p:nvPicPr>
                    <p:blipFill>
                      <a:blip r:embed="rId4"/>
                      <a:srcRect/>
                      <a:stretch>
                        <a:fillRect/>
                      </a:stretch>
                    </p:blipFill>
                    <p:spPr bwMode="auto">
                      <a:xfrm>
                        <a:off x="2411760" y="14287"/>
                        <a:ext cx="3297237" cy="1135063"/>
                      </a:xfrm>
                      <a:prstGeom prst="rect">
                        <a:avLst/>
                      </a:prstGeom>
                      <a:noFill/>
                      <a:ln>
                        <a:noFill/>
                      </a:ln>
                      <a:effectLst/>
                      <a:extLst/>
                    </p:spPr>
                  </p:pic>
                </p:oleObj>
              </mc:Fallback>
            </mc:AlternateContent>
          </a:graphicData>
        </a:graphic>
      </p:graphicFrame>
      <p:graphicFrame>
        <p:nvGraphicFramePr>
          <p:cNvPr id="4" name="Object 9"/>
          <p:cNvGraphicFramePr>
            <a:graphicFrameLocks noChangeAspect="1"/>
          </p:cNvGraphicFramePr>
          <p:nvPr>
            <p:extLst>
              <p:ext uri="{D42A27DB-BD31-4B8C-83A1-F6EECF244321}">
                <p14:modId xmlns:p14="http://schemas.microsoft.com/office/powerpoint/2010/main" val="2046379462"/>
              </p:ext>
            </p:extLst>
          </p:nvPr>
        </p:nvGraphicFramePr>
        <p:xfrm>
          <a:off x="1241425" y="1052513"/>
          <a:ext cx="2339975" cy="1135062"/>
        </p:xfrm>
        <a:graphic>
          <a:graphicData uri="http://schemas.openxmlformats.org/presentationml/2006/ole">
            <mc:AlternateContent xmlns:mc="http://schemas.openxmlformats.org/markup-compatibility/2006">
              <mc:Choice xmlns:v="urn:schemas-microsoft-com:vml" Requires="v">
                <p:oleObj spid="_x0000_s141191" name="Equation" r:id="rId5" imgW="838080" imgH="393480" progId="Equation.DSMT4">
                  <p:embed/>
                </p:oleObj>
              </mc:Choice>
              <mc:Fallback>
                <p:oleObj name="Equation" r:id="rId5" imgW="838080" imgH="393480" progId="Equation.DSMT4">
                  <p:embed/>
                  <p:pic>
                    <p:nvPicPr>
                      <p:cNvPr id="3" name="Object 9"/>
                      <p:cNvPicPr>
                        <a:picLocks noChangeAspect="1" noChangeArrowheads="1"/>
                      </p:cNvPicPr>
                      <p:nvPr/>
                    </p:nvPicPr>
                    <p:blipFill>
                      <a:blip r:embed="rId6"/>
                      <a:srcRect/>
                      <a:stretch>
                        <a:fillRect/>
                      </a:stretch>
                    </p:blipFill>
                    <p:spPr bwMode="auto">
                      <a:xfrm>
                        <a:off x="1241425" y="1052513"/>
                        <a:ext cx="2339975" cy="1135062"/>
                      </a:xfrm>
                      <a:prstGeom prst="rect">
                        <a:avLst/>
                      </a:prstGeom>
                      <a:noFill/>
                      <a:ln>
                        <a:noFill/>
                      </a:ln>
                      <a:effectLst/>
                      <a:extLst/>
                    </p:spPr>
                  </p:pic>
                </p:oleObj>
              </mc:Fallback>
            </mc:AlternateContent>
          </a:graphicData>
        </a:graphic>
      </p:graphicFrame>
      <p:sp>
        <p:nvSpPr>
          <p:cNvPr id="5" name="Rectangle 2"/>
          <p:cNvSpPr>
            <a:spLocks noChangeArrowheads="1"/>
          </p:cNvSpPr>
          <p:nvPr/>
        </p:nvSpPr>
        <p:spPr bwMode="auto">
          <a:xfrm>
            <a:off x="0" y="1197770"/>
            <a:ext cx="320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解：</a:t>
            </a:r>
          </a:p>
        </p:txBody>
      </p:sp>
      <p:graphicFrame>
        <p:nvGraphicFramePr>
          <p:cNvPr id="6" name="对象 5"/>
          <p:cNvGraphicFramePr>
            <a:graphicFrameLocks noChangeAspect="1"/>
          </p:cNvGraphicFramePr>
          <p:nvPr>
            <p:extLst>
              <p:ext uri="{D42A27DB-BD31-4B8C-83A1-F6EECF244321}">
                <p14:modId xmlns:p14="http://schemas.microsoft.com/office/powerpoint/2010/main" val="3667998373"/>
              </p:ext>
            </p:extLst>
          </p:nvPr>
        </p:nvGraphicFramePr>
        <p:xfrm>
          <a:off x="3909120" y="1573903"/>
          <a:ext cx="914400" cy="198438"/>
        </p:xfrm>
        <a:graphic>
          <a:graphicData uri="http://schemas.openxmlformats.org/presentationml/2006/ole">
            <mc:AlternateContent xmlns:mc="http://schemas.openxmlformats.org/markup-compatibility/2006">
              <mc:Choice xmlns:v="urn:schemas-microsoft-com:vml" Requires="v">
                <p:oleObj spid="_x0000_s141192" name="Equation" r:id="rId7" imgW="914400" imgH="198720" progId="Equation.DSMT4">
                  <p:embed/>
                </p:oleObj>
              </mc:Choice>
              <mc:Fallback>
                <p:oleObj name="Equation" r:id="rId7" imgW="914400" imgH="198720" progId="Equation.DSMT4">
                  <p:embed/>
                  <p:pic>
                    <p:nvPicPr>
                      <p:cNvPr id="0" name=""/>
                      <p:cNvPicPr/>
                      <p:nvPr/>
                    </p:nvPicPr>
                    <p:blipFill>
                      <a:blip r:embed="rId8"/>
                      <a:stretch>
                        <a:fillRect/>
                      </a:stretch>
                    </p:blipFill>
                    <p:spPr>
                      <a:xfrm>
                        <a:off x="3909120" y="1573903"/>
                        <a:ext cx="914400" cy="198438"/>
                      </a:xfrm>
                      <a:prstGeom prst="rect">
                        <a:avLst/>
                      </a:prstGeom>
                    </p:spPr>
                  </p:pic>
                </p:oleObj>
              </mc:Fallback>
            </mc:AlternateContent>
          </a:graphicData>
        </a:graphic>
      </p:graphicFrame>
      <p:sp>
        <p:nvSpPr>
          <p:cNvPr id="7" name="Rectangle 2"/>
          <p:cNvSpPr>
            <a:spLocks noChangeArrowheads="1"/>
          </p:cNvSpPr>
          <p:nvPr/>
        </p:nvSpPr>
        <p:spPr bwMode="auto">
          <a:xfrm>
            <a:off x="3707904" y="1409018"/>
            <a:ext cx="244827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存在</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个奇点</a:t>
            </a:r>
          </a:p>
        </p:txBody>
      </p:sp>
      <p:graphicFrame>
        <p:nvGraphicFramePr>
          <p:cNvPr id="8" name="对象 7"/>
          <p:cNvGraphicFramePr>
            <a:graphicFrameLocks noChangeAspect="1"/>
          </p:cNvGraphicFramePr>
          <p:nvPr>
            <p:extLst>
              <p:ext uri="{D42A27DB-BD31-4B8C-83A1-F6EECF244321}">
                <p14:modId xmlns:p14="http://schemas.microsoft.com/office/powerpoint/2010/main" val="499137356"/>
              </p:ext>
            </p:extLst>
          </p:nvPr>
        </p:nvGraphicFramePr>
        <p:xfrm>
          <a:off x="6084888" y="1349375"/>
          <a:ext cx="2554287" cy="735013"/>
        </p:xfrm>
        <a:graphic>
          <a:graphicData uri="http://schemas.openxmlformats.org/presentationml/2006/ole">
            <mc:AlternateContent xmlns:mc="http://schemas.openxmlformats.org/markup-compatibility/2006">
              <mc:Choice xmlns:v="urn:schemas-microsoft-com:vml" Requires="v">
                <p:oleObj spid="_x0000_s141193" name="Equation" r:id="rId9" imgW="838080" imgH="241200" progId="Equation.DSMT4">
                  <p:embed/>
                </p:oleObj>
              </mc:Choice>
              <mc:Fallback>
                <p:oleObj name="Equation" r:id="rId9" imgW="838080" imgH="241200" progId="Equation.DSMT4">
                  <p:embed/>
                  <p:pic>
                    <p:nvPicPr>
                      <p:cNvPr id="0" name=""/>
                      <p:cNvPicPr/>
                      <p:nvPr/>
                    </p:nvPicPr>
                    <p:blipFill>
                      <a:blip r:embed="rId10"/>
                      <a:stretch>
                        <a:fillRect/>
                      </a:stretch>
                    </p:blipFill>
                    <p:spPr>
                      <a:xfrm>
                        <a:off x="6084888" y="1349375"/>
                        <a:ext cx="2554287" cy="735013"/>
                      </a:xfrm>
                      <a:prstGeom prst="rect">
                        <a:avLst/>
                      </a:prstGeom>
                    </p:spPr>
                  </p:pic>
                </p:oleObj>
              </mc:Fallback>
            </mc:AlternateContent>
          </a:graphicData>
        </a:graphic>
      </p:graphicFrame>
      <p:graphicFrame>
        <p:nvGraphicFramePr>
          <p:cNvPr id="9" name="Object 9"/>
          <p:cNvGraphicFramePr>
            <a:graphicFrameLocks noChangeAspect="1"/>
          </p:cNvGraphicFramePr>
          <p:nvPr>
            <p:extLst>
              <p:ext uri="{D42A27DB-BD31-4B8C-83A1-F6EECF244321}">
                <p14:modId xmlns:p14="http://schemas.microsoft.com/office/powerpoint/2010/main" val="3420546016"/>
              </p:ext>
            </p:extLst>
          </p:nvPr>
        </p:nvGraphicFramePr>
        <p:xfrm>
          <a:off x="323528" y="2237770"/>
          <a:ext cx="7904163" cy="3471862"/>
        </p:xfrm>
        <a:graphic>
          <a:graphicData uri="http://schemas.openxmlformats.org/presentationml/2006/ole">
            <mc:AlternateContent xmlns:mc="http://schemas.openxmlformats.org/markup-compatibility/2006">
              <mc:Choice xmlns:v="urn:schemas-microsoft-com:vml" Requires="v">
                <p:oleObj spid="_x0000_s141194" name="Equation" r:id="rId11" imgW="2984400" imgH="1269720" progId="Equation.DSMT4">
                  <p:embed/>
                </p:oleObj>
              </mc:Choice>
              <mc:Fallback>
                <p:oleObj name="Equation" r:id="rId11" imgW="2984400" imgH="1269720" progId="Equation.DSMT4">
                  <p:embed/>
                  <p:pic>
                    <p:nvPicPr>
                      <p:cNvPr id="4" name="Object 9"/>
                      <p:cNvPicPr>
                        <a:picLocks noChangeAspect="1" noChangeArrowheads="1"/>
                      </p:cNvPicPr>
                      <p:nvPr/>
                    </p:nvPicPr>
                    <p:blipFill>
                      <a:blip r:embed="rId12"/>
                      <a:srcRect/>
                      <a:stretch>
                        <a:fillRect/>
                      </a:stretch>
                    </p:blipFill>
                    <p:spPr bwMode="auto">
                      <a:xfrm>
                        <a:off x="323528" y="2237770"/>
                        <a:ext cx="7904163" cy="3471862"/>
                      </a:xfrm>
                      <a:prstGeom prst="rect">
                        <a:avLst/>
                      </a:prstGeom>
                      <a:noFill/>
                      <a:ln>
                        <a:noFill/>
                      </a:ln>
                      <a:effectLst/>
                      <a:extLst/>
                    </p:spPr>
                  </p:pic>
                </p:oleObj>
              </mc:Fallback>
            </mc:AlternateContent>
          </a:graphicData>
        </a:graphic>
      </p:graphicFrame>
      <p:sp>
        <p:nvSpPr>
          <p:cNvPr id="16" name="Rectangle 2"/>
          <p:cNvSpPr>
            <a:spLocks noChangeArrowheads="1"/>
          </p:cNvSpPr>
          <p:nvPr/>
        </p:nvSpPr>
        <p:spPr bwMode="auto">
          <a:xfrm>
            <a:off x="5814489" y="286053"/>
            <a:ext cx="244827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且为偶数</a:t>
            </a:r>
          </a:p>
        </p:txBody>
      </p:sp>
    </p:spTree>
    <p:extLst>
      <p:ext uri="{BB962C8B-B14F-4D97-AF65-F5344CB8AC3E}">
        <p14:creationId xmlns:p14="http://schemas.microsoft.com/office/powerpoint/2010/main" val="329368870"/>
      </p:ext>
    </p:extLst>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66995" y="83294"/>
            <a:ext cx="286355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上半平面的奇点</a:t>
            </a:r>
          </a:p>
        </p:txBody>
      </p:sp>
      <p:graphicFrame>
        <p:nvGraphicFramePr>
          <p:cNvPr id="3" name="对象 2"/>
          <p:cNvGraphicFramePr>
            <a:graphicFrameLocks noChangeAspect="1"/>
          </p:cNvGraphicFramePr>
          <p:nvPr>
            <p:extLst>
              <p:ext uri="{D42A27DB-BD31-4B8C-83A1-F6EECF244321}">
                <p14:modId xmlns:p14="http://schemas.microsoft.com/office/powerpoint/2010/main" val="30604561"/>
              </p:ext>
            </p:extLst>
          </p:nvPr>
        </p:nvGraphicFramePr>
        <p:xfrm>
          <a:off x="3211684" y="116632"/>
          <a:ext cx="3795712" cy="619125"/>
        </p:xfrm>
        <a:graphic>
          <a:graphicData uri="http://schemas.openxmlformats.org/presentationml/2006/ole">
            <mc:AlternateContent xmlns:mc="http://schemas.openxmlformats.org/markup-compatibility/2006">
              <mc:Choice xmlns:v="urn:schemas-microsoft-com:vml" Requires="v">
                <p:oleObj spid="_x0000_s153450" name="Equation" r:id="rId3" imgW="1244520" imgH="203040" progId="Equation.DSMT4">
                  <p:embed/>
                </p:oleObj>
              </mc:Choice>
              <mc:Fallback>
                <p:oleObj name="Equation" r:id="rId3" imgW="1244520" imgH="203040" progId="Equation.DSMT4">
                  <p:embed/>
                  <p:pic>
                    <p:nvPicPr>
                      <p:cNvPr id="11" name="对象 10"/>
                      <p:cNvPicPr/>
                      <p:nvPr/>
                    </p:nvPicPr>
                    <p:blipFill>
                      <a:blip r:embed="rId4"/>
                      <a:stretch>
                        <a:fillRect/>
                      </a:stretch>
                    </p:blipFill>
                    <p:spPr>
                      <a:xfrm>
                        <a:off x="3211684" y="116632"/>
                        <a:ext cx="3795712" cy="619125"/>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7386178"/>
              </p:ext>
            </p:extLst>
          </p:nvPr>
        </p:nvGraphicFramePr>
        <p:xfrm>
          <a:off x="576660" y="1907296"/>
          <a:ext cx="1431925" cy="541338"/>
        </p:xfrm>
        <a:graphic>
          <a:graphicData uri="http://schemas.openxmlformats.org/presentationml/2006/ole">
            <mc:AlternateContent xmlns:mc="http://schemas.openxmlformats.org/markup-compatibility/2006">
              <mc:Choice xmlns:v="urn:schemas-microsoft-com:vml" Requires="v">
                <p:oleObj spid="_x0000_s153451" name="Equation" r:id="rId5" imgW="469800" imgH="177480" progId="Equation.DSMT4">
                  <p:embed/>
                </p:oleObj>
              </mc:Choice>
              <mc:Fallback>
                <p:oleObj name="Equation" r:id="rId5" imgW="469800" imgH="177480" progId="Equation.DSMT4">
                  <p:embed/>
                  <p:pic>
                    <p:nvPicPr>
                      <p:cNvPr id="12" name="对象 11"/>
                      <p:cNvPicPr/>
                      <p:nvPr/>
                    </p:nvPicPr>
                    <p:blipFill>
                      <a:blip r:embed="rId6"/>
                      <a:stretch>
                        <a:fillRect/>
                      </a:stretch>
                    </p:blipFill>
                    <p:spPr>
                      <a:xfrm>
                        <a:off x="576660" y="1907296"/>
                        <a:ext cx="1431925" cy="541338"/>
                      </a:xfrm>
                      <a:prstGeom prst="rect">
                        <a:avLst/>
                      </a:prstGeom>
                    </p:spPr>
                  </p:pic>
                </p:oleObj>
              </mc:Fallback>
            </mc:AlternateContent>
          </a:graphicData>
        </a:graphic>
      </p:graphicFrame>
      <p:sp>
        <p:nvSpPr>
          <p:cNvPr id="5" name="Rectangle 2"/>
          <p:cNvSpPr>
            <a:spLocks noChangeArrowheads="1"/>
          </p:cNvSpPr>
          <p:nvPr/>
        </p:nvSpPr>
        <p:spPr bwMode="auto">
          <a:xfrm>
            <a:off x="31653" y="806601"/>
            <a:ext cx="3776038"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对</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进行奇偶讨论：</a:t>
            </a:r>
          </a:p>
        </p:txBody>
      </p:sp>
      <p:graphicFrame>
        <p:nvGraphicFramePr>
          <p:cNvPr id="6" name="对象 5"/>
          <p:cNvGraphicFramePr>
            <a:graphicFrameLocks noChangeAspect="1"/>
          </p:cNvGraphicFramePr>
          <p:nvPr>
            <p:extLst>
              <p:ext uri="{D42A27DB-BD31-4B8C-83A1-F6EECF244321}">
                <p14:modId xmlns:p14="http://schemas.microsoft.com/office/powerpoint/2010/main" val="3677438237"/>
              </p:ext>
            </p:extLst>
          </p:nvPr>
        </p:nvGraphicFramePr>
        <p:xfrm>
          <a:off x="2609227" y="1907296"/>
          <a:ext cx="1741488" cy="541338"/>
        </p:xfrm>
        <a:graphic>
          <a:graphicData uri="http://schemas.openxmlformats.org/presentationml/2006/ole">
            <mc:AlternateContent xmlns:mc="http://schemas.openxmlformats.org/markup-compatibility/2006">
              <mc:Choice xmlns:v="urn:schemas-microsoft-com:vml" Requires="v">
                <p:oleObj spid="_x0000_s153452" name="Equation" r:id="rId7" imgW="571320" imgH="177480" progId="Equation.DSMT4">
                  <p:embed/>
                </p:oleObj>
              </mc:Choice>
              <mc:Fallback>
                <p:oleObj name="Equation" r:id="rId7" imgW="571320" imgH="177480" progId="Equation.DSMT4">
                  <p:embed/>
                  <p:pic>
                    <p:nvPicPr>
                      <p:cNvPr id="14" name="对象 13"/>
                      <p:cNvPicPr/>
                      <p:nvPr/>
                    </p:nvPicPr>
                    <p:blipFill>
                      <a:blip r:embed="rId8"/>
                      <a:stretch>
                        <a:fillRect/>
                      </a:stretch>
                    </p:blipFill>
                    <p:spPr>
                      <a:xfrm>
                        <a:off x="2609227" y="1907296"/>
                        <a:ext cx="1741488" cy="541338"/>
                      </a:xfrm>
                      <a:prstGeom prst="rect">
                        <a:avLst/>
                      </a:prstGeom>
                    </p:spPr>
                  </p:pic>
                </p:oleObj>
              </mc:Fallback>
            </mc:AlternateContent>
          </a:graphicData>
        </a:graphic>
      </p:graphicFrame>
      <p:sp>
        <p:nvSpPr>
          <p:cNvPr id="7" name="Rectangle 2"/>
          <p:cNvSpPr>
            <a:spLocks noChangeArrowheads="1"/>
          </p:cNvSpPr>
          <p:nvPr/>
        </p:nvSpPr>
        <p:spPr bwMode="auto">
          <a:xfrm>
            <a:off x="219937" y="1383434"/>
            <a:ext cx="1327727"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2800" b="1" dirty="0">
                <a:solidFill>
                  <a:srgbClr val="FFFFFF"/>
                </a:solidFill>
                <a:latin typeface="Book Antiqua" panose="02040602050305030304" pitchFamily="18" charset="0"/>
              </a:rPr>
              <a:t>偶数</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a:t>
            </a:r>
          </a:p>
        </p:txBody>
      </p:sp>
      <p:graphicFrame>
        <p:nvGraphicFramePr>
          <p:cNvPr id="8" name="Object 9"/>
          <p:cNvGraphicFramePr>
            <a:graphicFrameLocks noChangeAspect="1"/>
          </p:cNvGraphicFramePr>
          <p:nvPr>
            <p:extLst>
              <p:ext uri="{D42A27DB-BD31-4B8C-83A1-F6EECF244321}">
                <p14:modId xmlns:p14="http://schemas.microsoft.com/office/powerpoint/2010/main" val="189400589"/>
              </p:ext>
            </p:extLst>
          </p:nvPr>
        </p:nvGraphicFramePr>
        <p:xfrm>
          <a:off x="219937" y="2587609"/>
          <a:ext cx="8054975" cy="3222625"/>
        </p:xfrm>
        <a:graphic>
          <a:graphicData uri="http://schemas.openxmlformats.org/presentationml/2006/ole">
            <mc:AlternateContent xmlns:mc="http://schemas.openxmlformats.org/markup-compatibility/2006">
              <mc:Choice xmlns:v="urn:schemas-microsoft-com:vml" Requires="v">
                <p:oleObj spid="_x0000_s153453" name="Equation" r:id="rId9" imgW="3441600" imgH="1333440" progId="Equation.DSMT4">
                  <p:embed/>
                </p:oleObj>
              </mc:Choice>
              <mc:Fallback>
                <p:oleObj name="Equation" r:id="rId9" imgW="3441600" imgH="1333440" progId="Equation.DSMT4">
                  <p:embed/>
                  <p:pic>
                    <p:nvPicPr>
                      <p:cNvPr id="3" name="Object 9"/>
                      <p:cNvPicPr>
                        <a:picLocks noChangeAspect="1" noChangeArrowheads="1"/>
                      </p:cNvPicPr>
                      <p:nvPr/>
                    </p:nvPicPr>
                    <p:blipFill>
                      <a:blip r:embed="rId10"/>
                      <a:srcRect/>
                      <a:stretch>
                        <a:fillRect/>
                      </a:stretch>
                    </p:blipFill>
                    <p:spPr bwMode="auto">
                      <a:xfrm>
                        <a:off x="219937" y="2587609"/>
                        <a:ext cx="8054975" cy="3222625"/>
                      </a:xfrm>
                      <a:prstGeom prst="rect">
                        <a:avLst/>
                      </a:prstGeom>
                      <a:noFill/>
                      <a:ln>
                        <a:noFill/>
                      </a:ln>
                      <a:effectLs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807190726"/>
              </p:ext>
            </p:extLst>
          </p:nvPr>
        </p:nvGraphicFramePr>
        <p:xfrm>
          <a:off x="304800" y="5816600"/>
          <a:ext cx="4213225" cy="927100"/>
        </p:xfrm>
        <a:graphic>
          <a:graphicData uri="http://schemas.openxmlformats.org/presentationml/2006/ole">
            <mc:AlternateContent xmlns:mc="http://schemas.openxmlformats.org/markup-compatibility/2006">
              <mc:Choice xmlns:v="urn:schemas-microsoft-com:vml" Requires="v">
                <p:oleObj spid="_x0000_s153454" name="Equation" r:id="rId11" imgW="1904760" imgH="419040" progId="Equation.DSMT4">
                  <p:embed/>
                </p:oleObj>
              </mc:Choice>
              <mc:Fallback>
                <p:oleObj name="Equation" r:id="rId11" imgW="1904760" imgH="419040" progId="Equation.DSMT4">
                  <p:embed/>
                  <p:pic>
                    <p:nvPicPr>
                      <p:cNvPr id="0" name=""/>
                      <p:cNvPicPr/>
                      <p:nvPr/>
                    </p:nvPicPr>
                    <p:blipFill>
                      <a:blip r:embed="rId12"/>
                      <a:stretch>
                        <a:fillRect/>
                      </a:stretch>
                    </p:blipFill>
                    <p:spPr>
                      <a:xfrm>
                        <a:off x="304800" y="5816600"/>
                        <a:ext cx="4213225" cy="927100"/>
                      </a:xfrm>
                      <a:prstGeom prst="rect">
                        <a:avLst/>
                      </a:prstGeom>
                    </p:spPr>
                  </p:pic>
                </p:oleObj>
              </mc:Fallback>
            </mc:AlternateContent>
          </a:graphicData>
        </a:graphic>
      </p:graphicFrame>
    </p:spTree>
    <p:extLst>
      <p:ext uri="{BB962C8B-B14F-4D97-AF65-F5344CB8AC3E}">
        <p14:creationId xmlns:p14="http://schemas.microsoft.com/office/powerpoint/2010/main" val="1039714355"/>
      </p:ext>
    </p:extLst>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51520" y="332656"/>
            <a:ext cx="2016224"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2800" b="1" dirty="0">
                <a:solidFill>
                  <a:srgbClr val="FFFFFF"/>
                </a:solidFill>
                <a:latin typeface="Book Antiqua" panose="02040602050305030304" pitchFamily="18" charset="0"/>
              </a:rPr>
              <a:t>n</a:t>
            </a:r>
            <a:r>
              <a:rPr lang="zh-CN" altLang="en-US" sz="2800" b="1" dirty="0">
                <a:solidFill>
                  <a:srgbClr val="FFFFFF"/>
                </a:solidFill>
                <a:latin typeface="Book Antiqua" panose="02040602050305030304" pitchFamily="18" charset="0"/>
              </a:rPr>
              <a:t>为偶数</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a:t>
            </a:r>
          </a:p>
        </p:txBody>
      </p:sp>
      <p:graphicFrame>
        <p:nvGraphicFramePr>
          <p:cNvPr id="3" name="对象 2"/>
          <p:cNvGraphicFramePr>
            <a:graphicFrameLocks noChangeAspect="1"/>
          </p:cNvGraphicFramePr>
          <p:nvPr>
            <p:extLst>
              <p:ext uri="{D42A27DB-BD31-4B8C-83A1-F6EECF244321}">
                <p14:modId xmlns:p14="http://schemas.microsoft.com/office/powerpoint/2010/main" val="2828643823"/>
              </p:ext>
            </p:extLst>
          </p:nvPr>
        </p:nvGraphicFramePr>
        <p:xfrm>
          <a:off x="1907704" y="269652"/>
          <a:ext cx="3652837" cy="927100"/>
        </p:xfrm>
        <a:graphic>
          <a:graphicData uri="http://schemas.openxmlformats.org/presentationml/2006/ole">
            <mc:AlternateContent xmlns:mc="http://schemas.openxmlformats.org/markup-compatibility/2006">
              <mc:Choice xmlns:v="urn:schemas-microsoft-com:vml" Requires="v">
                <p:oleObj spid="_x0000_s154127" name="Equation" r:id="rId3" imgW="1650960" imgH="419040" progId="Equation.DSMT4">
                  <p:embed/>
                </p:oleObj>
              </mc:Choice>
              <mc:Fallback>
                <p:oleObj name="Equation" r:id="rId3" imgW="1650960" imgH="419040" progId="Equation.DSMT4">
                  <p:embed/>
                  <p:pic>
                    <p:nvPicPr>
                      <p:cNvPr id="9" name="对象 8"/>
                      <p:cNvPicPr/>
                      <p:nvPr/>
                    </p:nvPicPr>
                    <p:blipFill>
                      <a:blip r:embed="rId4"/>
                      <a:stretch>
                        <a:fillRect/>
                      </a:stretch>
                    </p:blipFill>
                    <p:spPr>
                      <a:xfrm>
                        <a:off x="1907704" y="269652"/>
                        <a:ext cx="3652837" cy="927100"/>
                      </a:xfrm>
                      <a:prstGeom prst="rect">
                        <a:avLst/>
                      </a:prstGeom>
                    </p:spPr>
                  </p:pic>
                </p:oleObj>
              </mc:Fallback>
            </mc:AlternateContent>
          </a:graphicData>
        </a:graphic>
      </p:graphicFrame>
      <p:sp>
        <p:nvSpPr>
          <p:cNvPr id="4" name="Rectangle 2"/>
          <p:cNvSpPr>
            <a:spLocks noChangeArrowheads="1"/>
          </p:cNvSpPr>
          <p:nvPr/>
        </p:nvSpPr>
        <p:spPr bwMode="auto">
          <a:xfrm>
            <a:off x="265768" y="1196752"/>
            <a:ext cx="7330567"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2800" b="1" dirty="0">
                <a:solidFill>
                  <a:srgbClr val="FFFFFF"/>
                </a:solidFill>
                <a:latin typeface="Book Antiqua" panose="02040602050305030304" pitchFamily="18" charset="0"/>
              </a:rPr>
              <a:t>此外，</a:t>
            </a:r>
            <a:r>
              <a:rPr lang="en-US" altLang="zh-CN" sz="2800" b="1" dirty="0">
                <a:solidFill>
                  <a:srgbClr val="FFFFFF"/>
                </a:solidFill>
                <a:latin typeface="Book Antiqua" panose="02040602050305030304" pitchFamily="18" charset="0"/>
              </a:rPr>
              <a:t>n</a:t>
            </a:r>
            <a:r>
              <a:rPr lang="zh-CN" altLang="en-US" sz="2800" b="1" dirty="0">
                <a:solidFill>
                  <a:srgbClr val="FFFFFF"/>
                </a:solidFill>
                <a:latin typeface="Book Antiqua" panose="02040602050305030304" pitchFamily="18" charset="0"/>
              </a:rPr>
              <a:t>为偶数时，</a:t>
            </a:r>
            <a:r>
              <a:rPr lang="en-US" altLang="zh-CN" sz="2800" b="1" dirty="0">
                <a:solidFill>
                  <a:srgbClr val="FFFFFF"/>
                </a:solidFill>
                <a:latin typeface="Book Antiqua" panose="02040602050305030304" pitchFamily="18" charset="0"/>
              </a:rPr>
              <a:t>f</a:t>
            </a:r>
            <a:r>
              <a:rPr lang="zh-CN" altLang="en-US" sz="2800" b="1" dirty="0">
                <a:solidFill>
                  <a:srgbClr val="FFFFFF"/>
                </a:solidFill>
                <a:latin typeface="Book Antiqua" panose="02040602050305030304" pitchFamily="18" charset="0"/>
              </a:rPr>
              <a:t>（</a:t>
            </a:r>
            <a:r>
              <a:rPr lang="en-US" altLang="zh-CN" sz="2800" b="1" dirty="0">
                <a:solidFill>
                  <a:srgbClr val="FFFFFF"/>
                </a:solidFill>
                <a:latin typeface="Book Antiqua" panose="02040602050305030304" pitchFamily="18" charset="0"/>
              </a:rPr>
              <a:t>x</a:t>
            </a:r>
            <a:r>
              <a:rPr lang="zh-CN" altLang="en-US" sz="2800" b="1" dirty="0">
                <a:solidFill>
                  <a:srgbClr val="FFFFFF"/>
                </a:solidFill>
                <a:latin typeface="Book Antiqua" panose="02040602050305030304" pitchFamily="18" charset="0"/>
              </a:rPr>
              <a:t>）为偶函数</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p:txBody>
      </p:sp>
      <p:graphicFrame>
        <p:nvGraphicFramePr>
          <p:cNvPr id="5" name="Object 9"/>
          <p:cNvGraphicFramePr>
            <a:graphicFrameLocks noChangeAspect="1"/>
          </p:cNvGraphicFramePr>
          <p:nvPr>
            <p:extLst>
              <p:ext uri="{D42A27DB-BD31-4B8C-83A1-F6EECF244321}">
                <p14:modId xmlns:p14="http://schemas.microsoft.com/office/powerpoint/2010/main" val="4028123590"/>
              </p:ext>
            </p:extLst>
          </p:nvPr>
        </p:nvGraphicFramePr>
        <p:xfrm>
          <a:off x="265768" y="1720614"/>
          <a:ext cx="5354638" cy="1208087"/>
        </p:xfrm>
        <a:graphic>
          <a:graphicData uri="http://schemas.openxmlformats.org/presentationml/2006/ole">
            <mc:AlternateContent xmlns:mc="http://schemas.openxmlformats.org/markup-compatibility/2006">
              <mc:Choice xmlns:v="urn:schemas-microsoft-com:vml" Requires="v">
                <p:oleObj spid="_x0000_s154128" name="Equation" r:id="rId5" imgW="1917360" imgH="419040" progId="Equation.DSMT4">
                  <p:embed/>
                </p:oleObj>
              </mc:Choice>
              <mc:Fallback>
                <p:oleObj name="Equation" r:id="rId5" imgW="1917360" imgH="419040" progId="Equation.DSMT4">
                  <p:embed/>
                  <p:pic>
                    <p:nvPicPr>
                      <p:cNvPr id="3" name="Object 9"/>
                      <p:cNvPicPr>
                        <a:picLocks noChangeAspect="1" noChangeArrowheads="1"/>
                      </p:cNvPicPr>
                      <p:nvPr/>
                    </p:nvPicPr>
                    <p:blipFill>
                      <a:blip r:embed="rId6"/>
                      <a:srcRect/>
                      <a:stretch>
                        <a:fillRect/>
                      </a:stretch>
                    </p:blipFill>
                    <p:spPr bwMode="auto">
                      <a:xfrm>
                        <a:off x="265768" y="1720614"/>
                        <a:ext cx="5354638" cy="1208087"/>
                      </a:xfrm>
                      <a:prstGeom prst="rect">
                        <a:avLst/>
                      </a:prstGeom>
                      <a:noFill/>
                      <a:ln>
                        <a:noFill/>
                      </a:ln>
                      <a:effectLst/>
                      <a:extLst/>
                    </p:spPr>
                  </p:pic>
                </p:oleObj>
              </mc:Fallback>
            </mc:AlternateContent>
          </a:graphicData>
        </a:graphic>
      </p:graphicFrame>
      <p:graphicFrame>
        <p:nvGraphicFramePr>
          <p:cNvPr id="6" name="Object 9"/>
          <p:cNvGraphicFramePr>
            <a:graphicFrameLocks noChangeAspect="1"/>
          </p:cNvGraphicFramePr>
          <p:nvPr>
            <p:extLst>
              <p:ext uri="{D42A27DB-BD31-4B8C-83A1-F6EECF244321}">
                <p14:modId xmlns:p14="http://schemas.microsoft.com/office/powerpoint/2010/main" val="565205829"/>
              </p:ext>
            </p:extLst>
          </p:nvPr>
        </p:nvGraphicFramePr>
        <p:xfrm>
          <a:off x="265768" y="2861381"/>
          <a:ext cx="6682496" cy="1182364"/>
        </p:xfrm>
        <a:graphic>
          <a:graphicData uri="http://schemas.openxmlformats.org/presentationml/2006/ole">
            <mc:AlternateContent xmlns:mc="http://schemas.openxmlformats.org/markup-compatibility/2006">
              <mc:Choice xmlns:v="urn:schemas-microsoft-com:vml" Requires="v">
                <p:oleObj spid="_x0000_s154129" name="Equation" r:id="rId7" imgW="2666880" imgH="457200" progId="Equation.DSMT4">
                  <p:embed/>
                </p:oleObj>
              </mc:Choice>
              <mc:Fallback>
                <p:oleObj name="Equation" r:id="rId7" imgW="2666880" imgH="457200" progId="Equation.DSMT4">
                  <p:embed/>
                  <p:pic>
                    <p:nvPicPr>
                      <p:cNvPr id="5" name="Object 9"/>
                      <p:cNvPicPr>
                        <a:picLocks noChangeAspect="1" noChangeArrowheads="1"/>
                      </p:cNvPicPr>
                      <p:nvPr/>
                    </p:nvPicPr>
                    <p:blipFill>
                      <a:blip r:embed="rId8"/>
                      <a:srcRect/>
                      <a:stretch>
                        <a:fillRect/>
                      </a:stretch>
                    </p:blipFill>
                    <p:spPr bwMode="auto">
                      <a:xfrm>
                        <a:off x="265768" y="2861381"/>
                        <a:ext cx="6682496" cy="1182364"/>
                      </a:xfrm>
                      <a:prstGeom prst="rect">
                        <a:avLst/>
                      </a:prstGeom>
                      <a:noFill/>
                      <a:ln>
                        <a:noFill/>
                      </a:ln>
                      <a:effectLst/>
                      <a:extLst/>
                    </p:spPr>
                  </p:pic>
                </p:oleObj>
              </mc:Fallback>
            </mc:AlternateContent>
          </a:graphicData>
        </a:graphic>
      </p:graphicFrame>
      <p:sp>
        <p:nvSpPr>
          <p:cNvPr id="7" name="Rectangle 2"/>
          <p:cNvSpPr>
            <a:spLocks noChangeArrowheads="1"/>
          </p:cNvSpPr>
          <p:nvPr/>
        </p:nvSpPr>
        <p:spPr bwMode="auto">
          <a:xfrm>
            <a:off x="274293" y="4365104"/>
            <a:ext cx="2281484"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2800" b="1" dirty="0">
                <a:solidFill>
                  <a:srgbClr val="FFFFFF"/>
                </a:solidFill>
                <a:latin typeface="Book Antiqua" panose="02040602050305030304" pitchFamily="18" charset="0"/>
              </a:rPr>
              <a:t>n</a:t>
            </a:r>
            <a:r>
              <a:rPr lang="zh-CN" altLang="en-US" sz="2800" b="1" dirty="0">
                <a:solidFill>
                  <a:srgbClr val="FFFFFF"/>
                </a:solidFill>
                <a:latin typeface="Book Antiqua" panose="02040602050305030304" pitchFamily="18" charset="0"/>
              </a:rPr>
              <a:t>为奇数时？</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p:txBody>
      </p:sp>
      <p:sp>
        <p:nvSpPr>
          <p:cNvPr id="8" name="Rectangle 2"/>
          <p:cNvSpPr>
            <a:spLocks noChangeArrowheads="1"/>
          </p:cNvSpPr>
          <p:nvPr/>
        </p:nvSpPr>
        <p:spPr bwMode="auto">
          <a:xfrm>
            <a:off x="300195" y="5085184"/>
            <a:ext cx="2281484"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-1</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为奇点</a:t>
            </a:r>
          </a:p>
        </p:txBody>
      </p:sp>
    </p:spTree>
    <p:extLst>
      <p:ext uri="{BB962C8B-B14F-4D97-AF65-F5344CB8AC3E}">
        <p14:creationId xmlns:p14="http://schemas.microsoft.com/office/powerpoint/2010/main" val="2966442473"/>
      </p:ext>
    </p:extLst>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3" name="Line 3"/>
          <p:cNvSpPr>
            <a:spLocks noChangeShapeType="1"/>
          </p:cNvSpPr>
          <p:nvPr/>
        </p:nvSpPr>
        <p:spPr bwMode="auto">
          <a:xfrm flipH="1">
            <a:off x="0" y="3505200"/>
            <a:ext cx="9144000"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6563" name="Text Box 4"/>
          <p:cNvSpPr txBox="1">
            <a:spLocks noChangeArrowheads="1"/>
          </p:cNvSpPr>
          <p:nvPr/>
        </p:nvSpPr>
        <p:spPr bwMode="auto">
          <a:xfrm>
            <a:off x="0" y="0"/>
            <a:ext cx="4546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(2)</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、三角函数有理积分积分</a:t>
            </a:r>
          </a:p>
        </p:txBody>
      </p:sp>
      <p:graphicFrame>
        <p:nvGraphicFramePr>
          <p:cNvPr id="204805" name="Object 5"/>
          <p:cNvGraphicFramePr>
            <a:graphicFrameLocks noChangeAspect="1"/>
          </p:cNvGraphicFramePr>
          <p:nvPr/>
        </p:nvGraphicFramePr>
        <p:xfrm>
          <a:off x="2819400" y="457200"/>
          <a:ext cx="3886200" cy="914400"/>
        </p:xfrm>
        <a:graphic>
          <a:graphicData uri="http://schemas.openxmlformats.org/presentationml/2006/ole">
            <mc:AlternateContent xmlns:mc="http://schemas.openxmlformats.org/markup-compatibility/2006">
              <mc:Choice xmlns:v="urn:schemas-microsoft-com:vml" Requires="v">
                <p:oleObj spid="_x0000_s273421" name="公式" r:id="rId3" imgW="1204031" imgH="251554" progId="Equation.3">
                  <p:embed/>
                </p:oleObj>
              </mc:Choice>
              <mc:Fallback>
                <p:oleObj name="公式" r:id="rId3" imgW="1204031" imgH="251554" progId="Equation.3">
                  <p:embed/>
                  <p:pic>
                    <p:nvPicPr>
                      <p:cNvPr id="20480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457200"/>
                        <a:ext cx="3886200" cy="914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06" name="Text Box 6"/>
          <p:cNvSpPr txBox="1">
            <a:spLocks noChangeArrowheads="1"/>
          </p:cNvSpPr>
          <p:nvPr/>
        </p:nvSpPr>
        <p:spPr bwMode="auto">
          <a:xfrm>
            <a:off x="0" y="1447800"/>
            <a:ext cx="9061450"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若</a:t>
            </a: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R</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(cos</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sym typeface="Symbol" panose="05050102010706020507" pitchFamily="18" charset="2"/>
              </a:rPr>
              <a:t>, sin</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a:t>
            </a:r>
            <a:r>
              <a:rPr kumimoji="1" lang="zh-CN"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为</a:t>
            </a:r>
            <a:r>
              <a:rPr kumimoji="1" lang="zh-CN" altLang="en-US"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 </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cos</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sym typeface="Symbol" panose="05050102010706020507" pitchFamily="18" charset="2"/>
              </a:rPr>
              <a:t>, sin</a:t>
            </a: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 </a:t>
            </a:r>
            <a:r>
              <a:rPr kumimoji="1" lang="zh-CN" altLang="zh-CN"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的有理函数，且在[0，2</a:t>
            </a:r>
            <a:r>
              <a:rPr kumimoji="1" lang="zh-CN" altLang="zh-CN"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sym typeface="Symbol" panose="05050102010706020507" pitchFamily="18" charset="2"/>
              </a:rPr>
              <a:t>]上连续，</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则</a:t>
            </a:r>
          </a:p>
        </p:txBody>
      </p:sp>
      <p:graphicFrame>
        <p:nvGraphicFramePr>
          <p:cNvPr id="204808" name="Object 8"/>
          <p:cNvGraphicFramePr>
            <a:graphicFrameLocks noChangeAspect="1"/>
          </p:cNvGraphicFramePr>
          <p:nvPr/>
        </p:nvGraphicFramePr>
        <p:xfrm>
          <a:off x="4114800" y="2209800"/>
          <a:ext cx="3505200" cy="1174750"/>
        </p:xfrm>
        <a:graphic>
          <a:graphicData uri="http://schemas.openxmlformats.org/presentationml/2006/ole">
            <mc:AlternateContent xmlns:mc="http://schemas.openxmlformats.org/markup-compatibility/2006">
              <mc:Choice xmlns:v="urn:schemas-microsoft-com:vml" Requires="v">
                <p:oleObj spid="_x0000_s273422" name="公式" r:id="rId5" imgW="1241883" imgH="358030" progId="Equation.3">
                  <p:embed/>
                </p:oleObj>
              </mc:Choice>
              <mc:Fallback>
                <p:oleObj name="公式" r:id="rId5" imgW="1241883" imgH="358030" progId="Equation.3">
                  <p:embed/>
                  <p:pic>
                    <p:nvPicPr>
                      <p:cNvPr id="204808"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4800" y="2209800"/>
                        <a:ext cx="3505200" cy="11747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23" name="Object 23"/>
          <p:cNvGraphicFramePr>
            <a:graphicFrameLocks noChangeAspect="1"/>
          </p:cNvGraphicFramePr>
          <p:nvPr/>
        </p:nvGraphicFramePr>
        <p:xfrm>
          <a:off x="1524000" y="3429000"/>
          <a:ext cx="4605338" cy="1274763"/>
        </p:xfrm>
        <a:graphic>
          <a:graphicData uri="http://schemas.openxmlformats.org/presentationml/2006/ole">
            <mc:AlternateContent xmlns:mc="http://schemas.openxmlformats.org/markup-compatibility/2006">
              <mc:Choice xmlns:v="urn:schemas-microsoft-com:vml" Requires="v">
                <p:oleObj spid="_x0000_s273423" name="公式" r:id="rId7" imgW="1714394" imgH="380937" progId="Equation.3">
                  <p:embed/>
                </p:oleObj>
              </mc:Choice>
              <mc:Fallback>
                <p:oleObj name="公式" r:id="rId7" imgW="1714394" imgH="380937" progId="Equation.3">
                  <p:embed/>
                  <p:pic>
                    <p:nvPicPr>
                      <p:cNvPr id="204823"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3429000"/>
                        <a:ext cx="4605338" cy="12747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26" name="Text Box 26"/>
          <p:cNvSpPr txBox="1">
            <a:spLocks noChangeArrowheads="1"/>
          </p:cNvSpPr>
          <p:nvPr/>
        </p:nvSpPr>
        <p:spPr bwMode="auto">
          <a:xfrm>
            <a:off x="0" y="3733800"/>
            <a:ext cx="12192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其中</a:t>
            </a:r>
          </a:p>
        </p:txBody>
      </p:sp>
      <p:graphicFrame>
        <p:nvGraphicFramePr>
          <p:cNvPr id="204828" name="Object 28"/>
          <p:cNvGraphicFramePr>
            <a:graphicFrameLocks noChangeAspect="1"/>
          </p:cNvGraphicFramePr>
          <p:nvPr/>
        </p:nvGraphicFramePr>
        <p:xfrm>
          <a:off x="304800" y="2362200"/>
          <a:ext cx="3886200" cy="914400"/>
        </p:xfrm>
        <a:graphic>
          <a:graphicData uri="http://schemas.openxmlformats.org/presentationml/2006/ole">
            <mc:AlternateContent xmlns:mc="http://schemas.openxmlformats.org/markup-compatibility/2006">
              <mc:Choice xmlns:v="urn:schemas-microsoft-com:vml" Requires="v">
                <p:oleObj spid="_x0000_s273424" name="公式" r:id="rId9" imgW="1204031" imgH="251554" progId="Equation.3">
                  <p:embed/>
                </p:oleObj>
              </mc:Choice>
              <mc:Fallback>
                <p:oleObj name="公式" r:id="rId9" imgW="1204031" imgH="251554" progId="Equation.3">
                  <p:embed/>
                  <p:pic>
                    <p:nvPicPr>
                      <p:cNvPr id="204828" name="Object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800" y="2362200"/>
                        <a:ext cx="3886200" cy="914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29" name="Text Box 29"/>
          <p:cNvSpPr txBox="1">
            <a:spLocks noChangeArrowheads="1"/>
          </p:cNvSpPr>
          <p:nvPr/>
        </p:nvSpPr>
        <p:spPr bwMode="auto">
          <a:xfrm>
            <a:off x="4953000" y="5029200"/>
            <a:ext cx="3810000"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表示</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f(z)</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在单位圆内所有</a:t>
            </a:r>
            <a:r>
              <a:rPr kumimoji="1" lang="zh-CN" altLang="en-US" sz="2800" b="1" i="0" u="none" strike="noStrike" kern="1200" cap="none" spc="0" normalizeH="0" baseline="0" noProof="0">
                <a:ln>
                  <a:noFill/>
                </a:ln>
                <a:solidFill>
                  <a:srgbClr val="FFFF00"/>
                </a:solidFill>
                <a:effectLst/>
                <a:uLnTx/>
                <a:uFillTx/>
                <a:latin typeface="Book Antiqua" panose="02040602050305030304" pitchFamily="18" charset="0"/>
                <a:ea typeface="楷体_GB2312" pitchFamily="49" charset="-122"/>
                <a:cs typeface="+mn-cs"/>
              </a:rPr>
              <a:t>奇点的留数和</a:t>
            </a:r>
            <a:endPar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graphicFrame>
        <p:nvGraphicFramePr>
          <p:cNvPr id="204830" name="Object 30"/>
          <p:cNvGraphicFramePr>
            <a:graphicFrameLocks noChangeAspect="1"/>
          </p:cNvGraphicFramePr>
          <p:nvPr/>
        </p:nvGraphicFramePr>
        <p:xfrm>
          <a:off x="1828800" y="4876800"/>
          <a:ext cx="2528888" cy="1174750"/>
        </p:xfrm>
        <a:graphic>
          <a:graphicData uri="http://schemas.openxmlformats.org/presentationml/2006/ole">
            <mc:AlternateContent xmlns:mc="http://schemas.openxmlformats.org/markup-compatibility/2006">
              <mc:Choice xmlns:v="urn:schemas-microsoft-com:vml" Requires="v">
                <p:oleObj spid="_x0000_s273425" name="公式" r:id="rId11" imgW="876123" imgH="358030" progId="Equation.3">
                  <p:embed/>
                </p:oleObj>
              </mc:Choice>
              <mc:Fallback>
                <p:oleObj name="公式" r:id="rId11" imgW="876123" imgH="358030" progId="Equation.3">
                  <p:embed/>
                  <p:pic>
                    <p:nvPicPr>
                      <p:cNvPr id="204830" name="Object 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28800" y="4876800"/>
                        <a:ext cx="2528888" cy="11747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412546164"/>
      </p:ext>
    </p:extLst>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Line 2"/>
          <p:cNvSpPr>
            <a:spLocks noChangeShapeType="1"/>
          </p:cNvSpPr>
          <p:nvPr/>
        </p:nvSpPr>
        <p:spPr bwMode="auto">
          <a:xfrm flipH="1">
            <a:off x="0" y="3505200"/>
            <a:ext cx="9144000"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7587" name="Text Box 3"/>
          <p:cNvSpPr txBox="1">
            <a:spLocks noChangeArrowheads="1"/>
          </p:cNvSpPr>
          <p:nvPr/>
        </p:nvSpPr>
        <p:spPr bwMode="auto">
          <a:xfrm>
            <a:off x="228600" y="228600"/>
            <a:ext cx="12604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证明：</a:t>
            </a:r>
          </a:p>
        </p:txBody>
      </p:sp>
      <p:graphicFrame>
        <p:nvGraphicFramePr>
          <p:cNvPr id="205845" name="Object 21"/>
          <p:cNvGraphicFramePr>
            <a:graphicFrameLocks noChangeAspect="1"/>
          </p:cNvGraphicFramePr>
          <p:nvPr/>
        </p:nvGraphicFramePr>
        <p:xfrm>
          <a:off x="1676400" y="1752600"/>
          <a:ext cx="4065588" cy="711200"/>
        </p:xfrm>
        <a:graphic>
          <a:graphicData uri="http://schemas.openxmlformats.org/presentationml/2006/ole">
            <mc:AlternateContent xmlns:mc="http://schemas.openxmlformats.org/markup-compatibility/2006">
              <mc:Choice xmlns:v="urn:schemas-microsoft-com:vml" Requires="v">
                <p:oleObj spid="_x0000_s246405" name="公式" r:id="rId3" imgW="1234653" imgH="152290" progId="Equation.3">
                  <p:embed/>
                </p:oleObj>
              </mc:Choice>
              <mc:Fallback>
                <p:oleObj name="公式" r:id="rId3" imgW="1234653" imgH="152290" progId="Equation.3">
                  <p:embed/>
                  <p:pic>
                    <p:nvPicPr>
                      <p:cNvPr id="205845"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1752600"/>
                        <a:ext cx="4065588" cy="711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46" name="Object 22"/>
          <p:cNvGraphicFramePr>
            <a:graphicFrameLocks noChangeAspect="1"/>
          </p:cNvGraphicFramePr>
          <p:nvPr/>
        </p:nvGraphicFramePr>
        <p:xfrm>
          <a:off x="1828800" y="228600"/>
          <a:ext cx="1336675" cy="627063"/>
        </p:xfrm>
        <a:graphic>
          <a:graphicData uri="http://schemas.openxmlformats.org/presentationml/2006/ole">
            <mc:AlternateContent xmlns:mc="http://schemas.openxmlformats.org/markup-compatibility/2006">
              <mc:Choice xmlns:v="urn:schemas-microsoft-com:vml" Requires="v">
                <p:oleObj spid="_x0000_s246406" name="公式" r:id="rId5" imgW="358105" imgH="129383" progId="Equation.3">
                  <p:embed/>
                </p:oleObj>
              </mc:Choice>
              <mc:Fallback>
                <p:oleObj name="公式" r:id="rId5" imgW="358105" imgH="129383" progId="Equation.3">
                  <p:embed/>
                  <p:pic>
                    <p:nvPicPr>
                      <p:cNvPr id="205846"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8800" y="228600"/>
                        <a:ext cx="1336675" cy="6270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52" name="Object 28"/>
          <p:cNvGraphicFramePr>
            <a:graphicFrameLocks noChangeAspect="1"/>
          </p:cNvGraphicFramePr>
          <p:nvPr/>
        </p:nvGraphicFramePr>
        <p:xfrm>
          <a:off x="1651000" y="2590800"/>
          <a:ext cx="4421188" cy="711200"/>
        </p:xfrm>
        <a:graphic>
          <a:graphicData uri="http://schemas.openxmlformats.org/presentationml/2006/ole">
            <mc:AlternateContent xmlns:mc="http://schemas.openxmlformats.org/markup-compatibility/2006">
              <mc:Choice xmlns:v="urn:schemas-microsoft-com:vml" Requires="v">
                <p:oleObj spid="_x0000_s246407" name="公式" r:id="rId7" imgW="1348634" imgH="152290" progId="Equation.3">
                  <p:embed/>
                </p:oleObj>
              </mc:Choice>
              <mc:Fallback>
                <p:oleObj name="公式" r:id="rId7" imgW="1348634" imgH="152290" progId="Equation.3">
                  <p:embed/>
                  <p:pic>
                    <p:nvPicPr>
                      <p:cNvPr id="205852"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51000" y="2590800"/>
                        <a:ext cx="4421188" cy="711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53" name="Object 29"/>
          <p:cNvGraphicFramePr>
            <a:graphicFrameLocks noChangeAspect="1"/>
          </p:cNvGraphicFramePr>
          <p:nvPr/>
        </p:nvGraphicFramePr>
        <p:xfrm>
          <a:off x="5715000" y="1752600"/>
          <a:ext cx="2565400" cy="711200"/>
        </p:xfrm>
        <a:graphic>
          <a:graphicData uri="http://schemas.openxmlformats.org/presentationml/2006/ole">
            <mc:AlternateContent xmlns:mc="http://schemas.openxmlformats.org/markup-compatibility/2006">
              <mc:Choice xmlns:v="urn:schemas-microsoft-com:vml" Requires="v">
                <p:oleObj spid="_x0000_s246408" name="公式" r:id="rId9" imgW="746831" imgH="152290" progId="Equation.3">
                  <p:embed/>
                </p:oleObj>
              </mc:Choice>
              <mc:Fallback>
                <p:oleObj name="公式" r:id="rId9" imgW="746831" imgH="152290" progId="Equation.3">
                  <p:embed/>
                  <p:pic>
                    <p:nvPicPr>
                      <p:cNvPr id="205853" name="Object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15000" y="1752600"/>
                        <a:ext cx="2565400" cy="711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54" name="Object 30"/>
          <p:cNvGraphicFramePr>
            <a:graphicFrameLocks noChangeAspect="1"/>
          </p:cNvGraphicFramePr>
          <p:nvPr/>
        </p:nvGraphicFramePr>
        <p:xfrm>
          <a:off x="5943600" y="2590800"/>
          <a:ext cx="2959100" cy="711200"/>
        </p:xfrm>
        <a:graphic>
          <a:graphicData uri="http://schemas.openxmlformats.org/presentationml/2006/ole">
            <mc:AlternateContent xmlns:mc="http://schemas.openxmlformats.org/markup-compatibility/2006">
              <mc:Choice xmlns:v="urn:schemas-microsoft-com:vml" Requires="v">
                <p:oleObj spid="_x0000_s246409" name="公式" r:id="rId11" imgW="876123" imgH="152290" progId="Equation.3">
                  <p:embed/>
                </p:oleObj>
              </mc:Choice>
              <mc:Fallback>
                <p:oleObj name="公式" r:id="rId11" imgW="876123" imgH="152290" progId="Equation.3">
                  <p:embed/>
                  <p:pic>
                    <p:nvPicPr>
                      <p:cNvPr id="205854" name="Object 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43600" y="2590800"/>
                        <a:ext cx="2959100" cy="711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55" name="Object 31"/>
          <p:cNvGraphicFramePr>
            <a:graphicFrameLocks noChangeAspect="1"/>
          </p:cNvGraphicFramePr>
          <p:nvPr/>
        </p:nvGraphicFramePr>
        <p:xfrm>
          <a:off x="4267200" y="228600"/>
          <a:ext cx="2243138" cy="627063"/>
        </p:xfrm>
        <a:graphic>
          <a:graphicData uri="http://schemas.openxmlformats.org/presentationml/2006/ole">
            <mc:AlternateContent xmlns:mc="http://schemas.openxmlformats.org/markup-compatibility/2006">
              <mc:Choice xmlns:v="urn:schemas-microsoft-com:vml" Requires="v">
                <p:oleObj spid="_x0000_s246410" name="公式" r:id="rId13" imgW="647735" imgH="129383" progId="Equation.3">
                  <p:embed/>
                </p:oleObj>
              </mc:Choice>
              <mc:Fallback>
                <p:oleObj name="公式" r:id="rId13" imgW="647735" imgH="129383" progId="Equation.3">
                  <p:embed/>
                  <p:pic>
                    <p:nvPicPr>
                      <p:cNvPr id="205855" name="Object 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67200" y="228600"/>
                        <a:ext cx="2243138" cy="6270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56" name="Object 32"/>
          <p:cNvGraphicFramePr>
            <a:graphicFrameLocks noChangeAspect="1"/>
          </p:cNvGraphicFramePr>
          <p:nvPr/>
        </p:nvGraphicFramePr>
        <p:xfrm>
          <a:off x="1676400" y="1066800"/>
          <a:ext cx="2130425" cy="547688"/>
        </p:xfrm>
        <a:graphic>
          <a:graphicData uri="http://schemas.openxmlformats.org/presentationml/2006/ole">
            <mc:AlternateContent xmlns:mc="http://schemas.openxmlformats.org/markup-compatibility/2006">
              <mc:Choice xmlns:v="urn:schemas-microsoft-com:vml" Requires="v">
                <p:oleObj spid="_x0000_s246411" name="公式" r:id="rId15" imgW="609458" imgH="99264" progId="Equation.3">
                  <p:embed/>
                </p:oleObj>
              </mc:Choice>
              <mc:Fallback>
                <p:oleObj name="公式" r:id="rId15" imgW="609458" imgH="99264" progId="Equation.3">
                  <p:embed/>
                  <p:pic>
                    <p:nvPicPr>
                      <p:cNvPr id="205856" name="Object 3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76400" y="1066800"/>
                        <a:ext cx="2130425" cy="5476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857" name="AutoShape 33"/>
          <p:cNvSpPr>
            <a:spLocks noChangeArrowheads="1"/>
          </p:cNvSpPr>
          <p:nvPr/>
        </p:nvSpPr>
        <p:spPr bwMode="auto">
          <a:xfrm>
            <a:off x="4343400" y="1143000"/>
            <a:ext cx="1066800" cy="381000"/>
          </a:xfrm>
          <a:prstGeom prst="rightArrow">
            <a:avLst>
              <a:gd name="adj1" fmla="val 50000"/>
              <a:gd name="adj2" fmla="val 70000"/>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205858" name="Object 34"/>
          <p:cNvGraphicFramePr>
            <a:graphicFrameLocks noChangeAspect="1"/>
          </p:cNvGraphicFramePr>
          <p:nvPr/>
        </p:nvGraphicFramePr>
        <p:xfrm>
          <a:off x="5638800" y="990600"/>
          <a:ext cx="1144588" cy="785813"/>
        </p:xfrm>
        <a:graphic>
          <a:graphicData uri="http://schemas.openxmlformats.org/presentationml/2006/ole">
            <mc:AlternateContent xmlns:mc="http://schemas.openxmlformats.org/markup-compatibility/2006">
              <mc:Choice xmlns:v="urn:schemas-microsoft-com:vml" Requires="v">
                <p:oleObj spid="_x0000_s246412" name="公式" r:id="rId17" imgW="289631" imgH="175197" progId="Equation.3">
                  <p:embed/>
                </p:oleObj>
              </mc:Choice>
              <mc:Fallback>
                <p:oleObj name="公式" r:id="rId17" imgW="289631" imgH="175197" progId="Equation.3">
                  <p:embed/>
                  <p:pic>
                    <p:nvPicPr>
                      <p:cNvPr id="205858" name="Object 3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638800" y="990600"/>
                        <a:ext cx="1144588" cy="7858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59" name="Object 35"/>
          <p:cNvGraphicFramePr>
            <a:graphicFrameLocks noChangeAspect="1"/>
          </p:cNvGraphicFramePr>
          <p:nvPr/>
        </p:nvGraphicFramePr>
        <p:xfrm>
          <a:off x="0" y="3657600"/>
          <a:ext cx="3886200" cy="914400"/>
        </p:xfrm>
        <a:graphic>
          <a:graphicData uri="http://schemas.openxmlformats.org/presentationml/2006/ole">
            <mc:AlternateContent xmlns:mc="http://schemas.openxmlformats.org/markup-compatibility/2006">
              <mc:Choice xmlns:v="urn:schemas-microsoft-com:vml" Requires="v">
                <p:oleObj spid="_x0000_s246413" name="公式" r:id="rId19" imgW="1204031" imgH="251554" progId="Equation.3">
                  <p:embed/>
                </p:oleObj>
              </mc:Choice>
              <mc:Fallback>
                <p:oleObj name="公式" r:id="rId19" imgW="1204031" imgH="251554" progId="Equation.3">
                  <p:embed/>
                  <p:pic>
                    <p:nvPicPr>
                      <p:cNvPr id="205859" name="Object 3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3657600"/>
                        <a:ext cx="3886200" cy="914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60" name="Object 36"/>
          <p:cNvGraphicFramePr>
            <a:graphicFrameLocks noChangeAspect="1"/>
          </p:cNvGraphicFramePr>
          <p:nvPr/>
        </p:nvGraphicFramePr>
        <p:xfrm>
          <a:off x="6477000" y="304800"/>
          <a:ext cx="1374775" cy="547688"/>
        </p:xfrm>
        <a:graphic>
          <a:graphicData uri="http://schemas.openxmlformats.org/presentationml/2006/ole">
            <mc:AlternateContent xmlns:mc="http://schemas.openxmlformats.org/markup-compatibility/2006">
              <mc:Choice xmlns:v="urn:schemas-microsoft-com:vml" Requires="v">
                <p:oleObj spid="_x0000_s246414" name="公式" r:id="rId21" imgW="365760" imgH="99264" progId="Equation.3">
                  <p:embed/>
                </p:oleObj>
              </mc:Choice>
              <mc:Fallback>
                <p:oleObj name="公式" r:id="rId21" imgW="365760" imgH="99264" progId="Equation.3">
                  <p:embed/>
                  <p:pic>
                    <p:nvPicPr>
                      <p:cNvPr id="205860" name="Object 3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477000" y="304800"/>
                        <a:ext cx="1374775" cy="5476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61" name="Object 37"/>
          <p:cNvGraphicFramePr>
            <a:graphicFrameLocks noChangeAspect="1"/>
          </p:cNvGraphicFramePr>
          <p:nvPr/>
        </p:nvGraphicFramePr>
        <p:xfrm>
          <a:off x="3962400" y="3581400"/>
          <a:ext cx="4970463" cy="1160463"/>
        </p:xfrm>
        <a:graphic>
          <a:graphicData uri="http://schemas.openxmlformats.org/presentationml/2006/ole">
            <mc:AlternateContent xmlns:mc="http://schemas.openxmlformats.org/markup-compatibility/2006">
              <mc:Choice xmlns:v="urn:schemas-microsoft-com:vml" Requires="v">
                <p:oleObj spid="_x0000_s246415" name="公式" r:id="rId23" imgW="1622954" imgH="342759" progId="Equation.3">
                  <p:embed/>
                </p:oleObj>
              </mc:Choice>
              <mc:Fallback>
                <p:oleObj name="公式" r:id="rId23" imgW="1622954" imgH="342759" progId="Equation.3">
                  <p:embed/>
                  <p:pic>
                    <p:nvPicPr>
                      <p:cNvPr id="205861" name="Object 3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962400" y="3581400"/>
                        <a:ext cx="4970463" cy="11604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62" name="Object 38"/>
          <p:cNvGraphicFramePr>
            <a:graphicFrameLocks noChangeAspect="1"/>
          </p:cNvGraphicFramePr>
          <p:nvPr/>
        </p:nvGraphicFramePr>
        <p:xfrm>
          <a:off x="228600" y="5181600"/>
          <a:ext cx="2644775" cy="982663"/>
        </p:xfrm>
        <a:graphic>
          <a:graphicData uri="http://schemas.openxmlformats.org/presentationml/2006/ole">
            <mc:AlternateContent xmlns:mc="http://schemas.openxmlformats.org/markup-compatibility/2006">
              <mc:Choice xmlns:v="urn:schemas-microsoft-com:vml" Requires="v">
                <p:oleObj spid="_x0000_s246416" name="公式" r:id="rId25" imgW="777453" imgH="243919" progId="Equation.3">
                  <p:embed/>
                </p:oleObj>
              </mc:Choice>
              <mc:Fallback>
                <p:oleObj name="公式" r:id="rId25" imgW="777453" imgH="243919" progId="Equation.3">
                  <p:embed/>
                  <p:pic>
                    <p:nvPicPr>
                      <p:cNvPr id="205862" name="Object 3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28600" y="5181600"/>
                        <a:ext cx="2644775" cy="9826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63" name="Object 39"/>
          <p:cNvGraphicFramePr>
            <a:graphicFrameLocks noChangeAspect="1"/>
          </p:cNvGraphicFramePr>
          <p:nvPr/>
        </p:nvGraphicFramePr>
        <p:xfrm>
          <a:off x="2819400" y="5029200"/>
          <a:ext cx="3505200" cy="1174750"/>
        </p:xfrm>
        <a:graphic>
          <a:graphicData uri="http://schemas.openxmlformats.org/presentationml/2006/ole">
            <mc:AlternateContent xmlns:mc="http://schemas.openxmlformats.org/markup-compatibility/2006">
              <mc:Choice xmlns:v="urn:schemas-microsoft-com:vml" Requires="v">
                <p:oleObj spid="_x0000_s246417" name="公式" r:id="rId27" imgW="1241883" imgH="358030" progId="Equation.3">
                  <p:embed/>
                </p:oleObj>
              </mc:Choice>
              <mc:Fallback>
                <p:oleObj name="公式" r:id="rId27" imgW="1241883" imgH="358030" progId="Equation.3">
                  <p:embed/>
                  <p:pic>
                    <p:nvPicPr>
                      <p:cNvPr id="205863" name="Object 39"/>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819400" y="5029200"/>
                        <a:ext cx="3505200" cy="11747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038016254"/>
      </p:ext>
    </p:extLst>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ChangeArrowheads="1"/>
          </p:cNvSpPr>
          <p:nvPr/>
        </p:nvSpPr>
        <p:spPr bwMode="auto">
          <a:xfrm>
            <a:off x="0" y="322263"/>
            <a:ext cx="2590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例：计算积分</a:t>
            </a:r>
          </a:p>
        </p:txBody>
      </p:sp>
      <p:sp>
        <p:nvSpPr>
          <p:cNvPr id="206851" name="Text Box 3"/>
          <p:cNvSpPr txBox="1">
            <a:spLocks noChangeArrowheads="1"/>
          </p:cNvSpPr>
          <p:nvPr/>
        </p:nvSpPr>
        <p:spPr bwMode="auto">
          <a:xfrm>
            <a:off x="0" y="1600200"/>
            <a:ext cx="9017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解：</a:t>
            </a:r>
          </a:p>
        </p:txBody>
      </p:sp>
      <p:sp>
        <p:nvSpPr>
          <p:cNvPr id="206852" name="Line 4"/>
          <p:cNvSpPr>
            <a:spLocks noChangeShapeType="1"/>
          </p:cNvSpPr>
          <p:nvPr/>
        </p:nvSpPr>
        <p:spPr bwMode="auto">
          <a:xfrm flipH="1">
            <a:off x="0" y="1447800"/>
            <a:ext cx="9144000" cy="76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68613" name="Object 5"/>
          <p:cNvGraphicFramePr>
            <a:graphicFrameLocks noChangeAspect="1"/>
          </p:cNvGraphicFramePr>
          <p:nvPr/>
        </p:nvGraphicFramePr>
        <p:xfrm>
          <a:off x="2209800" y="0"/>
          <a:ext cx="3765550" cy="1246188"/>
        </p:xfrm>
        <a:graphic>
          <a:graphicData uri="http://schemas.openxmlformats.org/presentationml/2006/ole">
            <mc:AlternateContent xmlns:mc="http://schemas.openxmlformats.org/markup-compatibility/2006">
              <mc:Choice xmlns:v="urn:schemas-microsoft-com:vml" Requires="v">
                <p:oleObj spid="_x0000_s205641" name="公式" r:id="rId3" imgW="1013495" imgH="319851" progId="Equation.3">
                  <p:embed/>
                </p:oleObj>
              </mc:Choice>
              <mc:Fallback>
                <p:oleObj name="公式" r:id="rId3" imgW="1013495" imgH="319851" progId="Equation.3">
                  <p:embed/>
                  <p:pic>
                    <p:nvPicPr>
                      <p:cNvPr id="68613"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0"/>
                        <a:ext cx="3765550" cy="12461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6854" name="Rectangle 6"/>
          <p:cNvSpPr>
            <a:spLocks noChangeArrowheads="1"/>
          </p:cNvSpPr>
          <p:nvPr/>
        </p:nvSpPr>
        <p:spPr bwMode="auto">
          <a:xfrm>
            <a:off x="609600" y="1524000"/>
            <a:ext cx="76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令</a:t>
            </a:r>
          </a:p>
        </p:txBody>
      </p:sp>
      <p:sp>
        <p:nvSpPr>
          <p:cNvPr id="206855" name="Rectangle 7"/>
          <p:cNvSpPr>
            <a:spLocks noChangeArrowheads="1"/>
          </p:cNvSpPr>
          <p:nvPr/>
        </p:nvSpPr>
        <p:spPr bwMode="auto">
          <a:xfrm>
            <a:off x="5791200" y="3200400"/>
            <a:ext cx="1676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有两个一</a:t>
            </a:r>
            <a:r>
              <a:rPr kumimoji="1" lang="zh-CN"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阶极点</a:t>
            </a:r>
            <a:endPar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
        <p:nvSpPr>
          <p:cNvPr id="68616" name="Rectangle 10"/>
          <p:cNvSpPr>
            <a:spLocks noChangeArrowheads="1"/>
          </p:cNvSpPr>
          <p:nvPr/>
        </p:nvSpPr>
        <p:spPr bwMode="auto">
          <a:xfrm>
            <a:off x="6019800" y="381000"/>
            <a:ext cx="1828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a</a:t>
            </a: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&lt;1)</a:t>
            </a:r>
            <a:endPar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endParaRPr>
          </a:p>
        </p:txBody>
      </p:sp>
      <p:graphicFrame>
        <p:nvGraphicFramePr>
          <p:cNvPr id="206861" name="Object 13"/>
          <p:cNvGraphicFramePr>
            <a:graphicFrameLocks noChangeAspect="1"/>
          </p:cNvGraphicFramePr>
          <p:nvPr/>
        </p:nvGraphicFramePr>
        <p:xfrm>
          <a:off x="304800" y="4572000"/>
          <a:ext cx="6500813" cy="1120775"/>
        </p:xfrm>
        <a:graphic>
          <a:graphicData uri="http://schemas.openxmlformats.org/presentationml/2006/ole">
            <mc:AlternateContent xmlns:mc="http://schemas.openxmlformats.org/markup-compatibility/2006">
              <mc:Choice xmlns:v="urn:schemas-microsoft-com:vml" Requires="v">
                <p:oleObj spid="_x0000_s205642" name="公式" r:id="rId5" imgW="2377440" imgH="365666" progId="Equation.3">
                  <p:embed/>
                </p:oleObj>
              </mc:Choice>
              <mc:Fallback>
                <p:oleObj name="公式" r:id="rId5" imgW="2377440" imgH="365666" progId="Equation.3">
                  <p:embed/>
                  <p:pic>
                    <p:nvPicPr>
                      <p:cNvPr id="206861"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4572000"/>
                        <a:ext cx="6500813" cy="11207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6862" name="Object 14"/>
          <p:cNvGraphicFramePr>
            <a:graphicFrameLocks noChangeAspect="1"/>
          </p:cNvGraphicFramePr>
          <p:nvPr/>
        </p:nvGraphicFramePr>
        <p:xfrm>
          <a:off x="0" y="2209800"/>
          <a:ext cx="1336675" cy="627063"/>
        </p:xfrm>
        <a:graphic>
          <a:graphicData uri="http://schemas.openxmlformats.org/presentationml/2006/ole">
            <mc:AlternateContent xmlns:mc="http://schemas.openxmlformats.org/markup-compatibility/2006">
              <mc:Choice xmlns:v="urn:schemas-microsoft-com:vml" Requires="v">
                <p:oleObj spid="_x0000_s205643" name="公式" r:id="rId7" imgW="358105" imgH="129383" progId="Equation.3">
                  <p:embed/>
                </p:oleObj>
              </mc:Choice>
              <mc:Fallback>
                <p:oleObj name="公式" r:id="rId7" imgW="358105" imgH="129383" progId="Equation.3">
                  <p:embed/>
                  <p:pic>
                    <p:nvPicPr>
                      <p:cNvPr id="206862"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2209800"/>
                        <a:ext cx="1336675" cy="6270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6863" name="Object 15"/>
          <p:cNvGraphicFramePr>
            <a:graphicFrameLocks noChangeAspect="1"/>
          </p:cNvGraphicFramePr>
          <p:nvPr/>
        </p:nvGraphicFramePr>
        <p:xfrm>
          <a:off x="1676400" y="1600200"/>
          <a:ext cx="3673475" cy="1614488"/>
        </p:xfrm>
        <a:graphic>
          <a:graphicData uri="http://schemas.openxmlformats.org/presentationml/2006/ole">
            <mc:AlternateContent xmlns:mc="http://schemas.openxmlformats.org/markup-compatibility/2006">
              <mc:Choice xmlns:v="urn:schemas-microsoft-com:vml" Requires="v">
                <p:oleObj spid="_x0000_s205644" name="公式" r:id="rId9" imgW="1181065" imgH="510744" progId="Equation.3">
                  <p:embed/>
                </p:oleObj>
              </mc:Choice>
              <mc:Fallback>
                <p:oleObj name="公式" r:id="rId9" imgW="1181065" imgH="510744" progId="Equation.3">
                  <p:embed/>
                  <p:pic>
                    <p:nvPicPr>
                      <p:cNvPr id="206863"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76400" y="1600200"/>
                        <a:ext cx="3673475" cy="16144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6864" name="Object 16"/>
          <p:cNvGraphicFramePr>
            <a:graphicFrameLocks noChangeAspect="1"/>
          </p:cNvGraphicFramePr>
          <p:nvPr/>
        </p:nvGraphicFramePr>
        <p:xfrm>
          <a:off x="5470525" y="1600200"/>
          <a:ext cx="3673475" cy="1087438"/>
        </p:xfrm>
        <a:graphic>
          <a:graphicData uri="http://schemas.openxmlformats.org/presentationml/2006/ole">
            <mc:AlternateContent xmlns:mc="http://schemas.openxmlformats.org/markup-compatibility/2006">
              <mc:Choice xmlns:v="urn:schemas-microsoft-com:vml" Requires="v">
                <p:oleObj spid="_x0000_s205645" name="公式" r:id="rId11" imgW="1181065" imgH="319851" progId="Equation.3">
                  <p:embed/>
                </p:oleObj>
              </mc:Choice>
              <mc:Fallback>
                <p:oleObj name="公式" r:id="rId11" imgW="1181065" imgH="319851" progId="Equation.3">
                  <p:embed/>
                  <p:pic>
                    <p:nvPicPr>
                      <p:cNvPr id="206864"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70525" y="1600200"/>
                        <a:ext cx="3673475" cy="10874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6865" name="Object 17"/>
          <p:cNvGraphicFramePr>
            <a:graphicFrameLocks noChangeAspect="1"/>
          </p:cNvGraphicFramePr>
          <p:nvPr/>
        </p:nvGraphicFramePr>
        <p:xfrm>
          <a:off x="193675" y="6019800"/>
          <a:ext cx="2865438" cy="584200"/>
        </p:xfrm>
        <a:graphic>
          <a:graphicData uri="http://schemas.openxmlformats.org/presentationml/2006/ole">
            <mc:AlternateContent xmlns:mc="http://schemas.openxmlformats.org/markup-compatibility/2006">
              <mc:Choice xmlns:v="urn:schemas-microsoft-com:vml" Requires="v">
                <p:oleObj spid="_x0000_s205646" name="公式" r:id="rId13" imgW="1005840" imgH="137019" progId="Equation.3">
                  <p:embed/>
                </p:oleObj>
              </mc:Choice>
              <mc:Fallback>
                <p:oleObj name="公式" r:id="rId13" imgW="1005840" imgH="137019" progId="Equation.3">
                  <p:embed/>
                  <p:pic>
                    <p:nvPicPr>
                      <p:cNvPr id="206865"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3675" y="6019800"/>
                        <a:ext cx="2865438" cy="584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6866" name="Object 18"/>
          <p:cNvGraphicFramePr>
            <a:graphicFrameLocks noChangeAspect="1"/>
          </p:cNvGraphicFramePr>
          <p:nvPr/>
        </p:nvGraphicFramePr>
        <p:xfrm>
          <a:off x="1219200" y="3352800"/>
          <a:ext cx="3933825" cy="935038"/>
        </p:xfrm>
        <a:graphic>
          <a:graphicData uri="http://schemas.openxmlformats.org/presentationml/2006/ole">
            <mc:AlternateContent xmlns:mc="http://schemas.openxmlformats.org/markup-compatibility/2006">
              <mc:Choice xmlns:v="urn:schemas-microsoft-com:vml" Requires="v">
                <p:oleObj spid="_x0000_s205647" name="公式" r:id="rId15" imgW="1272505" imgH="319851" progId="Equation.3">
                  <p:embed/>
                </p:oleObj>
              </mc:Choice>
              <mc:Fallback>
                <p:oleObj name="公式" r:id="rId15" imgW="1272505" imgH="319851" progId="Equation.3">
                  <p:embed/>
                  <p:pic>
                    <p:nvPicPr>
                      <p:cNvPr id="206866" name="Object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19200" y="3352800"/>
                        <a:ext cx="3933825" cy="9350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6867" name="Line 19"/>
          <p:cNvSpPr>
            <a:spLocks noChangeShapeType="1"/>
          </p:cNvSpPr>
          <p:nvPr/>
        </p:nvSpPr>
        <p:spPr bwMode="auto">
          <a:xfrm flipH="1">
            <a:off x="0" y="4419600"/>
            <a:ext cx="9144000" cy="76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06868" name="Line 20"/>
          <p:cNvSpPr>
            <a:spLocks noChangeShapeType="1"/>
          </p:cNvSpPr>
          <p:nvPr/>
        </p:nvSpPr>
        <p:spPr bwMode="auto">
          <a:xfrm flipH="1">
            <a:off x="0" y="5638800"/>
            <a:ext cx="9144000" cy="76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206869" name="Object 21"/>
          <p:cNvGraphicFramePr>
            <a:graphicFrameLocks noChangeAspect="1"/>
          </p:cNvGraphicFramePr>
          <p:nvPr/>
        </p:nvGraphicFramePr>
        <p:xfrm>
          <a:off x="3013075" y="5715000"/>
          <a:ext cx="3692525" cy="1181100"/>
        </p:xfrm>
        <a:graphic>
          <a:graphicData uri="http://schemas.openxmlformats.org/presentationml/2006/ole">
            <mc:AlternateContent xmlns:mc="http://schemas.openxmlformats.org/markup-compatibility/2006">
              <mc:Choice xmlns:v="urn:schemas-microsoft-com:vml" Requires="v">
                <p:oleObj spid="_x0000_s205648" name="公式" r:id="rId17" imgW="1272505" imgH="358030" progId="Equation.3">
                  <p:embed/>
                </p:oleObj>
              </mc:Choice>
              <mc:Fallback>
                <p:oleObj name="公式" r:id="rId17" imgW="1272505" imgH="358030" progId="Equation.3">
                  <p:embed/>
                  <p:pic>
                    <p:nvPicPr>
                      <p:cNvPr id="206869" name="Object 2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13075" y="5715000"/>
                        <a:ext cx="3692525" cy="11811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6870" name="Object 22"/>
          <p:cNvGraphicFramePr>
            <a:graphicFrameLocks noChangeAspect="1"/>
          </p:cNvGraphicFramePr>
          <p:nvPr/>
        </p:nvGraphicFramePr>
        <p:xfrm>
          <a:off x="6553200" y="5943600"/>
          <a:ext cx="2590800" cy="747713"/>
        </p:xfrm>
        <a:graphic>
          <a:graphicData uri="http://schemas.openxmlformats.org/presentationml/2006/ole">
            <mc:AlternateContent xmlns:mc="http://schemas.openxmlformats.org/markup-compatibility/2006">
              <mc:Choice xmlns:v="urn:schemas-microsoft-com:vml" Requires="v">
                <p:oleObj spid="_x0000_s205649" name="公式" r:id="rId19" imgW="799994" imgH="175197" progId="Equation.3">
                  <p:embed/>
                </p:oleObj>
              </mc:Choice>
              <mc:Fallback>
                <p:oleObj name="公式" r:id="rId19" imgW="799994" imgH="175197" progId="Equation.3">
                  <p:embed/>
                  <p:pic>
                    <p:nvPicPr>
                      <p:cNvPr id="206870" name="Object 2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553200" y="5943600"/>
                        <a:ext cx="2590800" cy="7477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6871" name="Rectangle 23"/>
          <p:cNvSpPr>
            <a:spLocks noChangeArrowheads="1"/>
          </p:cNvSpPr>
          <p:nvPr/>
        </p:nvSpPr>
        <p:spPr bwMode="auto">
          <a:xfrm>
            <a:off x="7467600" y="4876800"/>
            <a:ext cx="1676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z</a:t>
            </a:r>
            <a:r>
              <a:rPr kumimoji="1" lang="en-US" altLang="zh-CN" sz="2800" b="1" i="1" u="none" strike="noStrike" kern="1200" cap="none" spc="0" normalizeH="0" baseline="-25000" noProof="0">
                <a:ln>
                  <a:noFill/>
                </a:ln>
                <a:solidFill>
                  <a:srgbClr val="FFFFFF"/>
                </a:solidFill>
                <a:effectLst/>
                <a:uLnTx/>
                <a:uFillTx/>
                <a:latin typeface="Book Antiqua" panose="02040602050305030304" pitchFamily="18" charset="0"/>
                <a:ea typeface="宋体" panose="02010600030101010101" pitchFamily="2" charset="-122"/>
                <a:cs typeface="+mn-cs"/>
              </a:rPr>
              <a:t>1</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在圆内</a:t>
            </a:r>
            <a:endPar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Tree>
    <p:extLst>
      <p:ext uri="{BB962C8B-B14F-4D97-AF65-F5344CB8AC3E}">
        <p14:creationId xmlns:p14="http://schemas.microsoft.com/office/powerpoint/2010/main" val="1224825628"/>
      </p:ext>
    </p:extLst>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ChangeArrowheads="1"/>
          </p:cNvSpPr>
          <p:nvPr/>
        </p:nvSpPr>
        <p:spPr bwMode="auto">
          <a:xfrm>
            <a:off x="0" y="322263"/>
            <a:ext cx="2590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例：计算积分</a:t>
            </a:r>
          </a:p>
        </p:txBody>
      </p:sp>
      <p:sp>
        <p:nvSpPr>
          <p:cNvPr id="221187" name="Text Box 3"/>
          <p:cNvSpPr txBox="1">
            <a:spLocks noChangeArrowheads="1"/>
          </p:cNvSpPr>
          <p:nvPr/>
        </p:nvSpPr>
        <p:spPr bwMode="auto">
          <a:xfrm>
            <a:off x="0" y="1600200"/>
            <a:ext cx="9017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解：</a:t>
            </a:r>
          </a:p>
        </p:txBody>
      </p:sp>
      <p:sp>
        <p:nvSpPr>
          <p:cNvPr id="221188" name="Line 4"/>
          <p:cNvSpPr>
            <a:spLocks noChangeShapeType="1"/>
          </p:cNvSpPr>
          <p:nvPr/>
        </p:nvSpPr>
        <p:spPr bwMode="auto">
          <a:xfrm flipH="1">
            <a:off x="0" y="1447800"/>
            <a:ext cx="9144000" cy="76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69637" name="Object 5"/>
          <p:cNvGraphicFramePr>
            <a:graphicFrameLocks noChangeAspect="1"/>
          </p:cNvGraphicFramePr>
          <p:nvPr/>
        </p:nvGraphicFramePr>
        <p:xfrm>
          <a:off x="2187575" y="0"/>
          <a:ext cx="3810000" cy="1246188"/>
        </p:xfrm>
        <a:graphic>
          <a:graphicData uri="http://schemas.openxmlformats.org/presentationml/2006/ole">
            <mc:AlternateContent xmlns:mc="http://schemas.openxmlformats.org/markup-compatibility/2006">
              <mc:Choice xmlns:v="urn:schemas-microsoft-com:vml" Requires="v">
                <p:oleObj spid="_x0000_s218746" name="公式" r:id="rId3" imgW="1028806" imgH="319851" progId="Equation.3">
                  <p:embed/>
                </p:oleObj>
              </mc:Choice>
              <mc:Fallback>
                <p:oleObj name="公式" r:id="rId3" imgW="1028806" imgH="319851" progId="Equation.3">
                  <p:embed/>
                  <p:pic>
                    <p:nvPicPr>
                      <p:cNvPr id="6963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7575" y="0"/>
                        <a:ext cx="3810000" cy="12461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1190" name="Rectangle 6"/>
          <p:cNvSpPr>
            <a:spLocks noChangeArrowheads="1"/>
          </p:cNvSpPr>
          <p:nvPr/>
        </p:nvSpPr>
        <p:spPr bwMode="auto">
          <a:xfrm>
            <a:off x="609600" y="1524000"/>
            <a:ext cx="76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令</a:t>
            </a:r>
          </a:p>
        </p:txBody>
      </p:sp>
      <p:sp>
        <p:nvSpPr>
          <p:cNvPr id="69639" name="Rectangle 7"/>
          <p:cNvSpPr>
            <a:spLocks noChangeArrowheads="1"/>
          </p:cNvSpPr>
          <p:nvPr/>
        </p:nvSpPr>
        <p:spPr bwMode="auto">
          <a:xfrm>
            <a:off x="6019800" y="381000"/>
            <a:ext cx="1828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a&gt;</a:t>
            </a: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1)</a:t>
            </a:r>
          </a:p>
        </p:txBody>
      </p:sp>
      <p:graphicFrame>
        <p:nvGraphicFramePr>
          <p:cNvPr id="221192" name="Object 8"/>
          <p:cNvGraphicFramePr>
            <a:graphicFrameLocks noChangeAspect="1"/>
          </p:cNvGraphicFramePr>
          <p:nvPr/>
        </p:nvGraphicFramePr>
        <p:xfrm>
          <a:off x="0" y="2209800"/>
          <a:ext cx="1376363" cy="547688"/>
        </p:xfrm>
        <a:graphic>
          <a:graphicData uri="http://schemas.openxmlformats.org/presentationml/2006/ole">
            <mc:AlternateContent xmlns:mc="http://schemas.openxmlformats.org/markup-compatibility/2006">
              <mc:Choice xmlns:v="urn:schemas-microsoft-com:vml" Requires="v">
                <p:oleObj spid="_x0000_s218747" name="公式" r:id="rId5" imgW="365760" imgH="99264" progId="Equation.3">
                  <p:embed/>
                </p:oleObj>
              </mc:Choice>
              <mc:Fallback>
                <p:oleObj name="公式" r:id="rId5" imgW="365760" imgH="99264" progId="Equation.3">
                  <p:embed/>
                  <p:pic>
                    <p:nvPicPr>
                      <p:cNvPr id="221192"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209800"/>
                        <a:ext cx="1376363" cy="5476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1193" name="Object 9"/>
          <p:cNvGraphicFramePr>
            <a:graphicFrameLocks noChangeAspect="1"/>
          </p:cNvGraphicFramePr>
          <p:nvPr/>
        </p:nvGraphicFramePr>
        <p:xfrm>
          <a:off x="2286000" y="3429000"/>
          <a:ext cx="5454650" cy="1162050"/>
        </p:xfrm>
        <a:graphic>
          <a:graphicData uri="http://schemas.openxmlformats.org/presentationml/2006/ole">
            <mc:AlternateContent xmlns:mc="http://schemas.openxmlformats.org/markup-compatibility/2006">
              <mc:Choice xmlns:v="urn:schemas-microsoft-com:vml" Requires="v">
                <p:oleObj spid="_x0000_s218748" name="公式" r:id="rId7" imgW="1790523" imgH="342759" progId="Equation.3">
                  <p:embed/>
                </p:oleObj>
              </mc:Choice>
              <mc:Fallback>
                <p:oleObj name="公式" r:id="rId7" imgW="1790523" imgH="342759" progId="Equation.3">
                  <p:embed/>
                  <p:pic>
                    <p:nvPicPr>
                      <p:cNvPr id="221193"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0" y="3429000"/>
                        <a:ext cx="5454650" cy="11620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1194" name="Object 10"/>
          <p:cNvGraphicFramePr>
            <a:graphicFrameLocks noChangeAspect="1"/>
          </p:cNvGraphicFramePr>
          <p:nvPr/>
        </p:nvGraphicFramePr>
        <p:xfrm>
          <a:off x="17463" y="3406775"/>
          <a:ext cx="1506537" cy="725488"/>
        </p:xfrm>
        <a:graphic>
          <a:graphicData uri="http://schemas.openxmlformats.org/presentationml/2006/ole">
            <mc:AlternateContent xmlns:mc="http://schemas.openxmlformats.org/markup-compatibility/2006">
              <mc:Choice xmlns:v="urn:schemas-microsoft-com:vml" Requires="v">
                <p:oleObj spid="_x0000_s218749" name="公式" r:id="rId9" imgW="342794" imgH="129383" progId="Equation.3">
                  <p:embed/>
                </p:oleObj>
              </mc:Choice>
              <mc:Fallback>
                <p:oleObj name="公式" r:id="rId9" imgW="342794" imgH="129383" progId="Equation.3">
                  <p:embed/>
                  <p:pic>
                    <p:nvPicPr>
                      <p:cNvPr id="221194"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463" y="3406775"/>
                        <a:ext cx="1506537" cy="7254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1195" name="Object 11"/>
          <p:cNvGraphicFramePr>
            <a:graphicFrameLocks noChangeAspect="1"/>
          </p:cNvGraphicFramePr>
          <p:nvPr/>
        </p:nvGraphicFramePr>
        <p:xfrm>
          <a:off x="1905000" y="1752600"/>
          <a:ext cx="3697288" cy="1600200"/>
        </p:xfrm>
        <a:graphic>
          <a:graphicData uri="http://schemas.openxmlformats.org/presentationml/2006/ole">
            <mc:AlternateContent xmlns:mc="http://schemas.openxmlformats.org/markup-compatibility/2006">
              <mc:Choice xmlns:v="urn:schemas-microsoft-com:vml" Requires="v">
                <p:oleObj spid="_x0000_s218750" name="公式" r:id="rId11" imgW="1219342" imgH="510744" progId="Equation.3">
                  <p:embed/>
                </p:oleObj>
              </mc:Choice>
              <mc:Fallback>
                <p:oleObj name="公式" r:id="rId11" imgW="1219342" imgH="510744" progId="Equation.3">
                  <p:embed/>
                  <p:pic>
                    <p:nvPicPr>
                      <p:cNvPr id="221195"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05000" y="1752600"/>
                        <a:ext cx="3697288" cy="1600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1196" name="Object 12"/>
          <p:cNvGraphicFramePr>
            <a:graphicFrameLocks noChangeAspect="1"/>
          </p:cNvGraphicFramePr>
          <p:nvPr/>
        </p:nvGraphicFramePr>
        <p:xfrm>
          <a:off x="5554663" y="1752600"/>
          <a:ext cx="3589337" cy="1076325"/>
        </p:xfrm>
        <a:graphic>
          <a:graphicData uri="http://schemas.openxmlformats.org/presentationml/2006/ole">
            <mc:AlternateContent xmlns:mc="http://schemas.openxmlformats.org/markup-compatibility/2006">
              <mc:Choice xmlns:v="urn:schemas-microsoft-com:vml" Requires="v">
                <p:oleObj spid="_x0000_s218751" name="公式" r:id="rId13" imgW="1181065" imgH="319851" progId="Equation.3">
                  <p:embed/>
                </p:oleObj>
              </mc:Choice>
              <mc:Fallback>
                <p:oleObj name="公式" r:id="rId13" imgW="1181065" imgH="319851" progId="Equation.3">
                  <p:embed/>
                  <p:pic>
                    <p:nvPicPr>
                      <p:cNvPr id="221196"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554663" y="1752600"/>
                        <a:ext cx="3589337" cy="10763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1197" name="Rectangle 13"/>
          <p:cNvSpPr>
            <a:spLocks noChangeArrowheads="1"/>
          </p:cNvSpPr>
          <p:nvPr/>
        </p:nvSpPr>
        <p:spPr bwMode="auto">
          <a:xfrm>
            <a:off x="0" y="4648200"/>
            <a:ext cx="1676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有两个一</a:t>
            </a:r>
            <a:r>
              <a:rPr kumimoji="1" lang="zh-CN"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阶极点</a:t>
            </a:r>
            <a:endPar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graphicFrame>
        <p:nvGraphicFramePr>
          <p:cNvPr id="221198" name="Object 14"/>
          <p:cNvGraphicFramePr>
            <a:graphicFrameLocks noChangeAspect="1"/>
          </p:cNvGraphicFramePr>
          <p:nvPr/>
        </p:nvGraphicFramePr>
        <p:xfrm>
          <a:off x="2286000" y="5029200"/>
          <a:ext cx="4884738" cy="706438"/>
        </p:xfrm>
        <a:graphic>
          <a:graphicData uri="http://schemas.openxmlformats.org/presentationml/2006/ole">
            <mc:AlternateContent xmlns:mc="http://schemas.openxmlformats.org/markup-compatibility/2006">
              <mc:Choice xmlns:v="urn:schemas-microsoft-com:vml" Requires="v">
                <p:oleObj spid="_x0000_s218752" name="公式" r:id="rId15" imgW="1767982" imgH="205740" progId="Equation.3">
                  <p:embed/>
                </p:oleObj>
              </mc:Choice>
              <mc:Fallback>
                <p:oleObj name="公式" r:id="rId15" imgW="1767982" imgH="205740" progId="Equation.3">
                  <p:embed/>
                  <p:pic>
                    <p:nvPicPr>
                      <p:cNvPr id="221198"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86000" y="5029200"/>
                        <a:ext cx="4884738" cy="7064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1199" name="Line 15"/>
          <p:cNvSpPr>
            <a:spLocks noChangeShapeType="1"/>
          </p:cNvSpPr>
          <p:nvPr/>
        </p:nvSpPr>
        <p:spPr bwMode="auto">
          <a:xfrm flipH="1">
            <a:off x="2667000" y="4800600"/>
            <a:ext cx="6477000" cy="76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221200" name="Object 16"/>
          <p:cNvGraphicFramePr>
            <a:graphicFrameLocks noChangeAspect="1"/>
          </p:cNvGraphicFramePr>
          <p:nvPr/>
        </p:nvGraphicFramePr>
        <p:xfrm>
          <a:off x="2286000" y="6151563"/>
          <a:ext cx="5051425" cy="706437"/>
        </p:xfrm>
        <a:graphic>
          <a:graphicData uri="http://schemas.openxmlformats.org/presentationml/2006/ole">
            <mc:AlternateContent xmlns:mc="http://schemas.openxmlformats.org/markup-compatibility/2006">
              <mc:Choice xmlns:v="urn:schemas-microsoft-com:vml" Requires="v">
                <p:oleObj spid="_x0000_s218753" name="公式" r:id="rId17" imgW="1828800" imgH="205740" progId="Equation.3">
                  <p:embed/>
                </p:oleObj>
              </mc:Choice>
              <mc:Fallback>
                <p:oleObj name="公式" r:id="rId17" imgW="1828800" imgH="205740" progId="Equation.3">
                  <p:embed/>
                  <p:pic>
                    <p:nvPicPr>
                      <p:cNvPr id="221200" name="Object 1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86000" y="6151563"/>
                        <a:ext cx="5051425" cy="70643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283023176"/>
      </p:ext>
    </p:extLst>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7" name="Rectangle 7"/>
          <p:cNvSpPr>
            <a:spLocks noChangeArrowheads="1"/>
          </p:cNvSpPr>
          <p:nvPr/>
        </p:nvSpPr>
        <p:spPr bwMode="auto">
          <a:xfrm>
            <a:off x="6629400" y="1905000"/>
            <a:ext cx="19050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为单</a:t>
            </a:r>
            <a:r>
              <a:rPr kumimoji="1" lang="zh-CN"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极点，在圆内</a:t>
            </a:r>
            <a:endPar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graphicFrame>
        <p:nvGraphicFramePr>
          <p:cNvPr id="220169" name="Object 9"/>
          <p:cNvGraphicFramePr>
            <a:graphicFrameLocks noChangeAspect="1"/>
          </p:cNvGraphicFramePr>
          <p:nvPr/>
        </p:nvGraphicFramePr>
        <p:xfrm>
          <a:off x="685800" y="1219200"/>
          <a:ext cx="4884738" cy="706438"/>
        </p:xfrm>
        <a:graphic>
          <a:graphicData uri="http://schemas.openxmlformats.org/presentationml/2006/ole">
            <mc:AlternateContent xmlns:mc="http://schemas.openxmlformats.org/markup-compatibility/2006">
              <mc:Choice xmlns:v="urn:schemas-microsoft-com:vml" Requires="v">
                <p:oleObj spid="_x0000_s219770" name="公式" r:id="rId3" imgW="1767982" imgH="205740" progId="Equation.3">
                  <p:embed/>
                </p:oleObj>
              </mc:Choice>
              <mc:Fallback>
                <p:oleObj name="公式" r:id="rId3" imgW="1767982" imgH="205740" progId="Equation.3">
                  <p:embed/>
                  <p:pic>
                    <p:nvPicPr>
                      <p:cNvPr id="220169"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219200"/>
                        <a:ext cx="4884738" cy="7064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0180" name="Object 20"/>
          <p:cNvGraphicFramePr>
            <a:graphicFrameLocks noChangeAspect="1"/>
          </p:cNvGraphicFramePr>
          <p:nvPr/>
        </p:nvGraphicFramePr>
        <p:xfrm>
          <a:off x="457200" y="2209800"/>
          <a:ext cx="5051425" cy="706438"/>
        </p:xfrm>
        <a:graphic>
          <a:graphicData uri="http://schemas.openxmlformats.org/presentationml/2006/ole">
            <mc:AlternateContent xmlns:mc="http://schemas.openxmlformats.org/markup-compatibility/2006">
              <mc:Choice xmlns:v="urn:schemas-microsoft-com:vml" Requires="v">
                <p:oleObj spid="_x0000_s219771" name="公式" r:id="rId5" imgW="1828800" imgH="205740" progId="Equation.3">
                  <p:embed/>
                </p:oleObj>
              </mc:Choice>
              <mc:Fallback>
                <p:oleObj name="公式" r:id="rId5" imgW="1828800" imgH="205740" progId="Equation.3">
                  <p:embed/>
                  <p:pic>
                    <p:nvPicPr>
                      <p:cNvPr id="22018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2209800"/>
                        <a:ext cx="5051425" cy="7064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0181" name="Object 21"/>
          <p:cNvGraphicFramePr>
            <a:graphicFrameLocks noChangeAspect="1"/>
          </p:cNvGraphicFramePr>
          <p:nvPr/>
        </p:nvGraphicFramePr>
        <p:xfrm>
          <a:off x="5715000" y="2286000"/>
          <a:ext cx="568325" cy="412750"/>
        </p:xfrm>
        <a:graphic>
          <a:graphicData uri="http://schemas.openxmlformats.org/presentationml/2006/ole">
            <mc:AlternateContent xmlns:mc="http://schemas.openxmlformats.org/markup-compatibility/2006">
              <mc:Choice xmlns:v="urn:schemas-microsoft-com:vml" Requires="v">
                <p:oleObj spid="_x0000_s219772" name="公式" r:id="rId7" imgW="137373" imgH="91629" progId="Equation.3">
                  <p:embed/>
                </p:oleObj>
              </mc:Choice>
              <mc:Fallback>
                <p:oleObj name="公式" r:id="rId7" imgW="137373" imgH="91629" progId="Equation.3">
                  <p:embed/>
                  <p:pic>
                    <p:nvPicPr>
                      <p:cNvPr id="220181" name="Object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15000" y="2286000"/>
                        <a:ext cx="568325" cy="4127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0183" name="Object 23"/>
          <p:cNvGraphicFramePr>
            <a:graphicFrameLocks noChangeAspect="1"/>
          </p:cNvGraphicFramePr>
          <p:nvPr/>
        </p:nvGraphicFramePr>
        <p:xfrm>
          <a:off x="0" y="3048000"/>
          <a:ext cx="2932113" cy="584200"/>
        </p:xfrm>
        <a:graphic>
          <a:graphicData uri="http://schemas.openxmlformats.org/presentationml/2006/ole">
            <mc:AlternateContent xmlns:mc="http://schemas.openxmlformats.org/markup-compatibility/2006">
              <mc:Choice xmlns:v="urn:schemas-microsoft-com:vml" Requires="v">
                <p:oleObj spid="_x0000_s219773" name="公式" r:id="rId9" imgW="1028806" imgH="137019" progId="Equation.3">
                  <p:embed/>
                </p:oleObj>
              </mc:Choice>
              <mc:Fallback>
                <p:oleObj name="公式" r:id="rId9" imgW="1028806" imgH="137019" progId="Equation.3">
                  <p:embed/>
                  <p:pic>
                    <p:nvPicPr>
                      <p:cNvPr id="220183"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3048000"/>
                        <a:ext cx="2932113" cy="584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0184" name="Line 24"/>
          <p:cNvSpPr>
            <a:spLocks noChangeShapeType="1"/>
          </p:cNvSpPr>
          <p:nvPr/>
        </p:nvSpPr>
        <p:spPr bwMode="auto">
          <a:xfrm flipH="1" flipV="1">
            <a:off x="0" y="2943225"/>
            <a:ext cx="9144000" cy="28575"/>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220185" name="Object 25"/>
          <p:cNvGraphicFramePr>
            <a:graphicFrameLocks noChangeAspect="1"/>
          </p:cNvGraphicFramePr>
          <p:nvPr/>
        </p:nvGraphicFramePr>
        <p:xfrm>
          <a:off x="228600" y="3857625"/>
          <a:ext cx="7804150" cy="1290638"/>
        </p:xfrm>
        <a:graphic>
          <a:graphicData uri="http://schemas.openxmlformats.org/presentationml/2006/ole">
            <mc:AlternateContent xmlns:mc="http://schemas.openxmlformats.org/markup-compatibility/2006">
              <mc:Choice xmlns:v="urn:schemas-microsoft-com:vml" Requires="v">
                <p:oleObj spid="_x0000_s219774" name="公式" r:id="rId11" imgW="2766166" imgH="396209" progId="Equation.3">
                  <p:embed/>
                </p:oleObj>
              </mc:Choice>
              <mc:Fallback>
                <p:oleObj name="公式" r:id="rId11" imgW="2766166" imgH="396209" progId="Equation.3">
                  <p:embed/>
                  <p:pic>
                    <p:nvPicPr>
                      <p:cNvPr id="220185" name="Object 2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600" y="3857625"/>
                        <a:ext cx="7804150" cy="12906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0186" name="Object 26"/>
          <p:cNvGraphicFramePr>
            <a:graphicFrameLocks noChangeAspect="1"/>
          </p:cNvGraphicFramePr>
          <p:nvPr/>
        </p:nvGraphicFramePr>
        <p:xfrm>
          <a:off x="304800" y="5021263"/>
          <a:ext cx="1873250" cy="1274762"/>
        </p:xfrm>
        <a:graphic>
          <a:graphicData uri="http://schemas.openxmlformats.org/presentationml/2006/ole">
            <mc:AlternateContent xmlns:mc="http://schemas.openxmlformats.org/markup-compatibility/2006">
              <mc:Choice xmlns:v="urn:schemas-microsoft-com:vml" Requires="v">
                <p:oleObj spid="_x0000_s219775" name="公式" r:id="rId13" imgW="556295" imgH="358030" progId="Equation.3">
                  <p:embed/>
                </p:oleObj>
              </mc:Choice>
              <mc:Fallback>
                <p:oleObj name="公式" r:id="rId13" imgW="556295" imgH="358030" progId="Equation.3">
                  <p:embed/>
                  <p:pic>
                    <p:nvPicPr>
                      <p:cNvPr id="220186" name="Object 2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4800" y="5021263"/>
                        <a:ext cx="1873250" cy="127476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0187" name="Object 27"/>
          <p:cNvGraphicFramePr>
            <a:graphicFrameLocks noChangeAspect="1"/>
          </p:cNvGraphicFramePr>
          <p:nvPr/>
        </p:nvGraphicFramePr>
        <p:xfrm>
          <a:off x="538163" y="0"/>
          <a:ext cx="5751512" cy="1162050"/>
        </p:xfrm>
        <a:graphic>
          <a:graphicData uri="http://schemas.openxmlformats.org/presentationml/2006/ole">
            <mc:AlternateContent xmlns:mc="http://schemas.openxmlformats.org/markup-compatibility/2006">
              <mc:Choice xmlns:v="urn:schemas-microsoft-com:vml" Requires="v">
                <p:oleObj spid="_x0000_s219776" name="公式" r:id="rId15" imgW="1889618" imgH="342759" progId="Equation.3">
                  <p:embed/>
                </p:oleObj>
              </mc:Choice>
              <mc:Fallback>
                <p:oleObj name="公式" r:id="rId15" imgW="1889618" imgH="342759" progId="Equation.3">
                  <p:embed/>
                  <p:pic>
                    <p:nvPicPr>
                      <p:cNvPr id="220187" name="Object 2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8163" y="0"/>
                        <a:ext cx="5751512" cy="11620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0188" name="Object 28"/>
          <p:cNvGraphicFramePr>
            <a:graphicFrameLocks noChangeAspect="1"/>
          </p:cNvGraphicFramePr>
          <p:nvPr/>
        </p:nvGraphicFramePr>
        <p:xfrm>
          <a:off x="3201988" y="5257800"/>
          <a:ext cx="3960812" cy="1087438"/>
        </p:xfrm>
        <a:graphic>
          <a:graphicData uri="http://schemas.openxmlformats.org/presentationml/2006/ole">
            <mc:AlternateContent xmlns:mc="http://schemas.openxmlformats.org/markup-compatibility/2006">
              <mc:Choice xmlns:v="urn:schemas-microsoft-com:vml" Requires="v">
                <p:oleObj spid="_x0000_s219777" name="公式" r:id="rId17" imgW="1432418" imgH="358030" progId="Equation.3">
                  <p:embed/>
                </p:oleObj>
              </mc:Choice>
              <mc:Fallback>
                <p:oleObj name="公式" r:id="rId17" imgW="1432418" imgH="358030" progId="Equation.3">
                  <p:embed/>
                  <p:pic>
                    <p:nvPicPr>
                      <p:cNvPr id="220188" name="Object 2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201988" y="5257800"/>
                        <a:ext cx="3960812" cy="10874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0189" name="Line 29"/>
          <p:cNvSpPr>
            <a:spLocks noChangeShapeType="1"/>
          </p:cNvSpPr>
          <p:nvPr/>
        </p:nvSpPr>
        <p:spPr bwMode="auto">
          <a:xfrm flipH="1" flipV="1">
            <a:off x="3048000" y="5229225"/>
            <a:ext cx="6096000"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20190" name="Line 30"/>
          <p:cNvSpPr>
            <a:spLocks noChangeShapeType="1"/>
          </p:cNvSpPr>
          <p:nvPr/>
        </p:nvSpPr>
        <p:spPr bwMode="auto">
          <a:xfrm flipH="1" flipV="1">
            <a:off x="3048000" y="5229225"/>
            <a:ext cx="0" cy="10668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788858600"/>
      </p:ext>
    </p:extLst>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ChangeArrowheads="1"/>
          </p:cNvSpPr>
          <p:nvPr/>
        </p:nvSpPr>
        <p:spPr bwMode="auto">
          <a:xfrm>
            <a:off x="0" y="322263"/>
            <a:ext cx="2590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例：计算积分</a:t>
            </a:r>
          </a:p>
        </p:txBody>
      </p:sp>
      <p:sp>
        <p:nvSpPr>
          <p:cNvPr id="71683" name="Text Box 3"/>
          <p:cNvSpPr txBox="1">
            <a:spLocks noChangeArrowheads="1"/>
          </p:cNvSpPr>
          <p:nvPr/>
        </p:nvSpPr>
        <p:spPr bwMode="auto">
          <a:xfrm>
            <a:off x="0" y="1600200"/>
            <a:ext cx="9017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解：</a:t>
            </a:r>
          </a:p>
        </p:txBody>
      </p:sp>
      <p:sp>
        <p:nvSpPr>
          <p:cNvPr id="71684" name="Line 4"/>
          <p:cNvSpPr>
            <a:spLocks noChangeShapeType="1"/>
          </p:cNvSpPr>
          <p:nvPr/>
        </p:nvSpPr>
        <p:spPr bwMode="auto">
          <a:xfrm flipH="1">
            <a:off x="0" y="1447800"/>
            <a:ext cx="9144000" cy="76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71685" name="Object 5"/>
          <p:cNvGraphicFramePr>
            <a:graphicFrameLocks noChangeAspect="1"/>
          </p:cNvGraphicFramePr>
          <p:nvPr/>
        </p:nvGraphicFramePr>
        <p:xfrm>
          <a:off x="2274888" y="98425"/>
          <a:ext cx="3633787" cy="1049338"/>
        </p:xfrm>
        <a:graphic>
          <a:graphicData uri="http://schemas.openxmlformats.org/presentationml/2006/ole">
            <mc:AlternateContent xmlns:mc="http://schemas.openxmlformats.org/markup-compatibility/2006">
              <mc:Choice xmlns:v="urn:schemas-microsoft-com:vml" Requires="v">
                <p:oleObj spid="_x0000_s254172" name="公式" r:id="rId3" imgW="975218" imgH="251554" progId="Equation.3">
                  <p:embed/>
                </p:oleObj>
              </mc:Choice>
              <mc:Fallback>
                <p:oleObj name="公式" r:id="rId3" imgW="975218" imgH="251554" progId="Equation.3">
                  <p:embed/>
                  <p:pic>
                    <p:nvPicPr>
                      <p:cNvPr id="7168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4888" y="98425"/>
                        <a:ext cx="3633787" cy="10493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86" name="Rectangle 6"/>
          <p:cNvSpPr>
            <a:spLocks noChangeArrowheads="1"/>
          </p:cNvSpPr>
          <p:nvPr/>
        </p:nvSpPr>
        <p:spPr bwMode="auto">
          <a:xfrm>
            <a:off x="609600" y="1524000"/>
            <a:ext cx="76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令</a:t>
            </a:r>
          </a:p>
        </p:txBody>
      </p:sp>
      <p:sp>
        <p:nvSpPr>
          <p:cNvPr id="71687" name="Rectangle 7"/>
          <p:cNvSpPr>
            <a:spLocks noChangeArrowheads="1"/>
          </p:cNvSpPr>
          <p:nvPr/>
        </p:nvSpPr>
        <p:spPr bwMode="auto">
          <a:xfrm>
            <a:off x="6019800" y="381000"/>
            <a:ext cx="1828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a&gt;</a:t>
            </a: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1)</a:t>
            </a:r>
          </a:p>
        </p:txBody>
      </p:sp>
      <p:graphicFrame>
        <p:nvGraphicFramePr>
          <p:cNvPr id="222216" name="Object 8"/>
          <p:cNvGraphicFramePr>
            <a:graphicFrameLocks noChangeAspect="1"/>
          </p:cNvGraphicFramePr>
          <p:nvPr/>
        </p:nvGraphicFramePr>
        <p:xfrm>
          <a:off x="2057400" y="1828800"/>
          <a:ext cx="3709988" cy="1162050"/>
        </p:xfrm>
        <a:graphic>
          <a:graphicData uri="http://schemas.openxmlformats.org/presentationml/2006/ole">
            <mc:AlternateContent xmlns:mc="http://schemas.openxmlformats.org/markup-compatibility/2006">
              <mc:Choice xmlns:v="urn:schemas-microsoft-com:vml" Requires="v">
                <p:oleObj spid="_x0000_s254173" name="公式" r:id="rId5" imgW="1196375" imgH="342759" progId="Equation.3">
                  <p:embed/>
                </p:oleObj>
              </mc:Choice>
              <mc:Fallback>
                <p:oleObj name="公式" r:id="rId5" imgW="1196375" imgH="342759" progId="Equation.3">
                  <p:embed/>
                  <p:pic>
                    <p:nvPicPr>
                      <p:cNvPr id="222216"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0" y="1828800"/>
                        <a:ext cx="3709988" cy="11620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2217" name="Object 9"/>
          <p:cNvGraphicFramePr>
            <a:graphicFrameLocks noChangeAspect="1"/>
          </p:cNvGraphicFramePr>
          <p:nvPr/>
        </p:nvGraphicFramePr>
        <p:xfrm>
          <a:off x="228600" y="2362200"/>
          <a:ext cx="1506538" cy="725488"/>
        </p:xfrm>
        <a:graphic>
          <a:graphicData uri="http://schemas.openxmlformats.org/presentationml/2006/ole">
            <mc:AlternateContent xmlns:mc="http://schemas.openxmlformats.org/markup-compatibility/2006">
              <mc:Choice xmlns:v="urn:schemas-microsoft-com:vml" Requires="v">
                <p:oleObj spid="_x0000_s254174" name="公式" r:id="rId7" imgW="342794" imgH="129383" progId="Equation.3">
                  <p:embed/>
                </p:oleObj>
              </mc:Choice>
              <mc:Fallback>
                <p:oleObj name="公式" r:id="rId7" imgW="342794" imgH="129383" progId="Equation.3">
                  <p:embed/>
                  <p:pic>
                    <p:nvPicPr>
                      <p:cNvPr id="222217"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 y="2362200"/>
                        <a:ext cx="1506538" cy="7254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2218" name="Rectangle 10"/>
          <p:cNvSpPr>
            <a:spLocks noChangeArrowheads="1"/>
          </p:cNvSpPr>
          <p:nvPr/>
        </p:nvSpPr>
        <p:spPr bwMode="auto">
          <a:xfrm>
            <a:off x="0" y="4343400"/>
            <a:ext cx="2057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有一个奇</a:t>
            </a:r>
            <a:r>
              <a:rPr kumimoji="1" lang="zh-CN"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点</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z</a:t>
            </a: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=0,</a:t>
            </a:r>
            <a:r>
              <a:rPr kumimoji="1" lang="zh-CN"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为</a:t>
            </a: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2n+1</a:t>
            </a:r>
            <a:r>
              <a:rPr kumimoji="1" lang="zh-CN"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阶极点</a:t>
            </a:r>
            <a:endPar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
        <p:nvSpPr>
          <p:cNvPr id="222219" name="Line 11"/>
          <p:cNvSpPr>
            <a:spLocks noChangeShapeType="1"/>
          </p:cNvSpPr>
          <p:nvPr/>
        </p:nvSpPr>
        <p:spPr bwMode="auto">
          <a:xfrm flipH="1">
            <a:off x="5334000" y="5562600"/>
            <a:ext cx="3810000" cy="76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222220" name="Object 12"/>
          <p:cNvGraphicFramePr>
            <a:graphicFrameLocks noChangeAspect="1"/>
          </p:cNvGraphicFramePr>
          <p:nvPr/>
        </p:nvGraphicFramePr>
        <p:xfrm>
          <a:off x="2155825" y="3124200"/>
          <a:ext cx="4156075" cy="1227138"/>
        </p:xfrm>
        <a:graphic>
          <a:graphicData uri="http://schemas.openxmlformats.org/presentationml/2006/ole">
            <mc:AlternateContent xmlns:mc="http://schemas.openxmlformats.org/markup-compatibility/2006">
              <mc:Choice xmlns:v="urn:schemas-microsoft-com:vml" Requires="v">
                <p:oleObj spid="_x0000_s254175" name="公式" r:id="rId9" imgW="1348634" imgH="365666" progId="Equation.3">
                  <p:embed/>
                </p:oleObj>
              </mc:Choice>
              <mc:Fallback>
                <p:oleObj name="公式" r:id="rId9" imgW="1348634" imgH="365666" progId="Equation.3">
                  <p:embed/>
                  <p:pic>
                    <p:nvPicPr>
                      <p:cNvPr id="22222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55825" y="3124200"/>
                        <a:ext cx="4156075" cy="12271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2221" name="Object 13"/>
          <p:cNvGraphicFramePr>
            <a:graphicFrameLocks noChangeAspect="1"/>
          </p:cNvGraphicFramePr>
          <p:nvPr/>
        </p:nvGraphicFramePr>
        <p:xfrm>
          <a:off x="2079625" y="4572000"/>
          <a:ext cx="3600450" cy="1087438"/>
        </p:xfrm>
        <a:graphic>
          <a:graphicData uri="http://schemas.openxmlformats.org/presentationml/2006/ole">
            <mc:AlternateContent xmlns:mc="http://schemas.openxmlformats.org/markup-compatibility/2006">
              <mc:Choice xmlns:v="urn:schemas-microsoft-com:vml" Requires="v">
                <p:oleObj spid="_x0000_s254176" name="公式" r:id="rId11" imgW="1158098" imgH="319851" progId="Equation.3">
                  <p:embed/>
                </p:oleObj>
              </mc:Choice>
              <mc:Fallback>
                <p:oleObj name="公式" r:id="rId11" imgW="1158098" imgH="319851" progId="Equation.3">
                  <p:embed/>
                  <p:pic>
                    <p:nvPicPr>
                      <p:cNvPr id="222221"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79625" y="4572000"/>
                        <a:ext cx="3600450" cy="10874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2222" name="Object 14"/>
          <p:cNvGraphicFramePr>
            <a:graphicFrameLocks noChangeAspect="1"/>
          </p:cNvGraphicFramePr>
          <p:nvPr/>
        </p:nvGraphicFramePr>
        <p:xfrm>
          <a:off x="533400" y="5629275"/>
          <a:ext cx="7793038" cy="1228725"/>
        </p:xfrm>
        <a:graphic>
          <a:graphicData uri="http://schemas.openxmlformats.org/presentationml/2006/ole">
            <mc:AlternateContent xmlns:mc="http://schemas.openxmlformats.org/markup-compatibility/2006">
              <mc:Choice xmlns:v="urn:schemas-microsoft-com:vml" Requires="v">
                <p:oleObj spid="_x0000_s254177" name="公式" r:id="rId13" imgW="2590942" imgH="365666" progId="Equation.3">
                  <p:embed/>
                </p:oleObj>
              </mc:Choice>
              <mc:Fallback>
                <p:oleObj name="公式" r:id="rId13" imgW="2590942" imgH="365666" progId="Equation.3">
                  <p:embed/>
                  <p:pic>
                    <p:nvPicPr>
                      <p:cNvPr id="222222"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3400" y="5629275"/>
                        <a:ext cx="7793038" cy="12287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794624076"/>
      </p:ext>
    </p:extLst>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Line 2"/>
          <p:cNvSpPr>
            <a:spLocks noChangeShapeType="1"/>
          </p:cNvSpPr>
          <p:nvPr/>
        </p:nvSpPr>
        <p:spPr bwMode="auto">
          <a:xfrm flipH="1">
            <a:off x="0" y="1447800"/>
            <a:ext cx="9144000" cy="76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72707" name="Object 3"/>
          <p:cNvGraphicFramePr>
            <a:graphicFrameLocks noChangeAspect="1"/>
          </p:cNvGraphicFramePr>
          <p:nvPr/>
        </p:nvGraphicFramePr>
        <p:xfrm>
          <a:off x="727075" y="0"/>
          <a:ext cx="4452938" cy="1227138"/>
        </p:xfrm>
        <a:graphic>
          <a:graphicData uri="http://schemas.openxmlformats.org/presentationml/2006/ole">
            <mc:AlternateContent xmlns:mc="http://schemas.openxmlformats.org/markup-compatibility/2006">
              <mc:Choice xmlns:v="urn:schemas-microsoft-com:vml" Requires="v">
                <p:oleObj spid="_x0000_s274445" name="公式" r:id="rId3" imgW="1447729" imgH="365666" progId="Equation.3">
                  <p:embed/>
                </p:oleObj>
              </mc:Choice>
              <mc:Fallback>
                <p:oleObj name="公式" r:id="rId3" imgW="1447729" imgH="365666" progId="Equation.3">
                  <p:embed/>
                  <p:pic>
                    <p:nvPicPr>
                      <p:cNvPr id="7270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075" y="0"/>
                        <a:ext cx="4452938" cy="12271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08" name="Object 4"/>
          <p:cNvGraphicFramePr>
            <a:graphicFrameLocks noChangeAspect="1"/>
          </p:cNvGraphicFramePr>
          <p:nvPr/>
        </p:nvGraphicFramePr>
        <p:xfrm>
          <a:off x="304800" y="1371600"/>
          <a:ext cx="7793038" cy="1228725"/>
        </p:xfrm>
        <a:graphic>
          <a:graphicData uri="http://schemas.openxmlformats.org/presentationml/2006/ole">
            <mc:AlternateContent xmlns:mc="http://schemas.openxmlformats.org/markup-compatibility/2006">
              <mc:Choice xmlns:v="urn:schemas-microsoft-com:vml" Requires="v">
                <p:oleObj spid="_x0000_s274446" name="公式" r:id="rId5" imgW="2590942" imgH="365666" progId="Equation.3">
                  <p:embed/>
                </p:oleObj>
              </mc:Choice>
              <mc:Fallback>
                <p:oleObj name="公式" r:id="rId5" imgW="2590942" imgH="365666" progId="Equation.3">
                  <p:embed/>
                  <p:pic>
                    <p:nvPicPr>
                      <p:cNvPr id="72708"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1371600"/>
                        <a:ext cx="7793038" cy="12287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3237" name="Object 5"/>
          <p:cNvGraphicFramePr>
            <a:graphicFrameLocks noChangeAspect="1"/>
          </p:cNvGraphicFramePr>
          <p:nvPr/>
        </p:nvGraphicFramePr>
        <p:xfrm>
          <a:off x="1752600" y="2590800"/>
          <a:ext cx="4937125" cy="1228725"/>
        </p:xfrm>
        <a:graphic>
          <a:graphicData uri="http://schemas.openxmlformats.org/presentationml/2006/ole">
            <mc:AlternateContent xmlns:mc="http://schemas.openxmlformats.org/markup-compatibility/2006">
              <mc:Choice xmlns:v="urn:schemas-microsoft-com:vml" Requires="v">
                <p:oleObj spid="_x0000_s274447" name="公式" r:id="rId7" imgW="1615298" imgH="365666" progId="Equation.3">
                  <p:embed/>
                </p:oleObj>
              </mc:Choice>
              <mc:Fallback>
                <p:oleObj name="公式" r:id="rId7" imgW="1615298" imgH="365666" progId="Equation.3">
                  <p:embed/>
                  <p:pic>
                    <p:nvPicPr>
                      <p:cNvPr id="223237"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52600" y="2590800"/>
                        <a:ext cx="4937125" cy="12287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3238" name="Object 6"/>
          <p:cNvGraphicFramePr>
            <a:graphicFrameLocks noChangeAspect="1"/>
          </p:cNvGraphicFramePr>
          <p:nvPr/>
        </p:nvGraphicFramePr>
        <p:xfrm>
          <a:off x="1941513" y="3962400"/>
          <a:ext cx="7202487" cy="1228725"/>
        </p:xfrm>
        <a:graphic>
          <a:graphicData uri="http://schemas.openxmlformats.org/presentationml/2006/ole">
            <mc:AlternateContent xmlns:mc="http://schemas.openxmlformats.org/markup-compatibility/2006">
              <mc:Choice xmlns:v="urn:schemas-microsoft-com:vml" Requires="v">
                <p:oleObj spid="_x0000_s274448" name="公式" r:id="rId9" imgW="2385095" imgH="365666" progId="Equation.3">
                  <p:embed/>
                </p:oleObj>
              </mc:Choice>
              <mc:Fallback>
                <p:oleObj name="公式" r:id="rId9" imgW="2385095" imgH="365666" progId="Equation.3">
                  <p:embed/>
                  <p:pic>
                    <p:nvPicPr>
                      <p:cNvPr id="223238"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41513" y="3962400"/>
                        <a:ext cx="7202487" cy="12287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3239" name="Object 7"/>
          <p:cNvGraphicFramePr>
            <a:graphicFrameLocks noChangeAspect="1"/>
          </p:cNvGraphicFramePr>
          <p:nvPr/>
        </p:nvGraphicFramePr>
        <p:xfrm>
          <a:off x="1068388" y="5695950"/>
          <a:ext cx="8075612" cy="1162050"/>
        </p:xfrm>
        <a:graphic>
          <a:graphicData uri="http://schemas.openxmlformats.org/presentationml/2006/ole">
            <mc:AlternateContent xmlns:mc="http://schemas.openxmlformats.org/markup-compatibility/2006">
              <mc:Choice xmlns:v="urn:schemas-microsoft-com:vml" Requires="v">
                <p:oleObj spid="_x0000_s274449" name="公式" r:id="rId11" imgW="3223366" imgH="342759" progId="Equation.3">
                  <p:embed/>
                </p:oleObj>
              </mc:Choice>
              <mc:Fallback>
                <p:oleObj name="公式" r:id="rId11" imgW="3223366" imgH="342759" progId="Equation.3">
                  <p:embed/>
                  <p:pic>
                    <p:nvPicPr>
                      <p:cNvPr id="223239"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68388" y="5695950"/>
                        <a:ext cx="8075612" cy="11620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168156568"/>
      </p:ext>
    </p:extLst>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Line 4"/>
          <p:cNvSpPr>
            <a:spLocks noChangeShapeType="1"/>
          </p:cNvSpPr>
          <p:nvPr/>
        </p:nvSpPr>
        <p:spPr bwMode="auto">
          <a:xfrm flipH="1">
            <a:off x="0" y="1295400"/>
            <a:ext cx="9144000" cy="76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73731" name="Object 29"/>
          <p:cNvGraphicFramePr>
            <a:graphicFrameLocks noChangeAspect="1"/>
          </p:cNvGraphicFramePr>
          <p:nvPr/>
        </p:nvGraphicFramePr>
        <p:xfrm>
          <a:off x="0" y="1524000"/>
          <a:ext cx="7793038" cy="1228725"/>
        </p:xfrm>
        <a:graphic>
          <a:graphicData uri="http://schemas.openxmlformats.org/presentationml/2006/ole">
            <mc:AlternateContent xmlns:mc="http://schemas.openxmlformats.org/markup-compatibility/2006">
              <mc:Choice xmlns:v="urn:schemas-microsoft-com:vml" Requires="v">
                <p:oleObj spid="_x0000_s234923" name="公式" r:id="rId3" imgW="2590942" imgH="365666" progId="Equation.3">
                  <p:embed/>
                </p:oleObj>
              </mc:Choice>
              <mc:Fallback>
                <p:oleObj name="公式" r:id="rId3" imgW="2590942" imgH="365666" progId="Equation.3">
                  <p:embed/>
                  <p:pic>
                    <p:nvPicPr>
                      <p:cNvPr id="73731"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524000"/>
                        <a:ext cx="7793038" cy="12287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32" name="Object 33"/>
          <p:cNvGraphicFramePr>
            <a:graphicFrameLocks noChangeAspect="1"/>
          </p:cNvGraphicFramePr>
          <p:nvPr/>
        </p:nvGraphicFramePr>
        <p:xfrm>
          <a:off x="1068388" y="2971800"/>
          <a:ext cx="8075612" cy="1162050"/>
        </p:xfrm>
        <a:graphic>
          <a:graphicData uri="http://schemas.openxmlformats.org/presentationml/2006/ole">
            <mc:AlternateContent xmlns:mc="http://schemas.openxmlformats.org/markup-compatibility/2006">
              <mc:Choice xmlns:v="urn:schemas-microsoft-com:vml" Requires="v">
                <p:oleObj spid="_x0000_s234924" name="公式" r:id="rId5" imgW="3223366" imgH="342759" progId="Equation.3">
                  <p:embed/>
                </p:oleObj>
              </mc:Choice>
              <mc:Fallback>
                <p:oleObj name="公式" r:id="rId5" imgW="3223366" imgH="342759" progId="Equation.3">
                  <p:embed/>
                  <p:pic>
                    <p:nvPicPr>
                      <p:cNvPr id="73732" name="Object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8388" y="2971800"/>
                        <a:ext cx="8075612" cy="11620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9170" name="Object 34"/>
          <p:cNvGraphicFramePr>
            <a:graphicFrameLocks noChangeAspect="1"/>
          </p:cNvGraphicFramePr>
          <p:nvPr/>
        </p:nvGraphicFramePr>
        <p:xfrm>
          <a:off x="0" y="4191000"/>
          <a:ext cx="865188" cy="488950"/>
        </p:xfrm>
        <a:graphic>
          <a:graphicData uri="http://schemas.openxmlformats.org/presentationml/2006/ole">
            <mc:AlternateContent xmlns:mc="http://schemas.openxmlformats.org/markup-compatibility/2006">
              <mc:Choice xmlns:v="urn:schemas-microsoft-com:vml" Requires="v">
                <p:oleObj spid="_x0000_s234925" name="公式" r:id="rId7" imgW="281975" imgH="99264" progId="Equation.3">
                  <p:embed/>
                </p:oleObj>
              </mc:Choice>
              <mc:Fallback>
                <p:oleObj name="公式" r:id="rId7" imgW="281975" imgH="99264" progId="Equation.3">
                  <p:embed/>
                  <p:pic>
                    <p:nvPicPr>
                      <p:cNvPr id="219170" name="Object 3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4191000"/>
                        <a:ext cx="865188" cy="4889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9171" name="Object 35"/>
          <p:cNvGraphicFramePr>
            <a:graphicFrameLocks noChangeAspect="1"/>
          </p:cNvGraphicFramePr>
          <p:nvPr/>
        </p:nvGraphicFramePr>
        <p:xfrm>
          <a:off x="990600" y="4419600"/>
          <a:ext cx="2971800" cy="1087438"/>
        </p:xfrm>
        <a:graphic>
          <a:graphicData uri="http://schemas.openxmlformats.org/presentationml/2006/ole">
            <mc:AlternateContent xmlns:mc="http://schemas.openxmlformats.org/markup-compatibility/2006">
              <mc:Choice xmlns:v="urn:schemas-microsoft-com:vml" Requires="v">
                <p:oleObj spid="_x0000_s234926" name="公式" r:id="rId9" imgW="952677" imgH="319851" progId="Equation.3">
                  <p:embed/>
                </p:oleObj>
              </mc:Choice>
              <mc:Fallback>
                <p:oleObj name="公式" r:id="rId9" imgW="952677" imgH="319851" progId="Equation.3">
                  <p:embed/>
                  <p:pic>
                    <p:nvPicPr>
                      <p:cNvPr id="219171" name="Object 3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90600" y="4419600"/>
                        <a:ext cx="2971800" cy="10874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9172" name="Object 36"/>
          <p:cNvGraphicFramePr>
            <a:graphicFrameLocks noChangeAspect="1"/>
          </p:cNvGraphicFramePr>
          <p:nvPr/>
        </p:nvGraphicFramePr>
        <p:xfrm>
          <a:off x="541338" y="5770563"/>
          <a:ext cx="3933825" cy="1087437"/>
        </p:xfrm>
        <a:graphic>
          <a:graphicData uri="http://schemas.openxmlformats.org/presentationml/2006/ole">
            <mc:AlternateContent xmlns:mc="http://schemas.openxmlformats.org/markup-compatibility/2006">
              <mc:Choice xmlns:v="urn:schemas-microsoft-com:vml" Requires="v">
                <p:oleObj spid="_x0000_s234927" name="公式" r:id="rId11" imgW="1272505" imgH="319851" progId="Equation.3">
                  <p:embed/>
                </p:oleObj>
              </mc:Choice>
              <mc:Fallback>
                <p:oleObj name="公式" r:id="rId11" imgW="1272505" imgH="319851" progId="Equation.3">
                  <p:embed/>
                  <p:pic>
                    <p:nvPicPr>
                      <p:cNvPr id="219172" name="Object 3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1338" y="5770563"/>
                        <a:ext cx="3933825" cy="108743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9173" name="Object 37"/>
          <p:cNvGraphicFramePr>
            <a:graphicFrameLocks noChangeAspect="1"/>
          </p:cNvGraphicFramePr>
          <p:nvPr/>
        </p:nvGraphicFramePr>
        <p:xfrm>
          <a:off x="4572000" y="5770563"/>
          <a:ext cx="2111375" cy="1087437"/>
        </p:xfrm>
        <a:graphic>
          <a:graphicData uri="http://schemas.openxmlformats.org/presentationml/2006/ole">
            <mc:AlternateContent xmlns:mc="http://schemas.openxmlformats.org/markup-compatibility/2006">
              <mc:Choice xmlns:v="urn:schemas-microsoft-com:vml" Requires="v">
                <p:oleObj spid="_x0000_s234928" name="公式" r:id="rId13" imgW="647735" imgH="319851" progId="Equation.3">
                  <p:embed/>
                </p:oleObj>
              </mc:Choice>
              <mc:Fallback>
                <p:oleObj name="公式" r:id="rId13" imgW="647735" imgH="319851" progId="Equation.3">
                  <p:embed/>
                  <p:pic>
                    <p:nvPicPr>
                      <p:cNvPr id="219173" name="Object 3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72000" y="5770563"/>
                        <a:ext cx="2111375" cy="108743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37" name="Object 38"/>
          <p:cNvGraphicFramePr>
            <a:graphicFrameLocks noChangeAspect="1"/>
          </p:cNvGraphicFramePr>
          <p:nvPr/>
        </p:nvGraphicFramePr>
        <p:xfrm>
          <a:off x="727075" y="0"/>
          <a:ext cx="4452938" cy="1227138"/>
        </p:xfrm>
        <a:graphic>
          <a:graphicData uri="http://schemas.openxmlformats.org/presentationml/2006/ole">
            <mc:AlternateContent xmlns:mc="http://schemas.openxmlformats.org/markup-compatibility/2006">
              <mc:Choice xmlns:v="urn:schemas-microsoft-com:vml" Requires="v">
                <p:oleObj spid="_x0000_s234929" name="公式" r:id="rId15" imgW="1447729" imgH="365666" progId="Equation.3">
                  <p:embed/>
                </p:oleObj>
              </mc:Choice>
              <mc:Fallback>
                <p:oleObj name="公式" r:id="rId15" imgW="1447729" imgH="365666" progId="Equation.3">
                  <p:embed/>
                  <p:pic>
                    <p:nvPicPr>
                      <p:cNvPr id="73737" name="Object 3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7075" y="0"/>
                        <a:ext cx="4452938" cy="12271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95403886"/>
      </p:ext>
    </p:extLst>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3"/>
          <p:cNvSpPr txBox="1">
            <a:spLocks noChangeArrowheads="1"/>
          </p:cNvSpPr>
          <p:nvPr/>
        </p:nvSpPr>
        <p:spPr bwMode="auto">
          <a:xfrm>
            <a:off x="0" y="0"/>
            <a:ext cx="4546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(3)</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、含三角函数的无穷积分</a:t>
            </a:r>
          </a:p>
        </p:txBody>
      </p:sp>
      <p:graphicFrame>
        <p:nvGraphicFramePr>
          <p:cNvPr id="207876" name="Object 4"/>
          <p:cNvGraphicFramePr>
            <a:graphicFrameLocks noChangeAspect="1"/>
          </p:cNvGraphicFramePr>
          <p:nvPr/>
        </p:nvGraphicFramePr>
        <p:xfrm>
          <a:off x="533400" y="381000"/>
          <a:ext cx="3232150" cy="914400"/>
        </p:xfrm>
        <a:graphic>
          <a:graphicData uri="http://schemas.openxmlformats.org/presentationml/2006/ole">
            <mc:AlternateContent xmlns:mc="http://schemas.openxmlformats.org/markup-compatibility/2006">
              <mc:Choice xmlns:v="urn:schemas-microsoft-com:vml" Requires="v">
                <p:oleObj spid="_x0000_s255196" name="公式" r:id="rId3" imgW="990529" imgH="251554" progId="Equation.3">
                  <p:embed/>
                </p:oleObj>
              </mc:Choice>
              <mc:Fallback>
                <p:oleObj name="公式" r:id="rId3" imgW="990529" imgH="251554" progId="Equation.3">
                  <p:embed/>
                  <p:pic>
                    <p:nvPicPr>
                      <p:cNvPr id="20787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81000"/>
                        <a:ext cx="3232150" cy="914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7882" name="Text Box 10"/>
          <p:cNvSpPr txBox="1">
            <a:spLocks noChangeArrowheads="1"/>
          </p:cNvSpPr>
          <p:nvPr/>
        </p:nvSpPr>
        <p:spPr bwMode="auto">
          <a:xfrm>
            <a:off x="0" y="1295400"/>
            <a:ext cx="5105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1" u="none" strike="noStrike" kern="1200" cap="none" spc="0" normalizeH="0" baseline="0" noProof="0">
                <a:ln>
                  <a:noFill/>
                </a:ln>
                <a:solidFill>
                  <a:srgbClr val="FFFF00"/>
                </a:solidFill>
                <a:effectLst/>
                <a:uLnTx/>
                <a:uFillTx/>
                <a:latin typeface="Book Antiqua" panose="02040602050305030304" pitchFamily="18" charset="0"/>
                <a:ea typeface="楷体_GB2312" pitchFamily="49" charset="-122"/>
                <a:cs typeface="+mn-cs"/>
              </a:rPr>
              <a:t>其中</a:t>
            </a:r>
            <a:r>
              <a:rPr kumimoji="1" lang="en-US" altLang="zh-CN" sz="2800" b="1" i="1" u="none" strike="noStrike" kern="1200" cap="none" spc="0" normalizeH="0" baseline="0" noProof="0">
                <a:ln>
                  <a:noFill/>
                </a:ln>
                <a:solidFill>
                  <a:srgbClr val="FFFF00"/>
                </a:solidFill>
                <a:effectLst/>
                <a:uLnTx/>
                <a:uFillTx/>
                <a:latin typeface="Book Antiqua" panose="02040602050305030304" pitchFamily="18" charset="0"/>
                <a:ea typeface="楷体_GB2312" pitchFamily="49" charset="-122"/>
                <a:cs typeface="+mn-cs"/>
              </a:rPr>
              <a:t>F(z)</a:t>
            </a:r>
            <a:r>
              <a:rPr kumimoji="1" lang="zh-CN" altLang="zh-CN" sz="2800" b="1" i="1" u="none" strike="noStrike" kern="1200" cap="none" spc="0" normalizeH="0" baseline="0" noProof="0">
                <a:ln>
                  <a:noFill/>
                </a:ln>
                <a:solidFill>
                  <a:srgbClr val="FFFF00"/>
                </a:solidFill>
                <a:effectLst/>
                <a:uLnTx/>
                <a:uFillTx/>
                <a:latin typeface="Book Antiqua" panose="02040602050305030304" pitchFamily="18" charset="0"/>
                <a:ea typeface="楷体_GB2312" pitchFamily="49" charset="-122"/>
                <a:cs typeface="+mn-cs"/>
              </a:rPr>
              <a:t>为偶数，</a:t>
            </a:r>
            <a:r>
              <a:rPr kumimoji="1" lang="en-US" altLang="zh-CN" sz="2800" b="1" i="1" u="none" strike="noStrike" kern="1200" cap="none" spc="0" normalizeH="0" baseline="0" noProof="0">
                <a:ln>
                  <a:noFill/>
                </a:ln>
                <a:solidFill>
                  <a:srgbClr val="FFFF00"/>
                </a:solidFill>
                <a:effectLst/>
                <a:uLnTx/>
                <a:uFillTx/>
                <a:latin typeface="Book Antiqua" panose="02040602050305030304" pitchFamily="18" charset="0"/>
                <a:ea typeface="楷体_GB2312" pitchFamily="49" charset="-122"/>
                <a:cs typeface="+mn-cs"/>
              </a:rPr>
              <a:t>G(x)</a:t>
            </a:r>
            <a:r>
              <a:rPr kumimoji="1" lang="zh-CN" altLang="en-US" sz="2800" b="1" i="1" u="none" strike="noStrike" kern="1200" cap="none" spc="0" normalizeH="0" baseline="0" noProof="0">
                <a:ln>
                  <a:noFill/>
                </a:ln>
                <a:solidFill>
                  <a:srgbClr val="FFFF00"/>
                </a:solidFill>
                <a:effectLst/>
                <a:uLnTx/>
                <a:uFillTx/>
                <a:latin typeface="Book Antiqua" panose="02040602050305030304" pitchFamily="18" charset="0"/>
                <a:ea typeface="楷体_GB2312" pitchFamily="49" charset="-122"/>
                <a:cs typeface="+mn-cs"/>
              </a:rPr>
              <a:t>为奇数</a:t>
            </a:r>
            <a:endParaRPr kumimoji="1" lang="zh-CN" altLang="en-US" sz="2800" b="1" i="0" u="none" strike="noStrike" kern="1200" cap="none" spc="0" normalizeH="0" baseline="0" noProof="0">
              <a:ln>
                <a:noFill/>
              </a:ln>
              <a:solidFill>
                <a:srgbClr val="FFFF00"/>
              </a:solidFill>
              <a:effectLst/>
              <a:uLnTx/>
              <a:uFillTx/>
              <a:latin typeface="Book Antiqua" panose="02040602050305030304" pitchFamily="18" charset="0"/>
              <a:ea typeface="楷体_GB2312" pitchFamily="49" charset="-122"/>
              <a:cs typeface="+mn-cs"/>
            </a:endParaRPr>
          </a:p>
        </p:txBody>
      </p:sp>
      <p:graphicFrame>
        <p:nvGraphicFramePr>
          <p:cNvPr id="207884" name="Object 12"/>
          <p:cNvGraphicFramePr>
            <a:graphicFrameLocks noChangeAspect="1"/>
          </p:cNvGraphicFramePr>
          <p:nvPr/>
        </p:nvGraphicFramePr>
        <p:xfrm>
          <a:off x="5257800" y="381000"/>
          <a:ext cx="3155950" cy="914400"/>
        </p:xfrm>
        <a:graphic>
          <a:graphicData uri="http://schemas.openxmlformats.org/presentationml/2006/ole">
            <mc:AlternateContent xmlns:mc="http://schemas.openxmlformats.org/markup-compatibility/2006">
              <mc:Choice xmlns:v="urn:schemas-microsoft-com:vml" Requires="v">
                <p:oleObj spid="_x0000_s255197" name="公式" r:id="rId5" imgW="967563" imgH="251554" progId="Equation.3">
                  <p:embed/>
                </p:oleObj>
              </mc:Choice>
              <mc:Fallback>
                <p:oleObj name="公式" r:id="rId5" imgW="967563" imgH="251554" progId="Equation.3">
                  <p:embed/>
                  <p:pic>
                    <p:nvPicPr>
                      <p:cNvPr id="207884"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7800" y="381000"/>
                        <a:ext cx="3155950" cy="914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7885" name="Line 13"/>
          <p:cNvSpPr>
            <a:spLocks noChangeShapeType="1"/>
          </p:cNvSpPr>
          <p:nvPr/>
        </p:nvSpPr>
        <p:spPr bwMode="auto">
          <a:xfrm flipH="1">
            <a:off x="0" y="4724400"/>
            <a:ext cx="9144000"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07886" name="Text Box 14"/>
          <p:cNvSpPr txBox="1">
            <a:spLocks noChangeArrowheads="1"/>
          </p:cNvSpPr>
          <p:nvPr/>
        </p:nvSpPr>
        <p:spPr bwMode="auto">
          <a:xfrm>
            <a:off x="0" y="1828800"/>
            <a:ext cx="8839200" cy="1373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若</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f(z) </a:t>
            </a:r>
            <a:r>
              <a:rPr kumimoji="1" lang="zh-CN" altLang="zh-CN"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在实轴上无</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奇点，在上半平面除有限个孤立奇点</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b</a:t>
            </a:r>
            <a:r>
              <a:rPr kumimoji="1" lang="en-US" altLang="zh-CN" sz="2800" b="1" i="1" u="none" strike="noStrike" kern="1200" cap="none" spc="0" normalizeH="0" baseline="-25000" noProof="0">
                <a:ln>
                  <a:noFill/>
                </a:ln>
                <a:solidFill>
                  <a:srgbClr val="FFFFFF"/>
                </a:solidFill>
                <a:effectLst/>
                <a:uLnTx/>
                <a:uFillTx/>
                <a:latin typeface="Book Antiqua" panose="02040602050305030304" pitchFamily="18" charset="0"/>
                <a:ea typeface="楷体_GB2312" pitchFamily="49" charset="-122"/>
                <a:cs typeface="+mn-cs"/>
              </a:rPr>
              <a:t>k</a:t>
            </a: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 (k=1,2,…,n) </a:t>
            </a:r>
            <a:r>
              <a:rPr kumimoji="1" lang="zh-CN" altLang="zh-CN"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外处处解析；在包括实轴在内的上半平面中</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，当</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z</a:t>
            </a: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 </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无穷时，</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f(z)</a:t>
            </a:r>
            <a:r>
              <a:rPr kumimoji="1" lang="zh-CN" altLang="en-US"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一致趋于零，且</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m&gt;0</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则</a:t>
            </a:r>
          </a:p>
        </p:txBody>
      </p:sp>
      <p:graphicFrame>
        <p:nvGraphicFramePr>
          <p:cNvPr id="207892" name="Object 20"/>
          <p:cNvGraphicFramePr>
            <a:graphicFrameLocks noChangeAspect="1"/>
          </p:cNvGraphicFramePr>
          <p:nvPr/>
        </p:nvGraphicFramePr>
        <p:xfrm>
          <a:off x="0" y="3505200"/>
          <a:ext cx="3232150" cy="914400"/>
        </p:xfrm>
        <a:graphic>
          <a:graphicData uri="http://schemas.openxmlformats.org/presentationml/2006/ole">
            <mc:AlternateContent xmlns:mc="http://schemas.openxmlformats.org/markup-compatibility/2006">
              <mc:Choice xmlns:v="urn:schemas-microsoft-com:vml" Requires="v">
                <p:oleObj spid="_x0000_s255198" name="公式" r:id="rId7" imgW="990529" imgH="251554" progId="Equation.3">
                  <p:embed/>
                </p:oleObj>
              </mc:Choice>
              <mc:Fallback>
                <p:oleObj name="公式" r:id="rId7" imgW="990529" imgH="251554" progId="Equation.3">
                  <p:embed/>
                  <p:pic>
                    <p:nvPicPr>
                      <p:cNvPr id="207892"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3505200"/>
                        <a:ext cx="3232150" cy="914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7893" name="Object 21"/>
          <p:cNvGraphicFramePr>
            <a:graphicFrameLocks noChangeAspect="1"/>
          </p:cNvGraphicFramePr>
          <p:nvPr/>
        </p:nvGraphicFramePr>
        <p:xfrm>
          <a:off x="3122613" y="3352800"/>
          <a:ext cx="5424487" cy="1295400"/>
        </p:xfrm>
        <a:graphic>
          <a:graphicData uri="http://schemas.openxmlformats.org/presentationml/2006/ole">
            <mc:AlternateContent xmlns:mc="http://schemas.openxmlformats.org/markup-compatibility/2006">
              <mc:Choice xmlns:v="urn:schemas-microsoft-com:vml" Requires="v">
                <p:oleObj spid="_x0000_s255199" name="公式" r:id="rId9" imgW="1699083" imgH="358030" progId="Equation.3">
                  <p:embed/>
                </p:oleObj>
              </mc:Choice>
              <mc:Fallback>
                <p:oleObj name="公式" r:id="rId9" imgW="1699083" imgH="358030" progId="Equation.3">
                  <p:embed/>
                  <p:pic>
                    <p:nvPicPr>
                      <p:cNvPr id="207893"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2613" y="3352800"/>
                        <a:ext cx="5424487"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7894" name="Line 22"/>
          <p:cNvSpPr>
            <a:spLocks noChangeShapeType="1"/>
          </p:cNvSpPr>
          <p:nvPr/>
        </p:nvSpPr>
        <p:spPr bwMode="auto">
          <a:xfrm flipH="1">
            <a:off x="0" y="3352800"/>
            <a:ext cx="9144000"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207895" name="Object 23"/>
          <p:cNvGraphicFramePr>
            <a:graphicFrameLocks noChangeAspect="1"/>
          </p:cNvGraphicFramePr>
          <p:nvPr/>
        </p:nvGraphicFramePr>
        <p:xfrm>
          <a:off x="0" y="5105400"/>
          <a:ext cx="3155950" cy="914400"/>
        </p:xfrm>
        <a:graphic>
          <a:graphicData uri="http://schemas.openxmlformats.org/presentationml/2006/ole">
            <mc:AlternateContent xmlns:mc="http://schemas.openxmlformats.org/markup-compatibility/2006">
              <mc:Choice xmlns:v="urn:schemas-microsoft-com:vml" Requires="v">
                <p:oleObj spid="_x0000_s255200" name="公式" r:id="rId11" imgW="967563" imgH="251554" progId="Equation.3">
                  <p:embed/>
                </p:oleObj>
              </mc:Choice>
              <mc:Fallback>
                <p:oleObj name="公式" r:id="rId11" imgW="967563" imgH="251554" progId="Equation.3">
                  <p:embed/>
                  <p:pic>
                    <p:nvPicPr>
                      <p:cNvPr id="207895" name="Object 2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5105400"/>
                        <a:ext cx="3155950" cy="914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7896" name="Object 24"/>
          <p:cNvGraphicFramePr>
            <a:graphicFrameLocks noChangeAspect="1"/>
          </p:cNvGraphicFramePr>
          <p:nvPr/>
        </p:nvGraphicFramePr>
        <p:xfrm>
          <a:off x="3200400" y="4953000"/>
          <a:ext cx="5267325" cy="1295400"/>
        </p:xfrm>
        <a:graphic>
          <a:graphicData uri="http://schemas.openxmlformats.org/presentationml/2006/ole">
            <mc:AlternateContent xmlns:mc="http://schemas.openxmlformats.org/markup-compatibility/2006">
              <mc:Choice xmlns:v="urn:schemas-microsoft-com:vml" Requires="v">
                <p:oleObj spid="_x0000_s255201" name="公式" r:id="rId13" imgW="1653575" imgH="358030" progId="Equation.3">
                  <p:embed/>
                </p:oleObj>
              </mc:Choice>
              <mc:Fallback>
                <p:oleObj name="公式" r:id="rId13" imgW="1653575" imgH="358030" progId="Equation.3">
                  <p:embed/>
                  <p:pic>
                    <p:nvPicPr>
                      <p:cNvPr id="207896" name="Object 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00400" y="4953000"/>
                        <a:ext cx="5267325"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470435243"/>
      </p:ext>
    </p:extLst>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Line 2"/>
          <p:cNvSpPr>
            <a:spLocks noChangeShapeType="1"/>
          </p:cNvSpPr>
          <p:nvPr/>
        </p:nvSpPr>
        <p:spPr bwMode="auto">
          <a:xfrm flipH="1">
            <a:off x="0" y="3733800"/>
            <a:ext cx="9144000"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5779" name="Text Box 3"/>
          <p:cNvSpPr txBox="1">
            <a:spLocks noChangeArrowheads="1"/>
          </p:cNvSpPr>
          <p:nvPr/>
        </p:nvSpPr>
        <p:spPr bwMode="auto">
          <a:xfrm>
            <a:off x="0" y="228600"/>
            <a:ext cx="12604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证明：</a:t>
            </a:r>
          </a:p>
        </p:txBody>
      </p:sp>
      <p:graphicFrame>
        <p:nvGraphicFramePr>
          <p:cNvPr id="208914" name="Object 18"/>
          <p:cNvGraphicFramePr>
            <a:graphicFrameLocks noChangeAspect="1"/>
          </p:cNvGraphicFramePr>
          <p:nvPr/>
        </p:nvGraphicFramePr>
        <p:xfrm>
          <a:off x="914400" y="228600"/>
          <a:ext cx="3232150" cy="914400"/>
        </p:xfrm>
        <a:graphic>
          <a:graphicData uri="http://schemas.openxmlformats.org/presentationml/2006/ole">
            <mc:AlternateContent xmlns:mc="http://schemas.openxmlformats.org/markup-compatibility/2006">
              <mc:Choice xmlns:v="urn:schemas-microsoft-com:vml" Requires="v">
                <p:oleObj spid="_x0000_s230834" name="公式" r:id="rId3" imgW="990529" imgH="251554" progId="Equation.3">
                  <p:embed/>
                </p:oleObj>
              </mc:Choice>
              <mc:Fallback>
                <p:oleObj name="公式" r:id="rId3" imgW="990529" imgH="251554" progId="Equation.3">
                  <p:embed/>
                  <p:pic>
                    <p:nvPicPr>
                      <p:cNvPr id="208914"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228600"/>
                        <a:ext cx="3232150" cy="914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8915" name="Object 19"/>
          <p:cNvGraphicFramePr>
            <a:graphicFrameLocks noChangeAspect="1"/>
          </p:cNvGraphicFramePr>
          <p:nvPr/>
        </p:nvGraphicFramePr>
        <p:xfrm>
          <a:off x="4191000" y="0"/>
          <a:ext cx="4495800" cy="1236663"/>
        </p:xfrm>
        <a:graphic>
          <a:graphicData uri="http://schemas.openxmlformats.org/presentationml/2006/ole">
            <mc:AlternateContent xmlns:mc="http://schemas.openxmlformats.org/markup-compatibility/2006">
              <mc:Choice xmlns:v="urn:schemas-microsoft-com:vml" Requires="v">
                <p:oleObj spid="_x0000_s230835" name="公式" r:id="rId5" imgW="1386911" imgH="342759" progId="Equation.3">
                  <p:embed/>
                </p:oleObj>
              </mc:Choice>
              <mc:Fallback>
                <p:oleObj name="公式" r:id="rId5" imgW="1386911" imgH="342759" progId="Equation.3">
                  <p:embed/>
                  <p:pic>
                    <p:nvPicPr>
                      <p:cNvPr id="208915"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1000" y="0"/>
                        <a:ext cx="4495800" cy="12366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8916" name="Object 20"/>
          <p:cNvGraphicFramePr>
            <a:graphicFrameLocks noChangeAspect="1"/>
          </p:cNvGraphicFramePr>
          <p:nvPr/>
        </p:nvGraphicFramePr>
        <p:xfrm>
          <a:off x="990600" y="1143000"/>
          <a:ext cx="6656388" cy="1219200"/>
        </p:xfrm>
        <a:graphic>
          <a:graphicData uri="http://schemas.openxmlformats.org/presentationml/2006/ole">
            <mc:AlternateContent xmlns:mc="http://schemas.openxmlformats.org/markup-compatibility/2006">
              <mc:Choice xmlns:v="urn:schemas-microsoft-com:vml" Requires="v">
                <p:oleObj spid="_x0000_s230836" name="公式" r:id="rId7" imgW="2118431" imgH="319851" progId="Equation.3">
                  <p:embed/>
                </p:oleObj>
              </mc:Choice>
              <mc:Fallback>
                <p:oleObj name="公式" r:id="rId7" imgW="2118431" imgH="319851" progId="Equation.3">
                  <p:embed/>
                  <p:pic>
                    <p:nvPicPr>
                      <p:cNvPr id="208916"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0600" y="1143000"/>
                        <a:ext cx="6656388" cy="1219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8917" name="Object 21"/>
          <p:cNvGraphicFramePr>
            <a:graphicFrameLocks noChangeAspect="1"/>
          </p:cNvGraphicFramePr>
          <p:nvPr/>
        </p:nvGraphicFramePr>
        <p:xfrm>
          <a:off x="1066800" y="2438400"/>
          <a:ext cx="3424238" cy="1219200"/>
        </p:xfrm>
        <a:graphic>
          <a:graphicData uri="http://schemas.openxmlformats.org/presentationml/2006/ole">
            <mc:AlternateContent xmlns:mc="http://schemas.openxmlformats.org/markup-compatibility/2006">
              <mc:Choice xmlns:v="urn:schemas-microsoft-com:vml" Requires="v">
                <p:oleObj spid="_x0000_s230837" name="公式" r:id="rId9" imgW="1051773" imgH="319851" progId="Equation.3">
                  <p:embed/>
                </p:oleObj>
              </mc:Choice>
              <mc:Fallback>
                <p:oleObj name="公式" r:id="rId9" imgW="1051773" imgH="319851" progId="Equation.3">
                  <p:embed/>
                  <p:pic>
                    <p:nvPicPr>
                      <p:cNvPr id="208917"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6800" y="2438400"/>
                        <a:ext cx="3424238" cy="1219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8918" name="Line 22"/>
          <p:cNvSpPr>
            <a:spLocks noChangeShapeType="1"/>
          </p:cNvSpPr>
          <p:nvPr/>
        </p:nvSpPr>
        <p:spPr bwMode="auto">
          <a:xfrm flipH="1">
            <a:off x="6470650" y="4876800"/>
            <a:ext cx="6350" cy="1981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208919" name="Group 23"/>
          <p:cNvGrpSpPr>
            <a:grpSpLocks/>
          </p:cNvGrpSpPr>
          <p:nvPr/>
        </p:nvGrpSpPr>
        <p:grpSpPr bwMode="auto">
          <a:xfrm>
            <a:off x="6521450" y="4862513"/>
            <a:ext cx="2622550" cy="1995487"/>
            <a:chOff x="3643" y="2465"/>
            <a:chExt cx="1652" cy="1471"/>
          </a:xfrm>
        </p:grpSpPr>
        <p:sp>
          <p:nvSpPr>
            <p:cNvPr id="75789" name="Oval 24"/>
            <p:cNvSpPr>
              <a:spLocks noChangeArrowheads="1"/>
            </p:cNvSpPr>
            <p:nvPr/>
          </p:nvSpPr>
          <p:spPr bwMode="auto">
            <a:xfrm>
              <a:off x="3936" y="2784"/>
              <a:ext cx="1152" cy="1104"/>
            </a:xfrm>
            <a:prstGeom prst="ellipse">
              <a:avLst/>
            </a:prstGeom>
            <a:noFill/>
            <a:ln w="571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5790" name="Rectangle 25"/>
            <p:cNvSpPr>
              <a:spLocks noChangeArrowheads="1"/>
            </p:cNvSpPr>
            <p:nvPr/>
          </p:nvSpPr>
          <p:spPr bwMode="auto">
            <a:xfrm>
              <a:off x="3936" y="3408"/>
              <a:ext cx="1200" cy="528"/>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5791" name="Line 26"/>
            <p:cNvSpPr>
              <a:spLocks noChangeShapeType="1"/>
            </p:cNvSpPr>
            <p:nvPr/>
          </p:nvSpPr>
          <p:spPr bwMode="auto">
            <a:xfrm>
              <a:off x="3792" y="3408"/>
              <a:ext cx="1488"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5792" name="Line 27"/>
            <p:cNvSpPr>
              <a:spLocks noChangeShapeType="1"/>
            </p:cNvSpPr>
            <p:nvPr/>
          </p:nvSpPr>
          <p:spPr bwMode="auto">
            <a:xfrm flipH="1" flipV="1">
              <a:off x="4944" y="2976"/>
              <a:ext cx="96" cy="144"/>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5793" name="Oval 28"/>
            <p:cNvSpPr>
              <a:spLocks noChangeArrowheads="1"/>
            </p:cNvSpPr>
            <p:nvPr/>
          </p:nvSpPr>
          <p:spPr bwMode="auto">
            <a:xfrm>
              <a:off x="4320" y="3168"/>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75794" name="Object 29"/>
            <p:cNvGraphicFramePr>
              <a:graphicFrameLocks noChangeAspect="1"/>
            </p:cNvGraphicFramePr>
            <p:nvPr/>
          </p:nvGraphicFramePr>
          <p:xfrm>
            <a:off x="4416" y="2880"/>
            <a:ext cx="314" cy="447"/>
          </p:xfrm>
          <a:graphic>
            <a:graphicData uri="http://schemas.openxmlformats.org/presentationml/2006/ole">
              <mc:AlternateContent xmlns:mc="http://schemas.openxmlformats.org/markup-compatibility/2006">
                <mc:Choice xmlns:v="urn:schemas-microsoft-com:vml" Requires="v">
                  <p:oleObj spid="_x0000_s230838" name="公式" r:id="rId11" imgW="91440" imgH="152290" progId="Equation.3">
                    <p:embed/>
                  </p:oleObj>
                </mc:Choice>
                <mc:Fallback>
                  <p:oleObj name="公式" r:id="rId11" imgW="91440" imgH="152290" progId="Equation.3">
                    <p:embed/>
                    <p:pic>
                      <p:nvPicPr>
                        <p:cNvPr id="75794" name="Object 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16" y="2880"/>
                          <a:ext cx="314" cy="44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795" name="Oval 30"/>
            <p:cNvSpPr>
              <a:spLocks noChangeArrowheads="1"/>
            </p:cNvSpPr>
            <p:nvPr/>
          </p:nvSpPr>
          <p:spPr bwMode="auto">
            <a:xfrm>
              <a:off x="4800" y="3120"/>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5796" name="Oval 31"/>
            <p:cNvSpPr>
              <a:spLocks noChangeArrowheads="1"/>
            </p:cNvSpPr>
            <p:nvPr/>
          </p:nvSpPr>
          <p:spPr bwMode="auto">
            <a:xfrm>
              <a:off x="4560" y="336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5797" name="Text Box 32"/>
            <p:cNvSpPr txBox="1">
              <a:spLocks noChangeArrowheads="1"/>
            </p:cNvSpPr>
            <p:nvPr/>
          </p:nvSpPr>
          <p:spPr bwMode="auto">
            <a:xfrm>
              <a:off x="4416" y="3274"/>
              <a:ext cx="294" cy="5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40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o</a:t>
              </a:r>
              <a:endParaRPr kumimoji="1" lang="en-US" altLang="zh-CN" sz="40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75798" name="Text Box 33"/>
            <p:cNvSpPr txBox="1">
              <a:spLocks noChangeArrowheads="1"/>
            </p:cNvSpPr>
            <p:nvPr/>
          </p:nvSpPr>
          <p:spPr bwMode="auto">
            <a:xfrm>
              <a:off x="3643" y="3415"/>
              <a:ext cx="401" cy="4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75799" name="Text Box 34"/>
            <p:cNvSpPr txBox="1">
              <a:spLocks noChangeArrowheads="1"/>
            </p:cNvSpPr>
            <p:nvPr/>
          </p:nvSpPr>
          <p:spPr bwMode="auto">
            <a:xfrm>
              <a:off x="4994" y="3378"/>
              <a:ext cx="301" cy="4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75800" name="Text Box 35"/>
            <p:cNvSpPr txBox="1">
              <a:spLocks noChangeArrowheads="1"/>
            </p:cNvSpPr>
            <p:nvPr/>
          </p:nvSpPr>
          <p:spPr bwMode="auto">
            <a:xfrm>
              <a:off x="3840" y="2465"/>
              <a:ext cx="412" cy="4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C</a:t>
              </a:r>
              <a:r>
                <a:rPr kumimoji="1" lang="en-US" altLang="zh-CN" sz="3200" b="1" i="1" u="none" strike="noStrike" kern="1200" cap="none" spc="0" normalizeH="0" baseline="-25000" noProof="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grpSp>
      <p:sp>
        <p:nvSpPr>
          <p:cNvPr id="208932" name="Line 36"/>
          <p:cNvSpPr>
            <a:spLocks noChangeShapeType="1"/>
          </p:cNvSpPr>
          <p:nvPr/>
        </p:nvSpPr>
        <p:spPr bwMode="auto">
          <a:xfrm>
            <a:off x="6477000" y="4876800"/>
            <a:ext cx="2667000"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208933" name="Object 37"/>
          <p:cNvGraphicFramePr>
            <a:graphicFrameLocks noChangeAspect="1"/>
          </p:cNvGraphicFramePr>
          <p:nvPr>
            <p:extLst>
              <p:ext uri="{D42A27DB-BD31-4B8C-83A1-F6EECF244321}">
                <p14:modId xmlns:p14="http://schemas.microsoft.com/office/powerpoint/2010/main" val="3113561836"/>
              </p:ext>
            </p:extLst>
          </p:nvPr>
        </p:nvGraphicFramePr>
        <p:xfrm>
          <a:off x="427774" y="3622488"/>
          <a:ext cx="8463813" cy="1177761"/>
        </p:xfrm>
        <a:graphic>
          <a:graphicData uri="http://schemas.openxmlformats.org/presentationml/2006/ole">
            <mc:AlternateContent xmlns:mc="http://schemas.openxmlformats.org/markup-compatibility/2006">
              <mc:Choice xmlns:v="urn:schemas-microsoft-com:vml" Requires="v">
                <p:oleObj spid="_x0000_s230839" name="Equation" r:id="rId13" imgW="3124080" imgH="355320" progId="Equation.DSMT4">
                  <p:embed/>
                </p:oleObj>
              </mc:Choice>
              <mc:Fallback>
                <p:oleObj name="Equation" r:id="rId13" imgW="3124080" imgH="355320" progId="Equation.DSMT4">
                  <p:embed/>
                  <p:pic>
                    <p:nvPicPr>
                      <p:cNvPr id="208933" name="Object 37"/>
                      <p:cNvPicPr>
                        <a:picLocks noChangeAspect="1" noChangeArrowheads="1"/>
                      </p:cNvPicPr>
                      <p:nvPr/>
                    </p:nvPicPr>
                    <p:blipFill>
                      <a:blip r:embed="rId14"/>
                      <a:srcRect/>
                      <a:stretch>
                        <a:fillRect/>
                      </a:stretch>
                    </p:blipFill>
                    <p:spPr bwMode="auto">
                      <a:xfrm>
                        <a:off x="427774" y="3622488"/>
                        <a:ext cx="8463813" cy="1177761"/>
                      </a:xfrm>
                      <a:prstGeom prst="rect">
                        <a:avLst/>
                      </a:prstGeom>
                      <a:noFill/>
                      <a:ln>
                        <a:noFill/>
                      </a:ln>
                      <a:effectLst/>
                      <a:extLst/>
                    </p:spPr>
                  </p:pic>
                </p:oleObj>
              </mc:Fallback>
            </mc:AlternateContent>
          </a:graphicData>
        </a:graphic>
      </p:graphicFrame>
      <p:graphicFrame>
        <p:nvGraphicFramePr>
          <p:cNvPr id="208934" name="Object 38"/>
          <p:cNvGraphicFramePr>
            <a:graphicFrameLocks noChangeAspect="1"/>
          </p:cNvGraphicFramePr>
          <p:nvPr/>
        </p:nvGraphicFramePr>
        <p:xfrm>
          <a:off x="0" y="4800600"/>
          <a:ext cx="5657850" cy="1295400"/>
        </p:xfrm>
        <a:graphic>
          <a:graphicData uri="http://schemas.openxmlformats.org/presentationml/2006/ole">
            <mc:AlternateContent xmlns:mc="http://schemas.openxmlformats.org/markup-compatibility/2006">
              <mc:Choice xmlns:v="urn:schemas-microsoft-com:vml" Requires="v">
                <p:oleObj spid="_x0000_s230840" name="公式" r:id="rId15" imgW="1775637" imgH="358030" progId="Equation.3">
                  <p:embed/>
                </p:oleObj>
              </mc:Choice>
              <mc:Fallback>
                <p:oleObj name="公式" r:id="rId15" imgW="1775637" imgH="358030" progId="Equation.3">
                  <p:embed/>
                  <p:pic>
                    <p:nvPicPr>
                      <p:cNvPr id="208934" name="Object 3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4800600"/>
                        <a:ext cx="5657850"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484742343"/>
      </p:ext>
    </p:extLst>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Line 2"/>
          <p:cNvSpPr>
            <a:spLocks noChangeShapeType="1"/>
          </p:cNvSpPr>
          <p:nvPr/>
        </p:nvSpPr>
        <p:spPr bwMode="auto">
          <a:xfrm flipH="1">
            <a:off x="0" y="2362200"/>
            <a:ext cx="9144000"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6803" name="Line 8"/>
          <p:cNvSpPr>
            <a:spLocks noChangeShapeType="1"/>
          </p:cNvSpPr>
          <p:nvPr/>
        </p:nvSpPr>
        <p:spPr bwMode="auto">
          <a:xfrm flipH="1">
            <a:off x="6508750" y="4876800"/>
            <a:ext cx="6350" cy="1981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76804" name="Group 9"/>
          <p:cNvGrpSpPr>
            <a:grpSpLocks/>
          </p:cNvGrpSpPr>
          <p:nvPr/>
        </p:nvGrpSpPr>
        <p:grpSpPr bwMode="auto">
          <a:xfrm>
            <a:off x="6559550" y="4862513"/>
            <a:ext cx="2622550" cy="1995487"/>
            <a:chOff x="3643" y="2465"/>
            <a:chExt cx="1652" cy="1471"/>
          </a:xfrm>
        </p:grpSpPr>
        <p:sp>
          <p:nvSpPr>
            <p:cNvPr id="76816" name="Oval 10"/>
            <p:cNvSpPr>
              <a:spLocks noChangeArrowheads="1"/>
            </p:cNvSpPr>
            <p:nvPr/>
          </p:nvSpPr>
          <p:spPr bwMode="auto">
            <a:xfrm>
              <a:off x="3936" y="2784"/>
              <a:ext cx="1152" cy="1104"/>
            </a:xfrm>
            <a:prstGeom prst="ellipse">
              <a:avLst/>
            </a:prstGeom>
            <a:noFill/>
            <a:ln w="571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6817" name="Rectangle 11"/>
            <p:cNvSpPr>
              <a:spLocks noChangeArrowheads="1"/>
            </p:cNvSpPr>
            <p:nvPr/>
          </p:nvSpPr>
          <p:spPr bwMode="auto">
            <a:xfrm>
              <a:off x="3936" y="3408"/>
              <a:ext cx="1200" cy="528"/>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6818" name="Line 12"/>
            <p:cNvSpPr>
              <a:spLocks noChangeShapeType="1"/>
            </p:cNvSpPr>
            <p:nvPr/>
          </p:nvSpPr>
          <p:spPr bwMode="auto">
            <a:xfrm>
              <a:off x="3792" y="3408"/>
              <a:ext cx="1488"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6819" name="Line 13"/>
            <p:cNvSpPr>
              <a:spLocks noChangeShapeType="1"/>
            </p:cNvSpPr>
            <p:nvPr/>
          </p:nvSpPr>
          <p:spPr bwMode="auto">
            <a:xfrm flipH="1" flipV="1">
              <a:off x="4944" y="2976"/>
              <a:ext cx="96" cy="144"/>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6820" name="Oval 14"/>
            <p:cNvSpPr>
              <a:spLocks noChangeArrowheads="1"/>
            </p:cNvSpPr>
            <p:nvPr/>
          </p:nvSpPr>
          <p:spPr bwMode="auto">
            <a:xfrm>
              <a:off x="4320" y="3168"/>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76821" name="Object 15"/>
            <p:cNvGraphicFramePr>
              <a:graphicFrameLocks noChangeAspect="1"/>
            </p:cNvGraphicFramePr>
            <p:nvPr/>
          </p:nvGraphicFramePr>
          <p:xfrm>
            <a:off x="4416" y="2880"/>
            <a:ext cx="314" cy="447"/>
          </p:xfrm>
          <a:graphic>
            <a:graphicData uri="http://schemas.openxmlformats.org/presentationml/2006/ole">
              <mc:AlternateContent xmlns:mc="http://schemas.openxmlformats.org/markup-compatibility/2006">
                <mc:Choice xmlns:v="urn:schemas-microsoft-com:vml" Requires="v">
                  <p:oleObj spid="_x0000_s206674" name="公式" r:id="rId3" imgW="91440" imgH="152290" progId="Equation.3">
                    <p:embed/>
                  </p:oleObj>
                </mc:Choice>
                <mc:Fallback>
                  <p:oleObj name="公式" r:id="rId3" imgW="91440" imgH="152290" progId="Equation.3">
                    <p:embed/>
                    <p:pic>
                      <p:nvPicPr>
                        <p:cNvPr id="76821"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6" y="2880"/>
                          <a:ext cx="314" cy="44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22" name="Oval 16"/>
            <p:cNvSpPr>
              <a:spLocks noChangeArrowheads="1"/>
            </p:cNvSpPr>
            <p:nvPr/>
          </p:nvSpPr>
          <p:spPr bwMode="auto">
            <a:xfrm>
              <a:off x="4800" y="3120"/>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6823" name="Oval 17"/>
            <p:cNvSpPr>
              <a:spLocks noChangeArrowheads="1"/>
            </p:cNvSpPr>
            <p:nvPr/>
          </p:nvSpPr>
          <p:spPr bwMode="auto">
            <a:xfrm>
              <a:off x="4560" y="336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6824" name="Text Box 18"/>
            <p:cNvSpPr txBox="1">
              <a:spLocks noChangeArrowheads="1"/>
            </p:cNvSpPr>
            <p:nvPr/>
          </p:nvSpPr>
          <p:spPr bwMode="auto">
            <a:xfrm>
              <a:off x="4416" y="3274"/>
              <a:ext cx="294" cy="5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40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o</a:t>
              </a:r>
              <a:endParaRPr kumimoji="1" lang="en-US" altLang="zh-CN" sz="40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76825" name="Text Box 19"/>
            <p:cNvSpPr txBox="1">
              <a:spLocks noChangeArrowheads="1"/>
            </p:cNvSpPr>
            <p:nvPr/>
          </p:nvSpPr>
          <p:spPr bwMode="auto">
            <a:xfrm>
              <a:off x="3643" y="3415"/>
              <a:ext cx="401" cy="4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76826" name="Text Box 20"/>
            <p:cNvSpPr txBox="1">
              <a:spLocks noChangeArrowheads="1"/>
            </p:cNvSpPr>
            <p:nvPr/>
          </p:nvSpPr>
          <p:spPr bwMode="auto">
            <a:xfrm>
              <a:off x="4994" y="3378"/>
              <a:ext cx="301" cy="4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76827" name="Text Box 21"/>
            <p:cNvSpPr txBox="1">
              <a:spLocks noChangeArrowheads="1"/>
            </p:cNvSpPr>
            <p:nvPr/>
          </p:nvSpPr>
          <p:spPr bwMode="auto">
            <a:xfrm>
              <a:off x="3840" y="2465"/>
              <a:ext cx="412" cy="4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C</a:t>
              </a:r>
              <a:r>
                <a:rPr kumimoji="1" lang="en-US" altLang="zh-CN" sz="3200" b="1" i="1" u="none" strike="noStrike" kern="1200" cap="none" spc="0" normalizeH="0" baseline="-25000" noProof="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grpSp>
      <p:sp>
        <p:nvSpPr>
          <p:cNvPr id="76805" name="Line 22"/>
          <p:cNvSpPr>
            <a:spLocks noChangeShapeType="1"/>
          </p:cNvSpPr>
          <p:nvPr/>
        </p:nvSpPr>
        <p:spPr bwMode="auto">
          <a:xfrm>
            <a:off x="6515100" y="4876800"/>
            <a:ext cx="2667000"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76806" name="Object 23"/>
          <p:cNvGraphicFramePr>
            <a:graphicFrameLocks noChangeAspect="1"/>
          </p:cNvGraphicFramePr>
          <p:nvPr/>
        </p:nvGraphicFramePr>
        <p:xfrm>
          <a:off x="-76200" y="0"/>
          <a:ext cx="9220200" cy="1143000"/>
        </p:xfrm>
        <a:graphic>
          <a:graphicData uri="http://schemas.openxmlformats.org/presentationml/2006/ole">
            <mc:AlternateContent xmlns:mc="http://schemas.openxmlformats.org/markup-compatibility/2006">
              <mc:Choice xmlns:v="urn:schemas-microsoft-com:vml" Requires="v">
                <p:oleObj spid="_x0000_s206675" name="公式" r:id="rId5" imgW="2986898" imgH="282097" progId="Equation.3">
                  <p:embed/>
                </p:oleObj>
              </mc:Choice>
              <mc:Fallback>
                <p:oleObj name="公式" r:id="rId5" imgW="2986898" imgH="282097" progId="Equation.3">
                  <p:embed/>
                  <p:pic>
                    <p:nvPicPr>
                      <p:cNvPr id="76806" name="Object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 y="0"/>
                        <a:ext cx="9220200" cy="11430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9944" name="Object 24"/>
          <p:cNvGraphicFramePr>
            <a:graphicFrameLocks noChangeAspect="1"/>
          </p:cNvGraphicFramePr>
          <p:nvPr/>
        </p:nvGraphicFramePr>
        <p:xfrm>
          <a:off x="2819400" y="2286000"/>
          <a:ext cx="5657850" cy="1295400"/>
        </p:xfrm>
        <a:graphic>
          <a:graphicData uri="http://schemas.openxmlformats.org/presentationml/2006/ole">
            <mc:AlternateContent xmlns:mc="http://schemas.openxmlformats.org/markup-compatibility/2006">
              <mc:Choice xmlns:v="urn:schemas-microsoft-com:vml" Requires="v">
                <p:oleObj spid="_x0000_s206676" name="公式" r:id="rId7" imgW="1775637" imgH="358030" progId="Equation.3">
                  <p:embed/>
                </p:oleObj>
              </mc:Choice>
              <mc:Fallback>
                <p:oleObj name="公式" r:id="rId7" imgW="1775637" imgH="358030" progId="Equation.3">
                  <p:embed/>
                  <p:pic>
                    <p:nvPicPr>
                      <p:cNvPr id="209944" name="Object 2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9400" y="2286000"/>
                        <a:ext cx="5657850"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9945" name="Object 25"/>
          <p:cNvGraphicFramePr>
            <a:graphicFrameLocks noChangeAspect="1"/>
          </p:cNvGraphicFramePr>
          <p:nvPr/>
        </p:nvGraphicFramePr>
        <p:xfrm>
          <a:off x="3048000" y="1295400"/>
          <a:ext cx="4054475" cy="1019175"/>
        </p:xfrm>
        <a:graphic>
          <a:graphicData uri="http://schemas.openxmlformats.org/presentationml/2006/ole">
            <mc:AlternateContent xmlns:mc="http://schemas.openxmlformats.org/markup-compatibility/2006">
              <mc:Choice xmlns:v="urn:schemas-microsoft-com:vml" Requires="v">
                <p:oleObj spid="_x0000_s206677" name="公式" r:id="rId9" imgW="1272505" imgH="243919" progId="Equation.3">
                  <p:embed/>
                </p:oleObj>
              </mc:Choice>
              <mc:Fallback>
                <p:oleObj name="公式" r:id="rId9" imgW="1272505" imgH="243919" progId="Equation.3">
                  <p:embed/>
                  <p:pic>
                    <p:nvPicPr>
                      <p:cNvPr id="209945"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8000" y="1295400"/>
                        <a:ext cx="4054475" cy="10191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9946" name="Object 26"/>
          <p:cNvGraphicFramePr>
            <a:graphicFrameLocks noChangeAspect="1"/>
          </p:cNvGraphicFramePr>
          <p:nvPr/>
        </p:nvGraphicFramePr>
        <p:xfrm>
          <a:off x="0" y="2362200"/>
          <a:ext cx="2678113" cy="1066800"/>
        </p:xfrm>
        <a:graphic>
          <a:graphicData uri="http://schemas.openxmlformats.org/presentationml/2006/ole">
            <mc:AlternateContent xmlns:mc="http://schemas.openxmlformats.org/markup-compatibility/2006">
              <mc:Choice xmlns:v="urn:schemas-microsoft-com:vml" Requires="v">
                <p:oleObj spid="_x0000_s206678" name="公式" r:id="rId11" imgW="815305" imgH="251554" progId="Equation.3">
                  <p:embed/>
                </p:oleObj>
              </mc:Choice>
              <mc:Fallback>
                <p:oleObj name="公式" r:id="rId11" imgW="815305" imgH="251554" progId="Equation.3">
                  <p:embed/>
                  <p:pic>
                    <p:nvPicPr>
                      <p:cNvPr id="209946" name="Object 2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2362200"/>
                        <a:ext cx="2678113" cy="1066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9947" name="Object 27"/>
          <p:cNvGraphicFramePr>
            <a:graphicFrameLocks noChangeAspect="1"/>
          </p:cNvGraphicFramePr>
          <p:nvPr/>
        </p:nvGraphicFramePr>
        <p:xfrm>
          <a:off x="0" y="3733800"/>
          <a:ext cx="3232150" cy="914400"/>
        </p:xfrm>
        <a:graphic>
          <a:graphicData uri="http://schemas.openxmlformats.org/presentationml/2006/ole">
            <mc:AlternateContent xmlns:mc="http://schemas.openxmlformats.org/markup-compatibility/2006">
              <mc:Choice xmlns:v="urn:schemas-microsoft-com:vml" Requires="v">
                <p:oleObj spid="_x0000_s206679" name="公式" r:id="rId13" imgW="990529" imgH="251554" progId="Equation.3">
                  <p:embed/>
                </p:oleObj>
              </mc:Choice>
              <mc:Fallback>
                <p:oleObj name="公式" r:id="rId13" imgW="990529" imgH="251554" progId="Equation.3">
                  <p:embed/>
                  <p:pic>
                    <p:nvPicPr>
                      <p:cNvPr id="209947" name="Object 2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3733800"/>
                        <a:ext cx="3232150" cy="914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9948" name="Object 28"/>
          <p:cNvGraphicFramePr>
            <a:graphicFrameLocks noChangeAspect="1"/>
          </p:cNvGraphicFramePr>
          <p:nvPr/>
        </p:nvGraphicFramePr>
        <p:xfrm>
          <a:off x="3200400" y="3581400"/>
          <a:ext cx="5424488" cy="1295400"/>
        </p:xfrm>
        <a:graphic>
          <a:graphicData uri="http://schemas.openxmlformats.org/presentationml/2006/ole">
            <mc:AlternateContent xmlns:mc="http://schemas.openxmlformats.org/markup-compatibility/2006">
              <mc:Choice xmlns:v="urn:schemas-microsoft-com:vml" Requires="v">
                <p:oleObj spid="_x0000_s206680" name="公式" r:id="rId15" imgW="1699083" imgH="358030" progId="Equation.3">
                  <p:embed/>
                </p:oleObj>
              </mc:Choice>
              <mc:Fallback>
                <p:oleObj name="公式" r:id="rId15" imgW="1699083" imgH="358030" progId="Equation.3">
                  <p:embed/>
                  <p:pic>
                    <p:nvPicPr>
                      <p:cNvPr id="209948" name="Object 2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00400" y="3581400"/>
                        <a:ext cx="5424488"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9949" name="Line 29"/>
          <p:cNvSpPr>
            <a:spLocks noChangeShapeType="1"/>
          </p:cNvSpPr>
          <p:nvPr/>
        </p:nvSpPr>
        <p:spPr bwMode="auto">
          <a:xfrm flipH="1">
            <a:off x="0" y="3581400"/>
            <a:ext cx="9144000"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09950" name="Text Box 30"/>
          <p:cNvSpPr txBox="1">
            <a:spLocks noChangeArrowheads="1"/>
          </p:cNvSpPr>
          <p:nvPr/>
        </p:nvSpPr>
        <p:spPr bwMode="auto">
          <a:xfrm>
            <a:off x="0" y="1524000"/>
            <a:ext cx="23368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由约定当引理</a:t>
            </a:r>
          </a:p>
        </p:txBody>
      </p:sp>
      <p:graphicFrame>
        <p:nvGraphicFramePr>
          <p:cNvPr id="209951" name="Object 31"/>
          <p:cNvGraphicFramePr>
            <a:graphicFrameLocks noChangeAspect="1"/>
          </p:cNvGraphicFramePr>
          <p:nvPr/>
        </p:nvGraphicFramePr>
        <p:xfrm>
          <a:off x="0" y="4800600"/>
          <a:ext cx="3155950" cy="914400"/>
        </p:xfrm>
        <a:graphic>
          <a:graphicData uri="http://schemas.openxmlformats.org/presentationml/2006/ole">
            <mc:AlternateContent xmlns:mc="http://schemas.openxmlformats.org/markup-compatibility/2006">
              <mc:Choice xmlns:v="urn:schemas-microsoft-com:vml" Requires="v">
                <p:oleObj spid="_x0000_s206681" name="公式" r:id="rId17" imgW="967563" imgH="251554" progId="Equation.3">
                  <p:embed/>
                </p:oleObj>
              </mc:Choice>
              <mc:Fallback>
                <p:oleObj name="公式" r:id="rId17" imgW="967563" imgH="251554" progId="Equation.3">
                  <p:embed/>
                  <p:pic>
                    <p:nvPicPr>
                      <p:cNvPr id="209951" name="Object 3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4800600"/>
                        <a:ext cx="3155950" cy="914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9952" name="Object 32"/>
          <p:cNvGraphicFramePr>
            <a:graphicFrameLocks noChangeAspect="1"/>
          </p:cNvGraphicFramePr>
          <p:nvPr/>
        </p:nvGraphicFramePr>
        <p:xfrm>
          <a:off x="304800" y="5562600"/>
          <a:ext cx="5267325" cy="1295400"/>
        </p:xfrm>
        <a:graphic>
          <a:graphicData uri="http://schemas.openxmlformats.org/presentationml/2006/ole">
            <mc:AlternateContent xmlns:mc="http://schemas.openxmlformats.org/markup-compatibility/2006">
              <mc:Choice xmlns:v="urn:schemas-microsoft-com:vml" Requires="v">
                <p:oleObj spid="_x0000_s206682" name="公式" r:id="rId19" imgW="1653575" imgH="358030" progId="Equation.3">
                  <p:embed/>
                </p:oleObj>
              </mc:Choice>
              <mc:Fallback>
                <p:oleObj name="公式" r:id="rId19" imgW="1653575" imgH="358030" progId="Equation.3">
                  <p:embed/>
                  <p:pic>
                    <p:nvPicPr>
                      <p:cNvPr id="209952" name="Object 3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04800" y="5562600"/>
                        <a:ext cx="5267325"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6058059"/>
      </p:ext>
    </p:extLst>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826" name="Group 4"/>
          <p:cNvGrpSpPr>
            <a:grpSpLocks/>
          </p:cNvGrpSpPr>
          <p:nvPr/>
        </p:nvGrpSpPr>
        <p:grpSpPr bwMode="auto">
          <a:xfrm>
            <a:off x="2514600" y="3810000"/>
            <a:ext cx="2622550" cy="1995488"/>
            <a:chOff x="3643" y="2465"/>
            <a:chExt cx="1652" cy="1471"/>
          </a:xfrm>
        </p:grpSpPr>
        <p:sp>
          <p:nvSpPr>
            <p:cNvPr id="77830" name="Oval 5"/>
            <p:cNvSpPr>
              <a:spLocks noChangeArrowheads="1"/>
            </p:cNvSpPr>
            <p:nvPr/>
          </p:nvSpPr>
          <p:spPr bwMode="auto">
            <a:xfrm>
              <a:off x="3936" y="2784"/>
              <a:ext cx="1152" cy="1104"/>
            </a:xfrm>
            <a:prstGeom prst="ellipse">
              <a:avLst/>
            </a:prstGeom>
            <a:noFill/>
            <a:ln w="571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7831" name="Rectangle 6"/>
            <p:cNvSpPr>
              <a:spLocks noChangeArrowheads="1"/>
            </p:cNvSpPr>
            <p:nvPr/>
          </p:nvSpPr>
          <p:spPr bwMode="auto">
            <a:xfrm>
              <a:off x="3936" y="3408"/>
              <a:ext cx="1200" cy="528"/>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7832" name="Line 7"/>
            <p:cNvSpPr>
              <a:spLocks noChangeShapeType="1"/>
            </p:cNvSpPr>
            <p:nvPr/>
          </p:nvSpPr>
          <p:spPr bwMode="auto">
            <a:xfrm>
              <a:off x="3792" y="3408"/>
              <a:ext cx="1488"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7833" name="Line 8"/>
            <p:cNvSpPr>
              <a:spLocks noChangeShapeType="1"/>
            </p:cNvSpPr>
            <p:nvPr/>
          </p:nvSpPr>
          <p:spPr bwMode="auto">
            <a:xfrm flipH="1" flipV="1">
              <a:off x="4944" y="2976"/>
              <a:ext cx="96" cy="144"/>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7834" name="Oval 9"/>
            <p:cNvSpPr>
              <a:spLocks noChangeArrowheads="1"/>
            </p:cNvSpPr>
            <p:nvPr/>
          </p:nvSpPr>
          <p:spPr bwMode="auto">
            <a:xfrm>
              <a:off x="4320" y="3168"/>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77835" name="Object 10"/>
            <p:cNvGraphicFramePr>
              <a:graphicFrameLocks noChangeAspect="1"/>
            </p:cNvGraphicFramePr>
            <p:nvPr/>
          </p:nvGraphicFramePr>
          <p:xfrm>
            <a:off x="4416" y="2880"/>
            <a:ext cx="314" cy="447"/>
          </p:xfrm>
          <a:graphic>
            <a:graphicData uri="http://schemas.openxmlformats.org/presentationml/2006/ole">
              <mc:AlternateContent xmlns:mc="http://schemas.openxmlformats.org/markup-compatibility/2006">
                <mc:Choice xmlns:v="urn:schemas-microsoft-com:vml" Requires="v">
                  <p:oleObj spid="_x0000_s123296" name="公式" r:id="rId3" imgW="91440" imgH="152290" progId="Equation.3">
                    <p:embed/>
                  </p:oleObj>
                </mc:Choice>
                <mc:Fallback>
                  <p:oleObj name="公式" r:id="rId3" imgW="91440" imgH="152290" progId="Equation.3">
                    <p:embed/>
                    <p:pic>
                      <p:nvPicPr>
                        <p:cNvPr id="77835"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6" y="2880"/>
                          <a:ext cx="314" cy="44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36" name="Oval 11"/>
            <p:cNvSpPr>
              <a:spLocks noChangeArrowheads="1"/>
            </p:cNvSpPr>
            <p:nvPr/>
          </p:nvSpPr>
          <p:spPr bwMode="auto">
            <a:xfrm>
              <a:off x="4800" y="3120"/>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7837" name="Oval 12"/>
            <p:cNvSpPr>
              <a:spLocks noChangeArrowheads="1"/>
            </p:cNvSpPr>
            <p:nvPr/>
          </p:nvSpPr>
          <p:spPr bwMode="auto">
            <a:xfrm>
              <a:off x="4560" y="336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7838" name="Text Box 13"/>
            <p:cNvSpPr txBox="1">
              <a:spLocks noChangeArrowheads="1"/>
            </p:cNvSpPr>
            <p:nvPr/>
          </p:nvSpPr>
          <p:spPr bwMode="auto">
            <a:xfrm>
              <a:off x="4416" y="3274"/>
              <a:ext cx="294" cy="5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40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o</a:t>
              </a:r>
              <a:endParaRPr kumimoji="1" lang="en-US" altLang="zh-CN" sz="40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77839" name="Text Box 14"/>
            <p:cNvSpPr txBox="1">
              <a:spLocks noChangeArrowheads="1"/>
            </p:cNvSpPr>
            <p:nvPr/>
          </p:nvSpPr>
          <p:spPr bwMode="auto">
            <a:xfrm>
              <a:off x="3643" y="3415"/>
              <a:ext cx="401" cy="4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77840" name="Text Box 15"/>
            <p:cNvSpPr txBox="1">
              <a:spLocks noChangeArrowheads="1"/>
            </p:cNvSpPr>
            <p:nvPr/>
          </p:nvSpPr>
          <p:spPr bwMode="auto">
            <a:xfrm>
              <a:off x="4994" y="3378"/>
              <a:ext cx="301" cy="4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77841" name="Text Box 16"/>
            <p:cNvSpPr txBox="1">
              <a:spLocks noChangeArrowheads="1"/>
            </p:cNvSpPr>
            <p:nvPr/>
          </p:nvSpPr>
          <p:spPr bwMode="auto">
            <a:xfrm>
              <a:off x="3840" y="2465"/>
              <a:ext cx="412" cy="4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C</a:t>
              </a:r>
              <a:r>
                <a:rPr kumimoji="1" lang="en-US" altLang="zh-CN" sz="3200" b="1" i="1" u="none" strike="noStrike" kern="1200" cap="none" spc="0" normalizeH="0" baseline="-25000" noProof="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grpSp>
      <p:graphicFrame>
        <p:nvGraphicFramePr>
          <p:cNvPr id="210964" name="Object 20"/>
          <p:cNvGraphicFramePr>
            <a:graphicFrameLocks noChangeAspect="1"/>
          </p:cNvGraphicFramePr>
          <p:nvPr>
            <p:extLst>
              <p:ext uri="{D42A27DB-BD31-4B8C-83A1-F6EECF244321}">
                <p14:modId xmlns:p14="http://schemas.microsoft.com/office/powerpoint/2010/main" val="2831967439"/>
              </p:ext>
            </p:extLst>
          </p:nvPr>
        </p:nvGraphicFramePr>
        <p:xfrm>
          <a:off x="1979712" y="1802156"/>
          <a:ext cx="4299247" cy="945744"/>
        </p:xfrm>
        <a:graphic>
          <a:graphicData uri="http://schemas.openxmlformats.org/presentationml/2006/ole">
            <mc:AlternateContent xmlns:mc="http://schemas.openxmlformats.org/markup-compatibility/2006">
              <mc:Choice xmlns:v="urn:schemas-microsoft-com:vml" Requires="v">
                <p:oleObj spid="_x0000_s123297" name="Equation" r:id="rId5" imgW="1346040" imgH="317160" progId="Equation.DSMT4">
                  <p:embed/>
                </p:oleObj>
              </mc:Choice>
              <mc:Fallback>
                <p:oleObj name="Equation" r:id="rId5" imgW="1346040" imgH="317160" progId="Equation.DSMT4">
                  <p:embed/>
                  <p:pic>
                    <p:nvPicPr>
                      <p:cNvPr id="210964" name="Object 20"/>
                      <p:cNvPicPr>
                        <a:picLocks noChangeAspect="1" noChangeArrowheads="1"/>
                      </p:cNvPicPr>
                      <p:nvPr/>
                    </p:nvPicPr>
                    <p:blipFill>
                      <a:blip r:embed="rId6"/>
                      <a:srcRect/>
                      <a:stretch>
                        <a:fillRect/>
                      </a:stretch>
                    </p:blipFill>
                    <p:spPr bwMode="auto">
                      <a:xfrm>
                        <a:off x="1979712" y="1802156"/>
                        <a:ext cx="4299247" cy="945744"/>
                      </a:xfrm>
                      <a:prstGeom prst="rect">
                        <a:avLst/>
                      </a:prstGeom>
                      <a:noFill/>
                      <a:ln>
                        <a:noFill/>
                      </a:ln>
                      <a:effectLst/>
                      <a:extLst/>
                    </p:spPr>
                  </p:pic>
                </p:oleObj>
              </mc:Fallback>
            </mc:AlternateContent>
          </a:graphicData>
        </a:graphic>
      </p:graphicFrame>
      <p:sp>
        <p:nvSpPr>
          <p:cNvPr id="210969" name="Text Box 25"/>
          <p:cNvSpPr txBox="1">
            <a:spLocks noChangeArrowheads="1"/>
          </p:cNvSpPr>
          <p:nvPr/>
        </p:nvSpPr>
        <p:spPr bwMode="auto">
          <a:xfrm>
            <a:off x="174378" y="226547"/>
            <a:ext cx="1988044"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由约当引理</a:t>
            </a:r>
          </a:p>
        </p:txBody>
      </p:sp>
      <p:sp>
        <p:nvSpPr>
          <p:cNvPr id="210972" name="Text Box 28"/>
          <p:cNvSpPr txBox="1">
            <a:spLocks noChangeArrowheads="1"/>
          </p:cNvSpPr>
          <p:nvPr/>
        </p:nvSpPr>
        <p:spPr bwMode="auto">
          <a:xfrm>
            <a:off x="0" y="746125"/>
            <a:ext cx="8839200"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a:t>
            </a:r>
            <a:r>
              <a:rPr kumimoji="1" lang="en-US" altLang="zh-CN" sz="2800" b="1" i="1"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z</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 </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无穷时，</a:t>
            </a:r>
            <a:r>
              <a:rPr kumimoji="1" lang="en-US" altLang="zh-CN" sz="2800" b="1" i="1"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f(z)</a:t>
            </a:r>
            <a:r>
              <a:rPr kumimoji="1" lang="zh-CN"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在包括实轴在内的上半平面中</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a:t>
            </a:r>
            <a:r>
              <a:rPr kumimoji="1" lang="zh-CN" altLang="en-US" sz="2800" b="1" i="1"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一致趋于零，且</a:t>
            </a:r>
            <a:r>
              <a:rPr kumimoji="1" lang="en-US" altLang="zh-CN" sz="2800" b="1" i="1"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m&gt;0,</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则</a:t>
            </a:r>
          </a:p>
        </p:txBody>
      </p:sp>
    </p:spTree>
    <p:extLst>
      <p:ext uri="{BB962C8B-B14F-4D97-AF65-F5344CB8AC3E}">
        <p14:creationId xmlns:p14="http://schemas.microsoft.com/office/powerpoint/2010/main" val="198002778"/>
      </p:ext>
    </p:extLst>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5"/>
          <p:cNvSpPr txBox="1">
            <a:spLocks noChangeArrowheads="1"/>
          </p:cNvSpPr>
          <p:nvPr/>
        </p:nvSpPr>
        <p:spPr bwMode="auto">
          <a:xfrm>
            <a:off x="539552" y="188640"/>
            <a:ext cx="3070071"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约当引理的证明：</a:t>
            </a:r>
          </a:p>
        </p:txBody>
      </p:sp>
      <p:graphicFrame>
        <p:nvGraphicFramePr>
          <p:cNvPr id="4" name="Object 20"/>
          <p:cNvGraphicFramePr>
            <a:graphicFrameLocks noChangeAspect="1"/>
          </p:cNvGraphicFramePr>
          <p:nvPr>
            <p:extLst>
              <p:ext uri="{D42A27DB-BD31-4B8C-83A1-F6EECF244321}">
                <p14:modId xmlns:p14="http://schemas.microsoft.com/office/powerpoint/2010/main" val="1074062471"/>
              </p:ext>
            </p:extLst>
          </p:nvPr>
        </p:nvGraphicFramePr>
        <p:xfrm>
          <a:off x="323528" y="711860"/>
          <a:ext cx="7859996" cy="4104456"/>
        </p:xfrm>
        <a:graphic>
          <a:graphicData uri="http://schemas.openxmlformats.org/presentationml/2006/ole">
            <mc:AlternateContent xmlns:mc="http://schemas.openxmlformats.org/markup-compatibility/2006">
              <mc:Choice xmlns:v="urn:schemas-microsoft-com:vml" Requires="v">
                <p:oleObj spid="_x0000_s131672" name="Equation" r:id="rId3" imgW="3314520" imgH="1854000" progId="Equation.DSMT4">
                  <p:embed/>
                </p:oleObj>
              </mc:Choice>
              <mc:Fallback>
                <p:oleObj name="Equation" r:id="rId3" imgW="3314520" imgH="1854000" progId="Equation.DSMT4">
                  <p:embed/>
                  <p:pic>
                    <p:nvPicPr>
                      <p:cNvPr id="210964" name="Object 20"/>
                      <p:cNvPicPr>
                        <a:picLocks noChangeAspect="1" noChangeArrowheads="1"/>
                      </p:cNvPicPr>
                      <p:nvPr/>
                    </p:nvPicPr>
                    <p:blipFill>
                      <a:blip r:embed="rId4"/>
                      <a:srcRect/>
                      <a:stretch>
                        <a:fillRect/>
                      </a:stretch>
                    </p:blipFill>
                    <p:spPr bwMode="auto">
                      <a:xfrm>
                        <a:off x="323528" y="711860"/>
                        <a:ext cx="7859996" cy="4104456"/>
                      </a:xfrm>
                      <a:prstGeom prst="rect">
                        <a:avLst/>
                      </a:prstGeom>
                      <a:noFill/>
                      <a:ln>
                        <a:noFill/>
                      </a:ln>
                      <a:effectLs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4125612296"/>
              </p:ext>
            </p:extLst>
          </p:nvPr>
        </p:nvGraphicFramePr>
        <p:xfrm>
          <a:off x="323528" y="4816316"/>
          <a:ext cx="2535934" cy="648072"/>
        </p:xfrm>
        <a:graphic>
          <a:graphicData uri="http://schemas.openxmlformats.org/presentationml/2006/ole">
            <mc:AlternateContent xmlns:mc="http://schemas.openxmlformats.org/markup-compatibility/2006">
              <mc:Choice xmlns:v="urn:schemas-microsoft-com:vml" Requires="v">
                <p:oleObj spid="_x0000_s131673" name="Equation" r:id="rId5" imgW="1143000" imgH="291960" progId="Equation.DSMT4">
                  <p:embed/>
                </p:oleObj>
              </mc:Choice>
              <mc:Fallback>
                <p:oleObj name="Equation" r:id="rId5" imgW="1143000" imgH="291960" progId="Equation.DSMT4">
                  <p:embed/>
                  <p:pic>
                    <p:nvPicPr>
                      <p:cNvPr id="0" name=""/>
                      <p:cNvPicPr/>
                      <p:nvPr/>
                    </p:nvPicPr>
                    <p:blipFill>
                      <a:blip r:embed="rId6"/>
                      <a:stretch>
                        <a:fillRect/>
                      </a:stretch>
                    </p:blipFill>
                    <p:spPr>
                      <a:xfrm>
                        <a:off x="323528" y="4816316"/>
                        <a:ext cx="2535934" cy="648072"/>
                      </a:xfrm>
                      <a:prstGeom prst="rect">
                        <a:avLst/>
                      </a:prstGeom>
                    </p:spPr>
                  </p:pic>
                </p:oleObj>
              </mc:Fallback>
            </mc:AlternateContent>
          </a:graphicData>
        </a:graphic>
      </p:graphicFrame>
      <p:sp>
        <p:nvSpPr>
          <p:cNvPr id="6" name="Text Box 25"/>
          <p:cNvSpPr txBox="1">
            <a:spLocks noChangeArrowheads="1"/>
          </p:cNvSpPr>
          <p:nvPr/>
        </p:nvSpPr>
        <p:spPr bwMode="auto">
          <a:xfrm>
            <a:off x="86542" y="5661248"/>
            <a:ext cx="1988045"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只要证明：</a:t>
            </a:r>
          </a:p>
        </p:txBody>
      </p:sp>
      <p:graphicFrame>
        <p:nvGraphicFramePr>
          <p:cNvPr id="9" name="Object 20"/>
          <p:cNvGraphicFramePr>
            <a:graphicFrameLocks noChangeAspect="1"/>
          </p:cNvGraphicFramePr>
          <p:nvPr>
            <p:extLst>
              <p:ext uri="{D42A27DB-BD31-4B8C-83A1-F6EECF244321}">
                <p14:modId xmlns:p14="http://schemas.microsoft.com/office/powerpoint/2010/main" val="3676045591"/>
              </p:ext>
            </p:extLst>
          </p:nvPr>
        </p:nvGraphicFramePr>
        <p:xfrm>
          <a:off x="1979712" y="5369594"/>
          <a:ext cx="2589213" cy="1039813"/>
        </p:xfrm>
        <a:graphic>
          <a:graphicData uri="http://schemas.openxmlformats.org/presentationml/2006/ole">
            <mc:AlternateContent xmlns:mc="http://schemas.openxmlformats.org/markup-compatibility/2006">
              <mc:Choice xmlns:v="urn:schemas-microsoft-com:vml" Requires="v">
                <p:oleObj spid="_x0000_s131674" name="Equation" r:id="rId7" imgW="1091880" imgH="469800" progId="Equation.DSMT4">
                  <p:embed/>
                </p:oleObj>
              </mc:Choice>
              <mc:Fallback>
                <p:oleObj name="Equation" r:id="rId7" imgW="1091880" imgH="469800" progId="Equation.DSMT4">
                  <p:embed/>
                  <p:pic>
                    <p:nvPicPr>
                      <p:cNvPr id="4" name="Object 20"/>
                      <p:cNvPicPr>
                        <a:picLocks noChangeAspect="1" noChangeArrowheads="1"/>
                      </p:cNvPicPr>
                      <p:nvPr/>
                    </p:nvPicPr>
                    <p:blipFill>
                      <a:blip r:embed="rId8"/>
                      <a:srcRect/>
                      <a:stretch>
                        <a:fillRect/>
                      </a:stretch>
                    </p:blipFill>
                    <p:spPr bwMode="auto">
                      <a:xfrm>
                        <a:off x="1979712" y="5369594"/>
                        <a:ext cx="2589213" cy="1039813"/>
                      </a:xfrm>
                      <a:prstGeom prst="rect">
                        <a:avLst/>
                      </a:prstGeom>
                      <a:noFill/>
                      <a:ln>
                        <a:noFill/>
                      </a:ln>
                      <a:effectLst/>
                      <a:extLst/>
                    </p:spPr>
                  </p:pic>
                </p:oleObj>
              </mc:Fallback>
            </mc:AlternateContent>
          </a:graphicData>
        </a:graphic>
      </p:graphicFrame>
      <p:sp>
        <p:nvSpPr>
          <p:cNvPr id="10" name="Text Box 25"/>
          <p:cNvSpPr txBox="1">
            <a:spLocks noChangeArrowheads="1"/>
          </p:cNvSpPr>
          <p:nvPr/>
        </p:nvSpPr>
        <p:spPr bwMode="auto">
          <a:xfrm>
            <a:off x="4860032" y="5661248"/>
            <a:ext cx="906017"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有界</a:t>
            </a:r>
          </a:p>
        </p:txBody>
      </p:sp>
      <p:sp>
        <p:nvSpPr>
          <p:cNvPr id="3" name="矩形 2">
            <a:extLst>
              <a:ext uri="{FF2B5EF4-FFF2-40B4-BE49-F238E27FC236}">
                <a16:creationId xmlns:a16="http://schemas.microsoft.com/office/drawing/2014/main" id="{3D6AF6E9-9675-4E53-B744-A168E435B2DA}"/>
              </a:ext>
            </a:extLst>
          </p:cNvPr>
          <p:cNvSpPr/>
          <p:nvPr/>
        </p:nvSpPr>
        <p:spPr>
          <a:xfrm>
            <a:off x="5305247" y="3933056"/>
            <a:ext cx="2236510" cy="584775"/>
          </a:xfrm>
          <a:prstGeom prst="rect">
            <a:avLst/>
          </a:prstGeom>
        </p:spPr>
        <p:txBody>
          <a:bodyPr wrap="none">
            <a:spAutoFit/>
          </a:bodyPr>
          <a:lstStyle/>
          <a:p>
            <a:r>
              <a:rPr lang="zh-CN" altLang="en-US" b="1" i="1" dirty="0">
                <a:solidFill>
                  <a:srgbClr val="FFFFFF"/>
                </a:solidFill>
                <a:latin typeface="Book Antiqua" panose="02040602050305030304" pitchFamily="18" charset="0"/>
                <a:ea typeface="楷体_GB2312" pitchFamily="49" charset="-122"/>
              </a:rPr>
              <a:t>一致趋于零</a:t>
            </a:r>
            <a:endParaRPr lang="zh-CN" altLang="en-US" dirty="0"/>
          </a:p>
        </p:txBody>
      </p:sp>
    </p:spTree>
    <p:extLst>
      <p:ext uri="{BB962C8B-B14F-4D97-AF65-F5344CB8AC3E}">
        <p14:creationId xmlns:p14="http://schemas.microsoft.com/office/powerpoint/2010/main" val="1322946401"/>
      </p:ext>
    </p:extLst>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0"/>
          <p:cNvGraphicFramePr>
            <a:graphicFrameLocks noChangeAspect="1"/>
          </p:cNvGraphicFramePr>
          <p:nvPr>
            <p:extLst>
              <p:ext uri="{D42A27DB-BD31-4B8C-83A1-F6EECF244321}">
                <p14:modId xmlns:p14="http://schemas.microsoft.com/office/powerpoint/2010/main" val="705931732"/>
              </p:ext>
            </p:extLst>
          </p:nvPr>
        </p:nvGraphicFramePr>
        <p:xfrm>
          <a:off x="179512" y="0"/>
          <a:ext cx="6690003" cy="2448272"/>
        </p:xfrm>
        <a:graphic>
          <a:graphicData uri="http://schemas.openxmlformats.org/presentationml/2006/ole">
            <mc:AlternateContent xmlns:mc="http://schemas.openxmlformats.org/markup-compatibility/2006">
              <mc:Choice xmlns:v="urn:schemas-microsoft-com:vml" Requires="v">
                <p:oleObj spid="_x0000_s132717" name="Equation" r:id="rId3" imgW="2463480" imgH="965160" progId="Equation.DSMT4">
                  <p:embed/>
                </p:oleObj>
              </mc:Choice>
              <mc:Fallback>
                <p:oleObj name="Equation" r:id="rId3" imgW="2463480" imgH="965160" progId="Equation.DSMT4">
                  <p:embed/>
                  <p:pic>
                    <p:nvPicPr>
                      <p:cNvPr id="9" name="Object 20"/>
                      <p:cNvPicPr>
                        <a:picLocks noChangeAspect="1" noChangeArrowheads="1"/>
                      </p:cNvPicPr>
                      <p:nvPr/>
                    </p:nvPicPr>
                    <p:blipFill>
                      <a:blip r:embed="rId4"/>
                      <a:srcRect/>
                      <a:stretch>
                        <a:fillRect/>
                      </a:stretch>
                    </p:blipFill>
                    <p:spPr bwMode="auto">
                      <a:xfrm>
                        <a:off x="179512" y="0"/>
                        <a:ext cx="6690003" cy="2448272"/>
                      </a:xfrm>
                      <a:prstGeom prst="rect">
                        <a:avLst/>
                      </a:prstGeom>
                      <a:noFill/>
                      <a:ln>
                        <a:noFill/>
                      </a:ln>
                      <a:effectLst/>
                      <a:extLst/>
                    </p:spPr>
                  </p:pic>
                </p:oleObj>
              </mc:Fallback>
            </mc:AlternateContent>
          </a:graphicData>
        </a:graphic>
      </p:graphicFrame>
      <p:pic>
        <p:nvPicPr>
          <p:cNvPr id="3" name="图片 2"/>
          <p:cNvPicPr>
            <a:picLocks noChangeAspect="1"/>
          </p:cNvPicPr>
          <p:nvPr/>
        </p:nvPicPr>
        <p:blipFill>
          <a:blip r:embed="rId5"/>
          <a:stretch>
            <a:fillRect/>
          </a:stretch>
        </p:blipFill>
        <p:spPr>
          <a:xfrm>
            <a:off x="6000109" y="2475873"/>
            <a:ext cx="2684469" cy="2059592"/>
          </a:xfrm>
          <a:prstGeom prst="rect">
            <a:avLst/>
          </a:prstGeom>
        </p:spPr>
      </p:pic>
      <p:sp>
        <p:nvSpPr>
          <p:cNvPr id="4" name="Text Box 25"/>
          <p:cNvSpPr txBox="1">
            <a:spLocks noChangeArrowheads="1"/>
          </p:cNvSpPr>
          <p:nvPr/>
        </p:nvSpPr>
        <p:spPr bwMode="auto">
          <a:xfrm>
            <a:off x="6889336" y="1556792"/>
            <a:ext cx="906017"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有界</a:t>
            </a:r>
          </a:p>
        </p:txBody>
      </p:sp>
      <p:graphicFrame>
        <p:nvGraphicFramePr>
          <p:cNvPr id="6" name="对象 5"/>
          <p:cNvGraphicFramePr>
            <a:graphicFrameLocks noChangeAspect="1"/>
          </p:cNvGraphicFramePr>
          <p:nvPr>
            <p:extLst>
              <p:ext uri="{D42A27DB-BD31-4B8C-83A1-F6EECF244321}">
                <p14:modId xmlns:p14="http://schemas.microsoft.com/office/powerpoint/2010/main" val="3390941019"/>
              </p:ext>
            </p:extLst>
          </p:nvPr>
        </p:nvGraphicFramePr>
        <p:xfrm>
          <a:off x="1043608" y="3068960"/>
          <a:ext cx="4355335" cy="520040"/>
        </p:xfrm>
        <a:graphic>
          <a:graphicData uri="http://schemas.openxmlformats.org/presentationml/2006/ole">
            <mc:AlternateContent xmlns:mc="http://schemas.openxmlformats.org/markup-compatibility/2006">
              <mc:Choice xmlns:v="urn:schemas-microsoft-com:vml" Requires="v">
                <p:oleObj spid="_x0000_s132718" name="Equation" r:id="rId6" imgW="1701720" imgH="203040" progId="Equation.DSMT4">
                  <p:embed/>
                </p:oleObj>
              </mc:Choice>
              <mc:Fallback>
                <p:oleObj name="Equation" r:id="rId6" imgW="1701720" imgH="203040" progId="Equation.DSMT4">
                  <p:embed/>
                  <p:pic>
                    <p:nvPicPr>
                      <p:cNvPr id="0" name=""/>
                      <p:cNvPicPr/>
                      <p:nvPr/>
                    </p:nvPicPr>
                    <p:blipFill>
                      <a:blip r:embed="rId7"/>
                      <a:stretch>
                        <a:fillRect/>
                      </a:stretch>
                    </p:blipFill>
                    <p:spPr>
                      <a:xfrm>
                        <a:off x="1043608" y="3068960"/>
                        <a:ext cx="4355335" cy="520040"/>
                      </a:xfrm>
                      <a:prstGeom prst="rect">
                        <a:avLst/>
                      </a:prstGeom>
                    </p:spPr>
                  </p:pic>
                </p:oleObj>
              </mc:Fallback>
            </mc:AlternateContent>
          </a:graphicData>
        </a:graphic>
      </p:graphicFrame>
      <p:graphicFrame>
        <p:nvGraphicFramePr>
          <p:cNvPr id="7" name="Object 20"/>
          <p:cNvGraphicFramePr>
            <a:graphicFrameLocks noChangeAspect="1"/>
          </p:cNvGraphicFramePr>
          <p:nvPr>
            <p:extLst>
              <p:ext uri="{D42A27DB-BD31-4B8C-83A1-F6EECF244321}">
                <p14:modId xmlns:p14="http://schemas.microsoft.com/office/powerpoint/2010/main" val="696605785"/>
              </p:ext>
            </p:extLst>
          </p:nvPr>
        </p:nvGraphicFramePr>
        <p:xfrm>
          <a:off x="1979712" y="5809430"/>
          <a:ext cx="4299247" cy="945744"/>
        </p:xfrm>
        <a:graphic>
          <a:graphicData uri="http://schemas.openxmlformats.org/presentationml/2006/ole">
            <mc:AlternateContent xmlns:mc="http://schemas.openxmlformats.org/markup-compatibility/2006">
              <mc:Choice xmlns:v="urn:schemas-microsoft-com:vml" Requires="v">
                <p:oleObj spid="_x0000_s132719" name="Equation" r:id="rId8" imgW="1346040" imgH="317160" progId="Equation.DSMT4">
                  <p:embed/>
                </p:oleObj>
              </mc:Choice>
              <mc:Fallback>
                <p:oleObj name="Equation" r:id="rId8" imgW="1346040" imgH="317160" progId="Equation.DSMT4">
                  <p:embed/>
                  <p:pic>
                    <p:nvPicPr>
                      <p:cNvPr id="210964" name="Object 20"/>
                      <p:cNvPicPr>
                        <a:picLocks noChangeAspect="1" noChangeArrowheads="1"/>
                      </p:cNvPicPr>
                      <p:nvPr/>
                    </p:nvPicPr>
                    <p:blipFill>
                      <a:blip r:embed="rId9"/>
                      <a:srcRect/>
                      <a:stretch>
                        <a:fillRect/>
                      </a:stretch>
                    </p:blipFill>
                    <p:spPr bwMode="auto">
                      <a:xfrm>
                        <a:off x="1979712" y="5809430"/>
                        <a:ext cx="4299247" cy="945744"/>
                      </a:xfrm>
                      <a:prstGeom prst="rect">
                        <a:avLst/>
                      </a:prstGeom>
                      <a:noFill/>
                      <a:ln>
                        <a:noFill/>
                      </a:ln>
                      <a:effectLst/>
                      <a:extLst/>
                    </p:spPr>
                  </p:pic>
                </p:oleObj>
              </mc:Fallback>
            </mc:AlternateContent>
          </a:graphicData>
        </a:graphic>
      </p:graphicFrame>
      <p:sp>
        <p:nvSpPr>
          <p:cNvPr id="8" name="Text Box 28"/>
          <p:cNvSpPr txBox="1">
            <a:spLocks noChangeArrowheads="1"/>
          </p:cNvSpPr>
          <p:nvPr/>
        </p:nvSpPr>
        <p:spPr bwMode="auto">
          <a:xfrm>
            <a:off x="0" y="4863280"/>
            <a:ext cx="8839200"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a:t>
            </a:r>
            <a:r>
              <a:rPr kumimoji="1" lang="en-US" altLang="zh-CN" sz="2800" b="1" i="1"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z</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 </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无穷时，</a:t>
            </a:r>
            <a:r>
              <a:rPr kumimoji="1" lang="en-US" altLang="zh-CN" sz="2800" b="1" i="1"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f(z)</a:t>
            </a:r>
            <a:r>
              <a:rPr kumimoji="1" lang="zh-CN"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在包括实轴在内的上半平面中</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a:t>
            </a:r>
            <a:r>
              <a:rPr kumimoji="1" lang="zh-CN" altLang="en-US" sz="2800" b="1" i="1"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一致趋于零，</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则</a:t>
            </a:r>
          </a:p>
        </p:txBody>
      </p:sp>
    </p:spTree>
    <p:extLst>
      <p:ext uri="{BB962C8B-B14F-4D97-AF65-F5344CB8AC3E}">
        <p14:creationId xmlns:p14="http://schemas.microsoft.com/office/powerpoint/2010/main" val="317220723"/>
      </p:ext>
    </p:extLst>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p:cNvSpPr>
            <a:spLocks noChangeArrowheads="1"/>
          </p:cNvSpPr>
          <p:nvPr/>
        </p:nvSpPr>
        <p:spPr bwMode="auto">
          <a:xfrm>
            <a:off x="0" y="322263"/>
            <a:ext cx="2590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例：计算积分</a:t>
            </a:r>
          </a:p>
        </p:txBody>
      </p:sp>
      <p:sp>
        <p:nvSpPr>
          <p:cNvPr id="211972" name="Text Box 4"/>
          <p:cNvSpPr txBox="1">
            <a:spLocks noChangeArrowheads="1"/>
          </p:cNvSpPr>
          <p:nvPr/>
        </p:nvSpPr>
        <p:spPr bwMode="auto">
          <a:xfrm>
            <a:off x="0" y="1600200"/>
            <a:ext cx="9017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解：</a:t>
            </a:r>
          </a:p>
        </p:txBody>
      </p:sp>
      <p:sp>
        <p:nvSpPr>
          <p:cNvPr id="78852" name="Line 5"/>
          <p:cNvSpPr>
            <a:spLocks noChangeShapeType="1"/>
          </p:cNvSpPr>
          <p:nvPr/>
        </p:nvSpPr>
        <p:spPr bwMode="auto">
          <a:xfrm flipH="1">
            <a:off x="0" y="1295400"/>
            <a:ext cx="9144000" cy="76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78853" name="Object 6"/>
          <p:cNvGraphicFramePr>
            <a:graphicFrameLocks noChangeAspect="1"/>
          </p:cNvGraphicFramePr>
          <p:nvPr/>
        </p:nvGraphicFramePr>
        <p:xfrm>
          <a:off x="2365375" y="0"/>
          <a:ext cx="3452813" cy="1246188"/>
        </p:xfrm>
        <a:graphic>
          <a:graphicData uri="http://schemas.openxmlformats.org/presentationml/2006/ole">
            <mc:AlternateContent xmlns:mc="http://schemas.openxmlformats.org/markup-compatibility/2006">
              <mc:Choice xmlns:v="urn:schemas-microsoft-com:vml" Requires="v">
                <p:oleObj spid="_x0000_s203602" name="公式" r:id="rId3" imgW="929711" imgH="319851" progId="Equation.3">
                  <p:embed/>
                </p:oleObj>
              </mc:Choice>
              <mc:Fallback>
                <p:oleObj name="公式" r:id="rId3" imgW="929711" imgH="319851" progId="Equation.3">
                  <p:embed/>
                  <p:pic>
                    <p:nvPicPr>
                      <p:cNvPr id="78853"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5375" y="0"/>
                        <a:ext cx="3452813" cy="12461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1976" name="Rectangle 8"/>
          <p:cNvSpPr>
            <a:spLocks noChangeArrowheads="1"/>
          </p:cNvSpPr>
          <p:nvPr/>
        </p:nvSpPr>
        <p:spPr bwMode="auto">
          <a:xfrm>
            <a:off x="228600" y="2667000"/>
            <a:ext cx="1676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有两个一</a:t>
            </a:r>
            <a:r>
              <a:rPr kumimoji="1" lang="zh-CN"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阶极点</a:t>
            </a:r>
            <a:endPar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graphicFrame>
        <p:nvGraphicFramePr>
          <p:cNvPr id="211979" name="Object 11"/>
          <p:cNvGraphicFramePr>
            <a:graphicFrameLocks noChangeAspect="1"/>
          </p:cNvGraphicFramePr>
          <p:nvPr/>
        </p:nvGraphicFramePr>
        <p:xfrm>
          <a:off x="2133600" y="2819400"/>
          <a:ext cx="1493838" cy="509588"/>
        </p:xfrm>
        <a:graphic>
          <a:graphicData uri="http://schemas.openxmlformats.org/presentationml/2006/ole">
            <mc:AlternateContent xmlns:mc="http://schemas.openxmlformats.org/markup-compatibility/2006">
              <mc:Choice xmlns:v="urn:schemas-microsoft-com:vml" Requires="v">
                <p:oleObj spid="_x0000_s203603" name="公式" r:id="rId5" imgW="404037" imgH="91629" progId="Equation.3">
                  <p:embed/>
                </p:oleObj>
              </mc:Choice>
              <mc:Fallback>
                <p:oleObj name="公式" r:id="rId5" imgW="404037" imgH="91629" progId="Equation.3">
                  <p:embed/>
                  <p:pic>
                    <p:nvPicPr>
                      <p:cNvPr id="211979"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600" y="2819400"/>
                        <a:ext cx="1493838" cy="5095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1982" name="Object 14"/>
          <p:cNvGraphicFramePr>
            <a:graphicFrameLocks noChangeAspect="1"/>
          </p:cNvGraphicFramePr>
          <p:nvPr/>
        </p:nvGraphicFramePr>
        <p:xfrm>
          <a:off x="0" y="6019800"/>
          <a:ext cx="3405188" cy="622300"/>
        </p:xfrm>
        <a:graphic>
          <a:graphicData uri="http://schemas.openxmlformats.org/presentationml/2006/ole">
            <mc:AlternateContent xmlns:mc="http://schemas.openxmlformats.org/markup-compatibility/2006">
              <mc:Choice xmlns:v="urn:schemas-microsoft-com:vml" Requires="v">
                <p:oleObj spid="_x0000_s203604" name="公式" r:id="rId7" imgW="1204031" imgH="152290" progId="Equation.3">
                  <p:embed/>
                </p:oleObj>
              </mc:Choice>
              <mc:Fallback>
                <p:oleObj name="公式" r:id="rId7" imgW="1204031" imgH="152290" progId="Equation.3">
                  <p:embed/>
                  <p:pic>
                    <p:nvPicPr>
                      <p:cNvPr id="211982"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6019800"/>
                        <a:ext cx="3405188" cy="6223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1984" name="Line 16"/>
          <p:cNvSpPr>
            <a:spLocks noChangeShapeType="1"/>
          </p:cNvSpPr>
          <p:nvPr/>
        </p:nvSpPr>
        <p:spPr bwMode="auto">
          <a:xfrm flipH="1">
            <a:off x="0" y="5791200"/>
            <a:ext cx="9144000" cy="76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211988" name="Object 20"/>
          <p:cNvGraphicFramePr>
            <a:graphicFrameLocks noChangeAspect="1"/>
          </p:cNvGraphicFramePr>
          <p:nvPr/>
        </p:nvGraphicFramePr>
        <p:xfrm>
          <a:off x="1905000" y="1447800"/>
          <a:ext cx="4168775" cy="1265238"/>
        </p:xfrm>
        <a:graphic>
          <a:graphicData uri="http://schemas.openxmlformats.org/presentationml/2006/ole">
            <mc:AlternateContent xmlns:mc="http://schemas.openxmlformats.org/markup-compatibility/2006">
              <mc:Choice xmlns:v="urn:schemas-microsoft-com:vml" Requires="v">
                <p:oleObj spid="_x0000_s203605" name="公式" r:id="rId9" imgW="1310782" imgH="319851" progId="Equation.3">
                  <p:embed/>
                </p:oleObj>
              </mc:Choice>
              <mc:Fallback>
                <p:oleObj name="公式" r:id="rId9" imgW="1310782" imgH="319851" progId="Equation.3">
                  <p:embed/>
                  <p:pic>
                    <p:nvPicPr>
                      <p:cNvPr id="211988"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05000" y="1447800"/>
                        <a:ext cx="4168775" cy="12652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1989" name="Rectangle 21"/>
          <p:cNvSpPr>
            <a:spLocks noChangeArrowheads="1"/>
          </p:cNvSpPr>
          <p:nvPr/>
        </p:nvSpPr>
        <p:spPr bwMode="auto">
          <a:xfrm>
            <a:off x="4953000" y="2667000"/>
            <a:ext cx="2895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上半平面</a:t>
            </a:r>
            <a:r>
              <a:rPr kumimoji="1" lang="zh-CN"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极点 </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z=ai</a:t>
            </a:r>
            <a:endPar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graphicFrame>
        <p:nvGraphicFramePr>
          <p:cNvPr id="211990" name="Object 22"/>
          <p:cNvGraphicFramePr>
            <a:graphicFrameLocks noChangeAspect="1"/>
          </p:cNvGraphicFramePr>
          <p:nvPr/>
        </p:nvGraphicFramePr>
        <p:xfrm>
          <a:off x="3733800" y="4648200"/>
          <a:ext cx="1978025" cy="1181100"/>
        </p:xfrm>
        <a:graphic>
          <a:graphicData uri="http://schemas.openxmlformats.org/presentationml/2006/ole">
            <mc:AlternateContent xmlns:mc="http://schemas.openxmlformats.org/markup-compatibility/2006">
              <mc:Choice xmlns:v="urn:schemas-microsoft-com:vml" Requires="v">
                <p:oleObj spid="_x0000_s203606" name="公式" r:id="rId11" imgW="571606" imgH="319851" progId="Equation.3">
                  <p:embed/>
                </p:oleObj>
              </mc:Choice>
              <mc:Fallback>
                <p:oleObj name="公式" r:id="rId11" imgW="571606" imgH="319851" progId="Equation.3">
                  <p:embed/>
                  <p:pic>
                    <p:nvPicPr>
                      <p:cNvPr id="211990" name="Object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33800" y="4648200"/>
                        <a:ext cx="1978025" cy="11811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1991" name="Object 23"/>
          <p:cNvGraphicFramePr>
            <a:graphicFrameLocks noChangeAspect="1"/>
          </p:cNvGraphicFramePr>
          <p:nvPr/>
        </p:nvGraphicFramePr>
        <p:xfrm>
          <a:off x="0" y="3581400"/>
          <a:ext cx="4573588" cy="1295400"/>
        </p:xfrm>
        <a:graphic>
          <a:graphicData uri="http://schemas.openxmlformats.org/presentationml/2006/ole">
            <mc:AlternateContent xmlns:mc="http://schemas.openxmlformats.org/markup-compatibility/2006">
              <mc:Choice xmlns:v="urn:schemas-microsoft-com:vml" Requires="v">
                <p:oleObj spid="_x0000_s203607" name="公式" r:id="rId13" imgW="1424763" imgH="358030" progId="Equation.3">
                  <p:embed/>
                </p:oleObj>
              </mc:Choice>
              <mc:Fallback>
                <p:oleObj name="公式" r:id="rId13" imgW="1424763" imgH="358030" progId="Equation.3">
                  <p:embed/>
                  <p:pic>
                    <p:nvPicPr>
                      <p:cNvPr id="211991" name="Object 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3581400"/>
                        <a:ext cx="4573588"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1992" name="Object 24"/>
          <p:cNvGraphicFramePr>
            <a:graphicFrameLocks noChangeAspect="1"/>
          </p:cNvGraphicFramePr>
          <p:nvPr/>
        </p:nvGraphicFramePr>
        <p:xfrm>
          <a:off x="4513263" y="3505200"/>
          <a:ext cx="4308475" cy="1208088"/>
        </p:xfrm>
        <a:graphic>
          <a:graphicData uri="http://schemas.openxmlformats.org/presentationml/2006/ole">
            <mc:AlternateContent xmlns:mc="http://schemas.openxmlformats.org/markup-compatibility/2006">
              <mc:Choice xmlns:v="urn:schemas-microsoft-com:vml" Requires="v">
                <p:oleObj spid="_x0000_s203608" name="公式" r:id="rId15" imgW="1432418" imgH="319851" progId="Equation.3">
                  <p:embed/>
                </p:oleObj>
              </mc:Choice>
              <mc:Fallback>
                <p:oleObj name="公式" r:id="rId15" imgW="1432418" imgH="319851" progId="Equation.3">
                  <p:embed/>
                  <p:pic>
                    <p:nvPicPr>
                      <p:cNvPr id="211992" name="Object 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513263" y="3505200"/>
                        <a:ext cx="4308475" cy="12080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1993" name="Object 25"/>
          <p:cNvGraphicFramePr>
            <a:graphicFrameLocks noChangeAspect="1"/>
          </p:cNvGraphicFramePr>
          <p:nvPr/>
        </p:nvGraphicFramePr>
        <p:xfrm>
          <a:off x="990600" y="4648200"/>
          <a:ext cx="2787650" cy="1208088"/>
        </p:xfrm>
        <a:graphic>
          <a:graphicData uri="http://schemas.openxmlformats.org/presentationml/2006/ole">
            <mc:AlternateContent xmlns:mc="http://schemas.openxmlformats.org/markup-compatibility/2006">
              <mc:Choice xmlns:v="urn:schemas-microsoft-com:vml" Requires="v">
                <p:oleObj spid="_x0000_s203609" name="公式" r:id="rId17" imgW="899089" imgH="319851" progId="Equation.3">
                  <p:embed/>
                </p:oleObj>
              </mc:Choice>
              <mc:Fallback>
                <p:oleObj name="公式" r:id="rId17" imgW="899089" imgH="319851" progId="Equation.3">
                  <p:embed/>
                  <p:pic>
                    <p:nvPicPr>
                      <p:cNvPr id="211993" name="Object 2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90600" y="4648200"/>
                        <a:ext cx="2787650" cy="12080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1994" name="Object 26"/>
          <p:cNvGraphicFramePr>
            <a:graphicFrameLocks noChangeAspect="1"/>
          </p:cNvGraphicFramePr>
          <p:nvPr/>
        </p:nvGraphicFramePr>
        <p:xfrm>
          <a:off x="3581400" y="5943600"/>
          <a:ext cx="2714625" cy="688975"/>
        </p:xfrm>
        <a:graphic>
          <a:graphicData uri="http://schemas.openxmlformats.org/presentationml/2006/ole">
            <mc:AlternateContent xmlns:mc="http://schemas.openxmlformats.org/markup-compatibility/2006">
              <mc:Choice xmlns:v="urn:schemas-microsoft-com:vml" Requires="v">
                <p:oleObj spid="_x0000_s203610" name="公式" r:id="rId19" imgW="815305" imgH="152290" progId="Equation.3">
                  <p:embed/>
                </p:oleObj>
              </mc:Choice>
              <mc:Fallback>
                <p:oleObj name="公式" r:id="rId19" imgW="815305" imgH="152290" progId="Equation.3">
                  <p:embed/>
                  <p:pic>
                    <p:nvPicPr>
                      <p:cNvPr id="211994" name="Object 2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581400" y="5943600"/>
                        <a:ext cx="2714625" cy="6889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865" name="矩形 1"/>
          <p:cNvSpPr>
            <a:spLocks noChangeArrowheads="1"/>
          </p:cNvSpPr>
          <p:nvPr/>
        </p:nvSpPr>
        <p:spPr bwMode="auto">
          <a:xfrm>
            <a:off x="4716463" y="2667000"/>
            <a:ext cx="2663825" cy="946150"/>
          </a:xfrm>
          <a:prstGeom prst="rect">
            <a:avLst/>
          </a:prstGeom>
          <a:noFill/>
          <a:ln w="38100"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defRPr kumimoji="1" sz="3200">
                <a:solidFill>
                  <a:schemeClr val="tx1"/>
                </a:solidFill>
                <a:latin typeface="Times New Roman" panose="02020603050405020304" pitchFamily="18" charset="0"/>
                <a:ea typeface="宋体" panose="02010600030101010101" pitchFamily="2" charset="-122"/>
              </a:defRPr>
            </a:lvl1pPr>
            <a:lvl2pPr marL="742950" indent="-285750">
              <a:defRPr kumimoji="1" sz="3200">
                <a:solidFill>
                  <a:schemeClr val="tx1"/>
                </a:solidFill>
                <a:latin typeface="Times New Roman" panose="02020603050405020304" pitchFamily="18" charset="0"/>
                <a:ea typeface="宋体" panose="02010600030101010101" pitchFamily="2" charset="-122"/>
              </a:defRPr>
            </a:lvl2pPr>
            <a:lvl3pPr marL="1143000" indent="-228600">
              <a:defRPr kumimoji="1" sz="3200">
                <a:solidFill>
                  <a:schemeClr val="tx1"/>
                </a:solidFill>
                <a:latin typeface="Times New Roman" panose="02020603050405020304" pitchFamily="18" charset="0"/>
                <a:ea typeface="宋体" panose="02010600030101010101" pitchFamily="2" charset="-122"/>
              </a:defRPr>
            </a:lvl3pPr>
            <a:lvl4pPr marL="1600200" indent="-228600">
              <a:defRPr kumimoji="1" sz="3200">
                <a:solidFill>
                  <a:schemeClr val="tx1"/>
                </a:solidFill>
                <a:latin typeface="Times New Roman" panose="02020603050405020304" pitchFamily="18" charset="0"/>
                <a:ea typeface="宋体" panose="02010600030101010101" pitchFamily="2" charset="-122"/>
              </a:defRPr>
            </a:lvl4pPr>
            <a:lvl5pPr marL="2057400" indent="-22860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828578757"/>
      </p:ext>
    </p:extLst>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ChangeArrowheads="1"/>
          </p:cNvSpPr>
          <p:nvPr/>
        </p:nvSpPr>
        <p:spPr bwMode="auto">
          <a:xfrm>
            <a:off x="0" y="322263"/>
            <a:ext cx="2590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例：计算积分</a:t>
            </a:r>
          </a:p>
        </p:txBody>
      </p:sp>
      <p:sp>
        <p:nvSpPr>
          <p:cNvPr id="212995" name="Text Box 3"/>
          <p:cNvSpPr txBox="1">
            <a:spLocks noChangeArrowheads="1"/>
          </p:cNvSpPr>
          <p:nvPr/>
        </p:nvSpPr>
        <p:spPr bwMode="auto">
          <a:xfrm>
            <a:off x="0" y="1600200"/>
            <a:ext cx="9017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解：</a:t>
            </a:r>
          </a:p>
        </p:txBody>
      </p:sp>
      <p:sp>
        <p:nvSpPr>
          <p:cNvPr id="79876" name="Line 4"/>
          <p:cNvSpPr>
            <a:spLocks noChangeShapeType="1"/>
          </p:cNvSpPr>
          <p:nvPr/>
        </p:nvSpPr>
        <p:spPr bwMode="auto">
          <a:xfrm flipH="1">
            <a:off x="0" y="1447800"/>
            <a:ext cx="9144000" cy="76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79877" name="Object 5"/>
          <p:cNvGraphicFramePr>
            <a:graphicFrameLocks noChangeAspect="1"/>
          </p:cNvGraphicFramePr>
          <p:nvPr/>
        </p:nvGraphicFramePr>
        <p:xfrm>
          <a:off x="2514600" y="0"/>
          <a:ext cx="3721100" cy="1331913"/>
        </p:xfrm>
        <a:graphic>
          <a:graphicData uri="http://schemas.openxmlformats.org/presentationml/2006/ole">
            <mc:AlternateContent xmlns:mc="http://schemas.openxmlformats.org/markup-compatibility/2006">
              <mc:Choice xmlns:v="urn:schemas-microsoft-com:vml" Requires="v">
                <p:oleObj spid="_x0000_s235947" name="公式" r:id="rId3" imgW="1005840" imgH="342759" progId="Equation.3">
                  <p:embed/>
                </p:oleObj>
              </mc:Choice>
              <mc:Fallback>
                <p:oleObj name="公式" r:id="rId3" imgW="1005840" imgH="342759" progId="Equation.3">
                  <p:embed/>
                  <p:pic>
                    <p:nvPicPr>
                      <p:cNvPr id="7987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0"/>
                        <a:ext cx="3721100" cy="13319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2999" name="Rectangle 7"/>
          <p:cNvSpPr>
            <a:spLocks noChangeArrowheads="1"/>
          </p:cNvSpPr>
          <p:nvPr/>
        </p:nvSpPr>
        <p:spPr bwMode="auto">
          <a:xfrm>
            <a:off x="228600" y="2667000"/>
            <a:ext cx="1676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有两个一</a:t>
            </a:r>
            <a:r>
              <a:rPr kumimoji="1" lang="zh-CN"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阶极点</a:t>
            </a:r>
            <a:endPar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graphicFrame>
        <p:nvGraphicFramePr>
          <p:cNvPr id="213000" name="Object 8"/>
          <p:cNvGraphicFramePr>
            <a:graphicFrameLocks noChangeAspect="1"/>
          </p:cNvGraphicFramePr>
          <p:nvPr/>
        </p:nvGraphicFramePr>
        <p:xfrm>
          <a:off x="2055813" y="2801938"/>
          <a:ext cx="1493837" cy="509587"/>
        </p:xfrm>
        <a:graphic>
          <a:graphicData uri="http://schemas.openxmlformats.org/presentationml/2006/ole">
            <mc:AlternateContent xmlns:mc="http://schemas.openxmlformats.org/markup-compatibility/2006">
              <mc:Choice xmlns:v="urn:schemas-microsoft-com:vml" Requires="v">
                <p:oleObj spid="_x0000_s235948" name="公式" r:id="rId5" imgW="404037" imgH="91629" progId="Equation.3">
                  <p:embed/>
                </p:oleObj>
              </mc:Choice>
              <mc:Fallback>
                <p:oleObj name="公式" r:id="rId5" imgW="404037" imgH="91629" progId="Equation.3">
                  <p:embed/>
                  <p:pic>
                    <p:nvPicPr>
                      <p:cNvPr id="21300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5813" y="2801938"/>
                        <a:ext cx="1493837" cy="50958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3002" name="Line 10"/>
          <p:cNvSpPr>
            <a:spLocks noChangeShapeType="1"/>
          </p:cNvSpPr>
          <p:nvPr/>
        </p:nvSpPr>
        <p:spPr bwMode="auto">
          <a:xfrm flipH="1">
            <a:off x="0" y="5943600"/>
            <a:ext cx="9144000" cy="76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213003" name="Object 11"/>
          <p:cNvGraphicFramePr>
            <a:graphicFrameLocks noChangeAspect="1"/>
          </p:cNvGraphicFramePr>
          <p:nvPr/>
        </p:nvGraphicFramePr>
        <p:xfrm>
          <a:off x="1733550" y="1328738"/>
          <a:ext cx="4665663" cy="1352550"/>
        </p:xfrm>
        <a:graphic>
          <a:graphicData uri="http://schemas.openxmlformats.org/presentationml/2006/ole">
            <mc:AlternateContent xmlns:mc="http://schemas.openxmlformats.org/markup-compatibility/2006">
              <mc:Choice xmlns:v="urn:schemas-microsoft-com:vml" Requires="v">
                <p:oleObj spid="_x0000_s235949" name="公式" r:id="rId7" imgW="1470695" imgH="342759" progId="Equation.3">
                  <p:embed/>
                </p:oleObj>
              </mc:Choice>
              <mc:Fallback>
                <p:oleObj name="公式" r:id="rId7" imgW="1470695" imgH="342759" progId="Equation.3">
                  <p:embed/>
                  <p:pic>
                    <p:nvPicPr>
                      <p:cNvPr id="213003"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33550" y="1328738"/>
                        <a:ext cx="4665663" cy="13525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3004" name="Rectangle 12"/>
          <p:cNvSpPr>
            <a:spLocks noChangeArrowheads="1"/>
          </p:cNvSpPr>
          <p:nvPr/>
        </p:nvSpPr>
        <p:spPr bwMode="auto">
          <a:xfrm>
            <a:off x="4953000" y="2667000"/>
            <a:ext cx="2895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上半平面</a:t>
            </a:r>
            <a:r>
              <a:rPr kumimoji="1" lang="zh-CN"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极点 </a:t>
            </a:r>
            <a:r>
              <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z=ai</a:t>
            </a:r>
            <a:endPar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graphicFrame>
        <p:nvGraphicFramePr>
          <p:cNvPr id="213005" name="Object 13"/>
          <p:cNvGraphicFramePr>
            <a:graphicFrameLocks noChangeAspect="1"/>
          </p:cNvGraphicFramePr>
          <p:nvPr/>
        </p:nvGraphicFramePr>
        <p:xfrm>
          <a:off x="6534150" y="4724400"/>
          <a:ext cx="1862138" cy="1181100"/>
        </p:xfrm>
        <a:graphic>
          <a:graphicData uri="http://schemas.openxmlformats.org/presentationml/2006/ole">
            <mc:AlternateContent xmlns:mc="http://schemas.openxmlformats.org/markup-compatibility/2006">
              <mc:Choice xmlns:v="urn:schemas-microsoft-com:vml" Requires="v">
                <p:oleObj spid="_x0000_s235950" name="公式" r:id="rId9" imgW="533329" imgH="319851" progId="Equation.3">
                  <p:embed/>
                </p:oleObj>
              </mc:Choice>
              <mc:Fallback>
                <p:oleObj name="公式" r:id="rId9" imgW="533329" imgH="319851" progId="Equation.3">
                  <p:embed/>
                  <p:pic>
                    <p:nvPicPr>
                      <p:cNvPr id="213005"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34150" y="4724400"/>
                        <a:ext cx="1862138" cy="11811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3006" name="Object 14"/>
          <p:cNvGraphicFramePr>
            <a:graphicFrameLocks noChangeAspect="1"/>
          </p:cNvGraphicFramePr>
          <p:nvPr/>
        </p:nvGraphicFramePr>
        <p:xfrm>
          <a:off x="0" y="3429000"/>
          <a:ext cx="4573588" cy="1295400"/>
        </p:xfrm>
        <a:graphic>
          <a:graphicData uri="http://schemas.openxmlformats.org/presentationml/2006/ole">
            <mc:AlternateContent xmlns:mc="http://schemas.openxmlformats.org/markup-compatibility/2006">
              <mc:Choice xmlns:v="urn:schemas-microsoft-com:vml" Requires="v">
                <p:oleObj spid="_x0000_s235951" name="公式" r:id="rId11" imgW="1424763" imgH="358030" progId="Equation.3">
                  <p:embed/>
                </p:oleObj>
              </mc:Choice>
              <mc:Fallback>
                <p:oleObj name="公式" r:id="rId11" imgW="1424763" imgH="358030" progId="Equation.3">
                  <p:embed/>
                  <p:pic>
                    <p:nvPicPr>
                      <p:cNvPr id="213006"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3429000"/>
                        <a:ext cx="4573588"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3007" name="Object 15"/>
          <p:cNvGraphicFramePr>
            <a:graphicFrameLocks noChangeAspect="1"/>
          </p:cNvGraphicFramePr>
          <p:nvPr/>
        </p:nvGraphicFramePr>
        <p:xfrm>
          <a:off x="685800" y="4648200"/>
          <a:ext cx="5899150" cy="1290638"/>
        </p:xfrm>
        <a:graphic>
          <a:graphicData uri="http://schemas.openxmlformats.org/presentationml/2006/ole">
            <mc:AlternateContent xmlns:mc="http://schemas.openxmlformats.org/markup-compatibility/2006">
              <mc:Choice xmlns:v="urn:schemas-microsoft-com:vml" Requires="v">
                <p:oleObj spid="_x0000_s235952" name="公式" r:id="rId13" imgW="1996369" imgH="342759" progId="Equation.3">
                  <p:embed/>
                </p:oleObj>
              </mc:Choice>
              <mc:Fallback>
                <p:oleObj name="公式" r:id="rId13" imgW="1996369" imgH="342759" progId="Equation.3">
                  <p:embed/>
                  <p:pic>
                    <p:nvPicPr>
                      <p:cNvPr id="213007"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5800" y="4648200"/>
                        <a:ext cx="5899150" cy="12906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3009" name="Object 17"/>
          <p:cNvGraphicFramePr>
            <a:graphicFrameLocks noChangeAspect="1"/>
          </p:cNvGraphicFramePr>
          <p:nvPr/>
        </p:nvGraphicFramePr>
        <p:xfrm>
          <a:off x="609600" y="5943600"/>
          <a:ext cx="3413125" cy="688975"/>
        </p:xfrm>
        <a:graphic>
          <a:graphicData uri="http://schemas.openxmlformats.org/presentationml/2006/ole">
            <mc:AlternateContent xmlns:mc="http://schemas.openxmlformats.org/markup-compatibility/2006">
              <mc:Choice xmlns:v="urn:schemas-microsoft-com:vml" Requires="v">
                <p:oleObj spid="_x0000_s235953" name="公式" r:id="rId15" imgW="1044117" imgH="152290" progId="Equation.3">
                  <p:embed/>
                </p:oleObj>
              </mc:Choice>
              <mc:Fallback>
                <p:oleObj name="公式" r:id="rId15" imgW="1044117" imgH="152290" progId="Equation.3">
                  <p:embed/>
                  <p:pic>
                    <p:nvPicPr>
                      <p:cNvPr id="213009"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9600" y="5943600"/>
                        <a:ext cx="3413125" cy="6889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Rectangle 12"/>
          <p:cNvSpPr>
            <a:spLocks noChangeArrowheads="1"/>
          </p:cNvSpPr>
          <p:nvPr/>
        </p:nvSpPr>
        <p:spPr bwMode="auto">
          <a:xfrm>
            <a:off x="4873625" y="6067425"/>
            <a:ext cx="259238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What if m&lt;0?</a:t>
            </a:r>
            <a:endParaRPr kumimoji="1" lang="en-US" altLang="zh-CN" sz="2800" b="1" i="1"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Tree>
    <p:extLst>
      <p:ext uri="{BB962C8B-B14F-4D97-AF65-F5344CB8AC3E}">
        <p14:creationId xmlns:p14="http://schemas.microsoft.com/office/powerpoint/2010/main" val="1146159388"/>
      </p:ext>
    </p:extLst>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0"/>
          <p:cNvSpPr txBox="1">
            <a:spLocks noChangeArrowheads="1"/>
          </p:cNvSpPr>
          <p:nvPr/>
        </p:nvSpPr>
        <p:spPr bwMode="auto">
          <a:xfrm>
            <a:off x="250825" y="901700"/>
            <a:ext cx="845820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为什么都是上半平面？</a:t>
            </a:r>
          </a:p>
        </p:txBody>
      </p:sp>
      <p:sp>
        <p:nvSpPr>
          <p:cNvPr id="4" name="Text Box 10"/>
          <p:cNvSpPr txBox="1">
            <a:spLocks noChangeArrowheads="1"/>
          </p:cNvSpPr>
          <p:nvPr/>
        </p:nvSpPr>
        <p:spPr bwMode="auto">
          <a:xfrm>
            <a:off x="323850" y="2636838"/>
            <a:ext cx="8458200" cy="181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上半平面和下半平面留数的关系</a:t>
            </a:r>
            <a:endPar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P52. </a:t>
            </a: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式</a:t>
            </a:r>
            <a:r>
              <a:rPr kumimoji="1" lang="en-US" altLang="zh-CN"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4.1.7</a:t>
            </a:r>
            <a:endPar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pic>
        <p:nvPicPr>
          <p:cNvPr id="80900"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3363" y="4508500"/>
            <a:ext cx="8605837"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1845796"/>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500"/>
                                        <p:tgtEl>
                                          <p:spTgt spid="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wipe(left)">
                                      <p:cBhvr>
                                        <p:cTn id="1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4"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51520" y="44624"/>
            <a:ext cx="7376799" cy="2240474"/>
          </a:xfrm>
          <a:prstGeom prst="rect">
            <a:avLst/>
          </a:prstGeom>
        </p:spPr>
      </p:pic>
      <p:graphicFrame>
        <p:nvGraphicFramePr>
          <p:cNvPr id="3" name="Object 20"/>
          <p:cNvGraphicFramePr>
            <a:graphicFrameLocks noChangeAspect="1"/>
          </p:cNvGraphicFramePr>
          <p:nvPr>
            <p:extLst>
              <p:ext uri="{D42A27DB-BD31-4B8C-83A1-F6EECF244321}">
                <p14:modId xmlns:p14="http://schemas.microsoft.com/office/powerpoint/2010/main" val="1106977898"/>
              </p:ext>
            </p:extLst>
          </p:nvPr>
        </p:nvGraphicFramePr>
        <p:xfrm>
          <a:off x="248823" y="2143958"/>
          <a:ext cx="3973512" cy="944562"/>
        </p:xfrm>
        <a:graphic>
          <a:graphicData uri="http://schemas.openxmlformats.org/presentationml/2006/ole">
            <mc:AlternateContent xmlns:mc="http://schemas.openxmlformats.org/markup-compatibility/2006">
              <mc:Choice xmlns:v="urn:schemas-microsoft-com:vml" Requires="v">
                <p:oleObj spid="_x0000_s212232" name="Equation" r:id="rId4" imgW="1244520" imgH="317160" progId="Equation.DSMT4">
                  <p:embed/>
                </p:oleObj>
              </mc:Choice>
              <mc:Fallback>
                <p:oleObj name="Equation" r:id="rId4" imgW="1244520" imgH="317160" progId="Equation.DSMT4">
                  <p:embed/>
                  <p:pic>
                    <p:nvPicPr>
                      <p:cNvPr id="210964" name="Object 20"/>
                      <p:cNvPicPr>
                        <a:picLocks noChangeAspect="1" noChangeArrowheads="1"/>
                      </p:cNvPicPr>
                      <p:nvPr/>
                    </p:nvPicPr>
                    <p:blipFill>
                      <a:blip r:embed="rId5"/>
                      <a:srcRect/>
                      <a:stretch>
                        <a:fillRect/>
                      </a:stretch>
                    </p:blipFill>
                    <p:spPr bwMode="auto">
                      <a:xfrm>
                        <a:off x="248823" y="2143958"/>
                        <a:ext cx="3973512" cy="944562"/>
                      </a:xfrm>
                      <a:prstGeom prst="rect">
                        <a:avLst/>
                      </a:prstGeom>
                      <a:noFill/>
                      <a:ln>
                        <a:noFill/>
                      </a:ln>
                      <a:effectLst/>
                      <a:extLst/>
                    </p:spPr>
                  </p:pic>
                </p:oleObj>
              </mc:Fallback>
            </mc:AlternateContent>
          </a:graphicData>
        </a:graphic>
      </p:graphicFrame>
      <p:graphicFrame>
        <p:nvGraphicFramePr>
          <p:cNvPr id="4" name="Object 20"/>
          <p:cNvGraphicFramePr>
            <a:graphicFrameLocks noChangeAspect="1"/>
          </p:cNvGraphicFramePr>
          <p:nvPr>
            <p:extLst>
              <p:ext uri="{D42A27DB-BD31-4B8C-83A1-F6EECF244321}">
                <p14:modId xmlns:p14="http://schemas.microsoft.com/office/powerpoint/2010/main" val="3033344887"/>
              </p:ext>
            </p:extLst>
          </p:nvPr>
        </p:nvGraphicFramePr>
        <p:xfrm>
          <a:off x="236538" y="3356992"/>
          <a:ext cx="8915400" cy="3006725"/>
        </p:xfrm>
        <a:graphic>
          <a:graphicData uri="http://schemas.openxmlformats.org/presentationml/2006/ole">
            <mc:AlternateContent xmlns:mc="http://schemas.openxmlformats.org/markup-compatibility/2006">
              <mc:Choice xmlns:v="urn:schemas-microsoft-com:vml" Requires="v">
                <p:oleObj spid="_x0000_s212233" name="Equation" r:id="rId6" imgW="3759120" imgH="1358640" progId="Equation.DSMT4">
                  <p:embed/>
                </p:oleObj>
              </mc:Choice>
              <mc:Fallback>
                <p:oleObj name="Equation" r:id="rId6" imgW="3759120" imgH="1358640" progId="Equation.DSMT4">
                  <p:embed/>
                  <p:pic>
                    <p:nvPicPr>
                      <p:cNvPr id="4" name="Object 20"/>
                      <p:cNvPicPr>
                        <a:picLocks noChangeAspect="1" noChangeArrowheads="1"/>
                      </p:cNvPicPr>
                      <p:nvPr/>
                    </p:nvPicPr>
                    <p:blipFill>
                      <a:blip r:embed="rId7"/>
                      <a:srcRect/>
                      <a:stretch>
                        <a:fillRect/>
                      </a:stretch>
                    </p:blipFill>
                    <p:spPr bwMode="auto">
                      <a:xfrm>
                        <a:off x="236538" y="3356992"/>
                        <a:ext cx="8915400" cy="3006725"/>
                      </a:xfrm>
                      <a:prstGeom prst="rect">
                        <a:avLst/>
                      </a:prstGeom>
                      <a:noFill/>
                      <a:ln>
                        <a:noFill/>
                      </a:ln>
                      <a:effectLst/>
                      <a:extLst/>
                    </p:spPr>
                  </p:pic>
                </p:oleObj>
              </mc:Fallback>
            </mc:AlternateContent>
          </a:graphicData>
        </a:graphic>
      </p:graphicFrame>
      <p:graphicFrame>
        <p:nvGraphicFramePr>
          <p:cNvPr id="5" name="Object 20"/>
          <p:cNvGraphicFramePr>
            <a:graphicFrameLocks noChangeAspect="1"/>
          </p:cNvGraphicFramePr>
          <p:nvPr>
            <p:extLst>
              <p:ext uri="{D42A27DB-BD31-4B8C-83A1-F6EECF244321}">
                <p14:modId xmlns:p14="http://schemas.microsoft.com/office/powerpoint/2010/main" val="267088184"/>
              </p:ext>
            </p:extLst>
          </p:nvPr>
        </p:nvGraphicFramePr>
        <p:xfrm>
          <a:off x="4975225" y="2060575"/>
          <a:ext cx="4176713" cy="944563"/>
        </p:xfrm>
        <a:graphic>
          <a:graphicData uri="http://schemas.openxmlformats.org/presentationml/2006/ole">
            <mc:AlternateContent xmlns:mc="http://schemas.openxmlformats.org/markup-compatibility/2006">
              <mc:Choice xmlns:v="urn:schemas-microsoft-com:vml" Requires="v">
                <p:oleObj spid="_x0000_s212234" name="Equation" r:id="rId8" imgW="1307880" imgH="317160" progId="Equation.DSMT4">
                  <p:embed/>
                </p:oleObj>
              </mc:Choice>
              <mc:Fallback>
                <p:oleObj name="Equation" r:id="rId8" imgW="1307880" imgH="317160" progId="Equation.DSMT4">
                  <p:embed/>
                  <p:pic>
                    <p:nvPicPr>
                      <p:cNvPr id="3" name="Object 20"/>
                      <p:cNvPicPr>
                        <a:picLocks noChangeAspect="1" noChangeArrowheads="1"/>
                      </p:cNvPicPr>
                      <p:nvPr/>
                    </p:nvPicPr>
                    <p:blipFill>
                      <a:blip r:embed="rId9"/>
                      <a:srcRect/>
                      <a:stretch>
                        <a:fillRect/>
                      </a:stretch>
                    </p:blipFill>
                    <p:spPr bwMode="auto">
                      <a:xfrm>
                        <a:off x="4975225" y="2060575"/>
                        <a:ext cx="4176713" cy="944563"/>
                      </a:xfrm>
                      <a:prstGeom prst="rect">
                        <a:avLst/>
                      </a:prstGeom>
                      <a:noFill/>
                      <a:ln>
                        <a:noFill/>
                      </a:ln>
                      <a:effectLst/>
                      <a:extLst/>
                    </p:spPr>
                  </p:pic>
                </p:oleObj>
              </mc:Fallback>
            </mc:AlternateContent>
          </a:graphicData>
        </a:graphic>
      </p:graphicFrame>
      <p:sp>
        <p:nvSpPr>
          <p:cNvPr id="6" name="Text Box 10"/>
          <p:cNvSpPr txBox="1">
            <a:spLocks noChangeArrowheads="1"/>
          </p:cNvSpPr>
          <p:nvPr/>
        </p:nvSpPr>
        <p:spPr bwMode="auto">
          <a:xfrm>
            <a:off x="4304718" y="2247652"/>
            <a:ext cx="648767"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or</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endParaRPr>
          </a:p>
        </p:txBody>
      </p:sp>
    </p:spTree>
    <p:extLst>
      <p:ext uri="{BB962C8B-B14F-4D97-AF65-F5344CB8AC3E}">
        <p14:creationId xmlns:p14="http://schemas.microsoft.com/office/powerpoint/2010/main" val="78241014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0"/>
          <p:cNvGraphicFramePr>
            <a:graphicFrameLocks noChangeAspect="1"/>
          </p:cNvGraphicFramePr>
          <p:nvPr>
            <p:extLst>
              <p:ext uri="{D42A27DB-BD31-4B8C-83A1-F6EECF244321}">
                <p14:modId xmlns:p14="http://schemas.microsoft.com/office/powerpoint/2010/main" val="1838571324"/>
              </p:ext>
            </p:extLst>
          </p:nvPr>
        </p:nvGraphicFramePr>
        <p:xfrm>
          <a:off x="0" y="-54739"/>
          <a:ext cx="6294437" cy="2136776"/>
        </p:xfrm>
        <a:graphic>
          <a:graphicData uri="http://schemas.openxmlformats.org/presentationml/2006/ole">
            <mc:AlternateContent xmlns:mc="http://schemas.openxmlformats.org/markup-compatibility/2006">
              <mc:Choice xmlns:v="urn:schemas-microsoft-com:vml" Requires="v">
                <p:oleObj spid="_x0000_s213278" name="Equation" r:id="rId3" imgW="2654280" imgH="965160" progId="Equation.DSMT4">
                  <p:embed/>
                </p:oleObj>
              </mc:Choice>
              <mc:Fallback>
                <p:oleObj name="Equation" r:id="rId3" imgW="2654280" imgH="965160" progId="Equation.DSMT4">
                  <p:embed/>
                  <p:pic>
                    <p:nvPicPr>
                      <p:cNvPr id="4" name="Object 20"/>
                      <p:cNvPicPr>
                        <a:picLocks noChangeAspect="1" noChangeArrowheads="1"/>
                      </p:cNvPicPr>
                      <p:nvPr/>
                    </p:nvPicPr>
                    <p:blipFill>
                      <a:blip r:embed="rId4"/>
                      <a:srcRect/>
                      <a:stretch>
                        <a:fillRect/>
                      </a:stretch>
                    </p:blipFill>
                    <p:spPr bwMode="auto">
                      <a:xfrm>
                        <a:off x="0" y="-54739"/>
                        <a:ext cx="6294437" cy="2136776"/>
                      </a:xfrm>
                      <a:prstGeom prst="rect">
                        <a:avLst/>
                      </a:prstGeom>
                      <a:noFill/>
                      <a:ln>
                        <a:noFill/>
                      </a:ln>
                      <a:effectLst/>
                      <a:extLst/>
                    </p:spPr>
                  </p:pic>
                </p:oleObj>
              </mc:Fallback>
            </mc:AlternateContent>
          </a:graphicData>
        </a:graphic>
      </p:graphicFrame>
      <p:graphicFrame>
        <p:nvGraphicFramePr>
          <p:cNvPr id="4" name="Object 20"/>
          <p:cNvGraphicFramePr>
            <a:graphicFrameLocks noChangeAspect="1"/>
          </p:cNvGraphicFramePr>
          <p:nvPr>
            <p:extLst>
              <p:ext uri="{D42A27DB-BD31-4B8C-83A1-F6EECF244321}">
                <p14:modId xmlns:p14="http://schemas.microsoft.com/office/powerpoint/2010/main" val="2954644711"/>
              </p:ext>
            </p:extLst>
          </p:nvPr>
        </p:nvGraphicFramePr>
        <p:xfrm>
          <a:off x="251520" y="1916832"/>
          <a:ext cx="8469313" cy="4711700"/>
        </p:xfrm>
        <a:graphic>
          <a:graphicData uri="http://schemas.openxmlformats.org/presentationml/2006/ole">
            <mc:AlternateContent xmlns:mc="http://schemas.openxmlformats.org/markup-compatibility/2006">
              <mc:Choice xmlns:v="urn:schemas-microsoft-com:vml" Requires="v">
                <p:oleObj spid="_x0000_s213279" name="Equation" r:id="rId5" imgW="4051080" imgH="2412720" progId="Equation.DSMT4">
                  <p:embed/>
                </p:oleObj>
              </mc:Choice>
              <mc:Fallback>
                <p:oleObj name="Equation" r:id="rId5" imgW="4051080" imgH="2412720" progId="Equation.DSMT4">
                  <p:embed/>
                  <p:pic>
                    <p:nvPicPr>
                      <p:cNvPr id="2" name="Object 20"/>
                      <p:cNvPicPr>
                        <a:picLocks noChangeAspect="1" noChangeArrowheads="1"/>
                      </p:cNvPicPr>
                      <p:nvPr/>
                    </p:nvPicPr>
                    <p:blipFill>
                      <a:blip r:embed="rId6"/>
                      <a:srcRect/>
                      <a:stretch>
                        <a:fillRect/>
                      </a:stretch>
                    </p:blipFill>
                    <p:spPr bwMode="auto">
                      <a:xfrm>
                        <a:off x="251520" y="1916832"/>
                        <a:ext cx="8469313" cy="4711700"/>
                      </a:xfrm>
                      <a:prstGeom prst="rect">
                        <a:avLst/>
                      </a:prstGeom>
                      <a:noFill/>
                      <a:ln>
                        <a:noFill/>
                      </a:ln>
                      <a:effectLs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739863412"/>
              </p:ext>
            </p:extLst>
          </p:nvPr>
        </p:nvGraphicFramePr>
        <p:xfrm>
          <a:off x="4644008" y="2996952"/>
          <a:ext cx="1216918" cy="608459"/>
        </p:xfrm>
        <a:graphic>
          <a:graphicData uri="http://schemas.openxmlformats.org/presentationml/2006/ole">
            <mc:AlternateContent xmlns:mc="http://schemas.openxmlformats.org/markup-compatibility/2006">
              <mc:Choice xmlns:v="urn:schemas-microsoft-com:vml" Requires="v">
                <p:oleObj spid="_x0000_s213280" name="Equation" r:id="rId7" imgW="355320" imgH="177480" progId="Equation.DSMT4">
                  <p:embed/>
                </p:oleObj>
              </mc:Choice>
              <mc:Fallback>
                <p:oleObj name="Equation" r:id="rId7" imgW="355320" imgH="177480" progId="Equation.DSMT4">
                  <p:embed/>
                  <p:pic>
                    <p:nvPicPr>
                      <p:cNvPr id="0" name=""/>
                      <p:cNvPicPr/>
                      <p:nvPr/>
                    </p:nvPicPr>
                    <p:blipFill>
                      <a:blip r:embed="rId8"/>
                      <a:stretch>
                        <a:fillRect/>
                      </a:stretch>
                    </p:blipFill>
                    <p:spPr>
                      <a:xfrm>
                        <a:off x="4644008" y="2996952"/>
                        <a:ext cx="1216918" cy="608459"/>
                      </a:xfrm>
                      <a:prstGeom prst="rect">
                        <a:avLst/>
                      </a:prstGeom>
                    </p:spPr>
                  </p:pic>
                </p:oleObj>
              </mc:Fallback>
            </mc:AlternateContent>
          </a:graphicData>
        </a:graphic>
      </p:graphicFrame>
    </p:spTree>
    <p:extLst>
      <p:ext uri="{BB962C8B-B14F-4D97-AF65-F5344CB8AC3E}">
        <p14:creationId xmlns:p14="http://schemas.microsoft.com/office/powerpoint/2010/main" val="3373045616"/>
      </p:ext>
    </p:extLst>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6"/>
          <p:cNvGraphicFramePr>
            <a:graphicFrameLocks noChangeAspect="1"/>
          </p:cNvGraphicFramePr>
          <p:nvPr>
            <p:extLst>
              <p:ext uri="{D42A27DB-BD31-4B8C-83A1-F6EECF244321}">
                <p14:modId xmlns:p14="http://schemas.microsoft.com/office/powerpoint/2010/main" val="1671441948"/>
              </p:ext>
            </p:extLst>
          </p:nvPr>
        </p:nvGraphicFramePr>
        <p:xfrm>
          <a:off x="144160" y="3498853"/>
          <a:ext cx="2894012" cy="1020762"/>
        </p:xfrm>
        <a:graphic>
          <a:graphicData uri="http://schemas.openxmlformats.org/presentationml/2006/ole">
            <mc:AlternateContent xmlns:mc="http://schemas.openxmlformats.org/markup-compatibility/2006">
              <mc:Choice xmlns:v="urn:schemas-microsoft-com:vml" Requires="v">
                <p:oleObj spid="_x0000_s214439" name="Equation" r:id="rId3" imgW="927000" imgH="330120" progId="Equation.DSMT4">
                  <p:embed/>
                </p:oleObj>
              </mc:Choice>
              <mc:Fallback>
                <p:oleObj name="Equation" r:id="rId3" imgW="927000" imgH="330120" progId="Equation.DSMT4">
                  <p:embed/>
                  <p:pic>
                    <p:nvPicPr>
                      <p:cNvPr id="209946" name="Object 26"/>
                      <p:cNvPicPr>
                        <a:picLocks noChangeAspect="1" noChangeArrowheads="1"/>
                      </p:cNvPicPr>
                      <p:nvPr/>
                    </p:nvPicPr>
                    <p:blipFill>
                      <a:blip r:embed="rId4"/>
                      <a:srcRect/>
                      <a:stretch>
                        <a:fillRect/>
                      </a:stretch>
                    </p:blipFill>
                    <p:spPr bwMode="auto">
                      <a:xfrm>
                        <a:off x="144160" y="3498853"/>
                        <a:ext cx="2894012" cy="1020762"/>
                      </a:xfrm>
                      <a:prstGeom prst="rect">
                        <a:avLst/>
                      </a:prstGeom>
                      <a:noFill/>
                      <a:ln>
                        <a:noFill/>
                      </a:ln>
                      <a:effectLst/>
                      <a:extLst/>
                    </p:spPr>
                  </p:pic>
                </p:oleObj>
              </mc:Fallback>
            </mc:AlternateContent>
          </a:graphicData>
        </a:graphic>
      </p:graphicFrame>
      <p:graphicFrame>
        <p:nvGraphicFramePr>
          <p:cNvPr id="5" name="Object 26"/>
          <p:cNvGraphicFramePr>
            <a:graphicFrameLocks noChangeAspect="1"/>
          </p:cNvGraphicFramePr>
          <p:nvPr>
            <p:extLst>
              <p:ext uri="{D42A27DB-BD31-4B8C-83A1-F6EECF244321}">
                <p14:modId xmlns:p14="http://schemas.microsoft.com/office/powerpoint/2010/main" val="3613678755"/>
              </p:ext>
            </p:extLst>
          </p:nvPr>
        </p:nvGraphicFramePr>
        <p:xfrm>
          <a:off x="92075" y="4495800"/>
          <a:ext cx="8167688" cy="1060450"/>
        </p:xfrm>
        <a:graphic>
          <a:graphicData uri="http://schemas.openxmlformats.org/presentationml/2006/ole">
            <mc:AlternateContent xmlns:mc="http://schemas.openxmlformats.org/markup-compatibility/2006">
              <mc:Choice xmlns:v="urn:schemas-microsoft-com:vml" Requires="v">
                <p:oleObj spid="_x0000_s214440" name="Equation" r:id="rId5" imgW="2616120" imgH="342720" progId="Equation.DSMT4">
                  <p:embed/>
                </p:oleObj>
              </mc:Choice>
              <mc:Fallback>
                <p:oleObj name="Equation" r:id="rId5" imgW="2616120" imgH="342720" progId="Equation.DSMT4">
                  <p:embed/>
                  <p:pic>
                    <p:nvPicPr>
                      <p:cNvPr id="2" name="Object 26"/>
                      <p:cNvPicPr>
                        <a:picLocks noChangeAspect="1" noChangeArrowheads="1"/>
                      </p:cNvPicPr>
                      <p:nvPr/>
                    </p:nvPicPr>
                    <p:blipFill>
                      <a:blip r:embed="rId6"/>
                      <a:srcRect/>
                      <a:stretch>
                        <a:fillRect/>
                      </a:stretch>
                    </p:blipFill>
                    <p:spPr bwMode="auto">
                      <a:xfrm>
                        <a:off x="92075" y="4495800"/>
                        <a:ext cx="8167688" cy="1060450"/>
                      </a:xfrm>
                      <a:prstGeom prst="rect">
                        <a:avLst/>
                      </a:prstGeom>
                      <a:noFill/>
                      <a:ln>
                        <a:noFill/>
                      </a:ln>
                      <a:effectLst/>
                      <a:extLst/>
                    </p:spPr>
                  </p:pic>
                </p:oleObj>
              </mc:Fallback>
            </mc:AlternateContent>
          </a:graphicData>
        </a:graphic>
      </p:graphicFrame>
      <p:graphicFrame>
        <p:nvGraphicFramePr>
          <p:cNvPr id="6" name="Object 20"/>
          <p:cNvGraphicFramePr>
            <a:graphicFrameLocks noChangeAspect="1"/>
          </p:cNvGraphicFramePr>
          <p:nvPr>
            <p:extLst>
              <p:ext uri="{D42A27DB-BD31-4B8C-83A1-F6EECF244321}">
                <p14:modId xmlns:p14="http://schemas.microsoft.com/office/powerpoint/2010/main" val="214678312"/>
              </p:ext>
            </p:extLst>
          </p:nvPr>
        </p:nvGraphicFramePr>
        <p:xfrm>
          <a:off x="144160" y="12479"/>
          <a:ext cx="6407407" cy="2240233"/>
        </p:xfrm>
        <a:graphic>
          <a:graphicData uri="http://schemas.openxmlformats.org/presentationml/2006/ole">
            <mc:AlternateContent xmlns:mc="http://schemas.openxmlformats.org/markup-compatibility/2006">
              <mc:Choice xmlns:v="urn:schemas-microsoft-com:vml" Requires="v">
                <p:oleObj spid="_x0000_s214441" name="Equation" r:id="rId7" imgW="2577960" imgH="965160" progId="Equation.DSMT4">
                  <p:embed/>
                </p:oleObj>
              </mc:Choice>
              <mc:Fallback>
                <p:oleObj name="Equation" r:id="rId7" imgW="2577960" imgH="965160" progId="Equation.DSMT4">
                  <p:embed/>
                  <p:pic>
                    <p:nvPicPr>
                      <p:cNvPr id="4" name="Object 20"/>
                      <p:cNvPicPr>
                        <a:picLocks noChangeAspect="1" noChangeArrowheads="1"/>
                      </p:cNvPicPr>
                      <p:nvPr/>
                    </p:nvPicPr>
                    <p:blipFill>
                      <a:blip r:embed="rId8"/>
                      <a:srcRect/>
                      <a:stretch>
                        <a:fillRect/>
                      </a:stretch>
                    </p:blipFill>
                    <p:spPr bwMode="auto">
                      <a:xfrm>
                        <a:off x="144160" y="12479"/>
                        <a:ext cx="6407407" cy="2240233"/>
                      </a:xfrm>
                      <a:prstGeom prst="rect">
                        <a:avLst/>
                      </a:prstGeom>
                      <a:noFill/>
                      <a:ln>
                        <a:noFill/>
                      </a:ln>
                      <a:effectLst/>
                      <a:extLst/>
                    </p:spPr>
                  </p:pic>
                </p:oleObj>
              </mc:Fallback>
            </mc:AlternateContent>
          </a:graphicData>
        </a:graphic>
      </p:graphicFrame>
      <p:graphicFrame>
        <p:nvGraphicFramePr>
          <p:cNvPr id="7" name="Object 20"/>
          <p:cNvGraphicFramePr>
            <a:graphicFrameLocks noChangeAspect="1"/>
          </p:cNvGraphicFramePr>
          <p:nvPr>
            <p:extLst>
              <p:ext uri="{D42A27DB-BD31-4B8C-83A1-F6EECF244321}">
                <p14:modId xmlns:p14="http://schemas.microsoft.com/office/powerpoint/2010/main" val="3610712797"/>
              </p:ext>
            </p:extLst>
          </p:nvPr>
        </p:nvGraphicFramePr>
        <p:xfrm>
          <a:off x="144160" y="2134563"/>
          <a:ext cx="4184651" cy="1337700"/>
        </p:xfrm>
        <a:graphic>
          <a:graphicData uri="http://schemas.openxmlformats.org/presentationml/2006/ole">
            <mc:AlternateContent xmlns:mc="http://schemas.openxmlformats.org/markup-compatibility/2006">
              <mc:Choice xmlns:v="urn:schemas-microsoft-com:vml" Requires="v">
                <p:oleObj spid="_x0000_s214442" name="Equation" r:id="rId9" imgW="1371600" imgH="469800" progId="Equation.DSMT4">
                  <p:embed/>
                </p:oleObj>
              </mc:Choice>
              <mc:Fallback>
                <p:oleObj name="Equation" r:id="rId9" imgW="1371600" imgH="469800" progId="Equation.DSMT4">
                  <p:embed/>
                  <p:pic>
                    <p:nvPicPr>
                      <p:cNvPr id="4" name="Object 20"/>
                      <p:cNvPicPr>
                        <a:picLocks noChangeAspect="1" noChangeArrowheads="1"/>
                      </p:cNvPicPr>
                      <p:nvPr/>
                    </p:nvPicPr>
                    <p:blipFill>
                      <a:blip r:embed="rId10"/>
                      <a:srcRect/>
                      <a:stretch>
                        <a:fillRect/>
                      </a:stretch>
                    </p:blipFill>
                    <p:spPr bwMode="auto">
                      <a:xfrm>
                        <a:off x="144160" y="2134563"/>
                        <a:ext cx="4184651" cy="1337700"/>
                      </a:xfrm>
                      <a:prstGeom prst="rect">
                        <a:avLst/>
                      </a:prstGeom>
                      <a:noFill/>
                      <a:ln>
                        <a:noFill/>
                      </a:ln>
                      <a:effectLs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873422553"/>
              </p:ext>
            </p:extLst>
          </p:nvPr>
        </p:nvGraphicFramePr>
        <p:xfrm>
          <a:off x="3770313" y="3659188"/>
          <a:ext cx="3854450" cy="660400"/>
        </p:xfrm>
        <a:graphic>
          <a:graphicData uri="http://schemas.openxmlformats.org/presentationml/2006/ole">
            <mc:AlternateContent xmlns:mc="http://schemas.openxmlformats.org/markup-compatibility/2006">
              <mc:Choice xmlns:v="urn:schemas-microsoft-com:vml" Requires="v">
                <p:oleObj spid="_x0000_s214443" name="Equation" r:id="rId11" imgW="1333440" imgH="228600" progId="Equation.DSMT4">
                  <p:embed/>
                </p:oleObj>
              </mc:Choice>
              <mc:Fallback>
                <p:oleObj name="Equation" r:id="rId11" imgW="1333440" imgH="228600" progId="Equation.DSMT4">
                  <p:embed/>
                  <p:pic>
                    <p:nvPicPr>
                      <p:cNvPr id="0" name=""/>
                      <p:cNvPicPr/>
                      <p:nvPr/>
                    </p:nvPicPr>
                    <p:blipFill>
                      <a:blip r:embed="rId12"/>
                      <a:stretch>
                        <a:fillRect/>
                      </a:stretch>
                    </p:blipFill>
                    <p:spPr>
                      <a:xfrm>
                        <a:off x="3770313" y="3659188"/>
                        <a:ext cx="3854450" cy="660400"/>
                      </a:xfrm>
                      <a:prstGeom prst="rect">
                        <a:avLst/>
                      </a:prstGeom>
                    </p:spPr>
                  </p:pic>
                </p:oleObj>
              </mc:Fallback>
            </mc:AlternateContent>
          </a:graphicData>
        </a:graphic>
      </p:graphicFrame>
      <p:sp>
        <p:nvSpPr>
          <p:cNvPr id="8" name="Text Box 10"/>
          <p:cNvSpPr txBox="1">
            <a:spLocks noChangeArrowheads="1"/>
          </p:cNvSpPr>
          <p:nvPr/>
        </p:nvSpPr>
        <p:spPr bwMode="auto">
          <a:xfrm>
            <a:off x="250095" y="5907231"/>
            <a:ext cx="845820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条件过强！</a:t>
            </a:r>
          </a:p>
        </p:txBody>
      </p:sp>
    </p:spTree>
    <p:extLst>
      <p:ext uri="{BB962C8B-B14F-4D97-AF65-F5344CB8AC3E}">
        <p14:creationId xmlns:p14="http://schemas.microsoft.com/office/powerpoint/2010/main" val="164059626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3"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333375"/>
            <a:ext cx="4140200"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2" name="图片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388" y="265113"/>
            <a:ext cx="4349750" cy="323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12"/>
          <p:cNvSpPr>
            <a:spLocks noChangeArrowheads="1"/>
          </p:cNvSpPr>
          <p:nvPr/>
        </p:nvSpPr>
        <p:spPr bwMode="auto">
          <a:xfrm>
            <a:off x="204788" y="3883025"/>
            <a:ext cx="691197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实轴上有奇点？</a:t>
            </a:r>
            <a:endParaRPr kumimoji="1" lang="en-US" altLang="zh-CN" sz="2800" b="1" i="1"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
        <p:nvSpPr>
          <p:cNvPr id="81925" name="椭圆 3"/>
          <p:cNvSpPr>
            <a:spLocks noChangeArrowheads="1"/>
          </p:cNvSpPr>
          <p:nvPr/>
        </p:nvSpPr>
        <p:spPr bwMode="auto">
          <a:xfrm>
            <a:off x="-93663" y="981075"/>
            <a:ext cx="2447926" cy="576263"/>
          </a:xfrm>
          <a:prstGeom prst="ellipse">
            <a:avLst/>
          </a:prstGeom>
          <a:noFill/>
          <a:ln w="38100" algn="ctr">
            <a:solidFill>
              <a:srgbClr val="FFFF66"/>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pic>
        <p:nvPicPr>
          <p:cNvPr id="81926" name="图片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74650" y="4707221"/>
            <a:ext cx="83947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7" name="椭圆 6"/>
          <p:cNvSpPr>
            <a:spLocks noChangeArrowheads="1"/>
          </p:cNvSpPr>
          <p:nvPr/>
        </p:nvSpPr>
        <p:spPr bwMode="auto">
          <a:xfrm>
            <a:off x="3995738" y="958850"/>
            <a:ext cx="2447925" cy="574675"/>
          </a:xfrm>
          <a:prstGeom prst="ellipse">
            <a:avLst/>
          </a:prstGeom>
          <a:noFill/>
          <a:ln w="38100" algn="ctr">
            <a:solidFill>
              <a:srgbClr val="FFFF66"/>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138912969"/>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2"/>
          <p:cNvSpPr>
            <a:spLocks noChangeArrowheads="1"/>
          </p:cNvSpPr>
          <p:nvPr/>
        </p:nvSpPr>
        <p:spPr bwMode="auto">
          <a:xfrm>
            <a:off x="323528" y="404664"/>
            <a:ext cx="691197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实轴上有奇点</a:t>
            </a:r>
            <a:endParaRPr kumimoji="1" lang="en-US" altLang="zh-CN" sz="2800" b="1" i="1"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pic>
        <p:nvPicPr>
          <p:cNvPr id="3" name="图片 2"/>
          <p:cNvPicPr>
            <a:picLocks noChangeAspect="1"/>
          </p:cNvPicPr>
          <p:nvPr/>
        </p:nvPicPr>
        <p:blipFill>
          <a:blip r:embed="rId3"/>
          <a:stretch>
            <a:fillRect/>
          </a:stretch>
        </p:blipFill>
        <p:spPr>
          <a:xfrm>
            <a:off x="5219675" y="1820244"/>
            <a:ext cx="3334598" cy="2256122"/>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3935129511"/>
              </p:ext>
            </p:extLst>
          </p:nvPr>
        </p:nvGraphicFramePr>
        <p:xfrm>
          <a:off x="251520" y="980728"/>
          <a:ext cx="8658225" cy="827088"/>
        </p:xfrm>
        <a:graphic>
          <a:graphicData uri="http://schemas.openxmlformats.org/presentationml/2006/ole">
            <mc:AlternateContent xmlns:mc="http://schemas.openxmlformats.org/markup-compatibility/2006">
              <mc:Choice xmlns:v="urn:schemas-microsoft-com:vml" Requires="v">
                <p:oleObj spid="_x0000_s156461" name="Equation" r:id="rId4" imgW="3720960" imgH="355320" progId="Equation.DSMT4">
                  <p:embed/>
                </p:oleObj>
              </mc:Choice>
              <mc:Fallback>
                <p:oleObj name="Equation" r:id="rId4" imgW="3720960" imgH="355320" progId="Equation.DSMT4">
                  <p:embed/>
                  <p:pic>
                    <p:nvPicPr>
                      <p:cNvPr id="6" name="对象 5"/>
                      <p:cNvPicPr/>
                      <p:nvPr/>
                    </p:nvPicPr>
                    <p:blipFill>
                      <a:blip r:embed="rId5"/>
                      <a:stretch>
                        <a:fillRect/>
                      </a:stretch>
                    </p:blipFill>
                    <p:spPr>
                      <a:xfrm>
                        <a:off x="251520" y="980728"/>
                        <a:ext cx="8658225" cy="827088"/>
                      </a:xfrm>
                      <a:prstGeom prst="rect">
                        <a:avLst/>
                      </a:prstGeom>
                    </p:spPr>
                  </p:pic>
                </p:oleObj>
              </mc:Fallback>
            </mc:AlternateContent>
          </a:graphicData>
        </a:graphic>
      </p:graphicFrame>
      <p:sp>
        <p:nvSpPr>
          <p:cNvPr id="5" name="Rectangle 12"/>
          <p:cNvSpPr>
            <a:spLocks noChangeArrowheads="1"/>
          </p:cNvSpPr>
          <p:nvPr/>
        </p:nvSpPr>
        <p:spPr bwMode="auto">
          <a:xfrm>
            <a:off x="395536" y="2132856"/>
            <a:ext cx="691197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实轴上有单极点</a:t>
            </a:r>
            <a:endParaRPr kumimoji="1" lang="en-US" altLang="zh-CN" sz="2800" b="1" i="1"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650915686"/>
              </p:ext>
            </p:extLst>
          </p:nvPr>
        </p:nvGraphicFramePr>
        <p:xfrm>
          <a:off x="467544" y="2627743"/>
          <a:ext cx="3822990" cy="904677"/>
        </p:xfrm>
        <a:graphic>
          <a:graphicData uri="http://schemas.openxmlformats.org/presentationml/2006/ole">
            <mc:AlternateContent xmlns:mc="http://schemas.openxmlformats.org/markup-compatibility/2006">
              <mc:Choice xmlns:v="urn:schemas-microsoft-com:vml" Requires="v">
                <p:oleObj spid="_x0000_s156462" name="Equation" r:id="rId6" imgW="1663560" imgH="393480" progId="Equation.DSMT4">
                  <p:embed/>
                </p:oleObj>
              </mc:Choice>
              <mc:Fallback>
                <p:oleObj name="Equation" r:id="rId6" imgW="1663560" imgH="393480" progId="Equation.DSMT4">
                  <p:embed/>
                  <p:pic>
                    <p:nvPicPr>
                      <p:cNvPr id="0" name=""/>
                      <p:cNvPicPr/>
                      <p:nvPr/>
                    </p:nvPicPr>
                    <p:blipFill>
                      <a:blip r:embed="rId7"/>
                      <a:stretch>
                        <a:fillRect/>
                      </a:stretch>
                    </p:blipFill>
                    <p:spPr>
                      <a:xfrm>
                        <a:off x="467544" y="2627743"/>
                        <a:ext cx="3822990" cy="904677"/>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910734172"/>
              </p:ext>
            </p:extLst>
          </p:nvPr>
        </p:nvGraphicFramePr>
        <p:xfrm>
          <a:off x="411312" y="3717032"/>
          <a:ext cx="1255712" cy="466725"/>
        </p:xfrm>
        <a:graphic>
          <a:graphicData uri="http://schemas.openxmlformats.org/presentationml/2006/ole">
            <mc:AlternateContent xmlns:mc="http://schemas.openxmlformats.org/markup-compatibility/2006">
              <mc:Choice xmlns:v="urn:schemas-microsoft-com:vml" Requires="v">
                <p:oleObj spid="_x0000_s156463" name="Equation" r:id="rId8" imgW="545760" imgH="203040" progId="Equation.DSMT4">
                  <p:embed/>
                </p:oleObj>
              </mc:Choice>
              <mc:Fallback>
                <p:oleObj name="Equation" r:id="rId8" imgW="545760" imgH="203040" progId="Equation.DSMT4">
                  <p:embed/>
                  <p:pic>
                    <p:nvPicPr>
                      <p:cNvPr id="7" name="对象 6"/>
                      <p:cNvPicPr/>
                      <p:nvPr/>
                    </p:nvPicPr>
                    <p:blipFill>
                      <a:blip r:embed="rId9"/>
                      <a:stretch>
                        <a:fillRect/>
                      </a:stretch>
                    </p:blipFill>
                    <p:spPr>
                      <a:xfrm>
                        <a:off x="411312" y="3717032"/>
                        <a:ext cx="1255712" cy="466725"/>
                      </a:xfrm>
                      <a:prstGeom prst="rect">
                        <a:avLst/>
                      </a:prstGeom>
                    </p:spPr>
                  </p:pic>
                </p:oleObj>
              </mc:Fallback>
            </mc:AlternateContent>
          </a:graphicData>
        </a:graphic>
      </p:graphicFrame>
      <p:sp>
        <p:nvSpPr>
          <p:cNvPr id="9" name="Rectangle 12"/>
          <p:cNvSpPr>
            <a:spLocks noChangeArrowheads="1"/>
          </p:cNvSpPr>
          <p:nvPr/>
        </p:nvSpPr>
        <p:spPr bwMode="auto">
          <a:xfrm>
            <a:off x="1763688" y="3684665"/>
            <a:ext cx="691197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解析</a:t>
            </a:r>
            <a:r>
              <a:rPr kumimoji="1" lang="zh-CN" altLang="en-US" sz="2800" b="1"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sym typeface="Symbol" panose="05050102010706020507" pitchFamily="18" charset="2"/>
              </a:rPr>
              <a:t>→</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有界</a:t>
            </a:r>
            <a:endParaRPr kumimoji="1" lang="en-US" altLang="zh-CN" sz="2800" b="1" i="1"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
        <p:nvSpPr>
          <p:cNvPr id="10" name="椭圆 6"/>
          <p:cNvSpPr>
            <a:spLocks noChangeArrowheads="1"/>
          </p:cNvSpPr>
          <p:nvPr/>
        </p:nvSpPr>
        <p:spPr bwMode="auto">
          <a:xfrm>
            <a:off x="3576922" y="998557"/>
            <a:ext cx="2007419" cy="901565"/>
          </a:xfrm>
          <a:prstGeom prst="ellipse">
            <a:avLst/>
          </a:prstGeom>
          <a:noFill/>
          <a:ln w="38100" algn="ctr">
            <a:solidFill>
              <a:srgbClr val="FFFF66"/>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837991687"/>
              </p:ext>
            </p:extLst>
          </p:nvPr>
        </p:nvGraphicFramePr>
        <p:xfrm>
          <a:off x="411311" y="4217676"/>
          <a:ext cx="6233961" cy="886624"/>
        </p:xfrm>
        <a:graphic>
          <a:graphicData uri="http://schemas.openxmlformats.org/presentationml/2006/ole">
            <mc:AlternateContent xmlns:mc="http://schemas.openxmlformats.org/markup-compatibility/2006">
              <mc:Choice xmlns:v="urn:schemas-microsoft-com:vml" Requires="v">
                <p:oleObj spid="_x0000_s156464" name="Equation" r:id="rId10" imgW="2679480" imgH="380880" progId="Equation.DSMT4">
                  <p:embed/>
                </p:oleObj>
              </mc:Choice>
              <mc:Fallback>
                <p:oleObj name="Equation" r:id="rId10" imgW="2679480" imgH="380880" progId="Equation.DSMT4">
                  <p:embed/>
                  <p:pic>
                    <p:nvPicPr>
                      <p:cNvPr id="4" name="对象 3"/>
                      <p:cNvPicPr/>
                      <p:nvPr/>
                    </p:nvPicPr>
                    <p:blipFill>
                      <a:blip r:embed="rId11"/>
                      <a:stretch>
                        <a:fillRect/>
                      </a:stretch>
                    </p:blipFill>
                    <p:spPr>
                      <a:xfrm>
                        <a:off x="411311" y="4217676"/>
                        <a:ext cx="6233961" cy="886624"/>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321216439"/>
              </p:ext>
            </p:extLst>
          </p:nvPr>
        </p:nvGraphicFramePr>
        <p:xfrm>
          <a:off x="282575" y="5040313"/>
          <a:ext cx="6132513" cy="1654175"/>
        </p:xfrm>
        <a:graphic>
          <a:graphicData uri="http://schemas.openxmlformats.org/presentationml/2006/ole">
            <mc:AlternateContent xmlns:mc="http://schemas.openxmlformats.org/markup-compatibility/2006">
              <mc:Choice xmlns:v="urn:schemas-microsoft-com:vml" Requires="v">
                <p:oleObj spid="_x0000_s156465" name="Equation" r:id="rId12" imgW="2730240" imgH="736560" progId="Equation.DSMT4">
                  <p:embed/>
                </p:oleObj>
              </mc:Choice>
              <mc:Fallback>
                <p:oleObj name="Equation" r:id="rId12" imgW="2730240" imgH="736560" progId="Equation.DSMT4">
                  <p:embed/>
                  <p:pic>
                    <p:nvPicPr>
                      <p:cNvPr id="4" name="对象 3"/>
                      <p:cNvPicPr/>
                      <p:nvPr/>
                    </p:nvPicPr>
                    <p:blipFill>
                      <a:blip r:embed="rId13"/>
                      <a:stretch>
                        <a:fillRect/>
                      </a:stretch>
                    </p:blipFill>
                    <p:spPr>
                      <a:xfrm>
                        <a:off x="282575" y="5040313"/>
                        <a:ext cx="6132513" cy="1654175"/>
                      </a:xfrm>
                      <a:prstGeom prst="rect">
                        <a:avLst/>
                      </a:prstGeom>
                    </p:spPr>
                  </p:pic>
                </p:oleObj>
              </mc:Fallback>
            </mc:AlternateContent>
          </a:graphicData>
        </a:graphic>
      </p:graphicFrame>
    </p:spTree>
    <p:extLst>
      <p:ext uri="{BB962C8B-B14F-4D97-AF65-F5344CB8AC3E}">
        <p14:creationId xmlns:p14="http://schemas.microsoft.com/office/powerpoint/2010/main" val="11155297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left)">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wipe(left)">
                                      <p:cBhvr>
                                        <p:cTn id="1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P spid="5" grpId="0" build="p" autoUpdateAnimBg="0"/>
      <p:bldP spid="9"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3528" y="692696"/>
            <a:ext cx="83947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12"/>
          <p:cNvSpPr>
            <a:spLocks noChangeArrowheads="1"/>
          </p:cNvSpPr>
          <p:nvPr/>
        </p:nvSpPr>
        <p:spPr bwMode="auto">
          <a:xfrm>
            <a:off x="468613" y="1916832"/>
            <a:ext cx="6911975" cy="893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514350" marR="0" lvl="0" indent="-514350" algn="l" defTabSz="914400" rtl="0" eaLnBrk="0" fontAlgn="base" latinLnBrk="0" hangingPunct="0">
              <a:lnSpc>
                <a:spcPct val="100000"/>
              </a:lnSpc>
              <a:spcBef>
                <a:spcPct val="0"/>
              </a:spcBef>
              <a:spcAft>
                <a:spcPct val="0"/>
              </a:spcAft>
              <a:buClrTx/>
              <a:buSzTx/>
              <a:buFontTx/>
              <a:buAutoNum type="arabicPeriod"/>
              <a:tabLst/>
              <a:defRPr/>
            </a:pPr>
            <a:r>
              <a:rPr lang="zh-CN" altLang="en-US" sz="2800" b="1" dirty="0">
                <a:solidFill>
                  <a:srgbClr val="FFFFFF"/>
                </a:solidFill>
                <a:latin typeface="Book Antiqua" panose="02040602050305030304" pitchFamily="18" charset="0"/>
                <a:sym typeface="Symbol" panose="05050102010706020507" pitchFamily="18" charset="2"/>
              </a:rPr>
              <a:t>单极点</a:t>
            </a:r>
            <a:endParaRPr lang="en-US" altLang="zh-CN" sz="2800" b="1" dirty="0">
              <a:solidFill>
                <a:srgbClr val="FFFFFF"/>
              </a:solidFill>
              <a:latin typeface="Book Antiqua" panose="02040602050305030304" pitchFamily="18" charset="0"/>
              <a:sym typeface="Symbol" panose="05050102010706020507" pitchFamily="18" charset="2"/>
            </a:endParaRPr>
          </a:p>
          <a:p>
            <a:pPr lvl="1" indent="0">
              <a:spcBef>
                <a:spcPct val="0"/>
              </a:spcBef>
              <a:buNone/>
              <a:defRPr/>
            </a:pPr>
            <a:r>
              <a:rPr kumimoji="1" lang="zh-CN" altLang="en-US" sz="2400" b="1"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非单极点的情况</a:t>
            </a:r>
            <a:endParaRPr kumimoji="1" lang="en-US" altLang="zh-CN" sz="2400" b="1"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
        <p:nvSpPr>
          <p:cNvPr id="4" name="Rectangle 12"/>
          <p:cNvSpPr>
            <a:spLocks noChangeArrowheads="1"/>
          </p:cNvSpPr>
          <p:nvPr/>
        </p:nvSpPr>
        <p:spPr bwMode="auto">
          <a:xfrm>
            <a:off x="323924" y="5638651"/>
            <a:ext cx="691197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2800" b="1" dirty="0">
                <a:solidFill>
                  <a:srgbClr val="FFFFFF"/>
                </a:solidFill>
                <a:latin typeface="Book Antiqua" panose="02040602050305030304" pitchFamily="18" charset="0"/>
                <a:sym typeface="Symbol" panose="05050102010706020507" pitchFamily="18" charset="2"/>
              </a:rPr>
              <a:t>2. </a:t>
            </a:r>
            <a:r>
              <a:rPr lang="zh-CN" altLang="en-US" sz="2800" b="1" dirty="0">
                <a:solidFill>
                  <a:srgbClr val="FFFFFF"/>
                </a:solidFill>
                <a:latin typeface="Book Antiqua" panose="02040602050305030304" pitchFamily="18" charset="0"/>
                <a:sym typeface="Symbol" panose="05050102010706020507" pitchFamily="18" charset="2"/>
              </a:rPr>
              <a:t>单值解析</a:t>
            </a:r>
            <a:endParaRPr kumimoji="1" lang="en-US" altLang="zh-CN" sz="2800" b="1" i="1"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26123649"/>
              </p:ext>
            </p:extLst>
          </p:nvPr>
        </p:nvGraphicFramePr>
        <p:xfrm>
          <a:off x="495330" y="2787679"/>
          <a:ext cx="5961063" cy="2595562"/>
        </p:xfrm>
        <a:graphic>
          <a:graphicData uri="http://schemas.openxmlformats.org/presentationml/2006/ole">
            <mc:AlternateContent xmlns:mc="http://schemas.openxmlformats.org/markup-compatibility/2006">
              <mc:Choice xmlns:v="urn:schemas-microsoft-com:vml" Requires="v">
                <p:oleObj spid="_x0000_s206944" name="Equation" r:id="rId4" imgW="2654280" imgH="1155600" progId="Equation.DSMT4">
                  <p:embed/>
                </p:oleObj>
              </mc:Choice>
              <mc:Fallback>
                <p:oleObj name="Equation" r:id="rId4" imgW="2654280" imgH="1155600" progId="Equation.DSMT4">
                  <p:embed/>
                  <p:pic>
                    <p:nvPicPr>
                      <p:cNvPr id="13" name="对象 12"/>
                      <p:cNvPicPr/>
                      <p:nvPr/>
                    </p:nvPicPr>
                    <p:blipFill>
                      <a:blip r:embed="rId5"/>
                      <a:stretch>
                        <a:fillRect/>
                      </a:stretch>
                    </p:blipFill>
                    <p:spPr>
                      <a:xfrm>
                        <a:off x="495330" y="2787679"/>
                        <a:ext cx="5961063" cy="2595562"/>
                      </a:xfrm>
                      <a:prstGeom prst="rect">
                        <a:avLst/>
                      </a:prstGeom>
                    </p:spPr>
                  </p:pic>
                </p:oleObj>
              </mc:Fallback>
            </mc:AlternateContent>
          </a:graphicData>
        </a:graphic>
      </p:graphicFrame>
      <p:sp>
        <p:nvSpPr>
          <p:cNvPr id="6" name="Rectangle 12"/>
          <p:cNvSpPr>
            <a:spLocks noChangeArrowheads="1"/>
          </p:cNvSpPr>
          <p:nvPr/>
        </p:nvSpPr>
        <p:spPr bwMode="auto">
          <a:xfrm>
            <a:off x="5364088" y="3163429"/>
            <a:ext cx="691197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2800" b="1" dirty="0">
                <a:solidFill>
                  <a:srgbClr val="FFFFFF"/>
                </a:solidFill>
                <a:latin typeface="Book Antiqua" panose="02040602050305030304" pitchFamily="18" charset="0"/>
                <a:sym typeface="Symbol" panose="05050102010706020507" pitchFamily="18" charset="2"/>
              </a:rPr>
              <a:t>非闭合曲线积分</a:t>
            </a:r>
            <a:endParaRPr kumimoji="1" lang="en-US" altLang="zh-CN" sz="2800" b="1" i="1"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Tree>
    <p:extLst>
      <p:ext uri="{BB962C8B-B14F-4D97-AF65-F5344CB8AC3E}">
        <p14:creationId xmlns:p14="http://schemas.microsoft.com/office/powerpoint/2010/main" val="390947468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wipe(left)">
                                      <p:cBhvr>
                                        <p:cTn id="15" dur="500"/>
                                        <p:tgtEl>
                                          <p:spTgt spid="4">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
                                            <p:txEl>
                                              <p:pRg st="0" end="0"/>
                                            </p:txEl>
                                          </p:spTgt>
                                        </p:tgtEl>
                                        <p:attrNameLst>
                                          <p:attrName>style.visibility</p:attrName>
                                        </p:attrNameLst>
                                      </p:cBhvr>
                                      <p:to>
                                        <p:strVal val="visible"/>
                                      </p:to>
                                    </p:set>
                                    <p:animEffect transition="in" filter="wipe(left)">
                                      <p:cBhvr>
                                        <p:cTn id="2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4" grpId="0" build="p" autoUpdateAnimBg="0"/>
      <p:bldP spid="6"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0" y="322263"/>
            <a:ext cx="320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例：计算积分</a:t>
            </a:r>
          </a:p>
        </p:txBody>
      </p:sp>
      <p:graphicFrame>
        <p:nvGraphicFramePr>
          <p:cNvPr id="3" name="Object 9"/>
          <p:cNvGraphicFramePr>
            <a:graphicFrameLocks noChangeAspect="1"/>
          </p:cNvGraphicFramePr>
          <p:nvPr>
            <p:extLst>
              <p:ext uri="{D42A27DB-BD31-4B8C-83A1-F6EECF244321}">
                <p14:modId xmlns:p14="http://schemas.microsoft.com/office/powerpoint/2010/main" val="2364914174"/>
              </p:ext>
            </p:extLst>
          </p:nvPr>
        </p:nvGraphicFramePr>
        <p:xfrm>
          <a:off x="2411760" y="14287"/>
          <a:ext cx="3297237" cy="1135063"/>
        </p:xfrm>
        <a:graphic>
          <a:graphicData uri="http://schemas.openxmlformats.org/presentationml/2006/ole">
            <mc:AlternateContent xmlns:mc="http://schemas.openxmlformats.org/markup-compatibility/2006">
              <mc:Choice xmlns:v="urn:schemas-microsoft-com:vml" Requires="v">
                <p:oleObj spid="_x0000_s247228" name="Equation" r:id="rId3" imgW="1180800" imgH="393480" progId="Equation.DSMT4">
                  <p:embed/>
                </p:oleObj>
              </mc:Choice>
              <mc:Fallback>
                <p:oleObj name="Equation" r:id="rId3" imgW="1180800" imgH="393480" progId="Equation.DSMT4">
                  <p:embed/>
                  <p:pic>
                    <p:nvPicPr>
                      <p:cNvPr id="3" name="Object 9"/>
                      <p:cNvPicPr>
                        <a:picLocks noChangeAspect="1" noChangeArrowheads="1"/>
                      </p:cNvPicPr>
                      <p:nvPr/>
                    </p:nvPicPr>
                    <p:blipFill>
                      <a:blip r:embed="rId4"/>
                      <a:srcRect/>
                      <a:stretch>
                        <a:fillRect/>
                      </a:stretch>
                    </p:blipFill>
                    <p:spPr bwMode="auto">
                      <a:xfrm>
                        <a:off x="2411760" y="14287"/>
                        <a:ext cx="3297237" cy="1135063"/>
                      </a:xfrm>
                      <a:prstGeom prst="rect">
                        <a:avLst/>
                      </a:prstGeom>
                      <a:noFill/>
                      <a:ln>
                        <a:noFill/>
                      </a:ln>
                      <a:effectLst/>
                      <a:extLst/>
                    </p:spPr>
                  </p:pic>
                </p:oleObj>
              </mc:Fallback>
            </mc:AlternateContent>
          </a:graphicData>
        </a:graphic>
      </p:graphicFrame>
      <p:sp>
        <p:nvSpPr>
          <p:cNvPr id="4" name="Rectangle 2"/>
          <p:cNvSpPr>
            <a:spLocks noChangeArrowheads="1"/>
          </p:cNvSpPr>
          <p:nvPr/>
        </p:nvSpPr>
        <p:spPr bwMode="auto">
          <a:xfrm>
            <a:off x="5814489" y="286053"/>
            <a:ext cx="244827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且为奇数</a:t>
            </a:r>
          </a:p>
        </p:txBody>
      </p:sp>
      <p:graphicFrame>
        <p:nvGraphicFramePr>
          <p:cNvPr id="5" name="Object 9"/>
          <p:cNvGraphicFramePr>
            <a:graphicFrameLocks noChangeAspect="1"/>
          </p:cNvGraphicFramePr>
          <p:nvPr>
            <p:extLst>
              <p:ext uri="{D42A27DB-BD31-4B8C-83A1-F6EECF244321}">
                <p14:modId xmlns:p14="http://schemas.microsoft.com/office/powerpoint/2010/main" val="3332845814"/>
              </p:ext>
            </p:extLst>
          </p:nvPr>
        </p:nvGraphicFramePr>
        <p:xfrm>
          <a:off x="1241425" y="1052513"/>
          <a:ext cx="2339975" cy="1135062"/>
        </p:xfrm>
        <a:graphic>
          <a:graphicData uri="http://schemas.openxmlformats.org/presentationml/2006/ole">
            <mc:AlternateContent xmlns:mc="http://schemas.openxmlformats.org/markup-compatibility/2006">
              <mc:Choice xmlns:v="urn:schemas-microsoft-com:vml" Requires="v">
                <p:oleObj spid="_x0000_s247229" name="Equation" r:id="rId5" imgW="838080" imgH="393480" progId="Equation.DSMT4">
                  <p:embed/>
                </p:oleObj>
              </mc:Choice>
              <mc:Fallback>
                <p:oleObj name="Equation" r:id="rId5" imgW="838080" imgH="393480" progId="Equation.DSMT4">
                  <p:embed/>
                  <p:pic>
                    <p:nvPicPr>
                      <p:cNvPr id="4" name="Object 9"/>
                      <p:cNvPicPr>
                        <a:picLocks noChangeAspect="1" noChangeArrowheads="1"/>
                      </p:cNvPicPr>
                      <p:nvPr/>
                    </p:nvPicPr>
                    <p:blipFill>
                      <a:blip r:embed="rId6"/>
                      <a:srcRect/>
                      <a:stretch>
                        <a:fillRect/>
                      </a:stretch>
                    </p:blipFill>
                    <p:spPr bwMode="auto">
                      <a:xfrm>
                        <a:off x="1241425" y="1052513"/>
                        <a:ext cx="2339975" cy="1135062"/>
                      </a:xfrm>
                      <a:prstGeom prst="rect">
                        <a:avLst/>
                      </a:prstGeom>
                      <a:noFill/>
                      <a:ln>
                        <a:noFill/>
                      </a:ln>
                      <a:effectLst/>
                      <a:extLst/>
                    </p:spPr>
                  </p:pic>
                </p:oleObj>
              </mc:Fallback>
            </mc:AlternateContent>
          </a:graphicData>
        </a:graphic>
      </p:graphicFrame>
      <p:sp>
        <p:nvSpPr>
          <p:cNvPr id="6" name="Rectangle 2"/>
          <p:cNvSpPr>
            <a:spLocks noChangeArrowheads="1"/>
          </p:cNvSpPr>
          <p:nvPr/>
        </p:nvSpPr>
        <p:spPr bwMode="auto">
          <a:xfrm>
            <a:off x="3707904" y="1409018"/>
            <a:ext cx="244827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存在</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个奇点</a:t>
            </a:r>
          </a:p>
        </p:txBody>
      </p:sp>
      <p:graphicFrame>
        <p:nvGraphicFramePr>
          <p:cNvPr id="7" name="对象 6"/>
          <p:cNvGraphicFramePr>
            <a:graphicFrameLocks noChangeAspect="1"/>
          </p:cNvGraphicFramePr>
          <p:nvPr>
            <p:extLst>
              <p:ext uri="{D42A27DB-BD31-4B8C-83A1-F6EECF244321}">
                <p14:modId xmlns:p14="http://schemas.microsoft.com/office/powerpoint/2010/main" val="4289589923"/>
              </p:ext>
            </p:extLst>
          </p:nvPr>
        </p:nvGraphicFramePr>
        <p:xfrm>
          <a:off x="6084888" y="1349375"/>
          <a:ext cx="2554287" cy="735013"/>
        </p:xfrm>
        <a:graphic>
          <a:graphicData uri="http://schemas.openxmlformats.org/presentationml/2006/ole">
            <mc:AlternateContent xmlns:mc="http://schemas.openxmlformats.org/markup-compatibility/2006">
              <mc:Choice xmlns:v="urn:schemas-microsoft-com:vml" Requires="v">
                <p:oleObj spid="_x0000_s247230" name="Equation" r:id="rId7" imgW="838080" imgH="241200" progId="Equation.DSMT4">
                  <p:embed/>
                </p:oleObj>
              </mc:Choice>
              <mc:Fallback>
                <p:oleObj name="Equation" r:id="rId7" imgW="838080" imgH="241200" progId="Equation.DSMT4">
                  <p:embed/>
                  <p:pic>
                    <p:nvPicPr>
                      <p:cNvPr id="8" name="对象 7"/>
                      <p:cNvPicPr/>
                      <p:nvPr/>
                    </p:nvPicPr>
                    <p:blipFill>
                      <a:blip r:embed="rId8"/>
                      <a:stretch>
                        <a:fillRect/>
                      </a:stretch>
                    </p:blipFill>
                    <p:spPr>
                      <a:xfrm>
                        <a:off x="6084888" y="1349375"/>
                        <a:ext cx="2554287" cy="735013"/>
                      </a:xfrm>
                      <a:prstGeom prst="rect">
                        <a:avLst/>
                      </a:prstGeom>
                    </p:spPr>
                  </p:pic>
                </p:oleObj>
              </mc:Fallback>
            </mc:AlternateContent>
          </a:graphicData>
        </a:graphic>
      </p:graphicFrame>
      <p:graphicFrame>
        <p:nvGraphicFramePr>
          <p:cNvPr id="8" name="Object 9"/>
          <p:cNvGraphicFramePr>
            <a:graphicFrameLocks noChangeAspect="1"/>
          </p:cNvGraphicFramePr>
          <p:nvPr>
            <p:extLst>
              <p:ext uri="{D42A27DB-BD31-4B8C-83A1-F6EECF244321}">
                <p14:modId xmlns:p14="http://schemas.microsoft.com/office/powerpoint/2010/main" val="1303339469"/>
              </p:ext>
            </p:extLst>
          </p:nvPr>
        </p:nvGraphicFramePr>
        <p:xfrm>
          <a:off x="740321" y="2091199"/>
          <a:ext cx="5111750" cy="1076325"/>
        </p:xfrm>
        <a:graphic>
          <a:graphicData uri="http://schemas.openxmlformats.org/presentationml/2006/ole">
            <mc:AlternateContent xmlns:mc="http://schemas.openxmlformats.org/markup-compatibility/2006">
              <mc:Choice xmlns:v="urn:schemas-microsoft-com:vml" Requires="v">
                <p:oleObj spid="_x0000_s247231" name="Equation" r:id="rId9" imgW="1930320" imgH="393480" progId="Equation.DSMT4">
                  <p:embed/>
                </p:oleObj>
              </mc:Choice>
              <mc:Fallback>
                <p:oleObj name="Equation" r:id="rId9" imgW="1930320" imgH="393480" progId="Equation.DSMT4">
                  <p:embed/>
                  <p:pic>
                    <p:nvPicPr>
                      <p:cNvPr id="9" name="Object 9"/>
                      <p:cNvPicPr>
                        <a:picLocks noChangeAspect="1" noChangeArrowheads="1"/>
                      </p:cNvPicPr>
                      <p:nvPr/>
                    </p:nvPicPr>
                    <p:blipFill>
                      <a:blip r:embed="rId10"/>
                      <a:srcRect/>
                      <a:stretch>
                        <a:fillRect/>
                      </a:stretch>
                    </p:blipFill>
                    <p:spPr bwMode="auto">
                      <a:xfrm>
                        <a:off x="740321" y="2091199"/>
                        <a:ext cx="5111750" cy="1076325"/>
                      </a:xfrm>
                      <a:prstGeom prst="rect">
                        <a:avLst/>
                      </a:prstGeom>
                      <a:noFill/>
                      <a:ln>
                        <a:noFill/>
                      </a:ln>
                      <a:effectLst/>
                      <a:extLst/>
                    </p:spPr>
                  </p:pic>
                </p:oleObj>
              </mc:Fallback>
            </mc:AlternateContent>
          </a:graphicData>
        </a:graphic>
      </p:graphicFrame>
      <p:sp>
        <p:nvSpPr>
          <p:cNvPr id="9" name="Rectangle 2"/>
          <p:cNvSpPr>
            <a:spLocks noChangeArrowheads="1"/>
          </p:cNvSpPr>
          <p:nvPr/>
        </p:nvSpPr>
        <p:spPr bwMode="auto">
          <a:xfrm>
            <a:off x="95796" y="1360489"/>
            <a:ext cx="320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解：</a:t>
            </a:r>
          </a:p>
        </p:txBody>
      </p:sp>
      <p:sp>
        <p:nvSpPr>
          <p:cNvPr id="10" name="Rectangle 2"/>
          <p:cNvSpPr>
            <a:spLocks noChangeArrowheads="1"/>
          </p:cNvSpPr>
          <p:nvPr/>
        </p:nvSpPr>
        <p:spPr bwMode="auto">
          <a:xfrm>
            <a:off x="55163" y="3139784"/>
            <a:ext cx="286355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上半平面的奇点</a:t>
            </a:r>
          </a:p>
        </p:txBody>
      </p:sp>
      <p:graphicFrame>
        <p:nvGraphicFramePr>
          <p:cNvPr id="11" name="对象 10"/>
          <p:cNvGraphicFramePr>
            <a:graphicFrameLocks noChangeAspect="1"/>
          </p:cNvGraphicFramePr>
          <p:nvPr>
            <p:extLst>
              <p:ext uri="{D42A27DB-BD31-4B8C-83A1-F6EECF244321}">
                <p14:modId xmlns:p14="http://schemas.microsoft.com/office/powerpoint/2010/main" val="2828034725"/>
              </p:ext>
            </p:extLst>
          </p:nvPr>
        </p:nvGraphicFramePr>
        <p:xfrm>
          <a:off x="3199852" y="3173122"/>
          <a:ext cx="3795712" cy="619125"/>
        </p:xfrm>
        <a:graphic>
          <a:graphicData uri="http://schemas.openxmlformats.org/presentationml/2006/ole">
            <mc:AlternateContent xmlns:mc="http://schemas.openxmlformats.org/markup-compatibility/2006">
              <mc:Choice xmlns:v="urn:schemas-microsoft-com:vml" Requires="v">
                <p:oleObj spid="_x0000_s247232" name="Equation" r:id="rId11" imgW="1244520" imgH="203040" progId="Equation.DSMT4">
                  <p:embed/>
                </p:oleObj>
              </mc:Choice>
              <mc:Fallback>
                <p:oleObj name="Equation" r:id="rId11" imgW="1244520" imgH="203040" progId="Equation.DSMT4">
                  <p:embed/>
                  <p:pic>
                    <p:nvPicPr>
                      <p:cNvPr id="3" name="对象 2"/>
                      <p:cNvPicPr/>
                      <p:nvPr/>
                    </p:nvPicPr>
                    <p:blipFill>
                      <a:blip r:embed="rId12"/>
                      <a:stretch>
                        <a:fillRect/>
                      </a:stretch>
                    </p:blipFill>
                    <p:spPr>
                      <a:xfrm>
                        <a:off x="3199852" y="3173122"/>
                        <a:ext cx="3795712" cy="619125"/>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2955041082"/>
              </p:ext>
            </p:extLst>
          </p:nvPr>
        </p:nvGraphicFramePr>
        <p:xfrm>
          <a:off x="1335239" y="3777566"/>
          <a:ext cx="1974850" cy="541337"/>
        </p:xfrm>
        <a:graphic>
          <a:graphicData uri="http://schemas.openxmlformats.org/presentationml/2006/ole">
            <mc:AlternateContent xmlns:mc="http://schemas.openxmlformats.org/markup-compatibility/2006">
              <mc:Choice xmlns:v="urn:schemas-microsoft-com:vml" Requires="v">
                <p:oleObj spid="_x0000_s247233" name="Equation" r:id="rId13" imgW="647640" imgH="177480" progId="Equation.DSMT4">
                  <p:embed/>
                </p:oleObj>
              </mc:Choice>
              <mc:Fallback>
                <p:oleObj name="Equation" r:id="rId13" imgW="647640" imgH="177480" progId="Equation.DSMT4">
                  <p:embed/>
                  <p:pic>
                    <p:nvPicPr>
                      <p:cNvPr id="4" name="对象 3"/>
                      <p:cNvPicPr/>
                      <p:nvPr/>
                    </p:nvPicPr>
                    <p:blipFill>
                      <a:blip r:embed="rId14"/>
                      <a:stretch>
                        <a:fillRect/>
                      </a:stretch>
                    </p:blipFill>
                    <p:spPr>
                      <a:xfrm>
                        <a:off x="1335239" y="3777566"/>
                        <a:ext cx="1974850" cy="541337"/>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137285517"/>
              </p:ext>
            </p:extLst>
          </p:nvPr>
        </p:nvGraphicFramePr>
        <p:xfrm>
          <a:off x="3779912" y="3806608"/>
          <a:ext cx="1741488" cy="541338"/>
        </p:xfrm>
        <a:graphic>
          <a:graphicData uri="http://schemas.openxmlformats.org/presentationml/2006/ole">
            <mc:AlternateContent xmlns:mc="http://schemas.openxmlformats.org/markup-compatibility/2006">
              <mc:Choice xmlns:v="urn:schemas-microsoft-com:vml" Requires="v">
                <p:oleObj spid="_x0000_s247234" name="Equation" r:id="rId15" imgW="571320" imgH="177480" progId="Equation.DSMT4">
                  <p:embed/>
                </p:oleObj>
              </mc:Choice>
              <mc:Fallback>
                <p:oleObj name="Equation" r:id="rId15" imgW="571320" imgH="177480" progId="Equation.DSMT4">
                  <p:embed/>
                  <p:pic>
                    <p:nvPicPr>
                      <p:cNvPr id="6" name="对象 5"/>
                      <p:cNvPicPr/>
                      <p:nvPr/>
                    </p:nvPicPr>
                    <p:blipFill>
                      <a:blip r:embed="rId16"/>
                      <a:stretch>
                        <a:fillRect/>
                      </a:stretch>
                    </p:blipFill>
                    <p:spPr>
                      <a:xfrm>
                        <a:off x="3779912" y="3806608"/>
                        <a:ext cx="1741488" cy="541338"/>
                      </a:xfrm>
                      <a:prstGeom prst="rect">
                        <a:avLst/>
                      </a:prstGeom>
                    </p:spPr>
                  </p:pic>
                </p:oleObj>
              </mc:Fallback>
            </mc:AlternateContent>
          </a:graphicData>
        </a:graphic>
      </p:graphicFrame>
      <p:sp>
        <p:nvSpPr>
          <p:cNvPr id="15" name="Rectangle 2"/>
          <p:cNvSpPr>
            <a:spLocks noChangeArrowheads="1"/>
          </p:cNvSpPr>
          <p:nvPr/>
        </p:nvSpPr>
        <p:spPr bwMode="auto">
          <a:xfrm>
            <a:off x="208105" y="3815346"/>
            <a:ext cx="1327727"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2800" b="1" dirty="0">
                <a:solidFill>
                  <a:srgbClr val="FFFFFF"/>
                </a:solidFill>
                <a:latin typeface="Book Antiqua" panose="02040602050305030304" pitchFamily="18" charset="0"/>
              </a:rPr>
              <a:t>奇数</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a:t>
            </a:r>
          </a:p>
        </p:txBody>
      </p:sp>
      <p:graphicFrame>
        <p:nvGraphicFramePr>
          <p:cNvPr id="17" name="对象 16"/>
          <p:cNvGraphicFramePr>
            <a:graphicFrameLocks noChangeAspect="1"/>
          </p:cNvGraphicFramePr>
          <p:nvPr>
            <p:extLst>
              <p:ext uri="{D42A27DB-BD31-4B8C-83A1-F6EECF244321}">
                <p14:modId xmlns:p14="http://schemas.microsoft.com/office/powerpoint/2010/main" val="1968105247"/>
              </p:ext>
            </p:extLst>
          </p:nvPr>
        </p:nvGraphicFramePr>
        <p:xfrm>
          <a:off x="292968" y="8873090"/>
          <a:ext cx="4213225" cy="927100"/>
        </p:xfrm>
        <a:graphic>
          <a:graphicData uri="http://schemas.openxmlformats.org/presentationml/2006/ole">
            <mc:AlternateContent xmlns:mc="http://schemas.openxmlformats.org/markup-compatibility/2006">
              <mc:Choice xmlns:v="urn:schemas-microsoft-com:vml" Requires="v">
                <p:oleObj spid="_x0000_s247235" name="Equation" r:id="rId17" imgW="1904760" imgH="419040" progId="Equation.DSMT4">
                  <p:embed/>
                </p:oleObj>
              </mc:Choice>
              <mc:Fallback>
                <p:oleObj name="Equation" r:id="rId17" imgW="1904760" imgH="419040" progId="Equation.DSMT4">
                  <p:embed/>
                  <p:pic>
                    <p:nvPicPr>
                      <p:cNvPr id="9" name="对象 8"/>
                      <p:cNvPicPr/>
                      <p:nvPr/>
                    </p:nvPicPr>
                    <p:blipFill>
                      <a:blip r:embed="rId18"/>
                      <a:stretch>
                        <a:fillRect/>
                      </a:stretch>
                    </p:blipFill>
                    <p:spPr>
                      <a:xfrm>
                        <a:off x="292968" y="8873090"/>
                        <a:ext cx="4213225" cy="927100"/>
                      </a:xfrm>
                      <a:prstGeom prst="rect">
                        <a:avLst/>
                      </a:prstGeom>
                    </p:spPr>
                  </p:pic>
                </p:oleObj>
              </mc:Fallback>
            </mc:AlternateContent>
          </a:graphicData>
        </a:graphic>
      </p:graphicFrame>
      <p:sp>
        <p:nvSpPr>
          <p:cNvPr id="18" name="Rectangle 2"/>
          <p:cNvSpPr>
            <a:spLocks noChangeArrowheads="1"/>
          </p:cNvSpPr>
          <p:nvPr/>
        </p:nvSpPr>
        <p:spPr bwMode="auto">
          <a:xfrm>
            <a:off x="226756" y="4806447"/>
            <a:ext cx="641980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实轴上的奇点 </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-1</a:t>
            </a:r>
            <a:r>
              <a:rPr lang="zh-CN" altLang="en-US" sz="2800" b="1" dirty="0">
                <a:solidFill>
                  <a:srgbClr val="FFFFFF"/>
                </a:solidFill>
                <a:latin typeface="Book Antiqua" panose="02040602050305030304" pitchFamily="18" charset="0"/>
              </a:rPr>
              <a:t>（</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k=m</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a:t>
            </a:r>
          </a:p>
        </p:txBody>
      </p:sp>
      <p:graphicFrame>
        <p:nvGraphicFramePr>
          <p:cNvPr id="19" name="Object 9"/>
          <p:cNvGraphicFramePr>
            <a:graphicFrameLocks noChangeAspect="1"/>
          </p:cNvGraphicFramePr>
          <p:nvPr>
            <p:extLst>
              <p:ext uri="{D42A27DB-BD31-4B8C-83A1-F6EECF244321}">
                <p14:modId xmlns:p14="http://schemas.microsoft.com/office/powerpoint/2010/main" val="583943848"/>
              </p:ext>
            </p:extLst>
          </p:nvPr>
        </p:nvGraphicFramePr>
        <p:xfrm>
          <a:off x="1688821" y="5423892"/>
          <a:ext cx="2354263" cy="1076325"/>
        </p:xfrm>
        <a:graphic>
          <a:graphicData uri="http://schemas.openxmlformats.org/presentationml/2006/ole">
            <mc:AlternateContent xmlns:mc="http://schemas.openxmlformats.org/markup-compatibility/2006">
              <mc:Choice xmlns:v="urn:schemas-microsoft-com:vml" Requires="v">
                <p:oleObj spid="_x0000_s247236" name="Equation" r:id="rId19" imgW="888840" imgH="393480" progId="Equation.DSMT4">
                  <p:embed/>
                </p:oleObj>
              </mc:Choice>
              <mc:Fallback>
                <p:oleObj name="Equation" r:id="rId19" imgW="888840" imgH="393480" progId="Equation.DSMT4">
                  <p:embed/>
                  <p:pic>
                    <p:nvPicPr>
                      <p:cNvPr id="8" name="Object 9"/>
                      <p:cNvPicPr>
                        <a:picLocks noChangeAspect="1" noChangeArrowheads="1"/>
                      </p:cNvPicPr>
                      <p:nvPr/>
                    </p:nvPicPr>
                    <p:blipFill>
                      <a:blip r:embed="rId20"/>
                      <a:srcRect/>
                      <a:stretch>
                        <a:fillRect/>
                      </a:stretch>
                    </p:blipFill>
                    <p:spPr bwMode="auto">
                      <a:xfrm>
                        <a:off x="1688821" y="5423892"/>
                        <a:ext cx="2354263" cy="1076325"/>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3116731460"/>
      </p:ext>
    </p:extLst>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0" y="322263"/>
            <a:ext cx="320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例：计算积分</a:t>
            </a:r>
          </a:p>
        </p:txBody>
      </p:sp>
      <p:graphicFrame>
        <p:nvGraphicFramePr>
          <p:cNvPr id="3" name="Object 9"/>
          <p:cNvGraphicFramePr>
            <a:graphicFrameLocks noChangeAspect="1"/>
          </p:cNvGraphicFramePr>
          <p:nvPr>
            <p:extLst>
              <p:ext uri="{D42A27DB-BD31-4B8C-83A1-F6EECF244321}">
                <p14:modId xmlns:p14="http://schemas.microsoft.com/office/powerpoint/2010/main" val="2592196548"/>
              </p:ext>
            </p:extLst>
          </p:nvPr>
        </p:nvGraphicFramePr>
        <p:xfrm>
          <a:off x="2411760" y="14287"/>
          <a:ext cx="3297237" cy="1135063"/>
        </p:xfrm>
        <a:graphic>
          <a:graphicData uri="http://schemas.openxmlformats.org/presentationml/2006/ole">
            <mc:AlternateContent xmlns:mc="http://schemas.openxmlformats.org/markup-compatibility/2006">
              <mc:Choice xmlns:v="urn:schemas-microsoft-com:vml" Requires="v">
                <p:oleObj spid="_x0000_s258079" name="Equation" r:id="rId3" imgW="1180800" imgH="393480" progId="Equation.DSMT4">
                  <p:embed/>
                </p:oleObj>
              </mc:Choice>
              <mc:Fallback>
                <p:oleObj name="Equation" r:id="rId3" imgW="1180800" imgH="393480" progId="Equation.DSMT4">
                  <p:embed/>
                  <p:pic>
                    <p:nvPicPr>
                      <p:cNvPr id="3" name="Object 9"/>
                      <p:cNvPicPr>
                        <a:picLocks noChangeAspect="1" noChangeArrowheads="1"/>
                      </p:cNvPicPr>
                      <p:nvPr/>
                    </p:nvPicPr>
                    <p:blipFill>
                      <a:blip r:embed="rId4"/>
                      <a:srcRect/>
                      <a:stretch>
                        <a:fillRect/>
                      </a:stretch>
                    </p:blipFill>
                    <p:spPr bwMode="auto">
                      <a:xfrm>
                        <a:off x="2411760" y="14287"/>
                        <a:ext cx="3297237" cy="1135063"/>
                      </a:xfrm>
                      <a:prstGeom prst="rect">
                        <a:avLst/>
                      </a:prstGeom>
                      <a:noFill/>
                      <a:ln>
                        <a:noFill/>
                      </a:ln>
                      <a:effectLst/>
                      <a:extLst/>
                    </p:spPr>
                  </p:pic>
                </p:oleObj>
              </mc:Fallback>
            </mc:AlternateContent>
          </a:graphicData>
        </a:graphic>
      </p:graphicFrame>
      <p:sp>
        <p:nvSpPr>
          <p:cNvPr id="4" name="Rectangle 2"/>
          <p:cNvSpPr>
            <a:spLocks noChangeArrowheads="1"/>
          </p:cNvSpPr>
          <p:nvPr/>
        </p:nvSpPr>
        <p:spPr bwMode="auto">
          <a:xfrm>
            <a:off x="5814489" y="286053"/>
            <a:ext cx="244827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且为奇数</a:t>
            </a:r>
          </a:p>
        </p:txBody>
      </p:sp>
    </p:spTree>
    <p:extLst>
      <p:ext uri="{BB962C8B-B14F-4D97-AF65-F5344CB8AC3E}">
        <p14:creationId xmlns:p14="http://schemas.microsoft.com/office/powerpoint/2010/main" val="1336850791"/>
      </p:ext>
    </p:extLst>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9"/>
          <p:cNvGraphicFramePr>
            <a:graphicFrameLocks noChangeAspect="1"/>
          </p:cNvGraphicFramePr>
          <p:nvPr>
            <p:extLst>
              <p:ext uri="{D42A27DB-BD31-4B8C-83A1-F6EECF244321}">
                <p14:modId xmlns:p14="http://schemas.microsoft.com/office/powerpoint/2010/main" val="2504230191"/>
              </p:ext>
            </p:extLst>
          </p:nvPr>
        </p:nvGraphicFramePr>
        <p:xfrm>
          <a:off x="323528" y="692696"/>
          <a:ext cx="7132637" cy="3282950"/>
        </p:xfrm>
        <a:graphic>
          <a:graphicData uri="http://schemas.openxmlformats.org/presentationml/2006/ole">
            <mc:AlternateContent xmlns:mc="http://schemas.openxmlformats.org/markup-compatibility/2006">
              <mc:Choice xmlns:v="urn:schemas-microsoft-com:vml" Requires="v">
                <p:oleObj spid="_x0000_s158020" name="Equation" r:id="rId3" imgW="3047760" imgH="1358640" progId="Equation.DSMT4">
                  <p:embed/>
                </p:oleObj>
              </mc:Choice>
              <mc:Fallback>
                <p:oleObj name="Equation" r:id="rId3" imgW="3047760" imgH="1358640" progId="Equation.DSMT4">
                  <p:embed/>
                  <p:pic>
                    <p:nvPicPr>
                      <p:cNvPr id="16" name="Object 9"/>
                      <p:cNvPicPr>
                        <a:picLocks noChangeAspect="1" noChangeArrowheads="1"/>
                      </p:cNvPicPr>
                      <p:nvPr/>
                    </p:nvPicPr>
                    <p:blipFill>
                      <a:blip r:embed="rId4"/>
                      <a:srcRect/>
                      <a:stretch>
                        <a:fillRect/>
                      </a:stretch>
                    </p:blipFill>
                    <p:spPr bwMode="auto">
                      <a:xfrm>
                        <a:off x="323528" y="692696"/>
                        <a:ext cx="7132637" cy="3282950"/>
                      </a:xfrm>
                      <a:prstGeom prst="rect">
                        <a:avLst/>
                      </a:prstGeom>
                      <a:noFill/>
                      <a:ln>
                        <a:noFill/>
                      </a:ln>
                      <a:effectLst/>
                      <a:extLst/>
                    </p:spPr>
                  </p:pic>
                </p:oleObj>
              </mc:Fallback>
            </mc:AlternateContent>
          </a:graphicData>
        </a:graphic>
      </p:graphicFrame>
      <p:sp>
        <p:nvSpPr>
          <p:cNvPr id="3" name="Rectangle 2"/>
          <p:cNvSpPr>
            <a:spLocks noChangeArrowheads="1"/>
          </p:cNvSpPr>
          <p:nvPr/>
        </p:nvSpPr>
        <p:spPr bwMode="auto">
          <a:xfrm>
            <a:off x="184169" y="332656"/>
            <a:ext cx="286355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上半平面的奇点</a:t>
            </a:r>
          </a:p>
        </p:txBody>
      </p:sp>
      <p:sp>
        <p:nvSpPr>
          <p:cNvPr id="6" name="Rectangle 2"/>
          <p:cNvSpPr>
            <a:spLocks noChangeArrowheads="1"/>
          </p:cNvSpPr>
          <p:nvPr/>
        </p:nvSpPr>
        <p:spPr bwMode="auto">
          <a:xfrm>
            <a:off x="206229" y="4335686"/>
            <a:ext cx="641980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实轴上的奇点 </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-1</a:t>
            </a:r>
            <a:r>
              <a:rPr lang="zh-CN" altLang="en-US" sz="2800" b="1" dirty="0">
                <a:solidFill>
                  <a:srgbClr val="FFFFFF"/>
                </a:solidFill>
                <a:latin typeface="Book Antiqua" panose="02040602050305030304" pitchFamily="18" charset="0"/>
              </a:rPr>
              <a:t>（</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k=m</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a:t>
            </a:r>
          </a:p>
        </p:txBody>
      </p:sp>
      <p:graphicFrame>
        <p:nvGraphicFramePr>
          <p:cNvPr id="7" name="Object 9"/>
          <p:cNvGraphicFramePr>
            <a:graphicFrameLocks noChangeAspect="1"/>
          </p:cNvGraphicFramePr>
          <p:nvPr>
            <p:extLst>
              <p:ext uri="{D42A27DB-BD31-4B8C-83A1-F6EECF244321}">
                <p14:modId xmlns:p14="http://schemas.microsoft.com/office/powerpoint/2010/main" val="1163257904"/>
              </p:ext>
            </p:extLst>
          </p:nvPr>
        </p:nvGraphicFramePr>
        <p:xfrm>
          <a:off x="1668294" y="4953131"/>
          <a:ext cx="2354263" cy="1076325"/>
        </p:xfrm>
        <a:graphic>
          <a:graphicData uri="http://schemas.openxmlformats.org/presentationml/2006/ole">
            <mc:AlternateContent xmlns:mc="http://schemas.openxmlformats.org/markup-compatibility/2006">
              <mc:Choice xmlns:v="urn:schemas-microsoft-com:vml" Requires="v">
                <p:oleObj spid="_x0000_s158021" name="Equation" r:id="rId5" imgW="888840" imgH="393480" progId="Equation.DSMT4">
                  <p:embed/>
                </p:oleObj>
              </mc:Choice>
              <mc:Fallback>
                <p:oleObj name="Equation" r:id="rId5" imgW="888840" imgH="393480" progId="Equation.DSMT4">
                  <p:embed/>
                  <p:pic>
                    <p:nvPicPr>
                      <p:cNvPr id="19" name="Object 9"/>
                      <p:cNvPicPr>
                        <a:picLocks noChangeAspect="1" noChangeArrowheads="1"/>
                      </p:cNvPicPr>
                      <p:nvPr/>
                    </p:nvPicPr>
                    <p:blipFill>
                      <a:blip r:embed="rId6"/>
                      <a:srcRect/>
                      <a:stretch>
                        <a:fillRect/>
                      </a:stretch>
                    </p:blipFill>
                    <p:spPr bwMode="auto">
                      <a:xfrm>
                        <a:off x="1668294" y="4953131"/>
                        <a:ext cx="2354263" cy="1076325"/>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3622235987"/>
      </p:ext>
    </p:extLst>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9"/>
          <p:cNvGraphicFramePr>
            <a:graphicFrameLocks noChangeAspect="1"/>
          </p:cNvGraphicFramePr>
          <p:nvPr>
            <p:extLst>
              <p:ext uri="{D42A27DB-BD31-4B8C-83A1-F6EECF244321}">
                <p14:modId xmlns:p14="http://schemas.microsoft.com/office/powerpoint/2010/main" val="2952794067"/>
              </p:ext>
            </p:extLst>
          </p:nvPr>
        </p:nvGraphicFramePr>
        <p:xfrm>
          <a:off x="323528" y="260648"/>
          <a:ext cx="8136904" cy="6237441"/>
        </p:xfrm>
        <a:graphic>
          <a:graphicData uri="http://schemas.openxmlformats.org/presentationml/2006/ole">
            <mc:AlternateContent xmlns:mc="http://schemas.openxmlformats.org/markup-compatibility/2006">
              <mc:Choice xmlns:v="urn:schemas-microsoft-com:vml" Requires="v">
                <p:oleObj spid="_x0000_s158881" name="Equation" r:id="rId3" imgW="3441600" imgH="2552400" progId="Equation.DSMT4">
                  <p:embed/>
                </p:oleObj>
              </mc:Choice>
              <mc:Fallback>
                <p:oleObj name="Equation" r:id="rId3" imgW="3441600" imgH="2552400" progId="Equation.DSMT4">
                  <p:embed/>
                  <p:pic>
                    <p:nvPicPr>
                      <p:cNvPr id="4" name="Object 9"/>
                      <p:cNvPicPr>
                        <a:picLocks noChangeAspect="1" noChangeArrowheads="1"/>
                      </p:cNvPicPr>
                      <p:nvPr/>
                    </p:nvPicPr>
                    <p:blipFill>
                      <a:blip r:embed="rId4"/>
                      <a:srcRect/>
                      <a:stretch>
                        <a:fillRect/>
                      </a:stretch>
                    </p:blipFill>
                    <p:spPr bwMode="auto">
                      <a:xfrm>
                        <a:off x="323528" y="260648"/>
                        <a:ext cx="8136904" cy="6237441"/>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953835260"/>
      </p:ext>
    </p:extLst>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0" y="322263"/>
            <a:ext cx="320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例：计算积分</a:t>
            </a:r>
          </a:p>
        </p:txBody>
      </p:sp>
      <p:graphicFrame>
        <p:nvGraphicFramePr>
          <p:cNvPr id="3" name="Object 9"/>
          <p:cNvGraphicFramePr>
            <a:graphicFrameLocks noChangeAspect="1"/>
          </p:cNvGraphicFramePr>
          <p:nvPr>
            <p:extLst>
              <p:ext uri="{D42A27DB-BD31-4B8C-83A1-F6EECF244321}">
                <p14:modId xmlns:p14="http://schemas.microsoft.com/office/powerpoint/2010/main" val="1790110047"/>
              </p:ext>
            </p:extLst>
          </p:nvPr>
        </p:nvGraphicFramePr>
        <p:xfrm>
          <a:off x="2411413" y="14288"/>
          <a:ext cx="3298825" cy="1135062"/>
        </p:xfrm>
        <a:graphic>
          <a:graphicData uri="http://schemas.openxmlformats.org/presentationml/2006/ole">
            <mc:AlternateContent xmlns:mc="http://schemas.openxmlformats.org/markup-compatibility/2006">
              <mc:Choice xmlns:v="urn:schemas-microsoft-com:vml" Requires="v">
                <p:oleObj spid="_x0000_s248231" name="Equation" r:id="rId3" imgW="1180800" imgH="393480" progId="Equation.DSMT4">
                  <p:embed/>
                </p:oleObj>
              </mc:Choice>
              <mc:Fallback>
                <p:oleObj name="Equation" r:id="rId3" imgW="1180800" imgH="393480" progId="Equation.DSMT4">
                  <p:embed/>
                  <p:pic>
                    <p:nvPicPr>
                      <p:cNvPr id="3" name="Object 9"/>
                      <p:cNvPicPr>
                        <a:picLocks noChangeAspect="1" noChangeArrowheads="1"/>
                      </p:cNvPicPr>
                      <p:nvPr/>
                    </p:nvPicPr>
                    <p:blipFill>
                      <a:blip r:embed="rId4"/>
                      <a:srcRect/>
                      <a:stretch>
                        <a:fillRect/>
                      </a:stretch>
                    </p:blipFill>
                    <p:spPr bwMode="auto">
                      <a:xfrm>
                        <a:off x="2411413" y="14288"/>
                        <a:ext cx="3298825" cy="1135062"/>
                      </a:xfrm>
                      <a:prstGeom prst="rect">
                        <a:avLst/>
                      </a:prstGeom>
                      <a:noFill/>
                      <a:ln>
                        <a:noFill/>
                      </a:ln>
                      <a:effectLst/>
                      <a:extLst/>
                    </p:spPr>
                  </p:pic>
                </p:oleObj>
              </mc:Fallback>
            </mc:AlternateContent>
          </a:graphicData>
        </a:graphic>
      </p:graphicFrame>
      <p:graphicFrame>
        <p:nvGraphicFramePr>
          <p:cNvPr id="4" name="Object 9"/>
          <p:cNvGraphicFramePr>
            <a:graphicFrameLocks noChangeAspect="1"/>
          </p:cNvGraphicFramePr>
          <p:nvPr>
            <p:extLst>
              <p:ext uri="{D42A27DB-BD31-4B8C-83A1-F6EECF244321}">
                <p14:modId xmlns:p14="http://schemas.microsoft.com/office/powerpoint/2010/main" val="1777873919"/>
              </p:ext>
            </p:extLst>
          </p:nvPr>
        </p:nvGraphicFramePr>
        <p:xfrm>
          <a:off x="226756" y="930091"/>
          <a:ext cx="2339975" cy="1135062"/>
        </p:xfrm>
        <a:graphic>
          <a:graphicData uri="http://schemas.openxmlformats.org/presentationml/2006/ole">
            <mc:AlternateContent xmlns:mc="http://schemas.openxmlformats.org/markup-compatibility/2006">
              <mc:Choice xmlns:v="urn:schemas-microsoft-com:vml" Requires="v">
                <p:oleObj spid="_x0000_s248232" name="Equation" r:id="rId5" imgW="838080" imgH="393480" progId="Equation.DSMT4">
                  <p:embed/>
                </p:oleObj>
              </mc:Choice>
              <mc:Fallback>
                <p:oleObj name="Equation" r:id="rId5" imgW="838080" imgH="393480" progId="Equation.DSMT4">
                  <p:embed/>
                  <p:pic>
                    <p:nvPicPr>
                      <p:cNvPr id="5" name="Object 9"/>
                      <p:cNvPicPr>
                        <a:picLocks noChangeAspect="1" noChangeArrowheads="1"/>
                      </p:cNvPicPr>
                      <p:nvPr/>
                    </p:nvPicPr>
                    <p:blipFill>
                      <a:blip r:embed="rId6"/>
                      <a:srcRect/>
                      <a:stretch>
                        <a:fillRect/>
                      </a:stretch>
                    </p:blipFill>
                    <p:spPr bwMode="auto">
                      <a:xfrm>
                        <a:off x="226756" y="930091"/>
                        <a:ext cx="2339975" cy="1135062"/>
                      </a:xfrm>
                      <a:prstGeom prst="rect">
                        <a:avLst/>
                      </a:prstGeom>
                      <a:noFill/>
                      <a:ln>
                        <a:noFill/>
                      </a:ln>
                      <a:effectLst/>
                      <a:extLst/>
                    </p:spPr>
                  </p:pic>
                </p:oleObj>
              </mc:Fallback>
            </mc:AlternateContent>
          </a:graphicData>
        </a:graphic>
      </p:graphicFrame>
      <p:sp>
        <p:nvSpPr>
          <p:cNvPr id="5" name="Rectangle 2"/>
          <p:cNvSpPr>
            <a:spLocks noChangeArrowheads="1"/>
          </p:cNvSpPr>
          <p:nvPr/>
        </p:nvSpPr>
        <p:spPr bwMode="auto">
          <a:xfrm>
            <a:off x="3225453" y="1335521"/>
            <a:ext cx="244827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存在</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个奇点</a:t>
            </a:r>
          </a:p>
        </p:txBody>
      </p:sp>
      <p:graphicFrame>
        <p:nvGraphicFramePr>
          <p:cNvPr id="6" name="对象 5"/>
          <p:cNvGraphicFramePr>
            <a:graphicFrameLocks noChangeAspect="1"/>
          </p:cNvGraphicFramePr>
          <p:nvPr>
            <p:extLst>
              <p:ext uri="{D42A27DB-BD31-4B8C-83A1-F6EECF244321}">
                <p14:modId xmlns:p14="http://schemas.microsoft.com/office/powerpoint/2010/main" val="1384448279"/>
              </p:ext>
            </p:extLst>
          </p:nvPr>
        </p:nvGraphicFramePr>
        <p:xfrm>
          <a:off x="5850824" y="1197036"/>
          <a:ext cx="2051050" cy="735013"/>
        </p:xfrm>
        <a:graphic>
          <a:graphicData uri="http://schemas.openxmlformats.org/presentationml/2006/ole">
            <mc:AlternateContent xmlns:mc="http://schemas.openxmlformats.org/markup-compatibility/2006">
              <mc:Choice xmlns:v="urn:schemas-microsoft-com:vml" Requires="v">
                <p:oleObj spid="_x0000_s248233" name="Equation" r:id="rId7" imgW="672840" imgH="241200" progId="Equation.DSMT4">
                  <p:embed/>
                </p:oleObj>
              </mc:Choice>
              <mc:Fallback>
                <p:oleObj name="Equation" r:id="rId7" imgW="672840" imgH="241200" progId="Equation.DSMT4">
                  <p:embed/>
                  <p:pic>
                    <p:nvPicPr>
                      <p:cNvPr id="7" name="对象 6"/>
                      <p:cNvPicPr/>
                      <p:nvPr/>
                    </p:nvPicPr>
                    <p:blipFill>
                      <a:blip r:embed="rId8"/>
                      <a:stretch>
                        <a:fillRect/>
                      </a:stretch>
                    </p:blipFill>
                    <p:spPr>
                      <a:xfrm>
                        <a:off x="5850824" y="1197036"/>
                        <a:ext cx="2051050" cy="735013"/>
                      </a:xfrm>
                      <a:prstGeom prst="rect">
                        <a:avLst/>
                      </a:prstGeom>
                    </p:spPr>
                  </p:pic>
                </p:oleObj>
              </mc:Fallback>
            </mc:AlternateContent>
          </a:graphicData>
        </a:graphic>
      </p:graphicFrame>
      <p:graphicFrame>
        <p:nvGraphicFramePr>
          <p:cNvPr id="7" name="Object 9"/>
          <p:cNvGraphicFramePr>
            <a:graphicFrameLocks noChangeAspect="1"/>
          </p:cNvGraphicFramePr>
          <p:nvPr>
            <p:extLst>
              <p:ext uri="{D42A27DB-BD31-4B8C-83A1-F6EECF244321}">
                <p14:modId xmlns:p14="http://schemas.microsoft.com/office/powerpoint/2010/main" val="3374610217"/>
              </p:ext>
            </p:extLst>
          </p:nvPr>
        </p:nvGraphicFramePr>
        <p:xfrm>
          <a:off x="868363" y="1811338"/>
          <a:ext cx="5311775" cy="1077912"/>
        </p:xfrm>
        <a:graphic>
          <a:graphicData uri="http://schemas.openxmlformats.org/presentationml/2006/ole">
            <mc:AlternateContent xmlns:mc="http://schemas.openxmlformats.org/markup-compatibility/2006">
              <mc:Choice xmlns:v="urn:schemas-microsoft-com:vml" Requires="v">
                <p:oleObj spid="_x0000_s248234" name="Equation" r:id="rId9" imgW="2006280" imgH="393480" progId="Equation.DSMT4">
                  <p:embed/>
                </p:oleObj>
              </mc:Choice>
              <mc:Fallback>
                <p:oleObj name="Equation" r:id="rId9" imgW="2006280" imgH="393480" progId="Equation.DSMT4">
                  <p:embed/>
                  <p:pic>
                    <p:nvPicPr>
                      <p:cNvPr id="8" name="Object 9"/>
                      <p:cNvPicPr>
                        <a:picLocks noChangeAspect="1" noChangeArrowheads="1"/>
                      </p:cNvPicPr>
                      <p:nvPr/>
                    </p:nvPicPr>
                    <p:blipFill>
                      <a:blip r:embed="rId10"/>
                      <a:srcRect/>
                      <a:stretch>
                        <a:fillRect/>
                      </a:stretch>
                    </p:blipFill>
                    <p:spPr bwMode="auto">
                      <a:xfrm>
                        <a:off x="868363" y="1811338"/>
                        <a:ext cx="5311775" cy="1077912"/>
                      </a:xfrm>
                      <a:prstGeom prst="rect">
                        <a:avLst/>
                      </a:prstGeom>
                      <a:noFill/>
                      <a:ln>
                        <a:noFill/>
                      </a:ln>
                      <a:effectLst/>
                      <a:extLst/>
                    </p:spPr>
                  </p:pic>
                </p:oleObj>
              </mc:Fallback>
            </mc:AlternateContent>
          </a:graphicData>
        </a:graphic>
      </p:graphicFrame>
      <p:sp>
        <p:nvSpPr>
          <p:cNvPr id="8" name="Rectangle 2"/>
          <p:cNvSpPr>
            <a:spLocks noChangeArrowheads="1"/>
          </p:cNvSpPr>
          <p:nvPr/>
        </p:nvSpPr>
        <p:spPr bwMode="auto">
          <a:xfrm>
            <a:off x="55163" y="3139784"/>
            <a:ext cx="286355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上半平面的奇点</a:t>
            </a:r>
          </a:p>
        </p:txBody>
      </p:sp>
      <p:graphicFrame>
        <p:nvGraphicFramePr>
          <p:cNvPr id="9" name="对象 8"/>
          <p:cNvGraphicFramePr>
            <a:graphicFrameLocks noChangeAspect="1"/>
          </p:cNvGraphicFramePr>
          <p:nvPr>
            <p:extLst>
              <p:ext uri="{D42A27DB-BD31-4B8C-83A1-F6EECF244321}">
                <p14:modId xmlns:p14="http://schemas.microsoft.com/office/powerpoint/2010/main" val="69877548"/>
              </p:ext>
            </p:extLst>
          </p:nvPr>
        </p:nvGraphicFramePr>
        <p:xfrm>
          <a:off x="3644900" y="3211513"/>
          <a:ext cx="2905125" cy="541337"/>
        </p:xfrm>
        <a:graphic>
          <a:graphicData uri="http://schemas.openxmlformats.org/presentationml/2006/ole">
            <mc:AlternateContent xmlns:mc="http://schemas.openxmlformats.org/markup-compatibility/2006">
              <mc:Choice xmlns:v="urn:schemas-microsoft-com:vml" Requires="v">
                <p:oleObj spid="_x0000_s248235" name="Equation" r:id="rId11" imgW="952200" imgH="177480" progId="Equation.DSMT4">
                  <p:embed/>
                </p:oleObj>
              </mc:Choice>
              <mc:Fallback>
                <p:oleObj name="Equation" r:id="rId11" imgW="952200" imgH="177480" progId="Equation.DSMT4">
                  <p:embed/>
                  <p:pic>
                    <p:nvPicPr>
                      <p:cNvPr id="11" name="对象 10"/>
                      <p:cNvPicPr/>
                      <p:nvPr/>
                    </p:nvPicPr>
                    <p:blipFill>
                      <a:blip r:embed="rId12"/>
                      <a:stretch>
                        <a:fillRect/>
                      </a:stretch>
                    </p:blipFill>
                    <p:spPr>
                      <a:xfrm>
                        <a:off x="3644900" y="3211513"/>
                        <a:ext cx="2905125" cy="541337"/>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736748478"/>
              </p:ext>
            </p:extLst>
          </p:nvPr>
        </p:nvGraphicFramePr>
        <p:xfrm>
          <a:off x="790575" y="4265110"/>
          <a:ext cx="1431925" cy="541337"/>
        </p:xfrm>
        <a:graphic>
          <a:graphicData uri="http://schemas.openxmlformats.org/presentationml/2006/ole">
            <mc:AlternateContent xmlns:mc="http://schemas.openxmlformats.org/markup-compatibility/2006">
              <mc:Choice xmlns:v="urn:schemas-microsoft-com:vml" Requires="v">
                <p:oleObj spid="_x0000_s248236" name="Equation" r:id="rId13" imgW="469800" imgH="177480" progId="Equation.DSMT4">
                  <p:embed/>
                </p:oleObj>
              </mc:Choice>
              <mc:Fallback>
                <p:oleObj name="Equation" r:id="rId13" imgW="469800" imgH="177480" progId="Equation.DSMT4">
                  <p:embed/>
                  <p:pic>
                    <p:nvPicPr>
                      <p:cNvPr id="12" name="对象 11"/>
                      <p:cNvPicPr/>
                      <p:nvPr/>
                    </p:nvPicPr>
                    <p:blipFill>
                      <a:blip r:embed="rId14"/>
                      <a:stretch>
                        <a:fillRect/>
                      </a:stretch>
                    </p:blipFill>
                    <p:spPr>
                      <a:xfrm>
                        <a:off x="790575" y="4265110"/>
                        <a:ext cx="1431925" cy="541337"/>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682927911"/>
              </p:ext>
            </p:extLst>
          </p:nvPr>
        </p:nvGraphicFramePr>
        <p:xfrm>
          <a:off x="3487738" y="4324350"/>
          <a:ext cx="2632075" cy="617538"/>
        </p:xfrm>
        <a:graphic>
          <a:graphicData uri="http://schemas.openxmlformats.org/presentationml/2006/ole">
            <mc:AlternateContent xmlns:mc="http://schemas.openxmlformats.org/markup-compatibility/2006">
              <mc:Choice xmlns:v="urn:schemas-microsoft-com:vml" Requires="v">
                <p:oleObj spid="_x0000_s248237" name="Equation" r:id="rId15" imgW="863280" imgH="203040" progId="Equation.DSMT4">
                  <p:embed/>
                </p:oleObj>
              </mc:Choice>
              <mc:Fallback>
                <p:oleObj name="Equation" r:id="rId15" imgW="863280" imgH="203040" progId="Equation.DSMT4">
                  <p:embed/>
                  <p:pic>
                    <p:nvPicPr>
                      <p:cNvPr id="14" name="对象 13"/>
                      <p:cNvPicPr/>
                      <p:nvPr/>
                    </p:nvPicPr>
                    <p:blipFill>
                      <a:blip r:embed="rId16"/>
                      <a:stretch>
                        <a:fillRect/>
                      </a:stretch>
                    </p:blipFill>
                    <p:spPr>
                      <a:xfrm>
                        <a:off x="3487738" y="4324350"/>
                        <a:ext cx="2632075" cy="617538"/>
                      </a:xfrm>
                      <a:prstGeom prst="rect">
                        <a:avLst/>
                      </a:prstGeom>
                    </p:spPr>
                  </p:pic>
                </p:oleObj>
              </mc:Fallback>
            </mc:AlternateContent>
          </a:graphicData>
        </a:graphic>
      </p:graphicFrame>
      <p:sp>
        <p:nvSpPr>
          <p:cNvPr id="12" name="Rectangle 2"/>
          <p:cNvSpPr>
            <a:spLocks noChangeArrowheads="1"/>
          </p:cNvSpPr>
          <p:nvPr/>
        </p:nvSpPr>
        <p:spPr bwMode="auto">
          <a:xfrm>
            <a:off x="208105" y="3815346"/>
            <a:ext cx="2923735"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2800" b="1" dirty="0">
                <a:solidFill>
                  <a:srgbClr val="FFFFFF"/>
                </a:solidFill>
                <a:latin typeface="Book Antiqua" panose="02040602050305030304" pitchFamily="18" charset="0"/>
              </a:rPr>
              <a:t>奇偶讨论：偶数</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p:txBody>
      </p:sp>
      <p:sp>
        <p:nvSpPr>
          <p:cNvPr id="13" name="Rectangle 2"/>
          <p:cNvSpPr>
            <a:spLocks noChangeArrowheads="1"/>
          </p:cNvSpPr>
          <p:nvPr/>
        </p:nvSpPr>
        <p:spPr bwMode="auto">
          <a:xfrm>
            <a:off x="226756" y="4806447"/>
            <a:ext cx="641980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实轴上的奇点 </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±1</a:t>
            </a:r>
            <a:r>
              <a:rPr lang="zh-CN" altLang="en-US" sz="2800" b="1" dirty="0">
                <a:solidFill>
                  <a:srgbClr val="FFFFFF"/>
                </a:solidFill>
                <a:latin typeface="Book Antiqua" panose="02040602050305030304" pitchFamily="18" charset="0"/>
              </a:rPr>
              <a:t>（</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k=0</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m</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a:t>
            </a:r>
          </a:p>
        </p:txBody>
      </p:sp>
      <p:graphicFrame>
        <p:nvGraphicFramePr>
          <p:cNvPr id="14" name="Object 9"/>
          <p:cNvGraphicFramePr>
            <a:graphicFrameLocks noChangeAspect="1"/>
          </p:cNvGraphicFramePr>
          <p:nvPr>
            <p:extLst>
              <p:ext uri="{D42A27DB-BD31-4B8C-83A1-F6EECF244321}">
                <p14:modId xmlns:p14="http://schemas.microsoft.com/office/powerpoint/2010/main" val="1921611643"/>
              </p:ext>
            </p:extLst>
          </p:nvPr>
        </p:nvGraphicFramePr>
        <p:xfrm>
          <a:off x="4195762" y="5452560"/>
          <a:ext cx="2354263" cy="1076325"/>
        </p:xfrm>
        <a:graphic>
          <a:graphicData uri="http://schemas.openxmlformats.org/presentationml/2006/ole">
            <mc:AlternateContent xmlns:mc="http://schemas.openxmlformats.org/markup-compatibility/2006">
              <mc:Choice xmlns:v="urn:schemas-microsoft-com:vml" Requires="v">
                <p:oleObj spid="_x0000_s248238" name="Equation" r:id="rId17" imgW="888840" imgH="393480" progId="Equation.DSMT4">
                  <p:embed/>
                </p:oleObj>
              </mc:Choice>
              <mc:Fallback>
                <p:oleObj name="Equation" r:id="rId17" imgW="888840" imgH="393480" progId="Equation.DSMT4">
                  <p:embed/>
                  <p:pic>
                    <p:nvPicPr>
                      <p:cNvPr id="19" name="Object 9"/>
                      <p:cNvPicPr>
                        <a:picLocks noChangeAspect="1" noChangeArrowheads="1"/>
                      </p:cNvPicPr>
                      <p:nvPr/>
                    </p:nvPicPr>
                    <p:blipFill>
                      <a:blip r:embed="rId18"/>
                      <a:srcRect/>
                      <a:stretch>
                        <a:fillRect/>
                      </a:stretch>
                    </p:blipFill>
                    <p:spPr bwMode="auto">
                      <a:xfrm>
                        <a:off x="4195762" y="5452560"/>
                        <a:ext cx="2354263" cy="1076325"/>
                      </a:xfrm>
                      <a:prstGeom prst="rect">
                        <a:avLst/>
                      </a:prstGeom>
                      <a:noFill/>
                      <a:ln>
                        <a:noFill/>
                      </a:ln>
                      <a:effectLst/>
                      <a:extLst/>
                    </p:spPr>
                  </p:pic>
                </p:oleObj>
              </mc:Fallback>
            </mc:AlternateContent>
          </a:graphicData>
        </a:graphic>
      </p:graphicFrame>
      <p:graphicFrame>
        <p:nvGraphicFramePr>
          <p:cNvPr id="15" name="Object 9"/>
          <p:cNvGraphicFramePr>
            <a:graphicFrameLocks noChangeAspect="1"/>
          </p:cNvGraphicFramePr>
          <p:nvPr>
            <p:extLst>
              <p:ext uri="{D42A27DB-BD31-4B8C-83A1-F6EECF244321}">
                <p14:modId xmlns:p14="http://schemas.microsoft.com/office/powerpoint/2010/main" val="2303747041"/>
              </p:ext>
            </p:extLst>
          </p:nvPr>
        </p:nvGraphicFramePr>
        <p:xfrm>
          <a:off x="1032604" y="5555685"/>
          <a:ext cx="2354263" cy="1076325"/>
        </p:xfrm>
        <a:graphic>
          <a:graphicData uri="http://schemas.openxmlformats.org/presentationml/2006/ole">
            <mc:AlternateContent xmlns:mc="http://schemas.openxmlformats.org/markup-compatibility/2006">
              <mc:Choice xmlns:v="urn:schemas-microsoft-com:vml" Requires="v">
                <p:oleObj spid="_x0000_s248239" name="Equation" r:id="rId19" imgW="888840" imgH="393480" progId="Equation.DSMT4">
                  <p:embed/>
                </p:oleObj>
              </mc:Choice>
              <mc:Fallback>
                <p:oleObj name="Equation" r:id="rId19" imgW="888840" imgH="393480" progId="Equation.DSMT4">
                  <p:embed/>
                  <p:pic>
                    <p:nvPicPr>
                      <p:cNvPr id="14" name="Object 9"/>
                      <p:cNvPicPr>
                        <a:picLocks noChangeAspect="1" noChangeArrowheads="1"/>
                      </p:cNvPicPr>
                      <p:nvPr/>
                    </p:nvPicPr>
                    <p:blipFill>
                      <a:blip r:embed="rId20"/>
                      <a:srcRect/>
                      <a:stretch>
                        <a:fillRect/>
                      </a:stretch>
                    </p:blipFill>
                    <p:spPr bwMode="auto">
                      <a:xfrm>
                        <a:off x="1032604" y="5555685"/>
                        <a:ext cx="2354263" cy="1076325"/>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4202746304"/>
      </p:ext>
    </p:extLst>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0" y="322263"/>
            <a:ext cx="320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例：计算积分</a:t>
            </a:r>
          </a:p>
        </p:txBody>
      </p:sp>
      <p:graphicFrame>
        <p:nvGraphicFramePr>
          <p:cNvPr id="3" name="Object 9"/>
          <p:cNvGraphicFramePr>
            <a:graphicFrameLocks noChangeAspect="1"/>
          </p:cNvGraphicFramePr>
          <p:nvPr>
            <p:extLst>
              <p:ext uri="{D42A27DB-BD31-4B8C-83A1-F6EECF244321}">
                <p14:modId xmlns:p14="http://schemas.microsoft.com/office/powerpoint/2010/main" val="3832778265"/>
              </p:ext>
            </p:extLst>
          </p:nvPr>
        </p:nvGraphicFramePr>
        <p:xfrm>
          <a:off x="2411413" y="14288"/>
          <a:ext cx="3298825" cy="1135062"/>
        </p:xfrm>
        <a:graphic>
          <a:graphicData uri="http://schemas.openxmlformats.org/presentationml/2006/ole">
            <mc:AlternateContent xmlns:mc="http://schemas.openxmlformats.org/markup-compatibility/2006">
              <mc:Choice xmlns:v="urn:schemas-microsoft-com:vml" Requires="v">
                <p:oleObj spid="_x0000_s259103" name="Equation" r:id="rId3" imgW="1180800" imgH="393480" progId="Equation.DSMT4">
                  <p:embed/>
                </p:oleObj>
              </mc:Choice>
              <mc:Fallback>
                <p:oleObj name="Equation" r:id="rId3" imgW="1180800" imgH="393480" progId="Equation.DSMT4">
                  <p:embed/>
                  <p:pic>
                    <p:nvPicPr>
                      <p:cNvPr id="3" name="Object 9"/>
                      <p:cNvPicPr>
                        <a:picLocks noChangeAspect="1" noChangeArrowheads="1"/>
                      </p:cNvPicPr>
                      <p:nvPr/>
                    </p:nvPicPr>
                    <p:blipFill>
                      <a:blip r:embed="rId4"/>
                      <a:srcRect/>
                      <a:stretch>
                        <a:fillRect/>
                      </a:stretch>
                    </p:blipFill>
                    <p:spPr bwMode="auto">
                      <a:xfrm>
                        <a:off x="2411413" y="14288"/>
                        <a:ext cx="3298825" cy="1135062"/>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2677874427"/>
      </p:ext>
    </p:extLst>
  </p:cSld>
  <p:clrMapOvr>
    <a:masterClrMapping/>
  </p:clrMapOvr>
  <p:transition>
    <p:rand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9"/>
          <p:cNvGraphicFramePr>
            <a:graphicFrameLocks noChangeAspect="1"/>
          </p:cNvGraphicFramePr>
          <p:nvPr>
            <p:extLst>
              <p:ext uri="{D42A27DB-BD31-4B8C-83A1-F6EECF244321}">
                <p14:modId xmlns:p14="http://schemas.microsoft.com/office/powerpoint/2010/main" val="3374016165"/>
              </p:ext>
            </p:extLst>
          </p:nvPr>
        </p:nvGraphicFramePr>
        <p:xfrm>
          <a:off x="755650" y="444500"/>
          <a:ext cx="6329363" cy="4356100"/>
        </p:xfrm>
        <a:graphic>
          <a:graphicData uri="http://schemas.openxmlformats.org/presentationml/2006/ole">
            <mc:AlternateContent xmlns:mc="http://schemas.openxmlformats.org/markup-compatibility/2006">
              <mc:Choice xmlns:v="urn:schemas-microsoft-com:vml" Requires="v">
                <p:oleObj spid="_x0000_s163476" name="Equation" r:id="rId3" imgW="2705040" imgH="1803240" progId="Equation.DSMT4">
                  <p:embed/>
                </p:oleObj>
              </mc:Choice>
              <mc:Fallback>
                <p:oleObj name="Equation" r:id="rId3" imgW="2705040" imgH="1803240" progId="Equation.DSMT4">
                  <p:embed/>
                  <p:pic>
                    <p:nvPicPr>
                      <p:cNvPr id="2" name="Object 9"/>
                      <p:cNvPicPr>
                        <a:picLocks noChangeAspect="1" noChangeArrowheads="1"/>
                      </p:cNvPicPr>
                      <p:nvPr/>
                    </p:nvPicPr>
                    <p:blipFill>
                      <a:blip r:embed="rId4"/>
                      <a:srcRect/>
                      <a:stretch>
                        <a:fillRect/>
                      </a:stretch>
                    </p:blipFill>
                    <p:spPr bwMode="auto">
                      <a:xfrm>
                        <a:off x="755650" y="444500"/>
                        <a:ext cx="6329363" cy="4356100"/>
                      </a:xfrm>
                      <a:prstGeom prst="rect">
                        <a:avLst/>
                      </a:prstGeom>
                      <a:noFill/>
                      <a:ln>
                        <a:noFill/>
                      </a:ln>
                      <a:effectLst/>
                      <a:extLst/>
                    </p:spPr>
                  </p:pic>
                </p:oleObj>
              </mc:Fallback>
            </mc:AlternateContent>
          </a:graphicData>
        </a:graphic>
      </p:graphicFrame>
      <p:sp>
        <p:nvSpPr>
          <p:cNvPr id="3" name="Rectangle 2"/>
          <p:cNvSpPr>
            <a:spLocks noChangeArrowheads="1"/>
          </p:cNvSpPr>
          <p:nvPr/>
        </p:nvSpPr>
        <p:spPr bwMode="auto">
          <a:xfrm>
            <a:off x="184169" y="70765"/>
            <a:ext cx="286355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上半平面的奇点</a:t>
            </a:r>
          </a:p>
        </p:txBody>
      </p:sp>
      <p:sp>
        <p:nvSpPr>
          <p:cNvPr id="6" name="Rectangle 2"/>
          <p:cNvSpPr>
            <a:spLocks noChangeArrowheads="1"/>
          </p:cNvSpPr>
          <p:nvPr/>
        </p:nvSpPr>
        <p:spPr bwMode="auto">
          <a:xfrm>
            <a:off x="184169" y="5000680"/>
            <a:ext cx="641980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实轴上的奇点 </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-1</a:t>
            </a:r>
            <a:r>
              <a:rPr lang="zh-CN" altLang="en-US" sz="2800" b="1" dirty="0">
                <a:solidFill>
                  <a:srgbClr val="FFFFFF"/>
                </a:solidFill>
                <a:latin typeface="Book Antiqua" panose="02040602050305030304" pitchFamily="18" charset="0"/>
              </a:rPr>
              <a:t>（</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k=m</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a:t>
            </a:r>
          </a:p>
        </p:txBody>
      </p:sp>
      <p:graphicFrame>
        <p:nvGraphicFramePr>
          <p:cNvPr id="9" name="Object 9"/>
          <p:cNvGraphicFramePr>
            <a:graphicFrameLocks noChangeAspect="1"/>
          </p:cNvGraphicFramePr>
          <p:nvPr>
            <p:extLst>
              <p:ext uri="{D42A27DB-BD31-4B8C-83A1-F6EECF244321}">
                <p14:modId xmlns:p14="http://schemas.microsoft.com/office/powerpoint/2010/main" val="2636615978"/>
              </p:ext>
            </p:extLst>
          </p:nvPr>
        </p:nvGraphicFramePr>
        <p:xfrm>
          <a:off x="395536" y="5949280"/>
          <a:ext cx="3935412" cy="555625"/>
        </p:xfrm>
        <a:graphic>
          <a:graphicData uri="http://schemas.openxmlformats.org/presentationml/2006/ole">
            <mc:AlternateContent xmlns:mc="http://schemas.openxmlformats.org/markup-compatibility/2006">
              <mc:Choice xmlns:v="urn:schemas-microsoft-com:vml" Requires="v">
                <p:oleObj spid="_x0000_s163477" name="Equation" r:id="rId5" imgW="1485720" imgH="203040" progId="Equation.DSMT4">
                  <p:embed/>
                </p:oleObj>
              </mc:Choice>
              <mc:Fallback>
                <p:oleObj name="Equation" r:id="rId5" imgW="1485720" imgH="203040" progId="Equation.DSMT4">
                  <p:embed/>
                  <p:pic>
                    <p:nvPicPr>
                      <p:cNvPr id="15" name="Object 9"/>
                      <p:cNvPicPr>
                        <a:picLocks noChangeAspect="1" noChangeArrowheads="1"/>
                      </p:cNvPicPr>
                      <p:nvPr/>
                    </p:nvPicPr>
                    <p:blipFill>
                      <a:blip r:embed="rId6"/>
                      <a:srcRect/>
                      <a:stretch>
                        <a:fillRect/>
                      </a:stretch>
                    </p:blipFill>
                    <p:spPr bwMode="auto">
                      <a:xfrm>
                        <a:off x="395536" y="5949280"/>
                        <a:ext cx="3935412" cy="555625"/>
                      </a:xfrm>
                      <a:prstGeom prst="rect">
                        <a:avLst/>
                      </a:prstGeom>
                      <a:noFill/>
                      <a:ln>
                        <a:noFill/>
                      </a:ln>
                      <a:effectLst/>
                      <a:extLst/>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357575112"/>
              </p:ext>
            </p:extLst>
          </p:nvPr>
        </p:nvGraphicFramePr>
        <p:xfrm>
          <a:off x="6735438" y="4800583"/>
          <a:ext cx="2354263" cy="1076325"/>
        </p:xfrm>
        <a:graphic>
          <a:graphicData uri="http://schemas.openxmlformats.org/presentationml/2006/ole">
            <mc:AlternateContent xmlns:mc="http://schemas.openxmlformats.org/markup-compatibility/2006">
              <mc:Choice xmlns:v="urn:schemas-microsoft-com:vml" Requires="v">
                <p:oleObj spid="_x0000_s163478" name="Equation" r:id="rId7" imgW="888840" imgH="393480" progId="Equation.DSMT4">
                  <p:embed/>
                </p:oleObj>
              </mc:Choice>
              <mc:Fallback>
                <p:oleObj name="Equation" r:id="rId7" imgW="888840" imgH="393480" progId="Equation.DSMT4">
                  <p:embed/>
                  <p:pic>
                    <p:nvPicPr>
                      <p:cNvPr id="14" name="Object 9"/>
                      <p:cNvPicPr>
                        <a:picLocks noChangeAspect="1" noChangeArrowheads="1"/>
                      </p:cNvPicPr>
                      <p:nvPr/>
                    </p:nvPicPr>
                    <p:blipFill>
                      <a:blip r:embed="rId8"/>
                      <a:srcRect/>
                      <a:stretch>
                        <a:fillRect/>
                      </a:stretch>
                    </p:blipFill>
                    <p:spPr bwMode="auto">
                      <a:xfrm>
                        <a:off x="6735438" y="4800583"/>
                        <a:ext cx="2354263" cy="1076325"/>
                      </a:xfrm>
                      <a:prstGeom prst="rect">
                        <a:avLst/>
                      </a:prstGeom>
                      <a:noFill/>
                      <a:ln>
                        <a:noFill/>
                      </a:ln>
                      <a:effectLst/>
                      <a:extLst/>
                    </p:spPr>
                  </p:pic>
                </p:oleObj>
              </mc:Fallback>
            </mc:AlternateContent>
          </a:graphicData>
        </a:graphic>
      </p:graphicFrame>
      <p:graphicFrame>
        <p:nvGraphicFramePr>
          <p:cNvPr id="11" name="Object 9"/>
          <p:cNvGraphicFramePr>
            <a:graphicFrameLocks noChangeAspect="1"/>
          </p:cNvGraphicFramePr>
          <p:nvPr>
            <p:extLst>
              <p:ext uri="{D42A27DB-BD31-4B8C-83A1-F6EECF244321}">
                <p14:modId xmlns:p14="http://schemas.microsoft.com/office/powerpoint/2010/main" val="2430401324"/>
              </p:ext>
            </p:extLst>
          </p:nvPr>
        </p:nvGraphicFramePr>
        <p:xfrm>
          <a:off x="4345655" y="4761521"/>
          <a:ext cx="2354263" cy="1076325"/>
        </p:xfrm>
        <a:graphic>
          <a:graphicData uri="http://schemas.openxmlformats.org/presentationml/2006/ole">
            <mc:AlternateContent xmlns:mc="http://schemas.openxmlformats.org/markup-compatibility/2006">
              <mc:Choice xmlns:v="urn:schemas-microsoft-com:vml" Requires="v">
                <p:oleObj spid="_x0000_s163479" name="Equation" r:id="rId9" imgW="888840" imgH="393480" progId="Equation.DSMT4">
                  <p:embed/>
                </p:oleObj>
              </mc:Choice>
              <mc:Fallback>
                <p:oleObj name="Equation" r:id="rId9" imgW="888840" imgH="393480" progId="Equation.DSMT4">
                  <p:embed/>
                  <p:pic>
                    <p:nvPicPr>
                      <p:cNvPr id="15" name="Object 9"/>
                      <p:cNvPicPr>
                        <a:picLocks noChangeAspect="1" noChangeArrowheads="1"/>
                      </p:cNvPicPr>
                      <p:nvPr/>
                    </p:nvPicPr>
                    <p:blipFill>
                      <a:blip r:embed="rId10"/>
                      <a:srcRect/>
                      <a:stretch>
                        <a:fillRect/>
                      </a:stretch>
                    </p:blipFill>
                    <p:spPr bwMode="auto">
                      <a:xfrm>
                        <a:off x="4345655" y="4761521"/>
                        <a:ext cx="2354263" cy="1076325"/>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1735083601"/>
      </p:ext>
    </p:extLst>
  </p:cSld>
  <p:clrMapOvr>
    <a:masterClrMapping/>
  </p:clrMapOvr>
  <p:transition>
    <p:rand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9"/>
          <p:cNvGraphicFramePr>
            <a:graphicFrameLocks noChangeAspect="1"/>
          </p:cNvGraphicFramePr>
          <p:nvPr>
            <p:extLst>
              <p:ext uri="{D42A27DB-BD31-4B8C-83A1-F6EECF244321}">
                <p14:modId xmlns:p14="http://schemas.microsoft.com/office/powerpoint/2010/main" val="3177478230"/>
              </p:ext>
            </p:extLst>
          </p:nvPr>
        </p:nvGraphicFramePr>
        <p:xfrm>
          <a:off x="601663" y="688975"/>
          <a:ext cx="5534025" cy="2343150"/>
        </p:xfrm>
        <a:graphic>
          <a:graphicData uri="http://schemas.openxmlformats.org/presentationml/2006/ole">
            <mc:AlternateContent xmlns:mc="http://schemas.openxmlformats.org/markup-compatibility/2006">
              <mc:Choice xmlns:v="urn:schemas-microsoft-com:vml" Requires="v">
                <p:oleObj spid="_x0000_s164145" name="Equation" r:id="rId3" imgW="1981080" imgH="812520" progId="Equation.DSMT4">
                  <p:embed/>
                </p:oleObj>
              </mc:Choice>
              <mc:Fallback>
                <p:oleObj name="Equation" r:id="rId3" imgW="1981080" imgH="812520" progId="Equation.DSMT4">
                  <p:embed/>
                  <p:pic>
                    <p:nvPicPr>
                      <p:cNvPr id="3" name="Object 9"/>
                      <p:cNvPicPr>
                        <a:picLocks noChangeAspect="1" noChangeArrowheads="1"/>
                      </p:cNvPicPr>
                      <p:nvPr/>
                    </p:nvPicPr>
                    <p:blipFill>
                      <a:blip r:embed="rId4"/>
                      <a:srcRect/>
                      <a:stretch>
                        <a:fillRect/>
                      </a:stretch>
                    </p:blipFill>
                    <p:spPr bwMode="auto">
                      <a:xfrm>
                        <a:off x="601663" y="688975"/>
                        <a:ext cx="5534025" cy="2343150"/>
                      </a:xfrm>
                      <a:prstGeom prst="rect">
                        <a:avLst/>
                      </a:prstGeom>
                      <a:noFill/>
                      <a:ln>
                        <a:noFill/>
                      </a:ln>
                      <a:effectLst/>
                      <a:extLst/>
                    </p:spPr>
                  </p:pic>
                </p:oleObj>
              </mc:Fallback>
            </mc:AlternateContent>
          </a:graphicData>
        </a:graphic>
      </p:graphicFrame>
      <p:sp>
        <p:nvSpPr>
          <p:cNvPr id="3" name="文本框 2"/>
          <p:cNvSpPr txBox="1"/>
          <p:nvPr/>
        </p:nvSpPr>
        <p:spPr>
          <a:xfrm>
            <a:off x="4860032" y="2204864"/>
            <a:ext cx="1620957" cy="584775"/>
          </a:xfrm>
          <a:prstGeom prst="rect">
            <a:avLst/>
          </a:prstGeom>
          <a:noFill/>
        </p:spPr>
        <p:txBody>
          <a:bodyPr wrap="none" rtlCol="0">
            <a:spAutoFit/>
          </a:bodyPr>
          <a:lstStyle/>
          <a:p>
            <a:r>
              <a:rPr lang="en-US" altLang="zh-CN" dirty="0"/>
              <a:t>n</a:t>
            </a:r>
            <a:r>
              <a:rPr lang="zh-CN" altLang="en-US" dirty="0"/>
              <a:t>为偶数</a:t>
            </a:r>
          </a:p>
        </p:txBody>
      </p:sp>
      <p:graphicFrame>
        <p:nvGraphicFramePr>
          <p:cNvPr id="4" name="Object 9"/>
          <p:cNvGraphicFramePr>
            <a:graphicFrameLocks noChangeAspect="1"/>
          </p:cNvGraphicFramePr>
          <p:nvPr>
            <p:extLst>
              <p:ext uri="{D42A27DB-BD31-4B8C-83A1-F6EECF244321}">
                <p14:modId xmlns:p14="http://schemas.microsoft.com/office/powerpoint/2010/main" val="2118696664"/>
              </p:ext>
            </p:extLst>
          </p:nvPr>
        </p:nvGraphicFramePr>
        <p:xfrm>
          <a:off x="366713" y="3922713"/>
          <a:ext cx="5000625" cy="1133475"/>
        </p:xfrm>
        <a:graphic>
          <a:graphicData uri="http://schemas.openxmlformats.org/presentationml/2006/ole">
            <mc:AlternateContent xmlns:mc="http://schemas.openxmlformats.org/markup-compatibility/2006">
              <mc:Choice xmlns:v="urn:schemas-microsoft-com:vml" Requires="v">
                <p:oleObj spid="_x0000_s164146" name="Equation" r:id="rId5" imgW="1790640" imgH="393480" progId="Equation.DSMT4">
                  <p:embed/>
                </p:oleObj>
              </mc:Choice>
              <mc:Fallback>
                <p:oleObj name="Equation" r:id="rId5" imgW="1790640" imgH="393480" progId="Equation.DSMT4">
                  <p:embed/>
                  <p:pic>
                    <p:nvPicPr>
                      <p:cNvPr id="5" name="Object 9"/>
                      <p:cNvPicPr>
                        <a:picLocks noChangeAspect="1" noChangeArrowheads="1"/>
                      </p:cNvPicPr>
                      <p:nvPr/>
                    </p:nvPicPr>
                    <p:blipFill>
                      <a:blip r:embed="rId6"/>
                      <a:srcRect/>
                      <a:stretch>
                        <a:fillRect/>
                      </a:stretch>
                    </p:blipFill>
                    <p:spPr bwMode="auto">
                      <a:xfrm>
                        <a:off x="366713" y="3922713"/>
                        <a:ext cx="5000625" cy="1133475"/>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574323414"/>
      </p:ext>
    </p:extLst>
  </p:cSld>
  <p:clrMapOvr>
    <a:masterClrMapping/>
  </p:clrMapOvr>
  <p:transition>
    <p:rand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9"/>
          <p:cNvGraphicFramePr>
            <a:graphicFrameLocks noChangeAspect="1"/>
          </p:cNvGraphicFramePr>
          <p:nvPr>
            <p:extLst>
              <p:ext uri="{D42A27DB-BD31-4B8C-83A1-F6EECF244321}">
                <p14:modId xmlns:p14="http://schemas.microsoft.com/office/powerpoint/2010/main" val="2356701997"/>
              </p:ext>
            </p:extLst>
          </p:nvPr>
        </p:nvGraphicFramePr>
        <p:xfrm>
          <a:off x="1098550" y="22225"/>
          <a:ext cx="4673600" cy="1076325"/>
        </p:xfrm>
        <a:graphic>
          <a:graphicData uri="http://schemas.openxmlformats.org/presentationml/2006/ole">
            <mc:AlternateContent xmlns:mc="http://schemas.openxmlformats.org/markup-compatibility/2006">
              <mc:Choice xmlns:v="urn:schemas-microsoft-com:vml" Requires="v">
                <p:oleObj spid="_x0000_s165617" name="Equation" r:id="rId3" imgW="1765080" imgH="393480" progId="Equation.DSMT4">
                  <p:embed/>
                </p:oleObj>
              </mc:Choice>
              <mc:Fallback>
                <p:oleObj name="Equation" r:id="rId3" imgW="1765080" imgH="393480" progId="Equation.DSMT4">
                  <p:embed/>
                  <p:pic>
                    <p:nvPicPr>
                      <p:cNvPr id="7" name="Object 9"/>
                      <p:cNvPicPr>
                        <a:picLocks noChangeAspect="1" noChangeArrowheads="1"/>
                      </p:cNvPicPr>
                      <p:nvPr/>
                    </p:nvPicPr>
                    <p:blipFill>
                      <a:blip r:embed="rId4"/>
                      <a:srcRect/>
                      <a:stretch>
                        <a:fillRect/>
                      </a:stretch>
                    </p:blipFill>
                    <p:spPr bwMode="auto">
                      <a:xfrm>
                        <a:off x="1098550" y="22225"/>
                        <a:ext cx="4673600" cy="1076325"/>
                      </a:xfrm>
                      <a:prstGeom prst="rect">
                        <a:avLst/>
                      </a:prstGeom>
                      <a:noFill/>
                      <a:ln>
                        <a:noFill/>
                      </a:ln>
                      <a:effectLst/>
                      <a:extLst/>
                    </p:spPr>
                  </p:pic>
                </p:oleObj>
              </mc:Fallback>
            </mc:AlternateContent>
          </a:graphicData>
        </a:graphic>
      </p:graphicFrame>
      <p:sp>
        <p:nvSpPr>
          <p:cNvPr id="3" name="Rectangle 2"/>
          <p:cNvSpPr>
            <a:spLocks noChangeArrowheads="1"/>
          </p:cNvSpPr>
          <p:nvPr/>
        </p:nvSpPr>
        <p:spPr bwMode="auto">
          <a:xfrm>
            <a:off x="268288" y="1093963"/>
            <a:ext cx="286355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上半平面的奇点</a:t>
            </a:r>
          </a:p>
        </p:txBody>
      </p:sp>
      <p:graphicFrame>
        <p:nvGraphicFramePr>
          <p:cNvPr id="4" name="对象 3"/>
          <p:cNvGraphicFramePr>
            <a:graphicFrameLocks noChangeAspect="1"/>
          </p:cNvGraphicFramePr>
          <p:nvPr>
            <p:extLst>
              <p:ext uri="{D42A27DB-BD31-4B8C-83A1-F6EECF244321}">
                <p14:modId xmlns:p14="http://schemas.microsoft.com/office/powerpoint/2010/main" val="3191578355"/>
              </p:ext>
            </p:extLst>
          </p:nvPr>
        </p:nvGraphicFramePr>
        <p:xfrm>
          <a:off x="3795133" y="1002168"/>
          <a:ext cx="2905125" cy="541337"/>
        </p:xfrm>
        <a:graphic>
          <a:graphicData uri="http://schemas.openxmlformats.org/presentationml/2006/ole">
            <mc:AlternateContent xmlns:mc="http://schemas.openxmlformats.org/markup-compatibility/2006">
              <mc:Choice xmlns:v="urn:schemas-microsoft-com:vml" Requires="v">
                <p:oleObj spid="_x0000_s165618" name="Equation" r:id="rId5" imgW="952200" imgH="177480" progId="Equation.DSMT4">
                  <p:embed/>
                </p:oleObj>
              </mc:Choice>
              <mc:Fallback>
                <p:oleObj name="Equation" r:id="rId5" imgW="952200" imgH="177480" progId="Equation.DSMT4">
                  <p:embed/>
                  <p:pic>
                    <p:nvPicPr>
                      <p:cNvPr id="9" name="对象 8"/>
                      <p:cNvPicPr/>
                      <p:nvPr/>
                    </p:nvPicPr>
                    <p:blipFill>
                      <a:blip r:embed="rId6"/>
                      <a:stretch>
                        <a:fillRect/>
                      </a:stretch>
                    </p:blipFill>
                    <p:spPr>
                      <a:xfrm>
                        <a:off x="3795133" y="1002168"/>
                        <a:ext cx="2905125" cy="541337"/>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511660003"/>
              </p:ext>
            </p:extLst>
          </p:nvPr>
        </p:nvGraphicFramePr>
        <p:xfrm>
          <a:off x="269875" y="2436813"/>
          <a:ext cx="1973263" cy="541337"/>
        </p:xfrm>
        <a:graphic>
          <a:graphicData uri="http://schemas.openxmlformats.org/presentationml/2006/ole">
            <mc:AlternateContent xmlns:mc="http://schemas.openxmlformats.org/markup-compatibility/2006">
              <mc:Choice xmlns:v="urn:schemas-microsoft-com:vml" Requires="v">
                <p:oleObj spid="_x0000_s165619" name="Equation" r:id="rId7" imgW="647640" imgH="177480" progId="Equation.DSMT4">
                  <p:embed/>
                </p:oleObj>
              </mc:Choice>
              <mc:Fallback>
                <p:oleObj name="Equation" r:id="rId7" imgW="647640" imgH="177480" progId="Equation.DSMT4">
                  <p:embed/>
                  <p:pic>
                    <p:nvPicPr>
                      <p:cNvPr id="10" name="对象 9"/>
                      <p:cNvPicPr/>
                      <p:nvPr/>
                    </p:nvPicPr>
                    <p:blipFill>
                      <a:blip r:embed="rId8"/>
                      <a:stretch>
                        <a:fillRect/>
                      </a:stretch>
                    </p:blipFill>
                    <p:spPr>
                      <a:xfrm>
                        <a:off x="269875" y="2436813"/>
                        <a:ext cx="1973263" cy="541337"/>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4049028541"/>
              </p:ext>
            </p:extLst>
          </p:nvPr>
        </p:nvGraphicFramePr>
        <p:xfrm>
          <a:off x="3978275" y="2360613"/>
          <a:ext cx="2090738" cy="617537"/>
        </p:xfrm>
        <a:graphic>
          <a:graphicData uri="http://schemas.openxmlformats.org/presentationml/2006/ole">
            <mc:AlternateContent xmlns:mc="http://schemas.openxmlformats.org/markup-compatibility/2006">
              <mc:Choice xmlns:v="urn:schemas-microsoft-com:vml" Requires="v">
                <p:oleObj spid="_x0000_s165620" name="Equation" r:id="rId9" imgW="685800" imgH="203040" progId="Equation.DSMT4">
                  <p:embed/>
                </p:oleObj>
              </mc:Choice>
              <mc:Fallback>
                <p:oleObj name="Equation" r:id="rId9" imgW="685800" imgH="203040" progId="Equation.DSMT4">
                  <p:embed/>
                  <p:pic>
                    <p:nvPicPr>
                      <p:cNvPr id="11" name="对象 10"/>
                      <p:cNvPicPr/>
                      <p:nvPr/>
                    </p:nvPicPr>
                    <p:blipFill>
                      <a:blip r:embed="rId10"/>
                      <a:stretch>
                        <a:fillRect/>
                      </a:stretch>
                    </p:blipFill>
                    <p:spPr>
                      <a:xfrm>
                        <a:off x="3978275" y="2360613"/>
                        <a:ext cx="2090738" cy="617537"/>
                      </a:xfrm>
                      <a:prstGeom prst="rect">
                        <a:avLst/>
                      </a:prstGeom>
                    </p:spPr>
                  </p:pic>
                </p:oleObj>
              </mc:Fallback>
            </mc:AlternateContent>
          </a:graphicData>
        </a:graphic>
      </p:graphicFrame>
      <p:sp>
        <p:nvSpPr>
          <p:cNvPr id="7" name="Rectangle 2"/>
          <p:cNvSpPr>
            <a:spLocks noChangeArrowheads="1"/>
          </p:cNvSpPr>
          <p:nvPr/>
        </p:nvSpPr>
        <p:spPr bwMode="auto">
          <a:xfrm>
            <a:off x="268288" y="1897231"/>
            <a:ext cx="2923735"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2800" b="1" dirty="0">
                <a:solidFill>
                  <a:srgbClr val="FFFFFF"/>
                </a:solidFill>
                <a:latin typeface="Book Antiqua" panose="02040602050305030304" pitchFamily="18" charset="0"/>
              </a:rPr>
              <a:t>奇偶讨论：奇数</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p:txBody>
      </p:sp>
      <p:sp>
        <p:nvSpPr>
          <p:cNvPr id="8" name="Rectangle 2"/>
          <p:cNvSpPr>
            <a:spLocks noChangeArrowheads="1"/>
          </p:cNvSpPr>
          <p:nvPr/>
        </p:nvSpPr>
        <p:spPr bwMode="auto">
          <a:xfrm>
            <a:off x="121345" y="3134436"/>
            <a:ext cx="641980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实轴上的奇点 </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1</a:t>
            </a:r>
            <a:r>
              <a:rPr lang="zh-CN" altLang="en-US" sz="2800" b="1" dirty="0">
                <a:solidFill>
                  <a:srgbClr val="FFFFFF"/>
                </a:solidFill>
                <a:latin typeface="Book Antiqua" panose="02040602050305030304" pitchFamily="18" charset="0"/>
              </a:rPr>
              <a:t>（</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k=0</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a:t>
            </a:r>
          </a:p>
        </p:txBody>
      </p:sp>
      <p:graphicFrame>
        <p:nvGraphicFramePr>
          <p:cNvPr id="10" name="Object 9"/>
          <p:cNvGraphicFramePr>
            <a:graphicFrameLocks noChangeAspect="1"/>
          </p:cNvGraphicFramePr>
          <p:nvPr>
            <p:extLst>
              <p:ext uri="{D42A27DB-BD31-4B8C-83A1-F6EECF244321}">
                <p14:modId xmlns:p14="http://schemas.microsoft.com/office/powerpoint/2010/main" val="3526095839"/>
              </p:ext>
            </p:extLst>
          </p:nvPr>
        </p:nvGraphicFramePr>
        <p:xfrm>
          <a:off x="522932" y="3601675"/>
          <a:ext cx="2354263" cy="1076325"/>
        </p:xfrm>
        <a:graphic>
          <a:graphicData uri="http://schemas.openxmlformats.org/presentationml/2006/ole">
            <mc:AlternateContent xmlns:mc="http://schemas.openxmlformats.org/markup-compatibility/2006">
              <mc:Choice xmlns:v="urn:schemas-microsoft-com:vml" Requires="v">
                <p:oleObj spid="_x0000_s165621" name="Equation" r:id="rId11" imgW="888840" imgH="393480" progId="Equation.DSMT4">
                  <p:embed/>
                </p:oleObj>
              </mc:Choice>
              <mc:Fallback>
                <p:oleObj name="Equation" r:id="rId11" imgW="888840" imgH="393480" progId="Equation.DSMT4">
                  <p:embed/>
                  <p:pic>
                    <p:nvPicPr>
                      <p:cNvPr id="15" name="Object 9"/>
                      <p:cNvPicPr>
                        <a:picLocks noChangeAspect="1" noChangeArrowheads="1"/>
                      </p:cNvPicPr>
                      <p:nvPr/>
                    </p:nvPicPr>
                    <p:blipFill>
                      <a:blip r:embed="rId12"/>
                      <a:srcRect/>
                      <a:stretch>
                        <a:fillRect/>
                      </a:stretch>
                    </p:blipFill>
                    <p:spPr bwMode="auto">
                      <a:xfrm>
                        <a:off x="522932" y="3601675"/>
                        <a:ext cx="2354263" cy="1076325"/>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702178419"/>
      </p:ext>
    </p:extLst>
  </p:cSld>
  <p:clrMapOvr>
    <a:masterClrMapping/>
  </p:clrMapOvr>
  <p:transition>
    <p:rand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184169" y="70765"/>
            <a:ext cx="286355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上半平面的奇点</a:t>
            </a:r>
          </a:p>
        </p:txBody>
      </p:sp>
      <p:sp>
        <p:nvSpPr>
          <p:cNvPr id="4" name="Rectangle 2"/>
          <p:cNvSpPr>
            <a:spLocks noChangeArrowheads="1"/>
          </p:cNvSpPr>
          <p:nvPr/>
        </p:nvSpPr>
        <p:spPr bwMode="auto">
          <a:xfrm>
            <a:off x="251520" y="4021183"/>
            <a:ext cx="641980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实轴上的奇点 </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-1</a:t>
            </a:r>
            <a:r>
              <a:rPr lang="zh-CN" altLang="en-US" sz="2800" b="1" dirty="0">
                <a:solidFill>
                  <a:srgbClr val="FFFFFF"/>
                </a:solidFill>
                <a:latin typeface="Book Antiqua" panose="02040602050305030304" pitchFamily="18" charset="0"/>
              </a:rPr>
              <a:t>（</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k=m</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a:t>
            </a:r>
          </a:p>
        </p:txBody>
      </p:sp>
      <p:graphicFrame>
        <p:nvGraphicFramePr>
          <p:cNvPr id="8" name="Object 9"/>
          <p:cNvGraphicFramePr>
            <a:graphicFrameLocks noChangeAspect="1"/>
          </p:cNvGraphicFramePr>
          <p:nvPr>
            <p:extLst>
              <p:ext uri="{D42A27DB-BD31-4B8C-83A1-F6EECF244321}">
                <p14:modId xmlns:p14="http://schemas.microsoft.com/office/powerpoint/2010/main" val="3754811058"/>
              </p:ext>
            </p:extLst>
          </p:nvPr>
        </p:nvGraphicFramePr>
        <p:xfrm>
          <a:off x="735013" y="738188"/>
          <a:ext cx="6270625" cy="3282950"/>
        </p:xfrm>
        <a:graphic>
          <a:graphicData uri="http://schemas.openxmlformats.org/presentationml/2006/ole">
            <mc:AlternateContent xmlns:mc="http://schemas.openxmlformats.org/markup-compatibility/2006">
              <mc:Choice xmlns:v="urn:schemas-microsoft-com:vml" Requires="v">
                <p:oleObj spid="_x0000_s166216" name="Equation" r:id="rId3" imgW="2679480" imgH="1358640" progId="Equation.DSMT4">
                  <p:embed/>
                </p:oleObj>
              </mc:Choice>
              <mc:Fallback>
                <p:oleObj name="Equation" r:id="rId3" imgW="2679480" imgH="1358640" progId="Equation.DSMT4">
                  <p:embed/>
                  <p:pic>
                    <p:nvPicPr>
                      <p:cNvPr id="2" name="Object 9"/>
                      <p:cNvPicPr>
                        <a:picLocks noChangeAspect="1" noChangeArrowheads="1"/>
                      </p:cNvPicPr>
                      <p:nvPr/>
                    </p:nvPicPr>
                    <p:blipFill>
                      <a:blip r:embed="rId4"/>
                      <a:srcRect/>
                      <a:stretch>
                        <a:fillRect/>
                      </a:stretch>
                    </p:blipFill>
                    <p:spPr bwMode="auto">
                      <a:xfrm>
                        <a:off x="735013" y="738188"/>
                        <a:ext cx="6270625" cy="3282950"/>
                      </a:xfrm>
                      <a:prstGeom prst="rect">
                        <a:avLst/>
                      </a:prstGeom>
                      <a:noFill/>
                      <a:ln>
                        <a:noFill/>
                      </a:ln>
                      <a:effectLst/>
                      <a:extLst/>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1150679873"/>
              </p:ext>
            </p:extLst>
          </p:nvPr>
        </p:nvGraphicFramePr>
        <p:xfrm>
          <a:off x="1507818" y="4725144"/>
          <a:ext cx="2354263" cy="1076325"/>
        </p:xfrm>
        <a:graphic>
          <a:graphicData uri="http://schemas.openxmlformats.org/presentationml/2006/ole">
            <mc:AlternateContent xmlns:mc="http://schemas.openxmlformats.org/markup-compatibility/2006">
              <mc:Choice xmlns:v="urn:schemas-microsoft-com:vml" Requires="v">
                <p:oleObj spid="_x0000_s166217" name="Equation" r:id="rId5" imgW="888840" imgH="393480" progId="Equation.DSMT4">
                  <p:embed/>
                </p:oleObj>
              </mc:Choice>
              <mc:Fallback>
                <p:oleObj name="Equation" r:id="rId5" imgW="888840" imgH="393480" progId="Equation.DSMT4">
                  <p:embed/>
                  <p:pic>
                    <p:nvPicPr>
                      <p:cNvPr id="10" name="Object 9"/>
                      <p:cNvPicPr>
                        <a:picLocks noChangeAspect="1" noChangeArrowheads="1"/>
                      </p:cNvPicPr>
                      <p:nvPr/>
                    </p:nvPicPr>
                    <p:blipFill>
                      <a:blip r:embed="rId6"/>
                      <a:srcRect/>
                      <a:stretch>
                        <a:fillRect/>
                      </a:stretch>
                    </p:blipFill>
                    <p:spPr bwMode="auto">
                      <a:xfrm>
                        <a:off x="1507818" y="4725144"/>
                        <a:ext cx="2354263" cy="1076325"/>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21053858"/>
      </p:ext>
    </p:extLst>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9"/>
          <p:cNvGraphicFramePr>
            <a:graphicFrameLocks noChangeAspect="1"/>
          </p:cNvGraphicFramePr>
          <p:nvPr>
            <p:extLst>
              <p:ext uri="{D42A27DB-BD31-4B8C-83A1-F6EECF244321}">
                <p14:modId xmlns:p14="http://schemas.microsoft.com/office/powerpoint/2010/main" val="58106653"/>
              </p:ext>
            </p:extLst>
          </p:nvPr>
        </p:nvGraphicFramePr>
        <p:xfrm>
          <a:off x="595313" y="-53975"/>
          <a:ext cx="7161212" cy="5251450"/>
        </p:xfrm>
        <a:graphic>
          <a:graphicData uri="http://schemas.openxmlformats.org/presentationml/2006/ole">
            <mc:AlternateContent xmlns:mc="http://schemas.openxmlformats.org/markup-compatibility/2006">
              <mc:Choice xmlns:v="urn:schemas-microsoft-com:vml" Requires="v">
                <p:oleObj spid="_x0000_s167218" name="Equation" r:id="rId3" imgW="3429000" imgH="2438280" progId="Equation.DSMT4">
                  <p:embed/>
                </p:oleObj>
              </mc:Choice>
              <mc:Fallback>
                <p:oleObj name="Equation" r:id="rId3" imgW="3429000" imgH="2438280" progId="Equation.DSMT4">
                  <p:embed/>
                  <p:pic>
                    <p:nvPicPr>
                      <p:cNvPr id="12" name="Object 9"/>
                      <p:cNvPicPr>
                        <a:picLocks noChangeAspect="1" noChangeArrowheads="1"/>
                      </p:cNvPicPr>
                      <p:nvPr/>
                    </p:nvPicPr>
                    <p:blipFill>
                      <a:blip r:embed="rId4"/>
                      <a:srcRect/>
                      <a:stretch>
                        <a:fillRect/>
                      </a:stretch>
                    </p:blipFill>
                    <p:spPr bwMode="auto">
                      <a:xfrm>
                        <a:off x="595313" y="-53975"/>
                        <a:ext cx="7161212" cy="5251450"/>
                      </a:xfrm>
                      <a:prstGeom prst="rect">
                        <a:avLst/>
                      </a:prstGeom>
                      <a:noFill/>
                      <a:ln>
                        <a:noFill/>
                      </a:ln>
                      <a:effectLst/>
                      <a:extLst/>
                    </p:spPr>
                  </p:pic>
                </p:oleObj>
              </mc:Fallback>
            </mc:AlternateContent>
          </a:graphicData>
        </a:graphic>
      </p:graphicFrame>
      <p:graphicFrame>
        <p:nvGraphicFramePr>
          <p:cNvPr id="3" name="Object 9"/>
          <p:cNvGraphicFramePr>
            <a:graphicFrameLocks noChangeAspect="1"/>
          </p:cNvGraphicFramePr>
          <p:nvPr>
            <p:extLst>
              <p:ext uri="{D42A27DB-BD31-4B8C-83A1-F6EECF244321}">
                <p14:modId xmlns:p14="http://schemas.microsoft.com/office/powerpoint/2010/main" val="1603335519"/>
              </p:ext>
            </p:extLst>
          </p:nvPr>
        </p:nvGraphicFramePr>
        <p:xfrm>
          <a:off x="671513" y="5373688"/>
          <a:ext cx="3411537" cy="1079500"/>
        </p:xfrm>
        <a:graphic>
          <a:graphicData uri="http://schemas.openxmlformats.org/presentationml/2006/ole">
            <mc:AlternateContent xmlns:mc="http://schemas.openxmlformats.org/markup-compatibility/2006">
              <mc:Choice xmlns:v="urn:schemas-microsoft-com:vml" Requires="v">
                <p:oleObj spid="_x0000_s167219" name="Equation" r:id="rId5" imgW="1282680" imgH="393480" progId="Equation.DSMT4">
                  <p:embed/>
                </p:oleObj>
              </mc:Choice>
              <mc:Fallback>
                <p:oleObj name="Equation" r:id="rId5" imgW="1282680" imgH="393480" progId="Equation.DSMT4">
                  <p:embed/>
                  <p:pic>
                    <p:nvPicPr>
                      <p:cNvPr id="2" name="Object 9"/>
                      <p:cNvPicPr>
                        <a:picLocks noChangeAspect="1" noChangeArrowheads="1"/>
                      </p:cNvPicPr>
                      <p:nvPr/>
                    </p:nvPicPr>
                    <p:blipFill>
                      <a:blip r:embed="rId6"/>
                      <a:srcRect/>
                      <a:stretch>
                        <a:fillRect/>
                      </a:stretch>
                    </p:blipFill>
                    <p:spPr bwMode="auto">
                      <a:xfrm>
                        <a:off x="671513" y="5373688"/>
                        <a:ext cx="3411537" cy="1079500"/>
                      </a:xfrm>
                      <a:prstGeom prst="rect">
                        <a:avLst/>
                      </a:prstGeom>
                      <a:noFill/>
                      <a:ln>
                        <a:noFill/>
                      </a:ln>
                      <a:effectLst/>
                      <a:extLst/>
                    </p:spPr>
                  </p:pic>
                </p:oleObj>
              </mc:Fallback>
            </mc:AlternateContent>
          </a:graphicData>
        </a:graphic>
      </p:graphicFrame>
      <p:sp>
        <p:nvSpPr>
          <p:cNvPr id="4" name="Rectangle 2"/>
          <p:cNvSpPr>
            <a:spLocks noChangeArrowheads="1"/>
          </p:cNvSpPr>
          <p:nvPr/>
        </p:nvSpPr>
        <p:spPr bwMode="auto">
          <a:xfrm>
            <a:off x="5236840" y="4221088"/>
            <a:ext cx="286355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2800" b="1" dirty="0">
                <a:solidFill>
                  <a:srgbClr val="FFFFFF"/>
                </a:solidFill>
                <a:latin typeface="Book Antiqua" panose="02040602050305030304" pitchFamily="18" charset="0"/>
              </a:rPr>
              <a:t>n</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为奇数</a:t>
            </a:r>
          </a:p>
        </p:txBody>
      </p:sp>
      <p:sp>
        <p:nvSpPr>
          <p:cNvPr id="5" name="Rectangle 2"/>
          <p:cNvSpPr>
            <a:spLocks noChangeArrowheads="1"/>
          </p:cNvSpPr>
          <p:nvPr/>
        </p:nvSpPr>
        <p:spPr bwMode="auto">
          <a:xfrm>
            <a:off x="5266889" y="5651345"/>
            <a:ext cx="286355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2800" b="1" dirty="0">
                <a:solidFill>
                  <a:srgbClr val="FFFFFF"/>
                </a:solidFill>
                <a:latin typeface="Book Antiqua" panose="02040602050305030304" pitchFamily="18" charset="0"/>
              </a:rPr>
              <a:t>Why</a:t>
            </a:r>
            <a:r>
              <a:rPr lang="zh-CN" altLang="en-US" sz="2800" b="1" dirty="0">
                <a:solidFill>
                  <a:srgbClr val="FFFFFF"/>
                </a:solidFill>
                <a:latin typeface="Book Antiqua" panose="02040602050305030304" pitchFamily="18" charset="0"/>
              </a:rPr>
              <a:t>？</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p:txBody>
      </p:sp>
    </p:spTree>
    <p:extLst>
      <p:ext uri="{BB962C8B-B14F-4D97-AF65-F5344CB8AC3E}">
        <p14:creationId xmlns:p14="http://schemas.microsoft.com/office/powerpoint/2010/main" val="118589692"/>
      </p:ext>
    </p:extLst>
  </p:cSld>
  <p:clrMapOvr>
    <a:masterClrMapping/>
  </p:clrMapOvr>
  <p:transition>
    <p:rand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9"/>
          <p:cNvGraphicFramePr>
            <a:graphicFrameLocks noChangeAspect="1"/>
          </p:cNvGraphicFramePr>
          <p:nvPr>
            <p:extLst>
              <p:ext uri="{D42A27DB-BD31-4B8C-83A1-F6EECF244321}">
                <p14:modId xmlns:p14="http://schemas.microsoft.com/office/powerpoint/2010/main" val="371539815"/>
              </p:ext>
            </p:extLst>
          </p:nvPr>
        </p:nvGraphicFramePr>
        <p:xfrm>
          <a:off x="215900" y="260350"/>
          <a:ext cx="4822825" cy="2489200"/>
        </p:xfrm>
        <a:graphic>
          <a:graphicData uri="http://schemas.openxmlformats.org/presentationml/2006/ole">
            <mc:AlternateContent xmlns:mc="http://schemas.openxmlformats.org/markup-compatibility/2006">
              <mc:Choice xmlns:v="urn:schemas-microsoft-com:vml" Requires="v">
                <p:oleObj spid="_x0000_s168252" name="Equation" r:id="rId3" imgW="1726920" imgH="863280" progId="Equation.DSMT4">
                  <p:embed/>
                </p:oleObj>
              </mc:Choice>
              <mc:Fallback>
                <p:oleObj name="Equation" r:id="rId3" imgW="1726920" imgH="863280" progId="Equation.DSMT4">
                  <p:embed/>
                  <p:pic>
                    <p:nvPicPr>
                      <p:cNvPr id="3" name="Object 9"/>
                      <p:cNvPicPr>
                        <a:picLocks noChangeAspect="1" noChangeArrowheads="1"/>
                      </p:cNvPicPr>
                      <p:nvPr/>
                    </p:nvPicPr>
                    <p:blipFill>
                      <a:blip r:embed="rId4"/>
                      <a:srcRect/>
                      <a:stretch>
                        <a:fillRect/>
                      </a:stretch>
                    </p:blipFill>
                    <p:spPr bwMode="auto">
                      <a:xfrm>
                        <a:off x="215900" y="260350"/>
                        <a:ext cx="4822825" cy="2489200"/>
                      </a:xfrm>
                      <a:prstGeom prst="rect">
                        <a:avLst/>
                      </a:prstGeom>
                      <a:noFill/>
                      <a:ln>
                        <a:noFill/>
                      </a:ln>
                      <a:effectLst/>
                      <a:extLst/>
                    </p:spPr>
                  </p:pic>
                </p:oleObj>
              </mc:Fallback>
            </mc:AlternateContent>
          </a:graphicData>
        </a:graphic>
      </p:graphicFrame>
      <p:sp>
        <p:nvSpPr>
          <p:cNvPr id="3" name="Rectangle 2"/>
          <p:cNvSpPr>
            <a:spLocks noChangeArrowheads="1"/>
          </p:cNvSpPr>
          <p:nvPr/>
        </p:nvSpPr>
        <p:spPr bwMode="auto">
          <a:xfrm>
            <a:off x="5488028" y="2012737"/>
            <a:ext cx="244827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2800" b="1" dirty="0">
                <a:solidFill>
                  <a:srgbClr val="FFFFFF"/>
                </a:solidFill>
                <a:latin typeface="Book Antiqua" panose="02040602050305030304" pitchFamily="18" charset="0"/>
              </a:rPr>
              <a:t>n</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为奇数</a:t>
            </a:r>
          </a:p>
        </p:txBody>
      </p:sp>
      <p:sp>
        <p:nvSpPr>
          <p:cNvPr id="4" name="Rectangle 2"/>
          <p:cNvSpPr>
            <a:spLocks noChangeArrowheads="1"/>
          </p:cNvSpPr>
          <p:nvPr/>
        </p:nvSpPr>
        <p:spPr bwMode="auto">
          <a:xfrm>
            <a:off x="5508104" y="548680"/>
            <a:ext cx="244827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2800" b="1" dirty="0">
                <a:solidFill>
                  <a:srgbClr val="FFFFFF"/>
                </a:solidFill>
                <a:latin typeface="Book Antiqua" panose="02040602050305030304" pitchFamily="18" charset="0"/>
              </a:rPr>
              <a:t>n</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为偶数</a:t>
            </a:r>
          </a:p>
        </p:txBody>
      </p:sp>
      <p:graphicFrame>
        <p:nvGraphicFramePr>
          <p:cNvPr id="5" name="Object 9"/>
          <p:cNvGraphicFramePr>
            <a:graphicFrameLocks noChangeAspect="1"/>
          </p:cNvGraphicFramePr>
          <p:nvPr>
            <p:extLst>
              <p:ext uri="{D42A27DB-BD31-4B8C-83A1-F6EECF244321}">
                <p14:modId xmlns:p14="http://schemas.microsoft.com/office/powerpoint/2010/main" val="2190060231"/>
              </p:ext>
            </p:extLst>
          </p:nvPr>
        </p:nvGraphicFramePr>
        <p:xfrm>
          <a:off x="282575" y="2749550"/>
          <a:ext cx="4468813" cy="2416175"/>
        </p:xfrm>
        <a:graphic>
          <a:graphicData uri="http://schemas.openxmlformats.org/presentationml/2006/ole">
            <mc:AlternateContent xmlns:mc="http://schemas.openxmlformats.org/markup-compatibility/2006">
              <mc:Choice xmlns:v="urn:schemas-microsoft-com:vml" Requires="v">
                <p:oleObj spid="_x0000_s168253" name="Equation" r:id="rId5" imgW="1600200" imgH="838080" progId="Equation.DSMT4">
                  <p:embed/>
                </p:oleObj>
              </mc:Choice>
              <mc:Fallback>
                <p:oleObj name="Equation" r:id="rId5" imgW="1600200" imgH="838080" progId="Equation.DSMT4">
                  <p:embed/>
                  <p:pic>
                    <p:nvPicPr>
                      <p:cNvPr id="2" name="Object 9"/>
                      <p:cNvPicPr>
                        <a:picLocks noChangeAspect="1" noChangeArrowheads="1"/>
                      </p:cNvPicPr>
                      <p:nvPr/>
                    </p:nvPicPr>
                    <p:blipFill>
                      <a:blip r:embed="rId6"/>
                      <a:srcRect/>
                      <a:stretch>
                        <a:fillRect/>
                      </a:stretch>
                    </p:blipFill>
                    <p:spPr bwMode="auto">
                      <a:xfrm>
                        <a:off x="282575" y="2749550"/>
                        <a:ext cx="4468813" cy="2416175"/>
                      </a:xfrm>
                      <a:prstGeom prst="rect">
                        <a:avLst/>
                      </a:prstGeom>
                      <a:noFill/>
                      <a:ln>
                        <a:noFill/>
                      </a:ln>
                      <a:effectLst/>
                      <a:extLst/>
                    </p:spPr>
                  </p:pic>
                </p:oleObj>
              </mc:Fallback>
            </mc:AlternateContent>
          </a:graphicData>
        </a:graphic>
      </p:graphicFrame>
      <p:sp>
        <p:nvSpPr>
          <p:cNvPr id="6" name="Rectangle 2"/>
          <p:cNvSpPr>
            <a:spLocks noChangeArrowheads="1"/>
          </p:cNvSpPr>
          <p:nvPr/>
        </p:nvSpPr>
        <p:spPr bwMode="auto">
          <a:xfrm>
            <a:off x="5457189" y="4365104"/>
            <a:ext cx="244827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2800" b="1" dirty="0">
                <a:solidFill>
                  <a:srgbClr val="FFFFFF"/>
                </a:solidFill>
                <a:latin typeface="Book Antiqua" panose="02040602050305030304" pitchFamily="18" charset="0"/>
              </a:rPr>
              <a:t>n</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为奇数</a:t>
            </a:r>
          </a:p>
        </p:txBody>
      </p:sp>
      <p:sp>
        <p:nvSpPr>
          <p:cNvPr id="7" name="Rectangle 2"/>
          <p:cNvSpPr>
            <a:spLocks noChangeArrowheads="1"/>
          </p:cNvSpPr>
          <p:nvPr/>
        </p:nvSpPr>
        <p:spPr bwMode="auto">
          <a:xfrm>
            <a:off x="5503269" y="3068960"/>
            <a:ext cx="244827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2800" b="1" dirty="0">
                <a:solidFill>
                  <a:srgbClr val="FFFFFF"/>
                </a:solidFill>
                <a:latin typeface="Book Antiqua" panose="02040602050305030304" pitchFamily="18" charset="0"/>
              </a:rPr>
              <a:t>n</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为偶数</a:t>
            </a:r>
          </a:p>
        </p:txBody>
      </p:sp>
      <p:sp>
        <p:nvSpPr>
          <p:cNvPr id="8" name="右弧形箭头 7"/>
          <p:cNvSpPr/>
          <p:nvPr/>
        </p:nvSpPr>
        <p:spPr bwMode="auto">
          <a:xfrm>
            <a:off x="7164288" y="2106669"/>
            <a:ext cx="1334492" cy="2962805"/>
          </a:xfrm>
          <a:prstGeom prst="curvedLeft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9" name="右弧形箭头 8"/>
          <p:cNvSpPr/>
          <p:nvPr/>
        </p:nvSpPr>
        <p:spPr bwMode="auto">
          <a:xfrm>
            <a:off x="7164288" y="2120633"/>
            <a:ext cx="619612" cy="1356162"/>
          </a:xfrm>
          <a:prstGeom prst="curvedLeftArrow">
            <a:avLst/>
          </a:prstGeom>
          <a:solidFill>
            <a:schemeClr val="bg1">
              <a:lumMod val="60000"/>
              <a:lumOff val="40000"/>
            </a:schemeClr>
          </a:solidFill>
          <a:ln w="9525" cap="flat" cmpd="sng" algn="ctr">
            <a:solidFill>
              <a:schemeClr val="tx1"/>
            </a:solidFill>
            <a:prstDash val="solid"/>
            <a:round/>
            <a:headEnd type="none" w="med" len="med"/>
            <a:tailEnd type="triangle" w="med" len="med"/>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649062540"/>
      </p:ext>
    </p:extLst>
  </p:cSld>
  <p:clrMapOvr>
    <a:masterClrMapping/>
  </p:clrMapOvr>
  <p:transition>
    <p:rand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9"/>
          <p:cNvGraphicFramePr>
            <a:graphicFrameLocks noChangeAspect="1"/>
          </p:cNvGraphicFramePr>
          <p:nvPr>
            <p:extLst>
              <p:ext uri="{D42A27DB-BD31-4B8C-83A1-F6EECF244321}">
                <p14:modId xmlns:p14="http://schemas.microsoft.com/office/powerpoint/2010/main" val="4262280333"/>
              </p:ext>
            </p:extLst>
          </p:nvPr>
        </p:nvGraphicFramePr>
        <p:xfrm>
          <a:off x="467544" y="404664"/>
          <a:ext cx="4256088" cy="2343150"/>
        </p:xfrm>
        <a:graphic>
          <a:graphicData uri="http://schemas.openxmlformats.org/presentationml/2006/ole">
            <mc:AlternateContent xmlns:mc="http://schemas.openxmlformats.org/markup-compatibility/2006">
              <mc:Choice xmlns:v="urn:schemas-microsoft-com:vml" Requires="v">
                <p:oleObj spid="_x0000_s263197" name="Equation" r:id="rId3" imgW="1523880" imgH="812520" progId="Equation.DSMT4">
                  <p:embed/>
                </p:oleObj>
              </mc:Choice>
              <mc:Fallback>
                <p:oleObj name="Equation" r:id="rId3" imgW="1523880" imgH="812520" progId="Equation.DSMT4">
                  <p:embed/>
                  <p:pic>
                    <p:nvPicPr>
                      <p:cNvPr id="2" name="Object 9"/>
                      <p:cNvPicPr>
                        <a:picLocks noChangeAspect="1" noChangeArrowheads="1"/>
                      </p:cNvPicPr>
                      <p:nvPr/>
                    </p:nvPicPr>
                    <p:blipFill>
                      <a:blip r:embed="rId4"/>
                      <a:srcRect/>
                      <a:stretch>
                        <a:fillRect/>
                      </a:stretch>
                    </p:blipFill>
                    <p:spPr bwMode="auto">
                      <a:xfrm>
                        <a:off x="467544" y="404664"/>
                        <a:ext cx="4256088" cy="2343150"/>
                      </a:xfrm>
                      <a:prstGeom prst="rect">
                        <a:avLst/>
                      </a:prstGeom>
                      <a:noFill/>
                      <a:ln>
                        <a:noFill/>
                      </a:ln>
                      <a:effectLst/>
                      <a:extLst/>
                    </p:spPr>
                  </p:pic>
                </p:oleObj>
              </mc:Fallback>
            </mc:AlternateContent>
          </a:graphicData>
        </a:graphic>
      </p:graphicFrame>
      <p:sp>
        <p:nvSpPr>
          <p:cNvPr id="3" name="Rectangle 2"/>
          <p:cNvSpPr>
            <a:spLocks noChangeArrowheads="1"/>
          </p:cNvSpPr>
          <p:nvPr/>
        </p:nvSpPr>
        <p:spPr bwMode="auto">
          <a:xfrm>
            <a:off x="5220072" y="692696"/>
            <a:ext cx="244827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2800" b="1" dirty="0">
                <a:solidFill>
                  <a:srgbClr val="FFFFFF"/>
                </a:solidFill>
                <a:latin typeface="Book Antiqua" panose="02040602050305030304" pitchFamily="18" charset="0"/>
              </a:rPr>
              <a:t>n</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为奇数</a:t>
            </a:r>
          </a:p>
        </p:txBody>
      </p:sp>
      <p:sp>
        <p:nvSpPr>
          <p:cNvPr id="4" name="Rectangle 2"/>
          <p:cNvSpPr>
            <a:spLocks noChangeArrowheads="1"/>
          </p:cNvSpPr>
          <p:nvPr/>
        </p:nvSpPr>
        <p:spPr bwMode="auto">
          <a:xfrm>
            <a:off x="5220072" y="1844824"/>
            <a:ext cx="244827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2800" b="1" dirty="0">
                <a:solidFill>
                  <a:srgbClr val="FFFFFF"/>
                </a:solidFill>
                <a:latin typeface="Book Antiqua" panose="02040602050305030304" pitchFamily="18" charset="0"/>
              </a:rPr>
              <a:t>n</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为偶数</a:t>
            </a:r>
          </a:p>
        </p:txBody>
      </p:sp>
    </p:spTree>
    <p:extLst>
      <p:ext uri="{BB962C8B-B14F-4D97-AF65-F5344CB8AC3E}">
        <p14:creationId xmlns:p14="http://schemas.microsoft.com/office/powerpoint/2010/main" val="3629375326"/>
      </p:ext>
    </p:extLst>
  </p:cSld>
  <p:clrMapOvr>
    <a:masterClrMapping/>
  </p:clrMapOvr>
  <p:transition>
    <p:rand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9"/>
          <p:cNvGraphicFramePr>
            <a:graphicFrameLocks noChangeAspect="1"/>
          </p:cNvGraphicFramePr>
          <p:nvPr>
            <p:extLst>
              <p:ext uri="{D42A27DB-BD31-4B8C-83A1-F6EECF244321}">
                <p14:modId xmlns:p14="http://schemas.microsoft.com/office/powerpoint/2010/main" val="1973886891"/>
              </p:ext>
            </p:extLst>
          </p:nvPr>
        </p:nvGraphicFramePr>
        <p:xfrm>
          <a:off x="395536" y="116632"/>
          <a:ext cx="7538417" cy="3394518"/>
        </p:xfrm>
        <a:graphic>
          <a:graphicData uri="http://schemas.openxmlformats.org/presentationml/2006/ole">
            <mc:AlternateContent xmlns:mc="http://schemas.openxmlformats.org/markup-compatibility/2006">
              <mc:Choice xmlns:v="urn:schemas-microsoft-com:vml" Requires="v">
                <p:oleObj spid="_x0000_s169532" name="Equation" r:id="rId3" imgW="2882880" imgH="1257120" progId="Equation.DSMT4">
                  <p:embed/>
                </p:oleObj>
              </mc:Choice>
              <mc:Fallback>
                <p:oleObj name="Equation" r:id="rId3" imgW="2882880" imgH="1257120" progId="Equation.DSMT4">
                  <p:embed/>
                  <p:pic>
                    <p:nvPicPr>
                      <p:cNvPr id="6" name="Object 9"/>
                      <p:cNvPicPr>
                        <a:picLocks noChangeAspect="1" noChangeArrowheads="1"/>
                      </p:cNvPicPr>
                      <p:nvPr/>
                    </p:nvPicPr>
                    <p:blipFill>
                      <a:blip r:embed="rId4"/>
                      <a:srcRect/>
                      <a:stretch>
                        <a:fillRect/>
                      </a:stretch>
                    </p:blipFill>
                    <p:spPr bwMode="auto">
                      <a:xfrm>
                        <a:off x="395536" y="116632"/>
                        <a:ext cx="7538417" cy="3394518"/>
                      </a:xfrm>
                      <a:prstGeom prst="rect">
                        <a:avLst/>
                      </a:prstGeom>
                      <a:noFill/>
                      <a:ln>
                        <a:noFill/>
                      </a:ln>
                      <a:effectLst/>
                      <a:extLst/>
                    </p:spPr>
                  </p:pic>
                </p:oleObj>
              </mc:Fallback>
            </mc:AlternateContent>
          </a:graphicData>
        </a:graphic>
      </p:graphicFrame>
      <p:graphicFrame>
        <p:nvGraphicFramePr>
          <p:cNvPr id="3" name="Object 9"/>
          <p:cNvGraphicFramePr>
            <a:graphicFrameLocks noChangeAspect="1"/>
          </p:cNvGraphicFramePr>
          <p:nvPr>
            <p:extLst>
              <p:ext uri="{D42A27DB-BD31-4B8C-83A1-F6EECF244321}">
                <p14:modId xmlns:p14="http://schemas.microsoft.com/office/powerpoint/2010/main" val="1156674776"/>
              </p:ext>
            </p:extLst>
          </p:nvPr>
        </p:nvGraphicFramePr>
        <p:xfrm>
          <a:off x="323528" y="3789040"/>
          <a:ext cx="6143625" cy="1131887"/>
        </p:xfrm>
        <a:graphic>
          <a:graphicData uri="http://schemas.openxmlformats.org/presentationml/2006/ole">
            <mc:AlternateContent xmlns:mc="http://schemas.openxmlformats.org/markup-compatibility/2006">
              <mc:Choice xmlns:v="urn:schemas-microsoft-com:vml" Requires="v">
                <p:oleObj spid="_x0000_s169533" name="Equation" r:id="rId5" imgW="2349360" imgH="419040" progId="Equation.DSMT4">
                  <p:embed/>
                </p:oleObj>
              </mc:Choice>
              <mc:Fallback>
                <p:oleObj name="Equation" r:id="rId5" imgW="2349360" imgH="419040" progId="Equation.DSMT4">
                  <p:embed/>
                  <p:pic>
                    <p:nvPicPr>
                      <p:cNvPr id="2" name="Object 9"/>
                      <p:cNvPicPr>
                        <a:picLocks noChangeAspect="1" noChangeArrowheads="1"/>
                      </p:cNvPicPr>
                      <p:nvPr/>
                    </p:nvPicPr>
                    <p:blipFill>
                      <a:blip r:embed="rId6"/>
                      <a:srcRect/>
                      <a:stretch>
                        <a:fillRect/>
                      </a:stretch>
                    </p:blipFill>
                    <p:spPr bwMode="auto">
                      <a:xfrm>
                        <a:off x="323528" y="3789040"/>
                        <a:ext cx="6143625" cy="1131887"/>
                      </a:xfrm>
                      <a:prstGeom prst="rect">
                        <a:avLst/>
                      </a:prstGeom>
                      <a:noFill/>
                      <a:ln>
                        <a:noFill/>
                      </a:ln>
                      <a:effectLst/>
                      <a:extLst/>
                    </p:spPr>
                  </p:pic>
                </p:oleObj>
              </mc:Fallback>
            </mc:AlternateContent>
          </a:graphicData>
        </a:graphic>
      </p:graphicFrame>
      <p:sp>
        <p:nvSpPr>
          <p:cNvPr id="4" name="椭圆 3"/>
          <p:cNvSpPr/>
          <p:nvPr/>
        </p:nvSpPr>
        <p:spPr bwMode="auto">
          <a:xfrm>
            <a:off x="4716016" y="980728"/>
            <a:ext cx="3600400" cy="1584176"/>
          </a:xfrm>
          <a:prstGeom prst="ellipse">
            <a:avLst/>
          </a:prstGeom>
          <a:noFill/>
          <a:ln w="25400" cap="flat" cmpd="sng" algn="ctr">
            <a:solidFill>
              <a:schemeClr val="tx1"/>
            </a:solidFill>
            <a:prstDash val="solid"/>
            <a:round/>
            <a:headEnd type="none" w="med" len="med"/>
            <a:tailEnd type="triangle" w="med" len="med"/>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5" name="Rectangle 2"/>
          <p:cNvSpPr>
            <a:spLocks noChangeArrowheads="1"/>
          </p:cNvSpPr>
          <p:nvPr/>
        </p:nvSpPr>
        <p:spPr bwMode="auto">
          <a:xfrm>
            <a:off x="6300192" y="289124"/>
            <a:ext cx="244827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2800" b="1" dirty="0">
                <a:solidFill>
                  <a:srgbClr val="FFFFFF"/>
                </a:solidFill>
                <a:latin typeface="Book Antiqua" panose="02040602050305030304" pitchFamily="18" charset="0"/>
              </a:rPr>
              <a:t>n</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为奇数</a:t>
            </a:r>
          </a:p>
        </p:txBody>
      </p:sp>
      <p:graphicFrame>
        <p:nvGraphicFramePr>
          <p:cNvPr id="6" name="Object 9"/>
          <p:cNvGraphicFramePr>
            <a:graphicFrameLocks noChangeAspect="1"/>
          </p:cNvGraphicFramePr>
          <p:nvPr>
            <p:extLst>
              <p:ext uri="{D42A27DB-BD31-4B8C-83A1-F6EECF244321}">
                <p14:modId xmlns:p14="http://schemas.microsoft.com/office/powerpoint/2010/main" val="252135035"/>
              </p:ext>
            </p:extLst>
          </p:nvPr>
        </p:nvGraphicFramePr>
        <p:xfrm>
          <a:off x="360473" y="5085184"/>
          <a:ext cx="3652837" cy="1131887"/>
        </p:xfrm>
        <a:graphic>
          <a:graphicData uri="http://schemas.openxmlformats.org/presentationml/2006/ole">
            <mc:AlternateContent xmlns:mc="http://schemas.openxmlformats.org/markup-compatibility/2006">
              <mc:Choice xmlns:v="urn:schemas-microsoft-com:vml" Requires="v">
                <p:oleObj spid="_x0000_s169534" name="Equation" r:id="rId7" imgW="1396800" imgH="419040" progId="Equation.DSMT4">
                  <p:embed/>
                </p:oleObj>
              </mc:Choice>
              <mc:Fallback>
                <p:oleObj name="Equation" r:id="rId7" imgW="1396800" imgH="419040" progId="Equation.DSMT4">
                  <p:embed/>
                  <p:pic>
                    <p:nvPicPr>
                      <p:cNvPr id="3" name="Object 9"/>
                      <p:cNvPicPr>
                        <a:picLocks noChangeAspect="1" noChangeArrowheads="1"/>
                      </p:cNvPicPr>
                      <p:nvPr/>
                    </p:nvPicPr>
                    <p:blipFill>
                      <a:blip r:embed="rId8"/>
                      <a:srcRect/>
                      <a:stretch>
                        <a:fillRect/>
                      </a:stretch>
                    </p:blipFill>
                    <p:spPr bwMode="auto">
                      <a:xfrm>
                        <a:off x="360473" y="5085184"/>
                        <a:ext cx="3652837" cy="1131887"/>
                      </a:xfrm>
                      <a:prstGeom prst="rect">
                        <a:avLst/>
                      </a:prstGeom>
                      <a:noFill/>
                      <a:ln>
                        <a:noFill/>
                      </a:ln>
                      <a:effectLst/>
                      <a:extLst/>
                    </p:spPr>
                  </p:pic>
                </p:oleObj>
              </mc:Fallback>
            </mc:AlternateContent>
          </a:graphicData>
        </a:graphic>
      </p:graphicFrame>
      <p:graphicFrame>
        <p:nvGraphicFramePr>
          <p:cNvPr id="7" name="Object 9"/>
          <p:cNvGraphicFramePr>
            <a:graphicFrameLocks noChangeAspect="1"/>
          </p:cNvGraphicFramePr>
          <p:nvPr>
            <p:extLst>
              <p:ext uri="{D42A27DB-BD31-4B8C-83A1-F6EECF244321}">
                <p14:modId xmlns:p14="http://schemas.microsoft.com/office/powerpoint/2010/main" val="1544735036"/>
              </p:ext>
            </p:extLst>
          </p:nvPr>
        </p:nvGraphicFramePr>
        <p:xfrm>
          <a:off x="4788024" y="5085184"/>
          <a:ext cx="3686175" cy="1131887"/>
        </p:xfrm>
        <a:graphic>
          <a:graphicData uri="http://schemas.openxmlformats.org/presentationml/2006/ole">
            <mc:AlternateContent xmlns:mc="http://schemas.openxmlformats.org/markup-compatibility/2006">
              <mc:Choice xmlns:v="urn:schemas-microsoft-com:vml" Requires="v">
                <p:oleObj spid="_x0000_s169535" name="Equation" r:id="rId9" imgW="1409400" imgH="419040" progId="Equation.DSMT4">
                  <p:embed/>
                </p:oleObj>
              </mc:Choice>
              <mc:Fallback>
                <p:oleObj name="Equation" r:id="rId9" imgW="1409400" imgH="419040" progId="Equation.DSMT4">
                  <p:embed/>
                  <p:pic>
                    <p:nvPicPr>
                      <p:cNvPr id="3" name="Object 9"/>
                      <p:cNvPicPr>
                        <a:picLocks noChangeAspect="1" noChangeArrowheads="1"/>
                      </p:cNvPicPr>
                      <p:nvPr/>
                    </p:nvPicPr>
                    <p:blipFill>
                      <a:blip r:embed="rId10"/>
                      <a:srcRect/>
                      <a:stretch>
                        <a:fillRect/>
                      </a:stretch>
                    </p:blipFill>
                    <p:spPr bwMode="auto">
                      <a:xfrm>
                        <a:off x="4788024" y="5085184"/>
                        <a:ext cx="3686175" cy="1131887"/>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4294199665"/>
      </p:ext>
    </p:extLst>
  </p:cSld>
  <p:clrMapOvr>
    <a:masterClrMapping/>
  </p:clrMapOvr>
  <p:transition>
    <p:rand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p:cNvSpPr>
            <a:spLocks noChangeArrowheads="1"/>
          </p:cNvSpPr>
          <p:nvPr/>
        </p:nvSpPr>
        <p:spPr bwMode="auto">
          <a:xfrm>
            <a:off x="0" y="322263"/>
            <a:ext cx="2590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例：计算积分</a:t>
            </a:r>
          </a:p>
        </p:txBody>
      </p:sp>
      <p:graphicFrame>
        <p:nvGraphicFramePr>
          <p:cNvPr id="82947" name="Object 6"/>
          <p:cNvGraphicFramePr>
            <a:graphicFrameLocks noChangeAspect="1"/>
          </p:cNvGraphicFramePr>
          <p:nvPr/>
        </p:nvGraphicFramePr>
        <p:xfrm>
          <a:off x="2251075" y="-92075"/>
          <a:ext cx="3683000" cy="1430338"/>
        </p:xfrm>
        <a:graphic>
          <a:graphicData uri="http://schemas.openxmlformats.org/presentationml/2006/ole">
            <mc:AlternateContent xmlns:mc="http://schemas.openxmlformats.org/markup-compatibility/2006">
              <mc:Choice xmlns:v="urn:schemas-microsoft-com:vml" Requires="v">
                <p:oleObj spid="_x0000_s256220" name="Equation" r:id="rId3" imgW="998185" imgH="380937" progId="Equation.DSMT4">
                  <p:embed/>
                </p:oleObj>
              </mc:Choice>
              <mc:Fallback>
                <p:oleObj name="Equation" r:id="rId3" imgW="998185" imgH="380937" progId="Equation.DSMT4">
                  <p:embed/>
                  <p:pic>
                    <p:nvPicPr>
                      <p:cNvPr id="82947"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1075" y="-92075"/>
                        <a:ext cx="3683000" cy="14303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948" name="Object 6"/>
          <p:cNvGraphicFramePr>
            <a:graphicFrameLocks noChangeAspect="1"/>
          </p:cNvGraphicFramePr>
          <p:nvPr/>
        </p:nvGraphicFramePr>
        <p:xfrm>
          <a:off x="763588" y="1438275"/>
          <a:ext cx="7537450" cy="1149350"/>
        </p:xfrm>
        <a:graphic>
          <a:graphicData uri="http://schemas.openxmlformats.org/presentationml/2006/ole">
            <mc:AlternateContent xmlns:mc="http://schemas.openxmlformats.org/markup-compatibility/2006">
              <mc:Choice xmlns:v="urn:schemas-microsoft-com:vml" Requires="v">
                <p:oleObj spid="_x0000_s256221" name="Equation" r:id="rId5" imgW="2743200" imgH="403844" progId="Equation.DSMT4">
                  <p:embed/>
                </p:oleObj>
              </mc:Choice>
              <mc:Fallback>
                <p:oleObj name="Equation" r:id="rId5" imgW="2743200" imgH="403844" progId="Equation.DSMT4">
                  <p:embed/>
                  <p:pic>
                    <p:nvPicPr>
                      <p:cNvPr id="82948"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3588" y="1438275"/>
                        <a:ext cx="753745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949" name="Rectangle 3"/>
          <p:cNvSpPr>
            <a:spLocks noChangeArrowheads="1"/>
          </p:cNvSpPr>
          <p:nvPr/>
        </p:nvSpPr>
        <p:spPr bwMode="auto">
          <a:xfrm>
            <a:off x="107950" y="1233488"/>
            <a:ext cx="2590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解：</a:t>
            </a:r>
          </a:p>
        </p:txBody>
      </p:sp>
      <p:graphicFrame>
        <p:nvGraphicFramePr>
          <p:cNvPr id="82950" name="Object 6"/>
          <p:cNvGraphicFramePr>
            <a:graphicFrameLocks noChangeAspect="1"/>
          </p:cNvGraphicFramePr>
          <p:nvPr/>
        </p:nvGraphicFramePr>
        <p:xfrm>
          <a:off x="260350" y="2924175"/>
          <a:ext cx="8545513" cy="1184275"/>
        </p:xfrm>
        <a:graphic>
          <a:graphicData uri="http://schemas.openxmlformats.org/presentationml/2006/ole">
            <mc:AlternateContent xmlns:mc="http://schemas.openxmlformats.org/markup-compatibility/2006">
              <mc:Choice xmlns:v="urn:schemas-microsoft-com:vml" Requires="v">
                <p:oleObj spid="_x0000_s256222" name="Equation" r:id="rId7" imgW="3108960" imgH="419116" progId="Equation.DSMT4">
                  <p:embed/>
                </p:oleObj>
              </mc:Choice>
              <mc:Fallback>
                <p:oleObj name="Equation" r:id="rId7" imgW="3108960" imgH="419116" progId="Equation.DSMT4">
                  <p:embed/>
                  <p:pic>
                    <p:nvPicPr>
                      <p:cNvPr id="8295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0350" y="2924175"/>
                        <a:ext cx="8545513" cy="118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1"/>
          <p:cNvGraphicFramePr>
            <a:graphicFrameLocks noChangeAspect="1"/>
          </p:cNvGraphicFramePr>
          <p:nvPr/>
        </p:nvGraphicFramePr>
        <p:xfrm>
          <a:off x="284163" y="4691063"/>
          <a:ext cx="2724150" cy="1116012"/>
        </p:xfrm>
        <a:graphic>
          <a:graphicData uri="http://schemas.openxmlformats.org/presentationml/2006/ole">
            <mc:AlternateContent xmlns:mc="http://schemas.openxmlformats.org/markup-compatibility/2006">
              <mc:Choice xmlns:v="urn:schemas-microsoft-com:vml" Requires="v">
                <p:oleObj spid="_x0000_s256223" name="公式" r:id="rId9" imgW="861237" imgH="365666" progId="Equation.3">
                  <p:embed/>
                </p:oleObj>
              </mc:Choice>
              <mc:Fallback>
                <p:oleObj name="公式" r:id="rId9" imgW="861237" imgH="365666" progId="Equation.3">
                  <p:embed/>
                  <p:pic>
                    <p:nvPicPr>
                      <p:cNvPr id="9" name="Object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4163" y="4691063"/>
                        <a:ext cx="2724150" cy="11160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2"/>
          <p:cNvGraphicFramePr>
            <a:graphicFrameLocks noChangeAspect="1"/>
          </p:cNvGraphicFramePr>
          <p:nvPr/>
        </p:nvGraphicFramePr>
        <p:xfrm>
          <a:off x="3789363" y="4005263"/>
          <a:ext cx="2366962" cy="1158875"/>
        </p:xfrm>
        <a:graphic>
          <a:graphicData uri="http://schemas.openxmlformats.org/presentationml/2006/ole">
            <mc:AlternateContent xmlns:mc="http://schemas.openxmlformats.org/markup-compatibility/2006">
              <mc:Choice xmlns:v="urn:schemas-microsoft-com:vml" Requires="v">
                <p:oleObj spid="_x0000_s256224" name="公式" r:id="rId11" imgW="746831" imgH="365666" progId="Equation.3">
                  <p:embed/>
                </p:oleObj>
              </mc:Choice>
              <mc:Fallback>
                <p:oleObj name="公式" r:id="rId11" imgW="746831" imgH="365666" progId="Equation.3">
                  <p:embed/>
                  <p:pic>
                    <p:nvPicPr>
                      <p:cNvPr id="10" name="Object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89363" y="4005263"/>
                        <a:ext cx="2366962" cy="11588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3"/>
          <p:cNvGraphicFramePr>
            <a:graphicFrameLocks noChangeAspect="1"/>
          </p:cNvGraphicFramePr>
          <p:nvPr/>
        </p:nvGraphicFramePr>
        <p:xfrm>
          <a:off x="3556000" y="5224463"/>
          <a:ext cx="2682875" cy="1158875"/>
        </p:xfrm>
        <a:graphic>
          <a:graphicData uri="http://schemas.openxmlformats.org/presentationml/2006/ole">
            <mc:AlternateContent xmlns:mc="http://schemas.openxmlformats.org/markup-compatibility/2006">
              <mc:Choice xmlns:v="urn:schemas-microsoft-com:vml" Requires="v">
                <p:oleObj spid="_x0000_s256225" name="公式" r:id="rId13" imgW="845926" imgH="365666" progId="Equation.3">
                  <p:embed/>
                </p:oleObj>
              </mc:Choice>
              <mc:Fallback>
                <p:oleObj name="公式" r:id="rId13" imgW="845926" imgH="365666" progId="Equation.3">
                  <p:embed/>
                  <p:pic>
                    <p:nvPicPr>
                      <p:cNvPr id="11" name="Object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56000" y="5224463"/>
                        <a:ext cx="2682875" cy="11588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AutoShape 34"/>
          <p:cNvSpPr>
            <a:spLocks/>
          </p:cNvSpPr>
          <p:nvPr/>
        </p:nvSpPr>
        <p:spPr bwMode="auto">
          <a:xfrm>
            <a:off x="2951163" y="4614863"/>
            <a:ext cx="533400" cy="1295400"/>
          </a:xfrm>
          <a:prstGeom prst="leftBrace">
            <a:avLst>
              <a:gd name="adj1" fmla="val 20238"/>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2955" name="Rectangle 3"/>
          <p:cNvSpPr>
            <a:spLocks noChangeArrowheads="1"/>
          </p:cNvSpPr>
          <p:nvPr/>
        </p:nvSpPr>
        <p:spPr bwMode="auto">
          <a:xfrm>
            <a:off x="6450013" y="4762500"/>
            <a:ext cx="2590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Book Antiqua" panose="02040602050305030304" pitchFamily="18" charset="0"/>
                <a:ea typeface="宋体" panose="02010600030101010101" pitchFamily="2" charset="-122"/>
                <a:cs typeface="+mn-cs"/>
              </a:rPr>
              <a:t>下一章会用到</a:t>
            </a:r>
          </a:p>
        </p:txBody>
      </p:sp>
    </p:spTree>
    <p:extLst>
      <p:ext uri="{BB962C8B-B14F-4D97-AF65-F5344CB8AC3E}">
        <p14:creationId xmlns:p14="http://schemas.microsoft.com/office/powerpoint/2010/main" val="1412454895"/>
      </p:ext>
    </p:extLst>
  </p:cSld>
  <p:clrMapOvr>
    <a:masterClrMapping/>
  </p:clrMapOvr>
  <p:transition>
    <p:rand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1520" y="2561431"/>
            <a:ext cx="4141787" cy="309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3971" name="Object 6"/>
          <p:cNvGraphicFramePr>
            <a:graphicFrameLocks noChangeAspect="1"/>
          </p:cNvGraphicFramePr>
          <p:nvPr/>
        </p:nvGraphicFramePr>
        <p:xfrm>
          <a:off x="827088" y="246063"/>
          <a:ext cx="6261100" cy="1430337"/>
        </p:xfrm>
        <a:graphic>
          <a:graphicData uri="http://schemas.openxmlformats.org/presentationml/2006/ole">
            <mc:AlternateContent xmlns:mc="http://schemas.openxmlformats.org/markup-compatibility/2006">
              <mc:Choice xmlns:v="urn:schemas-microsoft-com:vml" Requires="v">
                <p:oleObj spid="_x0000_s127185" name="Equation" r:id="rId4" imgW="1714394" imgH="380937" progId="Equation.DSMT4">
                  <p:embed/>
                </p:oleObj>
              </mc:Choice>
              <mc:Fallback>
                <p:oleObj name="Equation" r:id="rId4" imgW="1714394" imgH="380937" progId="Equation.DSMT4">
                  <p:embed/>
                  <p:pic>
                    <p:nvPicPr>
                      <p:cNvPr id="83971"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246063"/>
                        <a:ext cx="6261100" cy="143033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Rectangle 12"/>
          <p:cNvSpPr>
            <a:spLocks noChangeArrowheads="1"/>
          </p:cNvSpPr>
          <p:nvPr/>
        </p:nvSpPr>
        <p:spPr bwMode="auto">
          <a:xfrm>
            <a:off x="538163" y="1700213"/>
            <a:ext cx="414178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600" b="1" i="0" u="none" strike="noStrike" kern="1200" cap="none" spc="0" normalizeH="0" baseline="0" noProof="0" dirty="0" err="1">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Sgn</a:t>
            </a:r>
            <a:r>
              <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(m)</a:t>
            </a: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的起源？</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
        <p:nvSpPr>
          <p:cNvPr id="83973" name="椭圆 4"/>
          <p:cNvSpPr>
            <a:spLocks noChangeArrowheads="1"/>
          </p:cNvSpPr>
          <p:nvPr/>
        </p:nvSpPr>
        <p:spPr bwMode="auto">
          <a:xfrm>
            <a:off x="3203848" y="3718646"/>
            <a:ext cx="574675" cy="363537"/>
          </a:xfrm>
          <a:prstGeom prst="ellipse">
            <a:avLst/>
          </a:prstGeom>
          <a:noFill/>
          <a:ln w="38100" algn="ctr">
            <a:solidFill>
              <a:srgbClr val="FFFF66"/>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pic>
        <p:nvPicPr>
          <p:cNvPr id="2" name="图片 1"/>
          <p:cNvPicPr>
            <a:picLocks noChangeAspect="1"/>
          </p:cNvPicPr>
          <p:nvPr/>
        </p:nvPicPr>
        <p:blipFill>
          <a:blip r:embed="rId6"/>
          <a:stretch>
            <a:fillRect/>
          </a:stretch>
        </p:blipFill>
        <p:spPr>
          <a:xfrm>
            <a:off x="4648119" y="3066560"/>
            <a:ext cx="4412290" cy="1407015"/>
          </a:xfrm>
          <a:prstGeom prst="rect">
            <a:avLst/>
          </a:prstGeom>
        </p:spPr>
      </p:pic>
      <p:sp>
        <p:nvSpPr>
          <p:cNvPr id="7" name="椭圆 4"/>
          <p:cNvSpPr>
            <a:spLocks noChangeArrowheads="1"/>
          </p:cNvSpPr>
          <p:nvPr/>
        </p:nvSpPr>
        <p:spPr bwMode="auto">
          <a:xfrm>
            <a:off x="5436096" y="3536877"/>
            <a:ext cx="574675" cy="363537"/>
          </a:xfrm>
          <a:prstGeom prst="ellipse">
            <a:avLst/>
          </a:prstGeom>
          <a:noFill/>
          <a:ln w="38100" algn="ctr">
            <a:solidFill>
              <a:srgbClr val="FFFF66"/>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222346813"/>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2"/>
          <p:cNvSpPr>
            <a:spLocks noChangeArrowheads="1"/>
          </p:cNvSpPr>
          <p:nvPr/>
        </p:nvSpPr>
        <p:spPr bwMode="auto">
          <a:xfrm>
            <a:off x="40906" y="175119"/>
            <a:ext cx="4531094"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围道积分</a:t>
            </a:r>
            <a:r>
              <a:rPr lang="zh-CN" altLang="en-US" sz="3600" b="1" dirty="0">
                <a:solidFill>
                  <a:srgbClr val="FFFFFF"/>
                </a:solidFill>
                <a:latin typeface="Book Antiqua" panose="02040602050305030304" pitchFamily="18" charset="0"/>
                <a:sym typeface="Symbol" panose="05050102010706020507" pitchFamily="18" charset="2"/>
              </a:rPr>
              <a:t>基础模式：</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
        <p:nvSpPr>
          <p:cNvPr id="3" name="Rectangle 12"/>
          <p:cNvSpPr>
            <a:spLocks noChangeArrowheads="1"/>
          </p:cNvSpPr>
          <p:nvPr/>
        </p:nvSpPr>
        <p:spPr bwMode="auto">
          <a:xfrm>
            <a:off x="278593" y="908720"/>
            <a:ext cx="2637224"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0">
              <a:spcBef>
                <a:spcPct val="0"/>
              </a:spcBef>
              <a:buNone/>
              <a:defRPr/>
            </a:pPr>
            <a:r>
              <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1</a:t>
            </a:r>
            <a:r>
              <a:rPr lang="en-US" altLang="zh-CN" sz="3600" b="1" noProof="0" dirty="0">
                <a:solidFill>
                  <a:srgbClr val="FFFFFF"/>
                </a:solidFill>
                <a:latin typeface="Book Antiqua" panose="02040602050305030304" pitchFamily="18" charset="0"/>
                <a:sym typeface="Symbol" panose="05050102010706020507" pitchFamily="18" charset="2"/>
              </a:rPr>
              <a:t>.</a:t>
            </a:r>
            <a:r>
              <a:rPr lang="zh-CN" altLang="en-US" sz="3600" b="1" noProof="0" dirty="0">
                <a:solidFill>
                  <a:srgbClr val="FFFFFF"/>
                </a:solidFill>
                <a:latin typeface="Book Antiqua" panose="02040602050305030304" pitchFamily="18" charset="0"/>
                <a:sym typeface="Symbol" panose="05050102010706020507" pitchFamily="18" charset="2"/>
              </a:rPr>
              <a:t>有理分式</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
        <p:nvSpPr>
          <p:cNvPr id="4" name="Rectangle 12"/>
          <p:cNvSpPr>
            <a:spLocks noChangeArrowheads="1"/>
          </p:cNvSpPr>
          <p:nvPr/>
        </p:nvSpPr>
        <p:spPr bwMode="auto">
          <a:xfrm>
            <a:off x="251520" y="2506417"/>
            <a:ext cx="5472608"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3600" b="1" dirty="0">
                <a:solidFill>
                  <a:srgbClr val="FFFFFF"/>
                </a:solidFill>
                <a:latin typeface="Book Antiqua" panose="02040602050305030304" pitchFamily="18" charset="0"/>
                <a:sym typeface="Symbol" panose="05050102010706020507" pitchFamily="18" charset="2"/>
              </a:rPr>
              <a:t>3</a:t>
            </a:r>
            <a:r>
              <a:rPr lang="en-US" altLang="zh-CN" sz="3600" b="1" noProof="0" dirty="0">
                <a:solidFill>
                  <a:srgbClr val="FFFFFF"/>
                </a:solidFill>
                <a:latin typeface="Book Antiqua" panose="02040602050305030304" pitchFamily="18" charset="0"/>
                <a:sym typeface="Symbol" panose="05050102010706020507" pitchFamily="18" charset="2"/>
              </a:rPr>
              <a:t>.</a:t>
            </a:r>
            <a:r>
              <a:rPr lang="zh-CN" altLang="en-US" sz="3600" b="1" dirty="0">
                <a:solidFill>
                  <a:srgbClr val="FFFFFF"/>
                </a:solidFill>
                <a:latin typeface="Book Antiqua" panose="02040602050305030304" pitchFamily="18" charset="0"/>
                <a:sym typeface="Symbol" panose="05050102010706020507" pitchFamily="18" charset="2"/>
              </a:rPr>
              <a:t>三角函数（</a:t>
            </a:r>
            <a:r>
              <a:rPr lang="en-US" altLang="zh-CN" sz="3600" b="1" dirty="0">
                <a:solidFill>
                  <a:srgbClr val="FFFFFF"/>
                </a:solidFill>
                <a:latin typeface="Book Antiqua" panose="02040602050305030304" pitchFamily="18" charset="0"/>
                <a:sym typeface="Symbol" panose="05050102010706020507" pitchFamily="18" charset="2"/>
              </a:rPr>
              <a:t>0,2π</a:t>
            </a:r>
            <a:r>
              <a:rPr lang="zh-CN" altLang="en-US" sz="3600" b="1" dirty="0">
                <a:solidFill>
                  <a:srgbClr val="FFFFFF"/>
                </a:solidFill>
                <a:latin typeface="Book Antiqua" panose="02040602050305030304" pitchFamily="18" charset="0"/>
                <a:sym typeface="Symbol" panose="05050102010706020507" pitchFamily="18" charset="2"/>
              </a:rPr>
              <a:t>）</a:t>
            </a:r>
            <a:r>
              <a:rPr lang="en-US" altLang="zh-CN" sz="3600" b="1" noProof="0" dirty="0">
                <a:solidFill>
                  <a:srgbClr val="FFFFFF"/>
                </a:solidFill>
                <a:latin typeface="Book Antiqua" panose="02040602050305030304" pitchFamily="18" charset="0"/>
                <a:sym typeface="Symbol" panose="05050102010706020507" pitchFamily="18" charset="2"/>
              </a:rPr>
              <a:t> </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
        <p:nvSpPr>
          <p:cNvPr id="5" name="Rectangle 12"/>
          <p:cNvSpPr>
            <a:spLocks noChangeArrowheads="1"/>
          </p:cNvSpPr>
          <p:nvPr/>
        </p:nvSpPr>
        <p:spPr bwMode="auto">
          <a:xfrm>
            <a:off x="271240" y="1697172"/>
            <a:ext cx="4084736"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3600" b="1" dirty="0">
                <a:solidFill>
                  <a:srgbClr val="FFFFFF"/>
                </a:solidFill>
                <a:latin typeface="Book Antiqua" panose="02040602050305030304" pitchFamily="18" charset="0"/>
                <a:sym typeface="Symbol" panose="05050102010706020507" pitchFamily="18" charset="2"/>
              </a:rPr>
              <a:t>2</a:t>
            </a:r>
            <a:r>
              <a:rPr lang="en-US" altLang="zh-CN" sz="3600" b="1" noProof="0" dirty="0">
                <a:solidFill>
                  <a:srgbClr val="FFFFFF"/>
                </a:solidFill>
                <a:latin typeface="Book Antiqua" panose="02040602050305030304" pitchFamily="18" charset="0"/>
                <a:sym typeface="Symbol" panose="05050102010706020507" pitchFamily="18" charset="2"/>
              </a:rPr>
              <a:t>.</a:t>
            </a:r>
            <a:r>
              <a:rPr lang="en-US" altLang="zh-CN" sz="3600" b="1" dirty="0">
                <a:solidFill>
                  <a:srgbClr val="FFFFFF"/>
                </a:solidFill>
                <a:latin typeface="Book Antiqua" panose="02040602050305030304" pitchFamily="18" charset="0"/>
                <a:sym typeface="Symbol" panose="05050102010706020507" pitchFamily="18" charset="2"/>
              </a:rPr>
              <a:t>F(x)e</a:t>
            </a:r>
            <a:r>
              <a:rPr lang="en-US" altLang="zh-CN" sz="3600" b="1" baseline="30000" dirty="0">
                <a:solidFill>
                  <a:srgbClr val="FFFFFF"/>
                </a:solidFill>
                <a:latin typeface="Book Antiqua" panose="02040602050305030304" pitchFamily="18" charset="0"/>
                <a:sym typeface="Symbol" panose="05050102010706020507" pitchFamily="18" charset="2"/>
              </a:rPr>
              <a:t>imx</a:t>
            </a:r>
            <a:endParaRPr kumimoji="1" lang="en-US" altLang="zh-CN" sz="3600" b="1" i="0" u="none" strike="noStrike" kern="1200" cap="none" spc="0" normalizeH="0" baseline="30000" noProof="0" dirty="0">
              <a:ln>
                <a:noFill/>
              </a:ln>
              <a:solidFill>
                <a:srgbClr val="FFFFFF"/>
              </a:solidFill>
              <a:effectLst/>
              <a:uLnTx/>
              <a:uFillTx/>
              <a:latin typeface="Book Antiqua" panose="02040602050305030304" pitchFamily="18" charset="0"/>
              <a:sym typeface="Symbol" panose="05050102010706020507" pitchFamily="18" charset="2"/>
            </a:endParaRPr>
          </a:p>
        </p:txBody>
      </p:sp>
      <p:sp>
        <p:nvSpPr>
          <p:cNvPr id="6" name="矩形 5"/>
          <p:cNvSpPr/>
          <p:nvPr/>
        </p:nvSpPr>
        <p:spPr>
          <a:xfrm>
            <a:off x="2841097" y="1439438"/>
            <a:ext cx="1633781" cy="584775"/>
          </a:xfrm>
          <a:prstGeom prst="rect">
            <a:avLst/>
          </a:prstGeom>
        </p:spPr>
        <p:txBody>
          <a:bodyPr wrap="none">
            <a:spAutoFit/>
          </a:bodyPr>
          <a:lstStyle/>
          <a:p>
            <a:pPr lvl="0">
              <a:defRPr/>
            </a:pPr>
            <a:r>
              <a:rPr lang="en-US" altLang="zh-CN" b="1" dirty="0">
                <a:solidFill>
                  <a:srgbClr val="FFFFFF"/>
                </a:solidFill>
                <a:latin typeface="Book Antiqua" panose="02040602050305030304" pitchFamily="18" charset="0"/>
                <a:sym typeface="Symbol" panose="05050102010706020507" pitchFamily="18" charset="2"/>
              </a:rPr>
              <a:t>(-</a:t>
            </a:r>
            <a:r>
              <a:rPr lang="zh-CN" altLang="en-US" b="1" dirty="0">
                <a:solidFill>
                  <a:srgbClr val="FFFFFF"/>
                </a:solidFill>
                <a:latin typeface="Book Antiqua" panose="02040602050305030304" pitchFamily="18" charset="0"/>
                <a:sym typeface="Symbol" panose="05050102010706020507" pitchFamily="18" charset="2"/>
              </a:rPr>
              <a:t>∞</a:t>
            </a:r>
            <a:r>
              <a:rPr lang="en-US" altLang="zh-CN" b="1" dirty="0">
                <a:solidFill>
                  <a:srgbClr val="FFFFFF"/>
                </a:solidFill>
                <a:latin typeface="Book Antiqua" panose="02040602050305030304" pitchFamily="18" charset="0"/>
                <a:sym typeface="Symbol" panose="05050102010706020507" pitchFamily="18" charset="2"/>
              </a:rPr>
              <a:t>,+</a:t>
            </a:r>
            <a:r>
              <a:rPr lang="zh-CN" altLang="en-US" b="1" dirty="0">
                <a:solidFill>
                  <a:srgbClr val="FFFFFF"/>
                </a:solidFill>
                <a:latin typeface="Book Antiqua" panose="02040602050305030304" pitchFamily="18" charset="0"/>
                <a:sym typeface="Symbol" panose="05050102010706020507" pitchFamily="18" charset="2"/>
              </a:rPr>
              <a:t>∞</a:t>
            </a:r>
            <a:r>
              <a:rPr lang="en-US" altLang="zh-CN" b="1" dirty="0">
                <a:solidFill>
                  <a:srgbClr val="FFFFFF"/>
                </a:solidFill>
                <a:latin typeface="Book Antiqua" panose="02040602050305030304" pitchFamily="18" charset="0"/>
                <a:sym typeface="Symbol" panose="05050102010706020507" pitchFamily="18" charset="2"/>
              </a:rPr>
              <a:t>) </a:t>
            </a:r>
          </a:p>
        </p:txBody>
      </p:sp>
      <p:grpSp>
        <p:nvGrpSpPr>
          <p:cNvPr id="7" name="Group 40"/>
          <p:cNvGrpSpPr>
            <a:grpSpLocks/>
          </p:cNvGrpSpPr>
          <p:nvPr/>
        </p:nvGrpSpPr>
        <p:grpSpPr bwMode="auto">
          <a:xfrm>
            <a:off x="5796136" y="175119"/>
            <a:ext cx="2046109" cy="1899634"/>
            <a:chOff x="3643" y="2496"/>
            <a:chExt cx="1652" cy="1440"/>
          </a:xfrm>
        </p:grpSpPr>
        <p:sp>
          <p:nvSpPr>
            <p:cNvPr id="8" name="Oval 29"/>
            <p:cNvSpPr>
              <a:spLocks noChangeArrowheads="1"/>
            </p:cNvSpPr>
            <p:nvPr/>
          </p:nvSpPr>
          <p:spPr bwMode="auto">
            <a:xfrm>
              <a:off x="3936" y="2784"/>
              <a:ext cx="1152" cy="1104"/>
            </a:xfrm>
            <a:prstGeom prst="ellipse">
              <a:avLst/>
            </a:prstGeom>
            <a:noFill/>
            <a:ln w="571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 name="Rectangle 30"/>
            <p:cNvSpPr>
              <a:spLocks noChangeArrowheads="1"/>
            </p:cNvSpPr>
            <p:nvPr/>
          </p:nvSpPr>
          <p:spPr bwMode="auto">
            <a:xfrm>
              <a:off x="3936" y="3408"/>
              <a:ext cx="1200" cy="528"/>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 name="Line 25"/>
            <p:cNvSpPr>
              <a:spLocks noChangeShapeType="1"/>
            </p:cNvSpPr>
            <p:nvPr/>
          </p:nvSpPr>
          <p:spPr bwMode="auto">
            <a:xfrm>
              <a:off x="3792" y="3408"/>
              <a:ext cx="1488"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 name="Line 31"/>
            <p:cNvSpPr>
              <a:spLocks noChangeShapeType="1"/>
            </p:cNvSpPr>
            <p:nvPr/>
          </p:nvSpPr>
          <p:spPr bwMode="auto">
            <a:xfrm flipH="1" flipV="1">
              <a:off x="4944" y="2976"/>
              <a:ext cx="96" cy="144"/>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2" name="Oval 32"/>
            <p:cNvSpPr>
              <a:spLocks noChangeArrowheads="1"/>
            </p:cNvSpPr>
            <p:nvPr/>
          </p:nvSpPr>
          <p:spPr bwMode="auto">
            <a:xfrm>
              <a:off x="4320" y="3168"/>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13" name="Object 33"/>
            <p:cNvGraphicFramePr>
              <a:graphicFrameLocks noChangeAspect="1"/>
            </p:cNvGraphicFramePr>
            <p:nvPr/>
          </p:nvGraphicFramePr>
          <p:xfrm>
            <a:off x="4416" y="2880"/>
            <a:ext cx="314" cy="447"/>
          </p:xfrm>
          <a:graphic>
            <a:graphicData uri="http://schemas.openxmlformats.org/presentationml/2006/ole">
              <mc:AlternateContent xmlns:mc="http://schemas.openxmlformats.org/markup-compatibility/2006">
                <mc:Choice xmlns:v="urn:schemas-microsoft-com:vml" Requires="v">
                  <p:oleObj spid="_x0000_s208992" name="公式" r:id="rId3" imgW="91440" imgH="152290" progId="Equation.3">
                    <p:embed/>
                  </p:oleObj>
                </mc:Choice>
                <mc:Fallback>
                  <p:oleObj name="公式" r:id="rId3" imgW="91440" imgH="152290" progId="Equation.3">
                    <p:embed/>
                    <p:pic>
                      <p:nvPicPr>
                        <p:cNvPr id="61462" name="Object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6" y="2880"/>
                          <a:ext cx="314" cy="44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Oval 34"/>
            <p:cNvSpPr>
              <a:spLocks noChangeArrowheads="1"/>
            </p:cNvSpPr>
            <p:nvPr/>
          </p:nvSpPr>
          <p:spPr bwMode="auto">
            <a:xfrm>
              <a:off x="4800" y="3120"/>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5" name="Oval 35"/>
            <p:cNvSpPr>
              <a:spLocks noChangeArrowheads="1"/>
            </p:cNvSpPr>
            <p:nvPr/>
          </p:nvSpPr>
          <p:spPr bwMode="auto">
            <a:xfrm>
              <a:off x="4560" y="336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6" name="Text Box 36"/>
            <p:cNvSpPr txBox="1">
              <a:spLocks noChangeArrowheads="1"/>
            </p:cNvSpPr>
            <p:nvPr/>
          </p:nvSpPr>
          <p:spPr bwMode="auto">
            <a:xfrm>
              <a:off x="4416" y="3312"/>
              <a:ext cx="294" cy="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40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o</a:t>
              </a:r>
              <a:endParaRPr kumimoji="1" lang="en-US" altLang="zh-CN" sz="40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17" name="Text Box 37"/>
            <p:cNvSpPr txBox="1">
              <a:spLocks noChangeArrowheads="1"/>
            </p:cNvSpPr>
            <p:nvPr/>
          </p:nvSpPr>
          <p:spPr bwMode="auto">
            <a:xfrm>
              <a:off x="3643" y="3446"/>
              <a:ext cx="4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18" name="Text Box 38"/>
            <p:cNvSpPr txBox="1">
              <a:spLocks noChangeArrowheads="1"/>
            </p:cNvSpPr>
            <p:nvPr/>
          </p:nvSpPr>
          <p:spPr bwMode="auto">
            <a:xfrm>
              <a:off x="4994" y="3408"/>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19" name="Text Box 39"/>
            <p:cNvSpPr txBox="1">
              <a:spLocks noChangeArrowheads="1"/>
            </p:cNvSpPr>
            <p:nvPr/>
          </p:nvSpPr>
          <p:spPr bwMode="auto">
            <a:xfrm>
              <a:off x="3840" y="2496"/>
              <a:ext cx="41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C</a:t>
              </a:r>
              <a:r>
                <a:rPr kumimoji="1" lang="en-US" altLang="zh-CN" sz="3200" b="1" i="1" u="none" strike="noStrike" kern="1200" cap="none" spc="0" normalizeH="0" baseline="-25000" noProof="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grpSp>
      <p:sp>
        <p:nvSpPr>
          <p:cNvPr id="22" name="Oval 29"/>
          <p:cNvSpPr>
            <a:spLocks noChangeArrowheads="1"/>
          </p:cNvSpPr>
          <p:nvPr/>
        </p:nvSpPr>
        <p:spPr bwMode="auto">
          <a:xfrm>
            <a:off x="6152453" y="2264716"/>
            <a:ext cx="1426827" cy="1456386"/>
          </a:xfrm>
          <a:prstGeom prst="ellipse">
            <a:avLst/>
          </a:prstGeom>
          <a:noFill/>
          <a:ln w="571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3" name="Line 31"/>
          <p:cNvSpPr>
            <a:spLocks noChangeShapeType="1"/>
          </p:cNvSpPr>
          <p:nvPr/>
        </p:nvSpPr>
        <p:spPr bwMode="auto">
          <a:xfrm flipH="1" flipV="1">
            <a:off x="7407509" y="2506417"/>
            <a:ext cx="118902" cy="189963"/>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4" name="Text Box 38"/>
          <p:cNvSpPr txBox="1">
            <a:spLocks noChangeArrowheads="1"/>
          </p:cNvSpPr>
          <p:nvPr/>
        </p:nvSpPr>
        <p:spPr bwMode="auto">
          <a:xfrm>
            <a:off x="6432253" y="2700521"/>
            <a:ext cx="934871"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R=1</a:t>
            </a:r>
            <a:endParaRPr kumimoji="1" lang="en-US" altLang="zh-CN" sz="32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25" name="Rectangle 12"/>
          <p:cNvSpPr>
            <a:spLocks noChangeArrowheads="1"/>
          </p:cNvSpPr>
          <p:nvPr/>
        </p:nvSpPr>
        <p:spPr bwMode="auto">
          <a:xfrm>
            <a:off x="271240" y="3532405"/>
            <a:ext cx="5472608"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4.</a:t>
            </a: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实轴上有奇点</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pic>
        <p:nvPicPr>
          <p:cNvPr id="26" name="图片 25"/>
          <p:cNvPicPr>
            <a:picLocks noChangeAspect="1"/>
          </p:cNvPicPr>
          <p:nvPr/>
        </p:nvPicPr>
        <p:blipFill>
          <a:blip r:embed="rId5"/>
          <a:stretch>
            <a:fillRect/>
          </a:stretch>
        </p:blipFill>
        <p:spPr>
          <a:xfrm>
            <a:off x="504050" y="4437112"/>
            <a:ext cx="3163103" cy="2140092"/>
          </a:xfrm>
          <a:prstGeom prst="rect">
            <a:avLst/>
          </a:prstGeom>
        </p:spPr>
      </p:pic>
    </p:spTree>
    <p:extLst>
      <p:ext uri="{BB962C8B-B14F-4D97-AF65-F5344CB8AC3E}">
        <p14:creationId xmlns:p14="http://schemas.microsoft.com/office/powerpoint/2010/main" val="295862141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wipe(left)">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wipe(left)">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
                                            <p:txEl>
                                              <p:pRg st="0" end="0"/>
                                            </p:txEl>
                                          </p:spTgt>
                                        </p:tgtEl>
                                        <p:attrNameLst>
                                          <p:attrName>style.visibility</p:attrName>
                                        </p:attrNameLst>
                                      </p:cBhvr>
                                      <p:to>
                                        <p:strVal val="visible"/>
                                      </p:to>
                                    </p:set>
                                    <p:animEffect transition="in" filter="wipe(left)">
                                      <p:cBhvr>
                                        <p:cTn id="27" dur="5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P spid="3" grpId="0" build="p" autoUpdateAnimBg="0"/>
      <p:bldP spid="4" grpId="0" build="p" autoUpdateAnimBg="0"/>
      <p:bldP spid="5" grpId="0" build="p" autoUpdateAnimBg="0"/>
      <p:bldP spid="25" grpId="0" build="p"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980728"/>
            <a:ext cx="8640960" cy="4464496"/>
          </a:xfrm>
          <a:prstGeom prst="rect">
            <a:avLst/>
          </a:prstGeom>
        </p:spPr>
        <p:txBody>
          <a:bodyPr wrap="square">
            <a:spAutoFit/>
          </a:bodyPr>
          <a:lstStyle/>
          <a:p>
            <a:pPr algn="just">
              <a:spcAft>
                <a:spcPts val="0"/>
              </a:spcAft>
            </a:pPr>
            <a:r>
              <a:rPr lang="zh-CN" altLang="zh-CN" sz="2800" b="1" kern="100" dirty="0">
                <a:solidFill>
                  <a:srgbClr val="0070C0"/>
                </a:solidFill>
              </a:rPr>
              <a:t>第</a:t>
            </a:r>
            <a:r>
              <a:rPr lang="en-US" altLang="zh-CN" sz="2800" b="1" kern="100" dirty="0">
                <a:solidFill>
                  <a:srgbClr val="0070C0"/>
                </a:solidFill>
              </a:rPr>
              <a:t>55</a:t>
            </a:r>
            <a:r>
              <a:rPr lang="zh-CN" altLang="zh-CN" sz="2800" b="1" kern="100" dirty="0">
                <a:solidFill>
                  <a:srgbClr val="0070C0"/>
                </a:solidFill>
              </a:rPr>
              <a:t>页</a:t>
            </a:r>
            <a:r>
              <a:rPr lang="zh-CN" altLang="zh-CN" sz="2800" b="1" kern="100" dirty="0"/>
              <a:t>（第四版） </a:t>
            </a:r>
            <a:r>
              <a:rPr lang="zh-CN" altLang="zh-CN" sz="2800" b="1" kern="100" dirty="0">
                <a:solidFill>
                  <a:srgbClr val="00B050"/>
                </a:solidFill>
              </a:rPr>
              <a:t>第</a:t>
            </a:r>
            <a:r>
              <a:rPr lang="en-US" altLang="zh-CN" sz="2800" b="1" kern="100" dirty="0">
                <a:solidFill>
                  <a:srgbClr val="00B050"/>
                </a:solidFill>
              </a:rPr>
              <a:t>50</a:t>
            </a:r>
            <a:r>
              <a:rPr lang="zh-CN" altLang="zh-CN" sz="2800" b="1" kern="100" dirty="0">
                <a:solidFill>
                  <a:srgbClr val="00B050"/>
                </a:solidFill>
              </a:rPr>
              <a:t>页</a:t>
            </a:r>
            <a:r>
              <a:rPr lang="zh-CN" altLang="zh-CN" sz="2800" b="1" kern="100" dirty="0"/>
              <a:t>（第五版）</a:t>
            </a:r>
            <a:r>
              <a:rPr lang="zh-CN" altLang="zh-CN" sz="2800" kern="100" dirty="0"/>
              <a:t>：</a:t>
            </a:r>
          </a:p>
          <a:p>
            <a:pPr indent="711200" algn="just">
              <a:spcAft>
                <a:spcPts val="0"/>
              </a:spcAft>
            </a:pPr>
            <a:r>
              <a:rPr lang="zh-CN" altLang="zh-CN" sz="2800" kern="100" dirty="0"/>
              <a:t>第</a:t>
            </a:r>
            <a:r>
              <a:rPr lang="en-US" altLang="zh-CN" sz="2800" kern="100" dirty="0"/>
              <a:t>1</a:t>
            </a:r>
            <a:r>
              <a:rPr lang="zh-CN" altLang="zh-CN" sz="2800" kern="100" dirty="0"/>
              <a:t>题中（</a:t>
            </a:r>
            <a:r>
              <a:rPr lang="en-US" altLang="zh-CN" sz="2800" kern="100" dirty="0"/>
              <a:t>1</a:t>
            </a:r>
            <a:r>
              <a:rPr lang="zh-CN" altLang="zh-CN" sz="2800" kern="100" dirty="0"/>
              <a:t>），（</a:t>
            </a:r>
            <a:r>
              <a:rPr lang="en-US" altLang="zh-CN" sz="2800" kern="100" dirty="0"/>
              <a:t>2</a:t>
            </a:r>
            <a:r>
              <a:rPr lang="zh-CN" altLang="zh-CN" sz="2800" kern="100" dirty="0"/>
              <a:t>），（</a:t>
            </a:r>
            <a:r>
              <a:rPr lang="en-US" altLang="zh-CN" sz="2800" kern="100" dirty="0"/>
              <a:t>3</a:t>
            </a:r>
            <a:r>
              <a:rPr lang="zh-CN" altLang="zh-CN" sz="2800" kern="100" dirty="0"/>
              <a:t>），（</a:t>
            </a:r>
            <a:r>
              <a:rPr lang="en-US" altLang="zh-CN" sz="2800" kern="100" dirty="0"/>
              <a:t>5</a:t>
            </a:r>
            <a:r>
              <a:rPr lang="zh-CN" altLang="zh-CN" sz="2800" kern="100" dirty="0"/>
              <a:t>），（</a:t>
            </a:r>
            <a:r>
              <a:rPr lang="en-US" altLang="zh-CN" sz="2800" kern="100" dirty="0"/>
              <a:t>9</a:t>
            </a:r>
            <a:r>
              <a:rPr lang="zh-CN" altLang="zh-CN" sz="2800" kern="100" dirty="0"/>
              <a:t>），（</a:t>
            </a:r>
            <a:r>
              <a:rPr lang="en-US" altLang="zh-CN" sz="2800" kern="100" dirty="0"/>
              <a:t>10</a:t>
            </a:r>
            <a:r>
              <a:rPr lang="zh-CN" altLang="zh-CN" sz="2800" kern="100" dirty="0"/>
              <a:t>）；</a:t>
            </a:r>
          </a:p>
          <a:p>
            <a:pPr indent="711200" algn="just">
              <a:spcAft>
                <a:spcPts val="0"/>
              </a:spcAft>
            </a:pPr>
            <a:r>
              <a:rPr lang="zh-CN" altLang="zh-CN" sz="2800" kern="100" dirty="0"/>
              <a:t>第</a:t>
            </a:r>
            <a:r>
              <a:rPr lang="en-US" altLang="zh-CN" sz="2800" kern="100" dirty="0"/>
              <a:t>2</a:t>
            </a:r>
            <a:r>
              <a:rPr lang="zh-CN" altLang="zh-CN" sz="2800" kern="100" dirty="0"/>
              <a:t>题中（</a:t>
            </a:r>
            <a:r>
              <a:rPr lang="en-US" altLang="zh-CN" sz="2800" kern="100" dirty="0"/>
              <a:t>1</a:t>
            </a:r>
            <a:r>
              <a:rPr lang="zh-CN" altLang="zh-CN" sz="2800" kern="100" dirty="0"/>
              <a:t>），（</a:t>
            </a:r>
            <a:r>
              <a:rPr lang="en-US" altLang="zh-CN" sz="2800" kern="100" dirty="0"/>
              <a:t>4</a:t>
            </a:r>
            <a:r>
              <a:rPr lang="zh-CN" altLang="zh-CN" sz="2800" kern="100" dirty="0"/>
              <a:t>）；</a:t>
            </a:r>
          </a:p>
          <a:p>
            <a:pPr indent="711200" algn="just">
              <a:spcAft>
                <a:spcPts val="0"/>
              </a:spcAft>
            </a:pPr>
            <a:r>
              <a:rPr lang="zh-CN" altLang="zh-CN" sz="2800" kern="100" dirty="0"/>
              <a:t>第</a:t>
            </a:r>
            <a:r>
              <a:rPr lang="en-US" altLang="zh-CN" sz="2800" kern="100" dirty="0"/>
              <a:t>3</a:t>
            </a:r>
            <a:r>
              <a:rPr lang="zh-CN" altLang="zh-CN" sz="2800" kern="100" dirty="0"/>
              <a:t>题；</a:t>
            </a:r>
          </a:p>
          <a:p>
            <a:pPr algn="just">
              <a:spcAft>
                <a:spcPts val="0"/>
              </a:spcAft>
            </a:pPr>
            <a:r>
              <a:rPr lang="zh-CN" altLang="zh-CN" sz="2800" b="1" kern="100" dirty="0">
                <a:solidFill>
                  <a:srgbClr val="0070C0"/>
                </a:solidFill>
              </a:rPr>
              <a:t>第</a:t>
            </a:r>
            <a:r>
              <a:rPr lang="en-US" altLang="zh-CN" sz="2800" b="1" kern="100" dirty="0">
                <a:solidFill>
                  <a:srgbClr val="0070C0"/>
                </a:solidFill>
              </a:rPr>
              <a:t>63</a:t>
            </a:r>
            <a:r>
              <a:rPr lang="zh-CN" altLang="zh-CN" sz="2800" b="1" kern="100" dirty="0">
                <a:solidFill>
                  <a:srgbClr val="0070C0"/>
                </a:solidFill>
              </a:rPr>
              <a:t>页</a:t>
            </a:r>
            <a:r>
              <a:rPr lang="zh-CN" altLang="zh-CN" sz="2800" b="1" kern="100" dirty="0"/>
              <a:t>（第四版） </a:t>
            </a:r>
            <a:r>
              <a:rPr lang="zh-CN" altLang="zh-CN" sz="2800" b="1" kern="100" dirty="0">
                <a:solidFill>
                  <a:srgbClr val="00B050"/>
                </a:solidFill>
              </a:rPr>
              <a:t>第</a:t>
            </a:r>
            <a:r>
              <a:rPr lang="en-US" altLang="zh-CN" sz="2800" b="1" kern="100" dirty="0">
                <a:solidFill>
                  <a:srgbClr val="00B050"/>
                </a:solidFill>
              </a:rPr>
              <a:t>57</a:t>
            </a:r>
            <a:r>
              <a:rPr lang="zh-CN" altLang="zh-CN" sz="2800" b="1" kern="100" dirty="0">
                <a:solidFill>
                  <a:srgbClr val="00B050"/>
                </a:solidFill>
              </a:rPr>
              <a:t>页</a:t>
            </a:r>
            <a:r>
              <a:rPr lang="zh-CN" altLang="zh-CN" sz="2800" b="1" kern="100" dirty="0"/>
              <a:t>（第五版）</a:t>
            </a:r>
            <a:r>
              <a:rPr lang="zh-CN" altLang="zh-CN" sz="2800" kern="100" dirty="0"/>
              <a:t>：</a:t>
            </a:r>
          </a:p>
          <a:p>
            <a:pPr indent="622300" algn="just">
              <a:spcAft>
                <a:spcPts val="0"/>
              </a:spcAft>
            </a:pPr>
            <a:r>
              <a:rPr lang="en-US" altLang="zh-CN" sz="2800" kern="100" dirty="0"/>
              <a:t> </a:t>
            </a:r>
            <a:r>
              <a:rPr lang="zh-CN" altLang="zh-CN" sz="2800" kern="100" dirty="0"/>
              <a:t>第</a:t>
            </a:r>
            <a:r>
              <a:rPr lang="en-US" altLang="zh-CN" sz="2800" kern="100" dirty="0"/>
              <a:t>1</a:t>
            </a:r>
            <a:r>
              <a:rPr lang="zh-CN" altLang="zh-CN" sz="2800" kern="100" dirty="0"/>
              <a:t>题中（</a:t>
            </a:r>
            <a:r>
              <a:rPr lang="en-US" altLang="zh-CN" sz="2800" kern="100" dirty="0"/>
              <a:t>4</a:t>
            </a:r>
            <a:r>
              <a:rPr lang="zh-CN" altLang="zh-CN" sz="2800" kern="100" dirty="0"/>
              <a:t>），（</a:t>
            </a:r>
            <a:r>
              <a:rPr lang="en-US" altLang="zh-CN" sz="2800" kern="100" dirty="0"/>
              <a:t>5</a:t>
            </a:r>
            <a:r>
              <a:rPr lang="zh-CN" altLang="zh-CN" sz="2800" kern="100" dirty="0"/>
              <a:t>），（</a:t>
            </a:r>
            <a:r>
              <a:rPr lang="en-US" altLang="zh-CN" sz="2800" kern="100" dirty="0"/>
              <a:t>7</a:t>
            </a:r>
            <a:r>
              <a:rPr lang="zh-CN" altLang="zh-CN" sz="2800" kern="100" dirty="0"/>
              <a:t>），（</a:t>
            </a:r>
            <a:r>
              <a:rPr lang="en-US" altLang="zh-CN" sz="2800" kern="100" dirty="0"/>
              <a:t>8</a:t>
            </a:r>
            <a:r>
              <a:rPr lang="zh-CN" altLang="zh-CN" sz="2800" kern="100" dirty="0"/>
              <a:t>）；</a:t>
            </a:r>
          </a:p>
          <a:p>
            <a:pPr indent="711200" algn="just">
              <a:spcAft>
                <a:spcPts val="0"/>
              </a:spcAft>
            </a:pPr>
            <a:r>
              <a:rPr lang="zh-CN" altLang="zh-CN" sz="2800" kern="100" dirty="0"/>
              <a:t>第</a:t>
            </a:r>
            <a:r>
              <a:rPr lang="en-US" altLang="zh-CN" sz="2800" kern="100" dirty="0"/>
              <a:t>2</a:t>
            </a:r>
            <a:r>
              <a:rPr lang="zh-CN" altLang="zh-CN" sz="2800" kern="100" dirty="0"/>
              <a:t>题中（</a:t>
            </a:r>
            <a:r>
              <a:rPr lang="en-US" altLang="zh-CN" sz="2800" kern="100" dirty="0"/>
              <a:t>4</a:t>
            </a:r>
            <a:r>
              <a:rPr lang="zh-CN" altLang="zh-CN" sz="2800" kern="100" dirty="0"/>
              <a:t>），（</a:t>
            </a:r>
            <a:r>
              <a:rPr lang="en-US" altLang="zh-CN" sz="2800" kern="100" dirty="0"/>
              <a:t>6</a:t>
            </a:r>
            <a:r>
              <a:rPr lang="zh-CN" altLang="zh-CN" sz="2800" kern="100" dirty="0"/>
              <a:t>）；</a:t>
            </a:r>
          </a:p>
          <a:p>
            <a:pPr indent="711200" algn="just">
              <a:spcAft>
                <a:spcPts val="0"/>
              </a:spcAft>
            </a:pPr>
            <a:r>
              <a:rPr lang="zh-CN" altLang="zh-CN" sz="2800" kern="100" dirty="0"/>
              <a:t>第</a:t>
            </a:r>
            <a:r>
              <a:rPr lang="en-US" altLang="zh-CN" sz="2800" kern="100" dirty="0"/>
              <a:t>3</a:t>
            </a:r>
            <a:r>
              <a:rPr lang="zh-CN" altLang="zh-CN" sz="2800" kern="100" dirty="0"/>
              <a:t>题中（</a:t>
            </a:r>
            <a:r>
              <a:rPr lang="en-US" altLang="zh-CN" sz="2800" kern="100" dirty="0"/>
              <a:t>1</a:t>
            </a:r>
            <a:r>
              <a:rPr lang="zh-CN" altLang="zh-CN" sz="2800" kern="100" dirty="0"/>
              <a:t>），（</a:t>
            </a:r>
            <a:r>
              <a:rPr lang="en-US" altLang="zh-CN" sz="2800" kern="100" dirty="0"/>
              <a:t>2</a:t>
            </a:r>
            <a:r>
              <a:rPr lang="zh-CN" altLang="zh-CN" sz="2800" kern="100" dirty="0"/>
              <a:t>），（</a:t>
            </a:r>
            <a:r>
              <a:rPr lang="en-US" altLang="zh-CN" sz="2800" kern="100" dirty="0"/>
              <a:t>7</a:t>
            </a:r>
            <a:r>
              <a:rPr lang="zh-CN" altLang="zh-CN" sz="2800" kern="100" dirty="0"/>
              <a:t>），（</a:t>
            </a:r>
            <a:r>
              <a:rPr lang="en-US" altLang="zh-CN" sz="2800" kern="100" dirty="0"/>
              <a:t>8</a:t>
            </a:r>
            <a:r>
              <a:rPr lang="zh-CN" altLang="zh-CN" sz="2800" kern="100" dirty="0"/>
              <a:t>）。</a:t>
            </a:r>
          </a:p>
          <a:p>
            <a:pPr algn="just">
              <a:spcAft>
                <a:spcPts val="0"/>
              </a:spcAft>
            </a:pPr>
            <a:r>
              <a:rPr lang="en-US" altLang="zh-CN" sz="2800" kern="100" dirty="0"/>
              <a:t> </a:t>
            </a:r>
            <a:endParaRPr lang="zh-CN" altLang="zh-CN" sz="2800" kern="100" dirty="0"/>
          </a:p>
        </p:txBody>
      </p:sp>
    </p:spTree>
    <p:extLst>
      <p:ext uri="{BB962C8B-B14F-4D97-AF65-F5344CB8AC3E}">
        <p14:creationId xmlns:p14="http://schemas.microsoft.com/office/powerpoint/2010/main" val="3896339588"/>
      </p:ext>
    </p:extLst>
  </p:cSld>
  <p:clrMapOvr>
    <a:masterClrMapping/>
  </p:clrMapOvr>
  <p:transition>
    <p:rand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2"/>
          <p:cNvSpPr>
            <a:spLocks noChangeArrowheads="1"/>
          </p:cNvSpPr>
          <p:nvPr/>
        </p:nvSpPr>
        <p:spPr bwMode="auto">
          <a:xfrm>
            <a:off x="323528" y="116632"/>
            <a:ext cx="414178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多值函数</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480955322"/>
              </p:ext>
            </p:extLst>
          </p:nvPr>
        </p:nvGraphicFramePr>
        <p:xfrm>
          <a:off x="2555776" y="712908"/>
          <a:ext cx="2070230" cy="720080"/>
        </p:xfrm>
        <a:graphic>
          <a:graphicData uri="http://schemas.openxmlformats.org/presentationml/2006/ole">
            <mc:AlternateContent xmlns:mc="http://schemas.openxmlformats.org/markup-compatibility/2006">
              <mc:Choice xmlns:v="urn:schemas-microsoft-com:vml" Requires="v">
                <p:oleObj spid="_x0000_s180613" name="Equation" r:id="rId3" imgW="583920" imgH="203040" progId="Equation.DSMT4">
                  <p:embed/>
                </p:oleObj>
              </mc:Choice>
              <mc:Fallback>
                <p:oleObj name="Equation" r:id="rId3" imgW="583920" imgH="203040" progId="Equation.DSMT4">
                  <p:embed/>
                  <p:pic>
                    <p:nvPicPr>
                      <p:cNvPr id="0" name=""/>
                      <p:cNvPicPr/>
                      <p:nvPr/>
                    </p:nvPicPr>
                    <p:blipFill>
                      <a:blip r:embed="rId4"/>
                      <a:stretch>
                        <a:fillRect/>
                      </a:stretch>
                    </p:blipFill>
                    <p:spPr>
                      <a:xfrm>
                        <a:off x="2555776" y="712908"/>
                        <a:ext cx="2070230" cy="720080"/>
                      </a:xfrm>
                      <a:prstGeom prst="rect">
                        <a:avLst/>
                      </a:prstGeom>
                    </p:spPr>
                  </p:pic>
                </p:oleObj>
              </mc:Fallback>
            </mc:AlternateContent>
          </a:graphicData>
        </a:graphic>
      </p:graphicFrame>
      <p:sp>
        <p:nvSpPr>
          <p:cNvPr id="6" name="Rectangle 12"/>
          <p:cNvSpPr>
            <a:spLocks noChangeArrowheads="1"/>
          </p:cNvSpPr>
          <p:nvPr/>
        </p:nvSpPr>
        <p:spPr bwMode="auto">
          <a:xfrm>
            <a:off x="358578" y="733864"/>
            <a:ext cx="2059454"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复变函数</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3352000329"/>
              </p:ext>
            </p:extLst>
          </p:nvPr>
        </p:nvGraphicFramePr>
        <p:xfrm>
          <a:off x="358578" y="1439488"/>
          <a:ext cx="5491163" cy="811213"/>
        </p:xfrm>
        <a:graphic>
          <a:graphicData uri="http://schemas.openxmlformats.org/presentationml/2006/ole">
            <mc:AlternateContent xmlns:mc="http://schemas.openxmlformats.org/markup-compatibility/2006">
              <mc:Choice xmlns:v="urn:schemas-microsoft-com:vml" Requires="v">
                <p:oleObj spid="_x0000_s180614" name="Equation" r:id="rId5" imgW="1549080" imgH="228600" progId="Equation.DSMT4">
                  <p:embed/>
                </p:oleObj>
              </mc:Choice>
              <mc:Fallback>
                <p:oleObj name="Equation" r:id="rId5" imgW="1549080" imgH="228600" progId="Equation.DSMT4">
                  <p:embed/>
                  <p:pic>
                    <p:nvPicPr>
                      <p:cNvPr id="5" name="对象 4"/>
                      <p:cNvPicPr/>
                      <p:nvPr/>
                    </p:nvPicPr>
                    <p:blipFill>
                      <a:blip r:embed="rId6"/>
                      <a:stretch>
                        <a:fillRect/>
                      </a:stretch>
                    </p:blipFill>
                    <p:spPr>
                      <a:xfrm>
                        <a:off x="358578" y="1439488"/>
                        <a:ext cx="5491163" cy="811213"/>
                      </a:xfrm>
                      <a:prstGeom prst="rect">
                        <a:avLst/>
                      </a:prstGeom>
                    </p:spPr>
                  </p:pic>
                </p:oleObj>
              </mc:Fallback>
            </mc:AlternateContent>
          </a:graphicData>
        </a:graphic>
      </p:graphicFrame>
      <p:sp>
        <p:nvSpPr>
          <p:cNvPr id="8" name="Rectangle 12"/>
          <p:cNvSpPr>
            <a:spLocks noChangeArrowheads="1"/>
          </p:cNvSpPr>
          <p:nvPr/>
        </p:nvSpPr>
        <p:spPr bwMode="auto">
          <a:xfrm>
            <a:off x="6156176" y="1521244"/>
            <a:ext cx="2059454"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单值函数</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889992585"/>
              </p:ext>
            </p:extLst>
          </p:nvPr>
        </p:nvGraphicFramePr>
        <p:xfrm>
          <a:off x="446088" y="2308225"/>
          <a:ext cx="5537200" cy="811213"/>
        </p:xfrm>
        <a:graphic>
          <a:graphicData uri="http://schemas.openxmlformats.org/presentationml/2006/ole">
            <mc:AlternateContent xmlns:mc="http://schemas.openxmlformats.org/markup-compatibility/2006">
              <mc:Choice xmlns:v="urn:schemas-microsoft-com:vml" Requires="v">
                <p:oleObj spid="_x0000_s180615" name="Equation" r:id="rId7" imgW="1562040" imgH="228600" progId="Equation.DSMT4">
                  <p:embed/>
                </p:oleObj>
              </mc:Choice>
              <mc:Fallback>
                <p:oleObj name="Equation" r:id="rId7" imgW="1562040" imgH="228600" progId="Equation.DSMT4">
                  <p:embed/>
                  <p:pic>
                    <p:nvPicPr>
                      <p:cNvPr id="7" name="对象 6"/>
                      <p:cNvPicPr/>
                      <p:nvPr/>
                    </p:nvPicPr>
                    <p:blipFill>
                      <a:blip r:embed="rId8"/>
                      <a:stretch>
                        <a:fillRect/>
                      </a:stretch>
                    </p:blipFill>
                    <p:spPr>
                      <a:xfrm>
                        <a:off x="446088" y="2308225"/>
                        <a:ext cx="5537200" cy="811213"/>
                      </a:xfrm>
                      <a:prstGeom prst="rect">
                        <a:avLst/>
                      </a:prstGeom>
                    </p:spPr>
                  </p:pic>
                </p:oleObj>
              </mc:Fallback>
            </mc:AlternateContent>
          </a:graphicData>
        </a:graphic>
      </p:graphicFrame>
      <p:sp>
        <p:nvSpPr>
          <p:cNvPr id="11" name="Rectangle 12"/>
          <p:cNvSpPr>
            <a:spLocks noChangeArrowheads="1"/>
          </p:cNvSpPr>
          <p:nvPr/>
        </p:nvSpPr>
        <p:spPr bwMode="auto">
          <a:xfrm>
            <a:off x="6429532" y="2148870"/>
            <a:ext cx="2059454"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3600" b="1" dirty="0">
                <a:solidFill>
                  <a:srgbClr val="FFFFFF"/>
                </a:solidFill>
                <a:latin typeface="Book Antiqua" panose="02040602050305030304" pitchFamily="18" charset="0"/>
                <a:sym typeface="Symbol" panose="05050102010706020507" pitchFamily="18" charset="2"/>
              </a:rPr>
              <a:t>不还原</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
        <p:nvSpPr>
          <p:cNvPr id="12" name="Rectangle 12"/>
          <p:cNvSpPr>
            <a:spLocks noChangeArrowheads="1"/>
          </p:cNvSpPr>
          <p:nvPr/>
        </p:nvSpPr>
        <p:spPr bwMode="auto">
          <a:xfrm>
            <a:off x="6256644" y="2662523"/>
            <a:ext cx="2059454"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单值函数</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pic>
        <p:nvPicPr>
          <p:cNvPr id="14" name="图片 13"/>
          <p:cNvPicPr>
            <a:picLocks noChangeAspect="1"/>
          </p:cNvPicPr>
          <p:nvPr/>
        </p:nvPicPr>
        <p:blipFill>
          <a:blip r:embed="rId9"/>
          <a:stretch>
            <a:fillRect/>
          </a:stretch>
        </p:blipFill>
        <p:spPr>
          <a:xfrm>
            <a:off x="133406" y="4016260"/>
            <a:ext cx="8524585" cy="1102985"/>
          </a:xfrm>
          <a:prstGeom prst="rect">
            <a:avLst/>
          </a:prstGeom>
        </p:spPr>
      </p:pic>
      <p:sp>
        <p:nvSpPr>
          <p:cNvPr id="3" name="文本框 2"/>
          <p:cNvSpPr txBox="1"/>
          <p:nvPr/>
        </p:nvSpPr>
        <p:spPr>
          <a:xfrm>
            <a:off x="1746348" y="5532894"/>
            <a:ext cx="1817539" cy="584775"/>
          </a:xfrm>
          <a:prstGeom prst="rect">
            <a:avLst/>
          </a:prstGeom>
          <a:noFill/>
        </p:spPr>
        <p:txBody>
          <a:bodyPr wrap="square" rtlCol="0">
            <a:spAutoFit/>
          </a:bodyPr>
          <a:lstStyle/>
          <a:p>
            <a:r>
              <a:rPr lang="zh-CN" altLang="en-US" dirty="0"/>
              <a:t>支点！</a:t>
            </a:r>
          </a:p>
        </p:txBody>
      </p:sp>
      <p:sp>
        <p:nvSpPr>
          <p:cNvPr id="13" name="文本框 12"/>
          <p:cNvSpPr txBox="1"/>
          <p:nvPr/>
        </p:nvSpPr>
        <p:spPr>
          <a:xfrm>
            <a:off x="4860032" y="5532894"/>
            <a:ext cx="1296144" cy="584775"/>
          </a:xfrm>
          <a:prstGeom prst="rect">
            <a:avLst/>
          </a:prstGeom>
          <a:noFill/>
        </p:spPr>
        <p:txBody>
          <a:bodyPr wrap="square" rtlCol="0">
            <a:spAutoFit/>
          </a:bodyPr>
          <a:lstStyle/>
          <a:p>
            <a:r>
              <a:rPr lang="zh-CN" altLang="en-US" dirty="0"/>
              <a:t>割线</a:t>
            </a:r>
          </a:p>
        </p:txBody>
      </p:sp>
    </p:spTree>
    <p:extLst>
      <p:ext uri="{BB962C8B-B14F-4D97-AF65-F5344CB8AC3E}">
        <p14:creationId xmlns:p14="http://schemas.microsoft.com/office/powerpoint/2010/main" val="413590409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left)">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wipe(left)">
                                      <p:cBhvr>
                                        <p:cTn id="17" dur="500"/>
                                        <p:tgtEl>
                                          <p:spTgt spid="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
                                            <p:txEl>
                                              <p:pRg st="0" end="0"/>
                                            </p:txEl>
                                          </p:spTgt>
                                        </p:tgtEl>
                                        <p:attrNameLst>
                                          <p:attrName>style.visibility</p:attrName>
                                        </p:attrNameLst>
                                      </p:cBhvr>
                                      <p:to>
                                        <p:strVal val="visible"/>
                                      </p:to>
                                    </p:set>
                                    <p:animEffect transition="in" filter="wipe(left)">
                                      <p:cBhvr>
                                        <p:cTn id="22" dur="500"/>
                                        <p:tgtEl>
                                          <p:spTgt spid="1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animEffect transition="in" filter="wipe(left)">
                                      <p:cBhvr>
                                        <p:cTn id="27"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P spid="6" grpId="0" build="p" autoUpdateAnimBg="0"/>
      <p:bldP spid="8" grpId="0" build="p" autoUpdateAnimBg="0"/>
      <p:bldP spid="11" grpId="0" build="p" autoUpdateAnimBg="0"/>
      <p:bldP spid="12" grpId="0" build="p"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2"/>
          <p:cNvSpPr>
            <a:spLocks noChangeArrowheads="1"/>
          </p:cNvSpPr>
          <p:nvPr/>
        </p:nvSpPr>
        <p:spPr bwMode="auto">
          <a:xfrm>
            <a:off x="323528" y="116632"/>
            <a:ext cx="414178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典型的多值函数</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958233541"/>
              </p:ext>
            </p:extLst>
          </p:nvPr>
        </p:nvGraphicFramePr>
        <p:xfrm>
          <a:off x="611560" y="908720"/>
          <a:ext cx="674687" cy="674688"/>
        </p:xfrm>
        <a:graphic>
          <a:graphicData uri="http://schemas.openxmlformats.org/presentationml/2006/ole">
            <mc:AlternateContent xmlns:mc="http://schemas.openxmlformats.org/markup-compatibility/2006">
              <mc:Choice xmlns:v="urn:schemas-microsoft-com:vml" Requires="v">
                <p:oleObj spid="_x0000_s181378" name="Equation" r:id="rId3" imgW="190440" imgH="190440" progId="Equation.DSMT4">
                  <p:embed/>
                </p:oleObj>
              </mc:Choice>
              <mc:Fallback>
                <p:oleObj name="Equation" r:id="rId3" imgW="190440" imgH="190440" progId="Equation.DSMT4">
                  <p:embed/>
                  <p:pic>
                    <p:nvPicPr>
                      <p:cNvPr id="5" name="对象 4"/>
                      <p:cNvPicPr/>
                      <p:nvPr/>
                    </p:nvPicPr>
                    <p:blipFill>
                      <a:blip r:embed="rId4"/>
                      <a:stretch>
                        <a:fillRect/>
                      </a:stretch>
                    </p:blipFill>
                    <p:spPr>
                      <a:xfrm>
                        <a:off x="611560" y="908720"/>
                        <a:ext cx="674687" cy="674688"/>
                      </a:xfrm>
                      <a:prstGeom prst="rect">
                        <a:avLst/>
                      </a:prstGeom>
                    </p:spPr>
                  </p:pic>
                </p:oleObj>
              </mc:Fallback>
            </mc:AlternateContent>
          </a:graphicData>
        </a:graphic>
      </p:graphicFrame>
      <p:sp>
        <p:nvSpPr>
          <p:cNvPr id="4" name="Rectangle 12"/>
          <p:cNvSpPr>
            <a:spLocks noChangeArrowheads="1"/>
          </p:cNvSpPr>
          <p:nvPr/>
        </p:nvSpPr>
        <p:spPr bwMode="auto">
          <a:xfrm>
            <a:off x="2267744" y="908720"/>
            <a:ext cx="2592287"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3600" b="1" dirty="0">
                <a:solidFill>
                  <a:srgbClr val="FFFFFF"/>
                </a:solidFill>
                <a:latin typeface="Book Antiqua" panose="02040602050305030304" pitchFamily="18" charset="0"/>
                <a:sym typeface="Symbol" panose="05050102010706020507" pitchFamily="18" charset="2"/>
              </a:rPr>
              <a:t>α</a:t>
            </a: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为正整数</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
        <p:nvSpPr>
          <p:cNvPr id="5" name="Rectangle 12"/>
          <p:cNvSpPr>
            <a:spLocks noChangeArrowheads="1"/>
          </p:cNvSpPr>
          <p:nvPr/>
        </p:nvSpPr>
        <p:spPr bwMode="auto">
          <a:xfrm>
            <a:off x="4860031" y="663643"/>
            <a:ext cx="2808312" cy="1200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3600" b="1" dirty="0">
                <a:solidFill>
                  <a:srgbClr val="FFFFFF"/>
                </a:solidFill>
                <a:latin typeface="Book Antiqua" panose="02040602050305030304" pitchFamily="18" charset="0"/>
                <a:sym typeface="Symbol" panose="05050102010706020507" pitchFamily="18" charset="2"/>
              </a:rPr>
              <a:t>单值函数，全平面解析</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
        <p:nvSpPr>
          <p:cNvPr id="6" name="Rectangle 12"/>
          <p:cNvSpPr>
            <a:spLocks noChangeArrowheads="1"/>
          </p:cNvSpPr>
          <p:nvPr/>
        </p:nvSpPr>
        <p:spPr bwMode="auto">
          <a:xfrm>
            <a:off x="486209" y="3223246"/>
            <a:ext cx="3816424"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l-GR" altLang="zh-CN" sz="3600" b="1" dirty="0">
                <a:solidFill>
                  <a:srgbClr val="FFFFFF"/>
                </a:solidFill>
                <a:latin typeface="Book Antiqua" panose="02040602050305030304" pitchFamily="18" charset="0"/>
                <a:sym typeface="Symbol" panose="05050102010706020507" pitchFamily="18" charset="2"/>
              </a:rPr>
              <a:t>α</a:t>
            </a:r>
            <a:r>
              <a:rPr lang="en-US" altLang="zh-CN" sz="3600" b="1" dirty="0">
                <a:solidFill>
                  <a:srgbClr val="FFFFFF"/>
                </a:solidFill>
                <a:latin typeface="Book Antiqua" panose="02040602050305030304" pitchFamily="18" charset="0"/>
                <a:sym typeface="Symbol" panose="05050102010706020507" pitchFamily="18" charset="2"/>
              </a:rPr>
              <a:t>=p/q</a:t>
            </a: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为正分数，</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
        <p:nvSpPr>
          <p:cNvPr id="7" name="Rectangle 12"/>
          <p:cNvSpPr>
            <a:spLocks noChangeArrowheads="1"/>
          </p:cNvSpPr>
          <p:nvPr/>
        </p:nvSpPr>
        <p:spPr bwMode="auto">
          <a:xfrm>
            <a:off x="5004048" y="2887890"/>
            <a:ext cx="3966875" cy="1754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3600" b="1" dirty="0">
                <a:solidFill>
                  <a:srgbClr val="FFFFFF"/>
                </a:solidFill>
                <a:latin typeface="Book Antiqua" panose="02040602050305030304" pitchFamily="18" charset="0"/>
                <a:sym typeface="Symbol" panose="05050102010706020507" pitchFamily="18" charset="2"/>
              </a:rPr>
              <a:t>多值函数，</a:t>
            </a:r>
            <a:endParaRPr lang="en-US" altLang="zh-CN" sz="3600" b="1" dirty="0">
              <a:solidFill>
                <a:srgbClr val="FFFFFF"/>
              </a:solidFill>
              <a:latin typeface="Book Antiqua" panose="0204060205030503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0</a:t>
            </a: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，∞为</a:t>
            </a:r>
            <a:r>
              <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q</a:t>
            </a: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阶支点</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3600" b="1" dirty="0">
                <a:solidFill>
                  <a:srgbClr val="FFFFFF"/>
                </a:solidFill>
                <a:latin typeface="Book Antiqua" panose="02040602050305030304" pitchFamily="18" charset="0"/>
                <a:sym typeface="Symbol" panose="05050102010706020507" pitchFamily="18" charset="2"/>
              </a:rPr>
              <a:t>∞为奇点</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
        <p:nvSpPr>
          <p:cNvPr id="8" name="Rectangle 12"/>
          <p:cNvSpPr>
            <a:spLocks noChangeArrowheads="1"/>
          </p:cNvSpPr>
          <p:nvPr/>
        </p:nvSpPr>
        <p:spPr bwMode="auto">
          <a:xfrm>
            <a:off x="2333318" y="1827913"/>
            <a:ext cx="2592287"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3600" b="1" dirty="0">
                <a:solidFill>
                  <a:srgbClr val="FFFFFF"/>
                </a:solidFill>
                <a:latin typeface="Book Antiqua" panose="02040602050305030304" pitchFamily="18" charset="0"/>
                <a:sym typeface="Symbol" panose="05050102010706020507" pitchFamily="18" charset="2"/>
              </a:rPr>
              <a:t>α</a:t>
            </a: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为负整数</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
        <p:nvSpPr>
          <p:cNvPr id="9" name="Rectangle 12"/>
          <p:cNvSpPr>
            <a:spLocks noChangeArrowheads="1"/>
          </p:cNvSpPr>
          <p:nvPr/>
        </p:nvSpPr>
        <p:spPr bwMode="auto">
          <a:xfrm>
            <a:off x="4915729" y="1686282"/>
            <a:ext cx="2808312" cy="1200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3600" b="1" dirty="0">
                <a:solidFill>
                  <a:srgbClr val="FFFFFF"/>
                </a:solidFill>
                <a:latin typeface="Book Antiqua" panose="02040602050305030304" pitchFamily="18" charset="0"/>
                <a:sym typeface="Symbol" panose="05050102010706020507" pitchFamily="18" charset="2"/>
              </a:rPr>
              <a:t>单值函数，除</a:t>
            </a:r>
            <a:r>
              <a:rPr lang="en-US" altLang="zh-CN" sz="3600" b="1" dirty="0">
                <a:solidFill>
                  <a:srgbClr val="FFFFFF"/>
                </a:solidFill>
                <a:latin typeface="Book Antiqua" panose="02040602050305030304" pitchFamily="18" charset="0"/>
                <a:sym typeface="Symbol" panose="05050102010706020507" pitchFamily="18" charset="2"/>
              </a:rPr>
              <a:t>z=0</a:t>
            </a:r>
            <a:r>
              <a:rPr lang="zh-CN" altLang="en-US" sz="3600" b="1" dirty="0">
                <a:solidFill>
                  <a:srgbClr val="FFFFFF"/>
                </a:solidFill>
                <a:latin typeface="Book Antiqua" panose="02040602050305030304" pitchFamily="18" charset="0"/>
                <a:sym typeface="Symbol" panose="05050102010706020507" pitchFamily="18" charset="2"/>
              </a:rPr>
              <a:t>解析</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
        <p:nvSpPr>
          <p:cNvPr id="10" name="Rectangle 12"/>
          <p:cNvSpPr>
            <a:spLocks noChangeArrowheads="1"/>
          </p:cNvSpPr>
          <p:nvPr/>
        </p:nvSpPr>
        <p:spPr bwMode="auto">
          <a:xfrm>
            <a:off x="450205" y="4863084"/>
            <a:ext cx="3888432"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l-GR" altLang="zh-CN" sz="3600" b="1" dirty="0">
                <a:solidFill>
                  <a:srgbClr val="FFFFFF"/>
                </a:solidFill>
                <a:latin typeface="Book Antiqua" panose="02040602050305030304" pitchFamily="18" charset="0"/>
                <a:sym typeface="Symbol" panose="05050102010706020507" pitchFamily="18" charset="2"/>
              </a:rPr>
              <a:t>α</a:t>
            </a:r>
            <a:r>
              <a:rPr lang="en-US" altLang="zh-CN" sz="3600" b="1" dirty="0">
                <a:solidFill>
                  <a:srgbClr val="FFFFFF"/>
                </a:solidFill>
                <a:latin typeface="Book Antiqua" panose="02040602050305030304" pitchFamily="18" charset="0"/>
                <a:sym typeface="Symbol" panose="05050102010706020507" pitchFamily="18" charset="2"/>
              </a:rPr>
              <a:t>=p/q</a:t>
            </a: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为负分数，</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
        <p:nvSpPr>
          <p:cNvPr id="11" name="Rectangle 12"/>
          <p:cNvSpPr>
            <a:spLocks noChangeArrowheads="1"/>
          </p:cNvSpPr>
          <p:nvPr/>
        </p:nvSpPr>
        <p:spPr bwMode="auto">
          <a:xfrm>
            <a:off x="4915729" y="4509120"/>
            <a:ext cx="3966875" cy="1754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3600" b="1" dirty="0">
                <a:solidFill>
                  <a:srgbClr val="FFFFFF"/>
                </a:solidFill>
                <a:latin typeface="Book Antiqua" panose="02040602050305030304" pitchFamily="18" charset="0"/>
                <a:sym typeface="Symbol" panose="05050102010706020507" pitchFamily="18" charset="2"/>
              </a:rPr>
              <a:t>多值函数，</a:t>
            </a:r>
            <a:endParaRPr lang="en-US" altLang="zh-CN" sz="3600" b="1" dirty="0">
              <a:solidFill>
                <a:srgbClr val="FFFFFF"/>
              </a:solidFill>
              <a:latin typeface="Book Antiqua" panose="0204060205030503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0</a:t>
            </a: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，∞为</a:t>
            </a:r>
            <a:r>
              <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q</a:t>
            </a: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阶支点，且</a:t>
            </a:r>
            <a:r>
              <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0</a:t>
            </a: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为奇点</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Tree>
    <p:extLst>
      <p:ext uri="{BB962C8B-B14F-4D97-AF65-F5344CB8AC3E}">
        <p14:creationId xmlns:p14="http://schemas.microsoft.com/office/powerpoint/2010/main" val="59432854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wipe(left)">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wipe(left)">
                                      <p:cBhvr>
                                        <p:cTn id="22" dur="500"/>
                                        <p:tgtEl>
                                          <p:spTgt spid="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wipe(left)">
                                      <p:cBhvr>
                                        <p:cTn id="27" dur="500"/>
                                        <p:tgtEl>
                                          <p:spTgt spid="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Effect transition="in" filter="wipe(left)">
                                      <p:cBhvr>
                                        <p:cTn id="32" dur="500"/>
                                        <p:tgtEl>
                                          <p:spTgt spid="7">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
                                            <p:txEl>
                                              <p:pRg st="2" end="2"/>
                                            </p:txEl>
                                          </p:spTgt>
                                        </p:tgtEl>
                                        <p:attrNameLst>
                                          <p:attrName>style.visibility</p:attrName>
                                        </p:attrNameLst>
                                      </p:cBhvr>
                                      <p:to>
                                        <p:strVal val="visible"/>
                                      </p:to>
                                    </p:set>
                                    <p:animEffect transition="in" filter="wipe(left)">
                                      <p:cBhvr>
                                        <p:cTn id="37" dur="500"/>
                                        <p:tgtEl>
                                          <p:spTgt spid="7">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
                                            <p:txEl>
                                              <p:pRg st="0" end="0"/>
                                            </p:txEl>
                                          </p:spTgt>
                                        </p:tgtEl>
                                        <p:attrNameLst>
                                          <p:attrName>style.visibility</p:attrName>
                                        </p:attrNameLst>
                                      </p:cBhvr>
                                      <p:to>
                                        <p:strVal val="visible"/>
                                      </p:to>
                                    </p:set>
                                    <p:animEffect transition="in" filter="wipe(left)">
                                      <p:cBhvr>
                                        <p:cTn id="42" dur="500"/>
                                        <p:tgtEl>
                                          <p:spTgt spid="8">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
                                            <p:txEl>
                                              <p:pRg st="0" end="0"/>
                                            </p:txEl>
                                          </p:spTgt>
                                        </p:tgtEl>
                                        <p:attrNameLst>
                                          <p:attrName>style.visibility</p:attrName>
                                        </p:attrNameLst>
                                      </p:cBhvr>
                                      <p:to>
                                        <p:strVal val="visible"/>
                                      </p:to>
                                    </p:set>
                                    <p:animEffect transition="in" filter="wipe(left)">
                                      <p:cBhvr>
                                        <p:cTn id="47" dur="500"/>
                                        <p:tgtEl>
                                          <p:spTgt spid="9">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
                                            <p:txEl>
                                              <p:pRg st="0" end="0"/>
                                            </p:txEl>
                                          </p:spTgt>
                                        </p:tgtEl>
                                        <p:attrNameLst>
                                          <p:attrName>style.visibility</p:attrName>
                                        </p:attrNameLst>
                                      </p:cBhvr>
                                      <p:to>
                                        <p:strVal val="visible"/>
                                      </p:to>
                                    </p:set>
                                    <p:animEffect transition="in" filter="wipe(left)">
                                      <p:cBhvr>
                                        <p:cTn id="52" dur="500"/>
                                        <p:tgtEl>
                                          <p:spTgt spid="10">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1">
                                            <p:txEl>
                                              <p:pRg st="0" end="0"/>
                                            </p:txEl>
                                          </p:spTgt>
                                        </p:tgtEl>
                                        <p:attrNameLst>
                                          <p:attrName>style.visibility</p:attrName>
                                        </p:attrNameLst>
                                      </p:cBhvr>
                                      <p:to>
                                        <p:strVal val="visible"/>
                                      </p:to>
                                    </p:set>
                                    <p:animEffect transition="in" filter="wipe(left)">
                                      <p:cBhvr>
                                        <p:cTn id="57" dur="500"/>
                                        <p:tgtEl>
                                          <p:spTgt spid="11">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1">
                                            <p:txEl>
                                              <p:pRg st="1" end="1"/>
                                            </p:txEl>
                                          </p:spTgt>
                                        </p:tgtEl>
                                        <p:attrNameLst>
                                          <p:attrName>style.visibility</p:attrName>
                                        </p:attrNameLst>
                                      </p:cBhvr>
                                      <p:to>
                                        <p:strVal val="visible"/>
                                      </p:to>
                                    </p:set>
                                    <p:animEffect transition="in" filter="wipe(left)">
                                      <p:cBhvr>
                                        <p:cTn id="62"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P spid="4" grpId="0" build="p" autoUpdateAnimBg="0"/>
      <p:bldP spid="5" grpId="0" build="p" autoUpdateAnimBg="0"/>
      <p:bldP spid="6" grpId="0" build="p" autoUpdateAnimBg="0"/>
      <p:bldP spid="7" grpId="0" build="p" autoUpdateAnimBg="0"/>
      <p:bldP spid="8" grpId="0" build="p" autoUpdateAnimBg="0"/>
      <p:bldP spid="9" grpId="0" build="p" autoUpdateAnimBg="0"/>
      <p:bldP spid="10" grpId="0" build="p" autoUpdateAnimBg="0"/>
      <p:bldP spid="11" grpId="0" build="p"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435768540"/>
              </p:ext>
            </p:extLst>
          </p:nvPr>
        </p:nvGraphicFramePr>
        <p:xfrm>
          <a:off x="176815" y="144017"/>
          <a:ext cx="3733801" cy="674688"/>
        </p:xfrm>
        <a:graphic>
          <a:graphicData uri="http://schemas.openxmlformats.org/presentationml/2006/ole">
            <mc:AlternateContent xmlns:mc="http://schemas.openxmlformats.org/markup-compatibility/2006">
              <mc:Choice xmlns:v="urn:schemas-microsoft-com:vml" Requires="v">
                <p:oleObj spid="_x0000_s182527" name="Equation" r:id="rId3" imgW="1054080" imgH="190440" progId="Equation.DSMT4">
                  <p:embed/>
                </p:oleObj>
              </mc:Choice>
              <mc:Fallback>
                <p:oleObj name="Equation" r:id="rId3" imgW="1054080" imgH="190440" progId="Equation.DSMT4">
                  <p:embed/>
                  <p:pic>
                    <p:nvPicPr>
                      <p:cNvPr id="3" name="对象 2"/>
                      <p:cNvPicPr/>
                      <p:nvPr/>
                    </p:nvPicPr>
                    <p:blipFill>
                      <a:blip r:embed="rId4"/>
                      <a:stretch>
                        <a:fillRect/>
                      </a:stretch>
                    </p:blipFill>
                    <p:spPr>
                      <a:xfrm>
                        <a:off x="176815" y="144017"/>
                        <a:ext cx="3733801" cy="674688"/>
                      </a:xfrm>
                      <a:prstGeom prst="rect">
                        <a:avLst/>
                      </a:prstGeom>
                    </p:spPr>
                  </p:pic>
                </p:oleObj>
              </mc:Fallback>
            </mc:AlternateContent>
          </a:graphicData>
        </a:graphic>
      </p:graphicFrame>
      <p:sp>
        <p:nvSpPr>
          <p:cNvPr id="3" name="Rectangle 12"/>
          <p:cNvSpPr>
            <a:spLocks noChangeArrowheads="1"/>
          </p:cNvSpPr>
          <p:nvPr/>
        </p:nvSpPr>
        <p:spPr bwMode="auto">
          <a:xfrm>
            <a:off x="176815" y="863820"/>
            <a:ext cx="4968552"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0">
              <a:spcBef>
                <a:spcPct val="0"/>
              </a:spcBef>
              <a:buNone/>
              <a:defRPr/>
            </a:pPr>
            <a:r>
              <a:rPr lang="en-US" altLang="zh-CN" sz="3600" b="1" dirty="0">
                <a:solidFill>
                  <a:srgbClr val="FFFFFF"/>
                </a:solidFill>
                <a:latin typeface="Book Antiqua" panose="02040602050305030304" pitchFamily="18" charset="0"/>
                <a:sym typeface="Symbol" panose="05050102010706020507" pitchFamily="18" charset="2"/>
              </a:rPr>
              <a:t>α</a:t>
            </a: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为复数，</a:t>
            </a:r>
            <a:r>
              <a:rPr lang="en-US" altLang="zh-CN" sz="3600" b="1" dirty="0">
                <a:solidFill>
                  <a:srgbClr val="FFFFFF"/>
                </a:solidFill>
                <a:latin typeface="Book Antiqua" panose="02040602050305030304" pitchFamily="18" charset="0"/>
                <a:sym typeface="Symbol" panose="05050102010706020507" pitchFamily="18" charset="2"/>
              </a:rPr>
              <a:t> Re(α) </a:t>
            </a:r>
            <a:r>
              <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&gt;0</a:t>
            </a:r>
          </a:p>
        </p:txBody>
      </p:sp>
      <p:sp>
        <p:nvSpPr>
          <p:cNvPr id="5" name="Rectangle 12"/>
          <p:cNvSpPr>
            <a:spLocks noChangeArrowheads="1"/>
          </p:cNvSpPr>
          <p:nvPr/>
        </p:nvSpPr>
        <p:spPr bwMode="auto">
          <a:xfrm>
            <a:off x="107504" y="2027824"/>
            <a:ext cx="4968552"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0">
              <a:spcBef>
                <a:spcPct val="0"/>
              </a:spcBef>
              <a:buNone/>
              <a:defRPr/>
            </a:pPr>
            <a:r>
              <a:rPr lang="en-US" altLang="zh-CN" sz="3600" b="1" dirty="0">
                <a:solidFill>
                  <a:srgbClr val="FFFFFF"/>
                </a:solidFill>
                <a:latin typeface="Book Antiqua" panose="02040602050305030304" pitchFamily="18" charset="0"/>
                <a:sym typeface="Symbol" panose="05050102010706020507" pitchFamily="18" charset="2"/>
              </a:rPr>
              <a:t>α</a:t>
            </a: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为复数，</a:t>
            </a:r>
            <a:r>
              <a:rPr lang="en-US" altLang="zh-CN" sz="3600" b="1" dirty="0">
                <a:solidFill>
                  <a:srgbClr val="FFFFFF"/>
                </a:solidFill>
                <a:latin typeface="Book Antiqua" panose="02040602050305030304" pitchFamily="18" charset="0"/>
                <a:sym typeface="Symbol" panose="05050102010706020507" pitchFamily="18" charset="2"/>
              </a:rPr>
              <a:t> Re(α) &lt;</a:t>
            </a:r>
            <a:r>
              <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0</a:t>
            </a:r>
          </a:p>
        </p:txBody>
      </p:sp>
      <p:sp>
        <p:nvSpPr>
          <p:cNvPr id="6" name="Rectangle 12"/>
          <p:cNvSpPr>
            <a:spLocks noChangeArrowheads="1"/>
          </p:cNvSpPr>
          <p:nvPr/>
        </p:nvSpPr>
        <p:spPr bwMode="auto">
          <a:xfrm>
            <a:off x="4785173" y="120628"/>
            <a:ext cx="3966875" cy="1754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3600" b="1" dirty="0">
                <a:solidFill>
                  <a:srgbClr val="FFFFFF"/>
                </a:solidFill>
                <a:latin typeface="Book Antiqua" panose="02040602050305030304" pitchFamily="18" charset="0"/>
                <a:sym typeface="Symbol" panose="05050102010706020507" pitchFamily="18" charset="2"/>
              </a:rPr>
              <a:t>多值函数，</a:t>
            </a:r>
            <a:endParaRPr lang="en-US" altLang="zh-CN" sz="3600" b="1" dirty="0">
              <a:solidFill>
                <a:srgbClr val="FFFFFF"/>
              </a:solidFill>
              <a:latin typeface="Book Antiqua" panose="0204060205030503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0</a:t>
            </a: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，∞为</a:t>
            </a:r>
            <a:r>
              <a:rPr lang="zh-CN" altLang="en-US" sz="3600" b="1" noProof="0" dirty="0">
                <a:solidFill>
                  <a:srgbClr val="FFFFFF"/>
                </a:solidFill>
                <a:latin typeface="Book Antiqua" panose="02040602050305030304" pitchFamily="18" charset="0"/>
                <a:sym typeface="Symbol" panose="05050102010706020507" pitchFamily="18" charset="2"/>
              </a:rPr>
              <a:t>无穷</a:t>
            </a: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阶支点</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3600" b="1" dirty="0">
                <a:solidFill>
                  <a:srgbClr val="FFFFFF"/>
                </a:solidFill>
                <a:latin typeface="Book Antiqua" panose="02040602050305030304" pitchFamily="18" charset="0"/>
                <a:sym typeface="Symbol" panose="05050102010706020507" pitchFamily="18" charset="2"/>
              </a:rPr>
              <a:t>∞为奇点</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
        <p:nvSpPr>
          <p:cNvPr id="7" name="Rectangle 12"/>
          <p:cNvSpPr>
            <a:spLocks noChangeArrowheads="1"/>
          </p:cNvSpPr>
          <p:nvPr/>
        </p:nvSpPr>
        <p:spPr bwMode="auto">
          <a:xfrm>
            <a:off x="4789396" y="1875597"/>
            <a:ext cx="3966875" cy="1754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3600" b="1" dirty="0">
                <a:solidFill>
                  <a:srgbClr val="FFFFFF"/>
                </a:solidFill>
                <a:latin typeface="Book Antiqua" panose="02040602050305030304" pitchFamily="18" charset="0"/>
                <a:sym typeface="Symbol" panose="05050102010706020507" pitchFamily="18" charset="2"/>
              </a:rPr>
              <a:t>多值函数，</a:t>
            </a:r>
            <a:endParaRPr lang="en-US" altLang="zh-CN" sz="3600" b="1" dirty="0">
              <a:solidFill>
                <a:srgbClr val="FFFFFF"/>
              </a:solidFill>
              <a:latin typeface="Book Antiqua" panose="0204060205030503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0</a:t>
            </a: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，∞为</a:t>
            </a:r>
            <a:r>
              <a:rPr lang="zh-CN" altLang="en-US" sz="3600" b="1" dirty="0">
                <a:solidFill>
                  <a:srgbClr val="FFFFFF"/>
                </a:solidFill>
                <a:latin typeface="Book Antiqua" panose="02040602050305030304" pitchFamily="18" charset="0"/>
                <a:sym typeface="Symbol" panose="05050102010706020507" pitchFamily="18" charset="2"/>
              </a:rPr>
              <a:t>无穷</a:t>
            </a: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阶支点，且</a:t>
            </a:r>
            <a:r>
              <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0</a:t>
            </a: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为奇点</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graphicFrame>
        <p:nvGraphicFramePr>
          <p:cNvPr id="9" name="Object 17"/>
          <p:cNvGraphicFramePr>
            <a:graphicFrameLocks noChangeAspect="1"/>
          </p:cNvGraphicFramePr>
          <p:nvPr>
            <p:extLst>
              <p:ext uri="{D42A27DB-BD31-4B8C-83A1-F6EECF244321}">
                <p14:modId xmlns:p14="http://schemas.microsoft.com/office/powerpoint/2010/main" val="583072045"/>
              </p:ext>
            </p:extLst>
          </p:nvPr>
        </p:nvGraphicFramePr>
        <p:xfrm>
          <a:off x="107504" y="3630566"/>
          <a:ext cx="5763338" cy="740359"/>
        </p:xfrm>
        <a:graphic>
          <a:graphicData uri="http://schemas.openxmlformats.org/presentationml/2006/ole">
            <mc:AlternateContent xmlns:mc="http://schemas.openxmlformats.org/markup-compatibility/2006">
              <mc:Choice xmlns:v="urn:schemas-microsoft-com:vml" Requires="v">
                <p:oleObj spid="_x0000_s182528" name="Equation" r:id="rId5" imgW="1968480" imgH="253800" progId="Equation.DSMT4">
                  <p:embed/>
                </p:oleObj>
              </mc:Choice>
              <mc:Fallback>
                <p:oleObj name="Equation" r:id="rId5" imgW="1968480" imgH="253800" progId="Equation.DSMT4">
                  <p:embed/>
                  <p:pic>
                    <p:nvPicPr>
                      <p:cNvPr id="40962" name="Object 17"/>
                      <p:cNvPicPr>
                        <a:picLocks noChangeAspect="1" noChangeArrowheads="1"/>
                      </p:cNvPicPr>
                      <p:nvPr/>
                    </p:nvPicPr>
                    <p:blipFill>
                      <a:blip r:embed="rId6"/>
                      <a:srcRect/>
                      <a:stretch>
                        <a:fillRect/>
                      </a:stretch>
                    </p:blipFill>
                    <p:spPr bwMode="auto">
                      <a:xfrm>
                        <a:off x="107504" y="3630566"/>
                        <a:ext cx="5763338" cy="740359"/>
                      </a:xfrm>
                      <a:prstGeom prst="rect">
                        <a:avLst/>
                      </a:prstGeom>
                      <a:noFill/>
                      <a:ln>
                        <a:noFill/>
                      </a:ln>
                      <a:effectLst/>
                      <a:extLst/>
                    </p:spPr>
                  </p:pic>
                </p:oleObj>
              </mc:Fallback>
            </mc:AlternateContent>
          </a:graphicData>
        </a:graphic>
      </p:graphicFrame>
      <p:sp>
        <p:nvSpPr>
          <p:cNvPr id="10" name="Rectangle 12"/>
          <p:cNvSpPr>
            <a:spLocks noChangeArrowheads="1"/>
          </p:cNvSpPr>
          <p:nvPr/>
        </p:nvSpPr>
        <p:spPr bwMode="auto">
          <a:xfrm>
            <a:off x="107504" y="4184564"/>
            <a:ext cx="7779561" cy="1200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3600" b="1" dirty="0">
                <a:solidFill>
                  <a:srgbClr val="FFFFFF"/>
                </a:solidFill>
                <a:latin typeface="Book Antiqua" panose="02040602050305030304" pitchFamily="18" charset="0"/>
                <a:sym typeface="Symbol" panose="05050102010706020507" pitchFamily="18" charset="2"/>
              </a:rPr>
              <a:t>多值函数，</a:t>
            </a:r>
            <a:endParaRPr lang="en-US" altLang="zh-CN" sz="3600" b="1" dirty="0">
              <a:solidFill>
                <a:srgbClr val="FFFFFF"/>
              </a:solidFill>
              <a:latin typeface="Book Antiqua" panose="02040602050305030304" pitchFamily="18" charset="0"/>
              <a:sym typeface="Symbol" panose="05050102010706020507" pitchFamily="18" charset="2"/>
            </a:endParaRPr>
          </a:p>
          <a:p>
            <a:pPr lvl="0">
              <a:spcBef>
                <a:spcPct val="0"/>
              </a:spcBef>
              <a:buNone/>
              <a:defRPr/>
            </a:pPr>
            <a:r>
              <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0</a:t>
            </a:r>
            <a:r>
              <a:rPr lang="zh-CN" altLang="en-US" sz="3600" b="1" dirty="0">
                <a:solidFill>
                  <a:srgbClr val="FFFFFF"/>
                </a:solidFill>
                <a:latin typeface="Book Antiqua" panose="02040602050305030304" pitchFamily="18" charset="0"/>
                <a:sym typeface="Symbol" panose="05050102010706020507" pitchFamily="18" charset="2"/>
              </a:rPr>
              <a:t> ，∞为</a:t>
            </a:r>
            <a:r>
              <a:rPr lang="zh-CN" altLang="en-US" sz="3600" b="1" noProof="0" dirty="0">
                <a:solidFill>
                  <a:srgbClr val="FFFFFF"/>
                </a:solidFill>
                <a:latin typeface="Book Antiqua" panose="02040602050305030304" pitchFamily="18" charset="0"/>
                <a:sym typeface="Symbol" panose="05050102010706020507" pitchFamily="18" charset="2"/>
              </a:rPr>
              <a:t>无穷</a:t>
            </a: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阶支点</a:t>
            </a:r>
            <a:r>
              <a:rPr lang="zh-CN" altLang="en-US" sz="3600" b="1" dirty="0">
                <a:solidFill>
                  <a:srgbClr val="FFFFFF"/>
                </a:solidFill>
                <a:latin typeface="Book Antiqua" panose="02040602050305030304" pitchFamily="18" charset="0"/>
                <a:sym typeface="Symbol" panose="05050102010706020507" pitchFamily="18" charset="2"/>
              </a:rPr>
              <a:t>，且均为奇点</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pic>
        <p:nvPicPr>
          <p:cNvPr id="11" name="图片 10"/>
          <p:cNvPicPr>
            <a:picLocks noChangeAspect="1"/>
          </p:cNvPicPr>
          <p:nvPr/>
        </p:nvPicPr>
        <p:blipFill>
          <a:blip r:embed="rId7"/>
          <a:stretch>
            <a:fillRect/>
          </a:stretch>
        </p:blipFill>
        <p:spPr>
          <a:xfrm>
            <a:off x="4427984" y="5677958"/>
            <a:ext cx="4132401" cy="812932"/>
          </a:xfrm>
          <a:prstGeom prst="rect">
            <a:avLst/>
          </a:prstGeom>
        </p:spPr>
      </p:pic>
      <p:sp>
        <p:nvSpPr>
          <p:cNvPr id="12" name="右箭头 11"/>
          <p:cNvSpPr/>
          <p:nvPr/>
        </p:nvSpPr>
        <p:spPr bwMode="auto">
          <a:xfrm>
            <a:off x="251520" y="5832396"/>
            <a:ext cx="1072115" cy="504056"/>
          </a:xfrm>
          <a:prstGeom prst="right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3" name="文本框 12"/>
          <p:cNvSpPr txBox="1"/>
          <p:nvPr/>
        </p:nvSpPr>
        <p:spPr>
          <a:xfrm>
            <a:off x="1547664" y="5832396"/>
            <a:ext cx="2520280" cy="584775"/>
          </a:xfrm>
          <a:prstGeom prst="rect">
            <a:avLst/>
          </a:prstGeom>
          <a:noFill/>
        </p:spPr>
        <p:txBody>
          <a:bodyPr wrap="square" rtlCol="0">
            <a:spAutoFit/>
          </a:bodyPr>
          <a:lstStyle/>
          <a:p>
            <a:r>
              <a:rPr lang="zh-CN" altLang="en-US" dirty="0"/>
              <a:t>反三角函数</a:t>
            </a:r>
          </a:p>
        </p:txBody>
      </p:sp>
    </p:spTree>
    <p:extLst>
      <p:ext uri="{BB962C8B-B14F-4D97-AF65-F5344CB8AC3E}">
        <p14:creationId xmlns:p14="http://schemas.microsoft.com/office/powerpoint/2010/main" val="197780390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left)">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wipe(left)">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Effect transition="in" filter="wipe(left)">
                                      <p:cBhvr>
                                        <p:cTn id="22" dur="500"/>
                                        <p:tgtEl>
                                          <p:spTgt spid="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wipe(left)">
                                      <p:cBhvr>
                                        <p:cTn id="27" dur="500"/>
                                        <p:tgtEl>
                                          <p:spTgt spid="6">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xEl>
                                              <p:pRg st="0" end="0"/>
                                            </p:txEl>
                                          </p:spTgt>
                                        </p:tgtEl>
                                        <p:attrNameLst>
                                          <p:attrName>style.visibility</p:attrName>
                                        </p:attrNameLst>
                                      </p:cBhvr>
                                      <p:to>
                                        <p:strVal val="visible"/>
                                      </p:to>
                                    </p:set>
                                    <p:animEffect transition="in" filter="wipe(left)">
                                      <p:cBhvr>
                                        <p:cTn id="32" dur="500"/>
                                        <p:tgtEl>
                                          <p:spTgt spid="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
                                            <p:txEl>
                                              <p:pRg st="1" end="1"/>
                                            </p:txEl>
                                          </p:spTgt>
                                        </p:tgtEl>
                                        <p:attrNameLst>
                                          <p:attrName>style.visibility</p:attrName>
                                        </p:attrNameLst>
                                      </p:cBhvr>
                                      <p:to>
                                        <p:strVal val="visible"/>
                                      </p:to>
                                    </p:set>
                                    <p:animEffect transition="in" filter="wipe(left)">
                                      <p:cBhvr>
                                        <p:cTn id="37" dur="500"/>
                                        <p:tgtEl>
                                          <p:spTgt spid="7">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
                                            <p:txEl>
                                              <p:pRg st="0" end="0"/>
                                            </p:txEl>
                                          </p:spTgt>
                                        </p:tgtEl>
                                        <p:attrNameLst>
                                          <p:attrName>style.visibility</p:attrName>
                                        </p:attrNameLst>
                                      </p:cBhvr>
                                      <p:to>
                                        <p:strVal val="visible"/>
                                      </p:to>
                                    </p:set>
                                    <p:animEffect transition="in" filter="wipe(left)">
                                      <p:cBhvr>
                                        <p:cTn id="42" dur="500"/>
                                        <p:tgtEl>
                                          <p:spTgt spid="10">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
                                            <p:txEl>
                                              <p:pRg st="1" end="1"/>
                                            </p:txEl>
                                          </p:spTgt>
                                        </p:tgtEl>
                                        <p:attrNameLst>
                                          <p:attrName>style.visibility</p:attrName>
                                        </p:attrNameLst>
                                      </p:cBhvr>
                                      <p:to>
                                        <p:strVal val="visible"/>
                                      </p:to>
                                    </p:set>
                                    <p:animEffect transition="in" filter="wipe(left)">
                                      <p:cBhvr>
                                        <p:cTn id="47" dur="50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5" grpId="0" build="p" autoUpdateAnimBg="0"/>
      <p:bldP spid="6" grpId="0" build="p" autoUpdateAnimBg="0"/>
      <p:bldP spid="7" grpId="0" build="p" autoUpdateAnimBg="0"/>
      <p:bldP spid="10" grpId="0" build="p"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347864" y="3196120"/>
            <a:ext cx="1800200" cy="584775"/>
          </a:xfrm>
          <a:prstGeom prst="rect">
            <a:avLst/>
          </a:prstGeom>
          <a:noFill/>
        </p:spPr>
        <p:txBody>
          <a:bodyPr wrap="square" rtlCol="0">
            <a:spAutoFit/>
          </a:bodyPr>
          <a:lstStyle/>
          <a:p>
            <a:r>
              <a:rPr lang="zh-CN" altLang="en-US" dirty="0"/>
              <a:t>黎曼面</a:t>
            </a:r>
          </a:p>
        </p:txBody>
      </p:sp>
      <p:sp>
        <p:nvSpPr>
          <p:cNvPr id="5" name="文本框 4"/>
          <p:cNvSpPr txBox="1"/>
          <p:nvPr/>
        </p:nvSpPr>
        <p:spPr>
          <a:xfrm>
            <a:off x="-17225" y="4399912"/>
            <a:ext cx="6408712" cy="584775"/>
          </a:xfrm>
          <a:prstGeom prst="rect">
            <a:avLst/>
          </a:prstGeom>
          <a:noFill/>
        </p:spPr>
        <p:txBody>
          <a:bodyPr wrap="square" rtlCol="0">
            <a:spAutoFit/>
          </a:bodyPr>
          <a:lstStyle/>
          <a:p>
            <a:r>
              <a:rPr lang="zh-CN" altLang="en-US" dirty="0"/>
              <a:t>多值解析函数只在单叶解析！</a:t>
            </a:r>
          </a:p>
        </p:txBody>
      </p:sp>
      <p:sp>
        <p:nvSpPr>
          <p:cNvPr id="6" name="文本框 5"/>
          <p:cNvSpPr txBox="1"/>
          <p:nvPr/>
        </p:nvSpPr>
        <p:spPr>
          <a:xfrm>
            <a:off x="251520" y="357928"/>
            <a:ext cx="6408712" cy="584775"/>
          </a:xfrm>
          <a:prstGeom prst="rect">
            <a:avLst/>
          </a:prstGeom>
          <a:noFill/>
        </p:spPr>
        <p:txBody>
          <a:bodyPr wrap="square" rtlCol="0">
            <a:spAutoFit/>
          </a:bodyPr>
          <a:lstStyle/>
          <a:p>
            <a:r>
              <a:rPr lang="zh-CN" altLang="en-US" dirty="0"/>
              <a:t>多值解析函数的解析性</a:t>
            </a:r>
          </a:p>
        </p:txBody>
      </p:sp>
      <p:sp>
        <p:nvSpPr>
          <p:cNvPr id="7" name="文本框 6"/>
          <p:cNvSpPr txBox="1"/>
          <p:nvPr/>
        </p:nvSpPr>
        <p:spPr>
          <a:xfrm>
            <a:off x="670865" y="5025064"/>
            <a:ext cx="3528392" cy="584775"/>
          </a:xfrm>
          <a:prstGeom prst="rect">
            <a:avLst/>
          </a:prstGeom>
          <a:noFill/>
        </p:spPr>
        <p:txBody>
          <a:bodyPr wrap="square" rtlCol="0">
            <a:spAutoFit/>
          </a:bodyPr>
          <a:lstStyle/>
          <a:p>
            <a:r>
              <a:rPr lang="zh-CN" altLang="en-US" dirty="0"/>
              <a:t>求导，积分，级数</a:t>
            </a:r>
          </a:p>
        </p:txBody>
      </p:sp>
      <p:pic>
        <p:nvPicPr>
          <p:cNvPr id="8" name="图片 7"/>
          <p:cNvPicPr>
            <a:picLocks noChangeAspect="1"/>
          </p:cNvPicPr>
          <p:nvPr/>
        </p:nvPicPr>
        <p:blipFill>
          <a:blip r:embed="rId2"/>
          <a:stretch>
            <a:fillRect/>
          </a:stretch>
        </p:blipFill>
        <p:spPr>
          <a:xfrm>
            <a:off x="101444" y="942703"/>
            <a:ext cx="8985519" cy="2025638"/>
          </a:xfrm>
          <a:prstGeom prst="rect">
            <a:avLst/>
          </a:prstGeom>
        </p:spPr>
      </p:pic>
      <p:sp>
        <p:nvSpPr>
          <p:cNvPr id="11" name="文本框 10"/>
          <p:cNvSpPr txBox="1"/>
          <p:nvPr/>
        </p:nvSpPr>
        <p:spPr>
          <a:xfrm>
            <a:off x="539552" y="2926169"/>
            <a:ext cx="1133644" cy="369332"/>
          </a:xfrm>
          <a:prstGeom prst="rect">
            <a:avLst/>
          </a:prstGeom>
          <a:noFill/>
        </p:spPr>
        <p:txBody>
          <a:bodyPr wrap="none" rtlCol="0">
            <a:spAutoFit/>
          </a:bodyPr>
          <a:lstStyle/>
          <a:p>
            <a:r>
              <a:rPr lang="en-US" altLang="zh-CN" sz="1800" dirty="0" err="1"/>
              <a:t>C×Re</a:t>
            </a:r>
            <a:r>
              <a:rPr lang="en-US" altLang="zh-CN" sz="1800" dirty="0"/>
              <a:t>(C)</a:t>
            </a:r>
            <a:endParaRPr lang="zh-CN" altLang="en-US" sz="1800" dirty="0"/>
          </a:p>
        </p:txBody>
      </p:sp>
      <p:sp>
        <p:nvSpPr>
          <p:cNvPr id="12" name="文本框 11"/>
          <p:cNvSpPr txBox="1"/>
          <p:nvPr/>
        </p:nvSpPr>
        <p:spPr>
          <a:xfrm>
            <a:off x="2214220" y="2926169"/>
            <a:ext cx="1133644" cy="369332"/>
          </a:xfrm>
          <a:prstGeom prst="rect">
            <a:avLst/>
          </a:prstGeom>
          <a:noFill/>
        </p:spPr>
        <p:txBody>
          <a:bodyPr wrap="none" rtlCol="0">
            <a:spAutoFit/>
          </a:bodyPr>
          <a:lstStyle/>
          <a:p>
            <a:r>
              <a:rPr lang="en-US" altLang="zh-CN" sz="1800" dirty="0" err="1"/>
              <a:t>C×Im</a:t>
            </a:r>
            <a:r>
              <a:rPr lang="en-US" altLang="zh-CN" sz="1800" dirty="0"/>
              <a:t>(C)</a:t>
            </a:r>
            <a:endParaRPr lang="zh-CN" altLang="en-US" sz="1800" dirty="0"/>
          </a:p>
        </p:txBody>
      </p:sp>
      <p:sp>
        <p:nvSpPr>
          <p:cNvPr id="13" name="文本框 12"/>
          <p:cNvSpPr txBox="1"/>
          <p:nvPr/>
        </p:nvSpPr>
        <p:spPr>
          <a:xfrm>
            <a:off x="4139952" y="2926169"/>
            <a:ext cx="1133644" cy="369332"/>
          </a:xfrm>
          <a:prstGeom prst="rect">
            <a:avLst/>
          </a:prstGeom>
          <a:noFill/>
        </p:spPr>
        <p:txBody>
          <a:bodyPr wrap="none" rtlCol="0">
            <a:spAutoFit/>
          </a:bodyPr>
          <a:lstStyle/>
          <a:p>
            <a:r>
              <a:rPr lang="en-US" altLang="zh-CN" sz="1800" dirty="0" err="1"/>
              <a:t>C×Re</a:t>
            </a:r>
            <a:r>
              <a:rPr lang="en-US" altLang="zh-CN" sz="1800" dirty="0"/>
              <a:t>(C)</a:t>
            </a:r>
            <a:endParaRPr lang="zh-CN" altLang="en-US" sz="1800" dirty="0"/>
          </a:p>
        </p:txBody>
      </p:sp>
      <p:sp>
        <p:nvSpPr>
          <p:cNvPr id="14" name="文本框 13"/>
          <p:cNvSpPr txBox="1"/>
          <p:nvPr/>
        </p:nvSpPr>
        <p:spPr>
          <a:xfrm>
            <a:off x="5868144" y="2959049"/>
            <a:ext cx="1133644" cy="369332"/>
          </a:xfrm>
          <a:prstGeom prst="rect">
            <a:avLst/>
          </a:prstGeom>
          <a:noFill/>
        </p:spPr>
        <p:txBody>
          <a:bodyPr wrap="none" rtlCol="0">
            <a:spAutoFit/>
          </a:bodyPr>
          <a:lstStyle/>
          <a:p>
            <a:r>
              <a:rPr lang="en-US" altLang="zh-CN" sz="1800" dirty="0" err="1"/>
              <a:t>C×Re</a:t>
            </a:r>
            <a:r>
              <a:rPr lang="en-US" altLang="zh-CN" sz="1800" dirty="0"/>
              <a:t>(C)</a:t>
            </a:r>
            <a:endParaRPr lang="zh-CN" altLang="en-US" sz="1800" dirty="0"/>
          </a:p>
        </p:txBody>
      </p:sp>
      <p:sp>
        <p:nvSpPr>
          <p:cNvPr id="15" name="文本框 14"/>
          <p:cNvSpPr txBox="1"/>
          <p:nvPr/>
        </p:nvSpPr>
        <p:spPr>
          <a:xfrm>
            <a:off x="7596336" y="2968341"/>
            <a:ext cx="1133644" cy="369332"/>
          </a:xfrm>
          <a:prstGeom prst="rect">
            <a:avLst/>
          </a:prstGeom>
          <a:noFill/>
        </p:spPr>
        <p:txBody>
          <a:bodyPr wrap="none" rtlCol="0">
            <a:spAutoFit/>
          </a:bodyPr>
          <a:lstStyle/>
          <a:p>
            <a:r>
              <a:rPr lang="en-US" altLang="zh-CN" sz="1800" dirty="0" err="1"/>
              <a:t>C×Re</a:t>
            </a:r>
            <a:r>
              <a:rPr lang="en-US" altLang="zh-CN" sz="1800" dirty="0"/>
              <a:t>(C)</a:t>
            </a:r>
            <a:endParaRPr lang="zh-CN" altLang="en-US" sz="1800" dirty="0"/>
          </a:p>
        </p:txBody>
      </p:sp>
      <p:sp>
        <p:nvSpPr>
          <p:cNvPr id="2" name="下箭头 1"/>
          <p:cNvSpPr/>
          <p:nvPr/>
        </p:nvSpPr>
        <p:spPr bwMode="auto">
          <a:xfrm rot="16200000">
            <a:off x="5335260" y="4726214"/>
            <a:ext cx="433995" cy="557323"/>
          </a:xfrm>
          <a:prstGeom prst="down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8" name="矩形 17"/>
          <p:cNvSpPr/>
          <p:nvPr/>
        </p:nvSpPr>
        <p:spPr>
          <a:xfrm>
            <a:off x="6086753" y="4637098"/>
            <a:ext cx="3057247" cy="584775"/>
          </a:xfrm>
          <a:prstGeom prst="rect">
            <a:avLst/>
          </a:prstGeom>
        </p:spPr>
        <p:txBody>
          <a:bodyPr wrap="none">
            <a:spAutoFit/>
          </a:bodyPr>
          <a:lstStyle/>
          <a:p>
            <a:r>
              <a:rPr lang="zh-CN" altLang="en-US" dirty="0"/>
              <a:t>保证在单叶内！</a:t>
            </a:r>
          </a:p>
        </p:txBody>
      </p:sp>
      <p:sp>
        <p:nvSpPr>
          <p:cNvPr id="16" name="文本框 15"/>
          <p:cNvSpPr txBox="1"/>
          <p:nvPr/>
        </p:nvSpPr>
        <p:spPr>
          <a:xfrm>
            <a:off x="2146749" y="3747484"/>
            <a:ext cx="5120049" cy="584775"/>
          </a:xfrm>
          <a:prstGeom prst="rect">
            <a:avLst/>
          </a:prstGeom>
          <a:noFill/>
        </p:spPr>
        <p:txBody>
          <a:bodyPr wrap="square" rtlCol="0">
            <a:spAutoFit/>
          </a:bodyPr>
          <a:lstStyle/>
          <a:p>
            <a:r>
              <a:rPr lang="en-US" altLang="zh-CN" dirty="0"/>
              <a:t>z-w</a:t>
            </a:r>
            <a:r>
              <a:rPr lang="zh-CN" altLang="en-US" dirty="0"/>
              <a:t>可视化：复势</a:t>
            </a:r>
            <a:r>
              <a:rPr lang="en-US" altLang="zh-CN" dirty="0"/>
              <a:t>-</a:t>
            </a:r>
            <a:r>
              <a:rPr lang="zh-CN" altLang="en-US" dirty="0"/>
              <a:t>等势线</a:t>
            </a:r>
          </a:p>
        </p:txBody>
      </p:sp>
    </p:spTree>
    <p:extLst>
      <p:ext uri="{BB962C8B-B14F-4D97-AF65-F5344CB8AC3E}">
        <p14:creationId xmlns:p14="http://schemas.microsoft.com/office/powerpoint/2010/main" val="1818455270"/>
      </p:ext>
    </p:extLst>
  </p:cSld>
  <p:clrMapOvr>
    <a:masterClrMapping/>
  </p:clrMapOvr>
  <p:transition>
    <p:rand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699792" y="710824"/>
            <a:ext cx="3260460" cy="1532695"/>
          </a:xfrm>
          <a:prstGeom prst="rect">
            <a:avLst/>
          </a:prstGeom>
        </p:spPr>
      </p:pic>
      <p:pic>
        <p:nvPicPr>
          <p:cNvPr id="3" name="图片 2"/>
          <p:cNvPicPr>
            <a:picLocks noChangeAspect="1"/>
          </p:cNvPicPr>
          <p:nvPr/>
        </p:nvPicPr>
        <p:blipFill>
          <a:blip r:embed="rId3"/>
          <a:stretch>
            <a:fillRect/>
          </a:stretch>
        </p:blipFill>
        <p:spPr>
          <a:xfrm>
            <a:off x="3450378" y="2424375"/>
            <a:ext cx="1759286" cy="856517"/>
          </a:xfrm>
          <a:prstGeom prst="rect">
            <a:avLst/>
          </a:prstGeom>
        </p:spPr>
      </p:pic>
      <p:sp>
        <p:nvSpPr>
          <p:cNvPr id="4" name="文本框 3"/>
          <p:cNvSpPr txBox="1"/>
          <p:nvPr/>
        </p:nvSpPr>
        <p:spPr>
          <a:xfrm>
            <a:off x="251520" y="929991"/>
            <a:ext cx="2520280" cy="584775"/>
          </a:xfrm>
          <a:prstGeom prst="rect">
            <a:avLst/>
          </a:prstGeom>
          <a:noFill/>
        </p:spPr>
        <p:txBody>
          <a:bodyPr wrap="square" rtlCol="0">
            <a:spAutoFit/>
          </a:bodyPr>
          <a:lstStyle/>
          <a:p>
            <a:r>
              <a:rPr lang="zh-CN" altLang="en-US" dirty="0"/>
              <a:t>单值函数：</a:t>
            </a:r>
          </a:p>
        </p:txBody>
      </p:sp>
      <p:sp>
        <p:nvSpPr>
          <p:cNvPr id="5" name="文本框 4"/>
          <p:cNvSpPr txBox="1"/>
          <p:nvPr/>
        </p:nvSpPr>
        <p:spPr>
          <a:xfrm>
            <a:off x="251520" y="2798641"/>
            <a:ext cx="2520280" cy="584775"/>
          </a:xfrm>
          <a:prstGeom prst="rect">
            <a:avLst/>
          </a:prstGeom>
          <a:noFill/>
        </p:spPr>
        <p:txBody>
          <a:bodyPr wrap="square" rtlCol="0">
            <a:spAutoFit/>
          </a:bodyPr>
          <a:lstStyle/>
          <a:p>
            <a:r>
              <a:rPr lang="zh-CN" altLang="en-US" dirty="0"/>
              <a:t>双值函数：</a:t>
            </a:r>
          </a:p>
        </p:txBody>
      </p:sp>
      <p:sp>
        <p:nvSpPr>
          <p:cNvPr id="6" name="文本框 5"/>
          <p:cNvSpPr txBox="1"/>
          <p:nvPr/>
        </p:nvSpPr>
        <p:spPr>
          <a:xfrm>
            <a:off x="104095" y="42155"/>
            <a:ext cx="4464496" cy="584775"/>
          </a:xfrm>
          <a:prstGeom prst="rect">
            <a:avLst/>
          </a:prstGeom>
          <a:noFill/>
        </p:spPr>
        <p:txBody>
          <a:bodyPr wrap="square" rtlCol="0">
            <a:spAutoFit/>
          </a:bodyPr>
          <a:lstStyle/>
          <a:p>
            <a:r>
              <a:rPr lang="zh-CN" altLang="en-US" dirty="0"/>
              <a:t>支点的几何结构和拓扑</a:t>
            </a:r>
          </a:p>
        </p:txBody>
      </p:sp>
      <p:sp>
        <p:nvSpPr>
          <p:cNvPr id="7" name="文本框 6"/>
          <p:cNvSpPr txBox="1"/>
          <p:nvPr/>
        </p:nvSpPr>
        <p:spPr>
          <a:xfrm>
            <a:off x="6228184" y="707546"/>
            <a:ext cx="2520280" cy="1569660"/>
          </a:xfrm>
          <a:prstGeom prst="rect">
            <a:avLst/>
          </a:prstGeom>
          <a:noFill/>
        </p:spPr>
        <p:txBody>
          <a:bodyPr wrap="square" rtlCol="0">
            <a:spAutoFit/>
          </a:bodyPr>
          <a:lstStyle/>
          <a:p>
            <a:r>
              <a:rPr lang="en-US" altLang="zh-CN" dirty="0"/>
              <a:t>0</a:t>
            </a:r>
            <a:r>
              <a:rPr lang="zh-CN" altLang="en-US" dirty="0"/>
              <a:t>，∞为零点或奇点（与位相无关）</a:t>
            </a:r>
          </a:p>
        </p:txBody>
      </p:sp>
      <p:sp>
        <p:nvSpPr>
          <p:cNvPr id="8" name="文本框 7"/>
          <p:cNvSpPr txBox="1"/>
          <p:nvPr/>
        </p:nvSpPr>
        <p:spPr>
          <a:xfrm>
            <a:off x="5956587" y="2686870"/>
            <a:ext cx="2520280" cy="584775"/>
          </a:xfrm>
          <a:prstGeom prst="rect">
            <a:avLst/>
          </a:prstGeom>
          <a:noFill/>
        </p:spPr>
        <p:txBody>
          <a:bodyPr wrap="square" rtlCol="0">
            <a:spAutoFit/>
          </a:bodyPr>
          <a:lstStyle/>
          <a:p>
            <a:r>
              <a:rPr lang="en-US" altLang="zh-CN" dirty="0"/>
              <a:t>0</a:t>
            </a:r>
            <a:r>
              <a:rPr lang="zh-CN" altLang="en-US" dirty="0"/>
              <a:t>，∞ 支点</a:t>
            </a:r>
          </a:p>
        </p:txBody>
      </p:sp>
      <p:pic>
        <p:nvPicPr>
          <p:cNvPr id="9" name="图片 8"/>
          <p:cNvPicPr>
            <a:picLocks noChangeAspect="1"/>
          </p:cNvPicPr>
          <p:nvPr/>
        </p:nvPicPr>
        <p:blipFill>
          <a:blip r:embed="rId4"/>
          <a:stretch>
            <a:fillRect/>
          </a:stretch>
        </p:blipFill>
        <p:spPr>
          <a:xfrm>
            <a:off x="3221769" y="3350065"/>
            <a:ext cx="2348121" cy="1137371"/>
          </a:xfrm>
          <a:prstGeom prst="rect">
            <a:avLst/>
          </a:prstGeom>
        </p:spPr>
      </p:pic>
      <p:sp>
        <p:nvSpPr>
          <p:cNvPr id="10" name="文本框 9"/>
          <p:cNvSpPr txBox="1"/>
          <p:nvPr/>
        </p:nvSpPr>
        <p:spPr>
          <a:xfrm>
            <a:off x="5877826" y="3645024"/>
            <a:ext cx="3220996" cy="584775"/>
          </a:xfrm>
          <a:prstGeom prst="rect">
            <a:avLst/>
          </a:prstGeom>
          <a:noFill/>
        </p:spPr>
        <p:txBody>
          <a:bodyPr wrap="square" rtlCol="0">
            <a:spAutoFit/>
          </a:bodyPr>
          <a:lstStyle/>
          <a:p>
            <a:r>
              <a:rPr lang="zh-CN" altLang="en-US" dirty="0"/>
              <a:t>两个、∞ 支点</a:t>
            </a:r>
          </a:p>
        </p:txBody>
      </p:sp>
      <p:pic>
        <p:nvPicPr>
          <p:cNvPr id="11" name="图片 10"/>
          <p:cNvPicPr>
            <a:picLocks noChangeAspect="1"/>
          </p:cNvPicPr>
          <p:nvPr/>
        </p:nvPicPr>
        <p:blipFill rotWithShape="1">
          <a:blip r:embed="rId5">
            <a:extLst>
              <a:ext uri="{28A0092B-C50C-407E-A947-70E740481C1C}">
                <a14:useLocalDpi xmlns:a14="http://schemas.microsoft.com/office/drawing/2010/main" val="0"/>
              </a:ext>
            </a:extLst>
          </a:blip>
          <a:srcRect l="20934" r="19011"/>
          <a:stretch/>
        </p:blipFill>
        <p:spPr>
          <a:xfrm rot="16200000">
            <a:off x="3838636" y="4064930"/>
            <a:ext cx="1224134" cy="2238375"/>
          </a:xfrm>
          <a:prstGeom prst="rect">
            <a:avLst/>
          </a:prstGeom>
        </p:spPr>
      </p:pic>
      <p:sp>
        <p:nvSpPr>
          <p:cNvPr id="12" name="文本框 11"/>
          <p:cNvSpPr txBox="1"/>
          <p:nvPr/>
        </p:nvSpPr>
        <p:spPr>
          <a:xfrm>
            <a:off x="5923004" y="4870818"/>
            <a:ext cx="3699762" cy="584775"/>
          </a:xfrm>
          <a:prstGeom prst="rect">
            <a:avLst/>
          </a:prstGeom>
          <a:noFill/>
        </p:spPr>
        <p:txBody>
          <a:bodyPr wrap="square" rtlCol="0">
            <a:spAutoFit/>
          </a:bodyPr>
          <a:lstStyle/>
          <a:p>
            <a:r>
              <a:rPr lang="zh-CN" altLang="en-US" dirty="0"/>
              <a:t>三个、∞ 支点</a:t>
            </a:r>
          </a:p>
        </p:txBody>
      </p:sp>
      <p:sp>
        <p:nvSpPr>
          <p:cNvPr id="13" name="文本框 12"/>
          <p:cNvSpPr txBox="1"/>
          <p:nvPr/>
        </p:nvSpPr>
        <p:spPr>
          <a:xfrm>
            <a:off x="217776" y="4935461"/>
            <a:ext cx="2520280" cy="1077218"/>
          </a:xfrm>
          <a:prstGeom prst="rect">
            <a:avLst/>
          </a:prstGeom>
          <a:noFill/>
        </p:spPr>
        <p:txBody>
          <a:bodyPr wrap="square" rtlCol="0">
            <a:spAutoFit/>
          </a:bodyPr>
          <a:lstStyle/>
          <a:p>
            <a:r>
              <a:rPr lang="zh-CN" altLang="en-US" dirty="0"/>
              <a:t>多值函数：</a:t>
            </a:r>
            <a:endParaRPr lang="en-US" altLang="zh-CN" dirty="0"/>
          </a:p>
          <a:p>
            <a:r>
              <a:rPr lang="zh-CN" altLang="en-US" dirty="0"/>
              <a:t>四维流形</a:t>
            </a:r>
          </a:p>
        </p:txBody>
      </p:sp>
      <p:cxnSp>
        <p:nvCxnSpPr>
          <p:cNvPr id="15" name="直接连接符 14"/>
          <p:cNvCxnSpPr/>
          <p:nvPr/>
        </p:nvCxnSpPr>
        <p:spPr bwMode="auto">
          <a:xfrm>
            <a:off x="18955" y="3383416"/>
            <a:ext cx="2873951"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6" name="直接连接符 15"/>
          <p:cNvCxnSpPr/>
          <p:nvPr/>
        </p:nvCxnSpPr>
        <p:spPr bwMode="auto">
          <a:xfrm flipH="1">
            <a:off x="2878594" y="3350065"/>
            <a:ext cx="14312" cy="266261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0" name="文本框 19"/>
          <p:cNvSpPr txBox="1"/>
          <p:nvPr/>
        </p:nvSpPr>
        <p:spPr>
          <a:xfrm>
            <a:off x="1375077" y="3710206"/>
            <a:ext cx="1362979" cy="1077218"/>
          </a:xfrm>
          <a:prstGeom prst="rect">
            <a:avLst/>
          </a:prstGeom>
          <a:noFill/>
        </p:spPr>
        <p:txBody>
          <a:bodyPr wrap="square" rtlCol="0">
            <a:spAutoFit/>
          </a:bodyPr>
          <a:lstStyle/>
          <a:p>
            <a:r>
              <a:rPr lang="zh-CN" altLang="en-US" dirty="0"/>
              <a:t>拓扑变换</a:t>
            </a:r>
          </a:p>
        </p:txBody>
      </p:sp>
      <p:sp>
        <p:nvSpPr>
          <p:cNvPr id="22" name="左右箭头 21"/>
          <p:cNvSpPr/>
          <p:nvPr/>
        </p:nvSpPr>
        <p:spPr bwMode="auto">
          <a:xfrm rot="5400000">
            <a:off x="239220" y="3942739"/>
            <a:ext cx="1659878" cy="567353"/>
          </a:xfrm>
          <a:prstGeom prst="leftRight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23" name="矩形 22"/>
          <p:cNvSpPr/>
          <p:nvPr/>
        </p:nvSpPr>
        <p:spPr>
          <a:xfrm>
            <a:off x="3347864" y="5910374"/>
            <a:ext cx="5556804" cy="1077218"/>
          </a:xfrm>
          <a:prstGeom prst="rect">
            <a:avLst/>
          </a:prstGeom>
        </p:spPr>
        <p:txBody>
          <a:bodyPr wrap="square">
            <a:spAutoFit/>
          </a:bodyPr>
          <a:lstStyle/>
          <a:p>
            <a:r>
              <a:rPr lang="en-US" altLang="zh-CN" dirty="0">
                <a:hlinkClick r:id="rId6"/>
              </a:rPr>
              <a:t>https://</a:t>
            </a:r>
            <a:r>
              <a:rPr lang="en-US" altLang="zh-CN" dirty="0" err="1">
                <a:hlinkClick r:id="rId6"/>
              </a:rPr>
              <a:t>zhuanlan.zhihu.com</a:t>
            </a:r>
            <a:r>
              <a:rPr lang="en-US" altLang="zh-CN" dirty="0">
                <a:hlinkClick r:id="rId6"/>
              </a:rPr>
              <a:t>/p/214200642</a:t>
            </a:r>
            <a:endParaRPr lang="zh-CN" altLang="en-US" dirty="0"/>
          </a:p>
        </p:txBody>
      </p:sp>
      <p:cxnSp>
        <p:nvCxnSpPr>
          <p:cNvPr id="25" name="直接连接符 24"/>
          <p:cNvCxnSpPr/>
          <p:nvPr/>
        </p:nvCxnSpPr>
        <p:spPr bwMode="auto">
          <a:xfrm>
            <a:off x="18955" y="5988277"/>
            <a:ext cx="2873951" cy="2440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7" name="文本框 26"/>
          <p:cNvSpPr txBox="1"/>
          <p:nvPr/>
        </p:nvSpPr>
        <p:spPr>
          <a:xfrm>
            <a:off x="107504" y="6244601"/>
            <a:ext cx="2952328" cy="584775"/>
          </a:xfrm>
          <a:prstGeom prst="rect">
            <a:avLst/>
          </a:prstGeom>
          <a:noFill/>
        </p:spPr>
        <p:txBody>
          <a:bodyPr wrap="square" rtlCol="0">
            <a:spAutoFit/>
          </a:bodyPr>
          <a:lstStyle/>
          <a:p>
            <a:r>
              <a:rPr lang="zh-CN" altLang="en-US" dirty="0"/>
              <a:t>拓扑学入门：</a:t>
            </a:r>
          </a:p>
        </p:txBody>
      </p:sp>
    </p:spTree>
    <p:extLst>
      <p:ext uri="{BB962C8B-B14F-4D97-AF65-F5344CB8AC3E}">
        <p14:creationId xmlns:p14="http://schemas.microsoft.com/office/powerpoint/2010/main" val="1621329819"/>
      </p:ext>
    </p:extLst>
  </p:cSld>
  <p:clrMapOvr>
    <a:masterClrMapping/>
  </p:clrMapOvr>
  <p:transition>
    <p:rand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1520" y="357928"/>
            <a:ext cx="6408712" cy="584775"/>
          </a:xfrm>
          <a:prstGeom prst="rect">
            <a:avLst/>
          </a:prstGeom>
          <a:noFill/>
        </p:spPr>
        <p:txBody>
          <a:bodyPr wrap="square" rtlCol="0">
            <a:spAutoFit/>
          </a:bodyPr>
          <a:lstStyle/>
          <a:p>
            <a:r>
              <a:rPr lang="zh-CN" altLang="en-US" dirty="0"/>
              <a:t>多值解析函数的物理意义</a:t>
            </a:r>
          </a:p>
        </p:txBody>
      </p:sp>
      <p:graphicFrame>
        <p:nvGraphicFramePr>
          <p:cNvPr id="3" name="对象 2"/>
          <p:cNvGraphicFramePr>
            <a:graphicFrameLocks noChangeAspect="1"/>
          </p:cNvGraphicFramePr>
          <p:nvPr>
            <p:extLst>
              <p:ext uri="{D42A27DB-BD31-4B8C-83A1-F6EECF244321}">
                <p14:modId xmlns:p14="http://schemas.microsoft.com/office/powerpoint/2010/main" val="3670278607"/>
              </p:ext>
            </p:extLst>
          </p:nvPr>
        </p:nvGraphicFramePr>
        <p:xfrm>
          <a:off x="539552" y="1196752"/>
          <a:ext cx="1080120" cy="851671"/>
        </p:xfrm>
        <a:graphic>
          <a:graphicData uri="http://schemas.openxmlformats.org/presentationml/2006/ole">
            <mc:AlternateContent xmlns:mc="http://schemas.openxmlformats.org/markup-compatibility/2006">
              <mc:Choice xmlns:v="urn:schemas-microsoft-com:vml" Requires="v">
                <p:oleObj spid="_x0000_s186607" name="Equation" r:id="rId3" imgW="241200" imgH="190440" progId="Equation.DSMT4">
                  <p:embed/>
                </p:oleObj>
              </mc:Choice>
              <mc:Fallback>
                <p:oleObj name="Equation" r:id="rId3" imgW="241200" imgH="190440" progId="Equation.DSMT4">
                  <p:embed/>
                  <p:pic>
                    <p:nvPicPr>
                      <p:cNvPr id="2" name="对象 1"/>
                      <p:cNvPicPr/>
                      <p:nvPr/>
                    </p:nvPicPr>
                    <p:blipFill>
                      <a:blip r:embed="rId4"/>
                      <a:stretch>
                        <a:fillRect/>
                      </a:stretch>
                    </p:blipFill>
                    <p:spPr>
                      <a:xfrm>
                        <a:off x="539552" y="1196752"/>
                        <a:ext cx="1080120" cy="851671"/>
                      </a:xfrm>
                      <a:prstGeom prst="rect">
                        <a:avLst/>
                      </a:prstGeom>
                    </p:spPr>
                  </p:pic>
                </p:oleObj>
              </mc:Fallback>
            </mc:AlternateContent>
          </a:graphicData>
        </a:graphic>
      </p:graphicFrame>
      <p:cxnSp>
        <p:nvCxnSpPr>
          <p:cNvPr id="5" name="直接箭头连接符 4"/>
          <p:cNvCxnSpPr/>
          <p:nvPr/>
        </p:nvCxnSpPr>
        <p:spPr bwMode="auto">
          <a:xfrm>
            <a:off x="1979712" y="1700808"/>
            <a:ext cx="1728192"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6" name="文本框 5"/>
          <p:cNvSpPr txBox="1"/>
          <p:nvPr/>
        </p:nvSpPr>
        <p:spPr>
          <a:xfrm>
            <a:off x="4090965" y="1375969"/>
            <a:ext cx="1008112" cy="584775"/>
          </a:xfrm>
          <a:prstGeom prst="rect">
            <a:avLst/>
          </a:prstGeom>
          <a:noFill/>
        </p:spPr>
        <p:txBody>
          <a:bodyPr wrap="square" rtlCol="0">
            <a:spAutoFit/>
          </a:bodyPr>
          <a:lstStyle/>
          <a:p>
            <a:r>
              <a:rPr lang="zh-CN" altLang="en-US" dirty="0"/>
              <a:t>自旋</a:t>
            </a:r>
          </a:p>
        </p:txBody>
      </p:sp>
      <p:sp>
        <p:nvSpPr>
          <p:cNvPr id="7" name="文本框 6"/>
          <p:cNvSpPr txBox="1"/>
          <p:nvPr/>
        </p:nvSpPr>
        <p:spPr>
          <a:xfrm>
            <a:off x="323528" y="2665896"/>
            <a:ext cx="2592288" cy="584775"/>
          </a:xfrm>
          <a:prstGeom prst="rect">
            <a:avLst/>
          </a:prstGeom>
          <a:noFill/>
        </p:spPr>
        <p:txBody>
          <a:bodyPr wrap="square" rtlCol="0">
            <a:spAutoFit/>
          </a:bodyPr>
          <a:lstStyle/>
          <a:p>
            <a:r>
              <a:rPr lang="zh-CN" altLang="en-US" dirty="0"/>
              <a:t>位相调制</a:t>
            </a:r>
          </a:p>
        </p:txBody>
      </p:sp>
      <p:sp>
        <p:nvSpPr>
          <p:cNvPr id="8" name="下箭头 7"/>
          <p:cNvSpPr/>
          <p:nvPr/>
        </p:nvSpPr>
        <p:spPr bwMode="auto">
          <a:xfrm>
            <a:off x="1079612" y="3231203"/>
            <a:ext cx="360040" cy="720080"/>
          </a:xfrm>
          <a:prstGeom prst="down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9" name="文本框 8"/>
          <p:cNvSpPr txBox="1"/>
          <p:nvPr/>
        </p:nvSpPr>
        <p:spPr>
          <a:xfrm>
            <a:off x="341365" y="4221088"/>
            <a:ext cx="2592288" cy="584775"/>
          </a:xfrm>
          <a:prstGeom prst="rect">
            <a:avLst/>
          </a:prstGeom>
          <a:noFill/>
        </p:spPr>
        <p:txBody>
          <a:bodyPr wrap="square" rtlCol="0">
            <a:spAutoFit/>
          </a:bodyPr>
          <a:lstStyle/>
          <a:p>
            <a:r>
              <a:rPr lang="zh-CN" altLang="en-US" dirty="0"/>
              <a:t>贝利位相</a:t>
            </a:r>
          </a:p>
        </p:txBody>
      </p:sp>
      <p:sp>
        <p:nvSpPr>
          <p:cNvPr id="4" name="文本框 3"/>
          <p:cNvSpPr txBox="1"/>
          <p:nvPr/>
        </p:nvSpPr>
        <p:spPr>
          <a:xfrm>
            <a:off x="0" y="5445224"/>
            <a:ext cx="4824536" cy="584775"/>
          </a:xfrm>
          <a:prstGeom prst="rect">
            <a:avLst/>
          </a:prstGeom>
          <a:noFill/>
        </p:spPr>
        <p:txBody>
          <a:bodyPr wrap="square" rtlCol="0">
            <a:spAutoFit/>
          </a:bodyPr>
          <a:lstStyle/>
          <a:p>
            <a:r>
              <a:rPr lang="zh-CN" altLang="en-US" dirty="0"/>
              <a:t>非厄米量子力学</a:t>
            </a:r>
          </a:p>
        </p:txBody>
      </p:sp>
      <p:sp>
        <p:nvSpPr>
          <p:cNvPr id="10" name="右大括号 9"/>
          <p:cNvSpPr/>
          <p:nvPr/>
        </p:nvSpPr>
        <p:spPr bwMode="auto">
          <a:xfrm>
            <a:off x="3550876" y="2458914"/>
            <a:ext cx="900100" cy="3496743"/>
          </a:xfrm>
          <a:prstGeom prst="rightBrace">
            <a:avLst>
              <a:gd name="adj1" fmla="val 43358"/>
              <a:gd name="adj2" fmla="val 50000"/>
            </a:avLst>
          </a:prstGeom>
          <a:noFill/>
          <a:ln w="25400" cap="flat" cmpd="sng" algn="ctr">
            <a:solidFill>
              <a:schemeClr val="tx1"/>
            </a:solidFill>
            <a:prstDash val="solid"/>
            <a:round/>
            <a:headEnd type="none" w="med" len="med"/>
            <a:tailEnd type="triangle" w="med" len="med"/>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1" name="文本框 10"/>
          <p:cNvSpPr txBox="1"/>
          <p:nvPr/>
        </p:nvSpPr>
        <p:spPr>
          <a:xfrm>
            <a:off x="4090965" y="3427658"/>
            <a:ext cx="2213573" cy="1569660"/>
          </a:xfrm>
          <a:prstGeom prst="rect">
            <a:avLst/>
          </a:prstGeom>
          <a:noFill/>
        </p:spPr>
        <p:txBody>
          <a:bodyPr wrap="square" rtlCol="0">
            <a:spAutoFit/>
          </a:bodyPr>
          <a:lstStyle/>
          <a:p>
            <a:pPr algn="ctr"/>
            <a:r>
              <a:rPr lang="zh-CN" altLang="en-US" dirty="0"/>
              <a:t>量子力学</a:t>
            </a:r>
            <a:endParaRPr lang="en-US" altLang="zh-CN" dirty="0"/>
          </a:p>
          <a:p>
            <a:pPr algn="ctr"/>
            <a:r>
              <a:rPr lang="zh-CN" altLang="en-US" dirty="0"/>
              <a:t>的</a:t>
            </a:r>
            <a:endParaRPr lang="en-US" altLang="zh-CN" dirty="0"/>
          </a:p>
          <a:p>
            <a:pPr algn="ctr"/>
            <a:r>
              <a:rPr lang="zh-CN" altLang="en-US" dirty="0"/>
              <a:t>复数本质</a:t>
            </a:r>
          </a:p>
        </p:txBody>
      </p:sp>
      <p:graphicFrame>
        <p:nvGraphicFramePr>
          <p:cNvPr id="14" name="对象 13"/>
          <p:cNvGraphicFramePr>
            <a:graphicFrameLocks noChangeAspect="1"/>
          </p:cNvGraphicFramePr>
          <p:nvPr>
            <p:extLst>
              <p:ext uri="{D42A27DB-BD31-4B8C-83A1-F6EECF244321}">
                <p14:modId xmlns:p14="http://schemas.microsoft.com/office/powerpoint/2010/main" val="1756883182"/>
              </p:ext>
            </p:extLst>
          </p:nvPr>
        </p:nvGraphicFramePr>
        <p:xfrm>
          <a:off x="581025" y="1884363"/>
          <a:ext cx="852488" cy="850900"/>
        </p:xfrm>
        <a:graphic>
          <a:graphicData uri="http://schemas.openxmlformats.org/presentationml/2006/ole">
            <mc:AlternateContent xmlns:mc="http://schemas.openxmlformats.org/markup-compatibility/2006">
              <mc:Choice xmlns:v="urn:schemas-microsoft-com:vml" Requires="v">
                <p:oleObj spid="_x0000_s186608" name="Equation" r:id="rId5" imgW="190440" imgH="190440" progId="Equation.DSMT4">
                  <p:embed/>
                </p:oleObj>
              </mc:Choice>
              <mc:Fallback>
                <p:oleObj name="Equation" r:id="rId5" imgW="190440" imgH="190440" progId="Equation.DSMT4">
                  <p:embed/>
                  <p:pic>
                    <p:nvPicPr>
                      <p:cNvPr id="13" name="对象 12"/>
                      <p:cNvPicPr/>
                      <p:nvPr/>
                    </p:nvPicPr>
                    <p:blipFill>
                      <a:blip r:embed="rId6"/>
                      <a:stretch>
                        <a:fillRect/>
                      </a:stretch>
                    </p:blipFill>
                    <p:spPr>
                      <a:xfrm>
                        <a:off x="581025" y="1884363"/>
                        <a:ext cx="852488" cy="850900"/>
                      </a:xfrm>
                      <a:prstGeom prst="rect">
                        <a:avLst/>
                      </a:prstGeom>
                    </p:spPr>
                  </p:pic>
                </p:oleObj>
              </mc:Fallback>
            </mc:AlternateContent>
          </a:graphicData>
        </a:graphic>
      </p:graphicFrame>
      <p:sp>
        <p:nvSpPr>
          <p:cNvPr id="19" name="文本框 18"/>
          <p:cNvSpPr txBox="1"/>
          <p:nvPr/>
        </p:nvSpPr>
        <p:spPr>
          <a:xfrm>
            <a:off x="6597635" y="2938815"/>
            <a:ext cx="2667961" cy="584775"/>
          </a:xfrm>
          <a:prstGeom prst="rect">
            <a:avLst/>
          </a:prstGeom>
          <a:noFill/>
        </p:spPr>
        <p:txBody>
          <a:bodyPr wrap="square" rtlCol="0">
            <a:spAutoFit/>
          </a:bodyPr>
          <a:lstStyle/>
          <a:p>
            <a:r>
              <a:rPr lang="zh-CN" altLang="en-US" dirty="0"/>
              <a:t>多能带系统</a:t>
            </a:r>
          </a:p>
        </p:txBody>
      </p:sp>
      <p:sp>
        <p:nvSpPr>
          <p:cNvPr id="20" name="上下箭头 19"/>
          <p:cNvSpPr/>
          <p:nvPr/>
        </p:nvSpPr>
        <p:spPr bwMode="auto">
          <a:xfrm>
            <a:off x="7566316" y="1411022"/>
            <a:ext cx="432048" cy="1324240"/>
          </a:xfrm>
          <a:prstGeom prst="upDown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21" name="矩形 20"/>
          <p:cNvSpPr/>
          <p:nvPr/>
        </p:nvSpPr>
        <p:spPr>
          <a:xfrm>
            <a:off x="6871650" y="826247"/>
            <a:ext cx="1826141" cy="584775"/>
          </a:xfrm>
          <a:prstGeom prst="rect">
            <a:avLst/>
          </a:prstGeom>
        </p:spPr>
        <p:txBody>
          <a:bodyPr wrap="none">
            <a:spAutoFit/>
          </a:bodyPr>
          <a:lstStyle/>
          <a:p>
            <a:r>
              <a:rPr lang="zh-CN" altLang="en-US" dirty="0"/>
              <a:t>多值函数</a:t>
            </a:r>
          </a:p>
        </p:txBody>
      </p:sp>
      <p:sp>
        <p:nvSpPr>
          <p:cNvPr id="22" name="矩形 21"/>
          <p:cNvSpPr/>
          <p:nvPr/>
        </p:nvSpPr>
        <p:spPr>
          <a:xfrm>
            <a:off x="6803376" y="84526"/>
            <a:ext cx="1826141" cy="584775"/>
          </a:xfrm>
          <a:prstGeom prst="rect">
            <a:avLst/>
          </a:prstGeom>
        </p:spPr>
        <p:txBody>
          <a:bodyPr wrap="none">
            <a:spAutoFit/>
          </a:bodyPr>
          <a:lstStyle/>
          <a:p>
            <a:pPr algn="ctr"/>
            <a:r>
              <a:rPr lang="zh-CN" altLang="en-US" dirty="0"/>
              <a:t>量子力学</a:t>
            </a:r>
            <a:endParaRPr lang="en-US" altLang="zh-CN" dirty="0"/>
          </a:p>
        </p:txBody>
      </p:sp>
      <p:cxnSp>
        <p:nvCxnSpPr>
          <p:cNvPr id="24" name="直接连接符 23"/>
          <p:cNvCxnSpPr/>
          <p:nvPr/>
        </p:nvCxnSpPr>
        <p:spPr bwMode="auto">
          <a:xfrm>
            <a:off x="6155292" y="84526"/>
            <a:ext cx="72008" cy="668626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5" name="上下箭头 24"/>
          <p:cNvSpPr/>
          <p:nvPr/>
        </p:nvSpPr>
        <p:spPr bwMode="auto">
          <a:xfrm>
            <a:off x="7590125" y="3727143"/>
            <a:ext cx="432048" cy="1324240"/>
          </a:xfrm>
          <a:prstGeom prst="upDown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26" name="文本框 25"/>
          <p:cNvSpPr txBox="1"/>
          <p:nvPr/>
        </p:nvSpPr>
        <p:spPr>
          <a:xfrm>
            <a:off x="6871650" y="5051383"/>
            <a:ext cx="1955018" cy="1569660"/>
          </a:xfrm>
          <a:prstGeom prst="rect">
            <a:avLst/>
          </a:prstGeom>
          <a:noFill/>
        </p:spPr>
        <p:txBody>
          <a:bodyPr wrap="square" rtlCol="0">
            <a:spAutoFit/>
          </a:bodyPr>
          <a:lstStyle/>
          <a:p>
            <a:pPr algn="ctr"/>
            <a:r>
              <a:rPr lang="zh-CN" altLang="en-US" dirty="0"/>
              <a:t>流形</a:t>
            </a:r>
            <a:endParaRPr lang="en-US" altLang="zh-CN" dirty="0"/>
          </a:p>
          <a:p>
            <a:pPr algn="ctr"/>
            <a:r>
              <a:rPr lang="zh-CN" altLang="en-US" dirty="0"/>
              <a:t>纤维丛</a:t>
            </a:r>
            <a:endParaRPr lang="en-US" altLang="zh-CN" dirty="0"/>
          </a:p>
          <a:p>
            <a:pPr algn="ctr"/>
            <a:r>
              <a:rPr lang="zh-CN" altLang="en-US" dirty="0"/>
              <a:t>微分几何</a:t>
            </a:r>
          </a:p>
        </p:txBody>
      </p:sp>
    </p:spTree>
    <p:extLst>
      <p:ext uri="{BB962C8B-B14F-4D97-AF65-F5344CB8AC3E}">
        <p14:creationId xmlns:p14="http://schemas.microsoft.com/office/powerpoint/2010/main" val="1208264145"/>
      </p:ext>
    </p:extLst>
  </p:cSld>
  <p:clrMapOvr>
    <a:masterClrMapping/>
  </p:clrMapOvr>
  <p:transition>
    <p:rand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1520" y="357928"/>
            <a:ext cx="6408712" cy="584775"/>
          </a:xfrm>
          <a:prstGeom prst="rect">
            <a:avLst/>
          </a:prstGeom>
          <a:noFill/>
        </p:spPr>
        <p:txBody>
          <a:bodyPr wrap="square" rtlCol="0">
            <a:spAutoFit/>
          </a:bodyPr>
          <a:lstStyle/>
          <a:p>
            <a:r>
              <a:rPr lang="zh-CN" altLang="en-US" dirty="0"/>
              <a:t>多值解析函数</a:t>
            </a:r>
            <a:r>
              <a:rPr lang="en-US" altLang="zh-CN" dirty="0"/>
              <a:t>@</a:t>
            </a:r>
            <a:r>
              <a:rPr lang="zh-CN" altLang="en-US" dirty="0"/>
              <a:t>实变函数积分</a:t>
            </a:r>
          </a:p>
        </p:txBody>
      </p:sp>
      <p:sp>
        <p:nvSpPr>
          <p:cNvPr id="3" name="文本框 2"/>
          <p:cNvSpPr txBox="1"/>
          <p:nvPr/>
        </p:nvSpPr>
        <p:spPr>
          <a:xfrm>
            <a:off x="107504" y="1772816"/>
            <a:ext cx="6408712" cy="584775"/>
          </a:xfrm>
          <a:prstGeom prst="rect">
            <a:avLst/>
          </a:prstGeom>
          <a:noFill/>
        </p:spPr>
        <p:txBody>
          <a:bodyPr wrap="square" rtlCol="0">
            <a:spAutoFit/>
          </a:bodyPr>
          <a:lstStyle/>
          <a:p>
            <a:r>
              <a:rPr lang="zh-CN" altLang="en-US" dirty="0"/>
              <a:t>当复变函数退化为实变函数时</a:t>
            </a:r>
          </a:p>
        </p:txBody>
      </p:sp>
      <p:sp>
        <p:nvSpPr>
          <p:cNvPr id="4" name="文本框 3"/>
          <p:cNvSpPr txBox="1"/>
          <p:nvPr/>
        </p:nvSpPr>
        <p:spPr>
          <a:xfrm>
            <a:off x="124094" y="2780928"/>
            <a:ext cx="6408712" cy="584775"/>
          </a:xfrm>
          <a:prstGeom prst="rect">
            <a:avLst/>
          </a:prstGeom>
          <a:noFill/>
        </p:spPr>
        <p:txBody>
          <a:bodyPr wrap="square" rtlCol="0">
            <a:spAutoFit/>
          </a:bodyPr>
          <a:lstStyle/>
          <a:p>
            <a:r>
              <a:rPr lang="zh-CN" altLang="en-US" dirty="0"/>
              <a:t>多值函数表现为</a:t>
            </a:r>
            <a:r>
              <a:rPr lang="zh-CN" altLang="en-US" dirty="0">
                <a:solidFill>
                  <a:srgbClr val="FF0000"/>
                </a:solidFill>
              </a:rPr>
              <a:t>主值</a:t>
            </a:r>
            <a:r>
              <a:rPr lang="zh-CN" altLang="en-US" dirty="0"/>
              <a:t>，即</a:t>
            </a:r>
            <a:r>
              <a:rPr lang="en-US" altLang="zh-CN" dirty="0"/>
              <a:t>n=0</a:t>
            </a:r>
            <a:endParaRPr lang="zh-CN" altLang="en-US" dirty="0"/>
          </a:p>
        </p:txBody>
      </p:sp>
      <p:graphicFrame>
        <p:nvGraphicFramePr>
          <p:cNvPr id="6" name="对象 5"/>
          <p:cNvGraphicFramePr>
            <a:graphicFrameLocks noChangeAspect="1"/>
          </p:cNvGraphicFramePr>
          <p:nvPr>
            <p:extLst>
              <p:ext uri="{D42A27DB-BD31-4B8C-83A1-F6EECF244321}">
                <p14:modId xmlns:p14="http://schemas.microsoft.com/office/powerpoint/2010/main" val="2677100766"/>
              </p:ext>
            </p:extLst>
          </p:nvPr>
        </p:nvGraphicFramePr>
        <p:xfrm>
          <a:off x="6084168" y="3820659"/>
          <a:ext cx="2147786" cy="1804140"/>
        </p:xfrm>
        <a:graphic>
          <a:graphicData uri="http://schemas.openxmlformats.org/presentationml/2006/ole">
            <mc:AlternateContent xmlns:mc="http://schemas.openxmlformats.org/markup-compatibility/2006">
              <mc:Choice xmlns:v="urn:schemas-microsoft-com:vml" Requires="v">
                <p:oleObj spid="_x0000_s189678" name="Equation" r:id="rId3" imgW="634680" imgH="533160" progId="Equation.DSMT4">
                  <p:embed/>
                </p:oleObj>
              </mc:Choice>
              <mc:Fallback>
                <p:oleObj name="Equation" r:id="rId3" imgW="634680" imgH="533160" progId="Equation.DSMT4">
                  <p:embed/>
                  <p:pic>
                    <p:nvPicPr>
                      <p:cNvPr id="0" name=""/>
                      <p:cNvPicPr/>
                      <p:nvPr/>
                    </p:nvPicPr>
                    <p:blipFill>
                      <a:blip r:embed="rId4"/>
                      <a:stretch>
                        <a:fillRect/>
                      </a:stretch>
                    </p:blipFill>
                    <p:spPr>
                      <a:xfrm>
                        <a:off x="6084168" y="3820659"/>
                        <a:ext cx="2147786" cy="180414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830124715"/>
              </p:ext>
            </p:extLst>
          </p:nvPr>
        </p:nvGraphicFramePr>
        <p:xfrm>
          <a:off x="138165" y="3820659"/>
          <a:ext cx="3608387" cy="1804988"/>
        </p:xfrm>
        <a:graphic>
          <a:graphicData uri="http://schemas.openxmlformats.org/presentationml/2006/ole">
            <mc:AlternateContent xmlns:mc="http://schemas.openxmlformats.org/markup-compatibility/2006">
              <mc:Choice xmlns:v="urn:schemas-microsoft-com:vml" Requires="v">
                <p:oleObj spid="_x0000_s189679" name="Equation" r:id="rId5" imgW="1066680" imgH="533160" progId="Equation.DSMT4">
                  <p:embed/>
                </p:oleObj>
              </mc:Choice>
              <mc:Fallback>
                <p:oleObj name="Equation" r:id="rId5" imgW="1066680" imgH="533160" progId="Equation.DSMT4">
                  <p:embed/>
                  <p:pic>
                    <p:nvPicPr>
                      <p:cNvPr id="6" name="对象 5"/>
                      <p:cNvPicPr/>
                      <p:nvPr/>
                    </p:nvPicPr>
                    <p:blipFill>
                      <a:blip r:embed="rId6"/>
                      <a:stretch>
                        <a:fillRect/>
                      </a:stretch>
                    </p:blipFill>
                    <p:spPr>
                      <a:xfrm>
                        <a:off x="138165" y="3820659"/>
                        <a:ext cx="3608387" cy="1804988"/>
                      </a:xfrm>
                      <a:prstGeom prst="rect">
                        <a:avLst/>
                      </a:prstGeom>
                    </p:spPr>
                  </p:pic>
                </p:oleObj>
              </mc:Fallback>
            </mc:AlternateContent>
          </a:graphicData>
        </a:graphic>
      </p:graphicFrame>
      <p:sp>
        <p:nvSpPr>
          <p:cNvPr id="8" name="右箭头 7"/>
          <p:cNvSpPr/>
          <p:nvPr/>
        </p:nvSpPr>
        <p:spPr bwMode="auto">
          <a:xfrm>
            <a:off x="4211960" y="4653136"/>
            <a:ext cx="1224136" cy="550792"/>
          </a:xfrm>
          <a:prstGeom prst="right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211723467"/>
      </p:ext>
    </p:extLst>
  </p:cSld>
  <p:clrMapOvr>
    <a:masterClrMapping/>
  </p:clrMapOvr>
  <p:transition>
    <p:rand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2"/>
          <p:cNvSpPr>
            <a:spLocks noChangeArrowheads="1"/>
          </p:cNvSpPr>
          <p:nvPr/>
        </p:nvSpPr>
        <p:spPr bwMode="auto">
          <a:xfrm>
            <a:off x="40906" y="175119"/>
            <a:ext cx="4531094"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围道积分</a:t>
            </a:r>
            <a:r>
              <a:rPr lang="zh-CN" altLang="en-US" sz="3600" b="1" dirty="0">
                <a:solidFill>
                  <a:srgbClr val="FFFFFF"/>
                </a:solidFill>
                <a:latin typeface="Book Antiqua" panose="02040602050305030304" pitchFamily="18" charset="0"/>
                <a:sym typeface="Symbol" panose="05050102010706020507" pitchFamily="18" charset="2"/>
              </a:rPr>
              <a:t>基础模式：</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
        <p:nvSpPr>
          <p:cNvPr id="3" name="Rectangle 12"/>
          <p:cNvSpPr>
            <a:spLocks noChangeArrowheads="1"/>
          </p:cNvSpPr>
          <p:nvPr/>
        </p:nvSpPr>
        <p:spPr bwMode="auto">
          <a:xfrm>
            <a:off x="278593" y="908720"/>
            <a:ext cx="2637224"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0">
              <a:spcBef>
                <a:spcPct val="0"/>
              </a:spcBef>
              <a:buNone/>
              <a:defRPr/>
            </a:pPr>
            <a:r>
              <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1</a:t>
            </a:r>
            <a:r>
              <a:rPr lang="en-US" altLang="zh-CN" sz="3600" b="1" noProof="0" dirty="0">
                <a:solidFill>
                  <a:srgbClr val="FFFFFF"/>
                </a:solidFill>
                <a:latin typeface="Book Antiqua" panose="02040602050305030304" pitchFamily="18" charset="0"/>
                <a:sym typeface="Symbol" panose="05050102010706020507" pitchFamily="18" charset="2"/>
              </a:rPr>
              <a:t>.</a:t>
            </a:r>
            <a:r>
              <a:rPr lang="zh-CN" altLang="en-US" sz="3600" b="1" noProof="0" dirty="0">
                <a:solidFill>
                  <a:srgbClr val="FFFFFF"/>
                </a:solidFill>
                <a:latin typeface="Book Antiqua" panose="02040602050305030304" pitchFamily="18" charset="0"/>
                <a:sym typeface="Symbol" panose="05050102010706020507" pitchFamily="18" charset="2"/>
              </a:rPr>
              <a:t>有理分式</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
        <p:nvSpPr>
          <p:cNvPr id="4" name="Rectangle 12"/>
          <p:cNvSpPr>
            <a:spLocks noChangeArrowheads="1"/>
          </p:cNvSpPr>
          <p:nvPr/>
        </p:nvSpPr>
        <p:spPr bwMode="auto">
          <a:xfrm>
            <a:off x="251520" y="2506417"/>
            <a:ext cx="5472608"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3600" b="1" dirty="0">
                <a:solidFill>
                  <a:srgbClr val="FFFFFF"/>
                </a:solidFill>
                <a:latin typeface="Book Antiqua" panose="02040602050305030304" pitchFamily="18" charset="0"/>
                <a:sym typeface="Symbol" panose="05050102010706020507" pitchFamily="18" charset="2"/>
              </a:rPr>
              <a:t>3</a:t>
            </a:r>
            <a:r>
              <a:rPr lang="en-US" altLang="zh-CN" sz="3600" b="1" noProof="0" dirty="0">
                <a:solidFill>
                  <a:srgbClr val="FFFFFF"/>
                </a:solidFill>
                <a:latin typeface="Book Antiqua" panose="02040602050305030304" pitchFamily="18" charset="0"/>
                <a:sym typeface="Symbol" panose="05050102010706020507" pitchFamily="18" charset="2"/>
              </a:rPr>
              <a:t>.</a:t>
            </a:r>
            <a:r>
              <a:rPr lang="zh-CN" altLang="en-US" sz="3600" b="1" dirty="0">
                <a:solidFill>
                  <a:srgbClr val="FFFFFF"/>
                </a:solidFill>
                <a:latin typeface="Book Antiqua" panose="02040602050305030304" pitchFamily="18" charset="0"/>
                <a:sym typeface="Symbol" panose="05050102010706020507" pitchFamily="18" charset="2"/>
              </a:rPr>
              <a:t>三角函数（</a:t>
            </a:r>
            <a:r>
              <a:rPr lang="en-US" altLang="zh-CN" sz="3600" b="1" dirty="0">
                <a:solidFill>
                  <a:srgbClr val="FFFFFF"/>
                </a:solidFill>
                <a:latin typeface="Book Antiqua" panose="02040602050305030304" pitchFamily="18" charset="0"/>
                <a:sym typeface="Symbol" panose="05050102010706020507" pitchFamily="18" charset="2"/>
              </a:rPr>
              <a:t>0,2π</a:t>
            </a:r>
            <a:r>
              <a:rPr lang="zh-CN" altLang="en-US" sz="3600" b="1" dirty="0">
                <a:solidFill>
                  <a:srgbClr val="FFFFFF"/>
                </a:solidFill>
                <a:latin typeface="Book Antiqua" panose="02040602050305030304" pitchFamily="18" charset="0"/>
                <a:sym typeface="Symbol" panose="05050102010706020507" pitchFamily="18" charset="2"/>
              </a:rPr>
              <a:t>）</a:t>
            </a:r>
            <a:r>
              <a:rPr lang="en-US" altLang="zh-CN" sz="3600" b="1" noProof="0" dirty="0">
                <a:solidFill>
                  <a:srgbClr val="FFFFFF"/>
                </a:solidFill>
                <a:latin typeface="Book Antiqua" panose="02040602050305030304" pitchFamily="18" charset="0"/>
                <a:sym typeface="Symbol" panose="05050102010706020507" pitchFamily="18" charset="2"/>
              </a:rPr>
              <a:t> </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
        <p:nvSpPr>
          <p:cNvPr id="5" name="Rectangle 12"/>
          <p:cNvSpPr>
            <a:spLocks noChangeArrowheads="1"/>
          </p:cNvSpPr>
          <p:nvPr/>
        </p:nvSpPr>
        <p:spPr bwMode="auto">
          <a:xfrm>
            <a:off x="271240" y="1697172"/>
            <a:ext cx="4084736"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3600" b="1" dirty="0">
                <a:solidFill>
                  <a:srgbClr val="FFFFFF"/>
                </a:solidFill>
                <a:latin typeface="Book Antiqua" panose="02040602050305030304" pitchFamily="18" charset="0"/>
                <a:sym typeface="Symbol" panose="05050102010706020507" pitchFamily="18" charset="2"/>
              </a:rPr>
              <a:t>2</a:t>
            </a:r>
            <a:r>
              <a:rPr lang="en-US" altLang="zh-CN" sz="3600" b="1" noProof="0" dirty="0">
                <a:solidFill>
                  <a:srgbClr val="FFFFFF"/>
                </a:solidFill>
                <a:latin typeface="Book Antiqua" panose="02040602050305030304" pitchFamily="18" charset="0"/>
                <a:sym typeface="Symbol" panose="05050102010706020507" pitchFamily="18" charset="2"/>
              </a:rPr>
              <a:t>.</a:t>
            </a:r>
            <a:r>
              <a:rPr lang="en-US" altLang="zh-CN" sz="3600" b="1" dirty="0">
                <a:solidFill>
                  <a:srgbClr val="FFFFFF"/>
                </a:solidFill>
                <a:latin typeface="Book Antiqua" panose="02040602050305030304" pitchFamily="18" charset="0"/>
                <a:sym typeface="Symbol" panose="05050102010706020507" pitchFamily="18" charset="2"/>
              </a:rPr>
              <a:t>F(x)e</a:t>
            </a:r>
            <a:r>
              <a:rPr lang="en-US" altLang="zh-CN" sz="3600" b="1" baseline="30000" dirty="0">
                <a:solidFill>
                  <a:srgbClr val="FFFFFF"/>
                </a:solidFill>
                <a:latin typeface="Book Antiqua" panose="02040602050305030304" pitchFamily="18" charset="0"/>
                <a:sym typeface="Symbol" panose="05050102010706020507" pitchFamily="18" charset="2"/>
              </a:rPr>
              <a:t>imx</a:t>
            </a:r>
            <a:endParaRPr kumimoji="1" lang="en-US" altLang="zh-CN" sz="3600" b="1" i="0" u="none" strike="noStrike" kern="1200" cap="none" spc="0" normalizeH="0" baseline="30000" noProof="0" dirty="0">
              <a:ln>
                <a:noFill/>
              </a:ln>
              <a:solidFill>
                <a:srgbClr val="FFFFFF"/>
              </a:solidFill>
              <a:effectLst/>
              <a:uLnTx/>
              <a:uFillTx/>
              <a:latin typeface="Book Antiqua" panose="02040602050305030304" pitchFamily="18" charset="0"/>
              <a:sym typeface="Symbol" panose="05050102010706020507" pitchFamily="18" charset="2"/>
            </a:endParaRPr>
          </a:p>
        </p:txBody>
      </p:sp>
      <p:sp>
        <p:nvSpPr>
          <p:cNvPr id="6" name="矩形 5"/>
          <p:cNvSpPr/>
          <p:nvPr/>
        </p:nvSpPr>
        <p:spPr>
          <a:xfrm>
            <a:off x="2843808" y="1263305"/>
            <a:ext cx="1633781" cy="584775"/>
          </a:xfrm>
          <a:prstGeom prst="rect">
            <a:avLst/>
          </a:prstGeom>
        </p:spPr>
        <p:txBody>
          <a:bodyPr wrap="none">
            <a:spAutoFit/>
          </a:bodyPr>
          <a:lstStyle/>
          <a:p>
            <a:pPr lvl="0">
              <a:defRPr/>
            </a:pPr>
            <a:r>
              <a:rPr lang="en-US" altLang="zh-CN" b="1" dirty="0">
                <a:solidFill>
                  <a:srgbClr val="FFFFFF"/>
                </a:solidFill>
                <a:latin typeface="Book Antiqua" panose="02040602050305030304" pitchFamily="18" charset="0"/>
                <a:sym typeface="Symbol" panose="05050102010706020507" pitchFamily="18" charset="2"/>
              </a:rPr>
              <a:t>(-</a:t>
            </a:r>
            <a:r>
              <a:rPr lang="zh-CN" altLang="en-US" b="1" dirty="0">
                <a:solidFill>
                  <a:srgbClr val="FFFFFF"/>
                </a:solidFill>
                <a:latin typeface="Book Antiqua" panose="02040602050305030304" pitchFamily="18" charset="0"/>
                <a:sym typeface="Symbol" panose="05050102010706020507" pitchFamily="18" charset="2"/>
              </a:rPr>
              <a:t>∞</a:t>
            </a:r>
            <a:r>
              <a:rPr lang="en-US" altLang="zh-CN" b="1" dirty="0">
                <a:solidFill>
                  <a:srgbClr val="FFFFFF"/>
                </a:solidFill>
                <a:latin typeface="Book Antiqua" panose="02040602050305030304" pitchFamily="18" charset="0"/>
                <a:sym typeface="Symbol" panose="05050102010706020507" pitchFamily="18" charset="2"/>
              </a:rPr>
              <a:t>,+</a:t>
            </a:r>
            <a:r>
              <a:rPr lang="zh-CN" altLang="en-US" b="1" dirty="0">
                <a:solidFill>
                  <a:srgbClr val="FFFFFF"/>
                </a:solidFill>
                <a:latin typeface="Book Antiqua" panose="02040602050305030304" pitchFamily="18" charset="0"/>
                <a:sym typeface="Symbol" panose="05050102010706020507" pitchFamily="18" charset="2"/>
              </a:rPr>
              <a:t>∞</a:t>
            </a:r>
            <a:r>
              <a:rPr lang="en-US" altLang="zh-CN" b="1" dirty="0">
                <a:solidFill>
                  <a:srgbClr val="FFFFFF"/>
                </a:solidFill>
                <a:latin typeface="Book Antiqua" panose="02040602050305030304" pitchFamily="18" charset="0"/>
                <a:sym typeface="Symbol" panose="05050102010706020507" pitchFamily="18" charset="2"/>
              </a:rPr>
              <a:t>) </a:t>
            </a:r>
          </a:p>
        </p:txBody>
      </p:sp>
      <p:grpSp>
        <p:nvGrpSpPr>
          <p:cNvPr id="7" name="Group 40"/>
          <p:cNvGrpSpPr>
            <a:grpSpLocks/>
          </p:cNvGrpSpPr>
          <p:nvPr/>
        </p:nvGrpSpPr>
        <p:grpSpPr bwMode="auto">
          <a:xfrm>
            <a:off x="5796136" y="175119"/>
            <a:ext cx="2046109" cy="1899634"/>
            <a:chOff x="3643" y="2496"/>
            <a:chExt cx="1652" cy="1440"/>
          </a:xfrm>
        </p:grpSpPr>
        <p:sp>
          <p:nvSpPr>
            <p:cNvPr id="8" name="Oval 29"/>
            <p:cNvSpPr>
              <a:spLocks noChangeArrowheads="1"/>
            </p:cNvSpPr>
            <p:nvPr/>
          </p:nvSpPr>
          <p:spPr bwMode="auto">
            <a:xfrm>
              <a:off x="3936" y="2784"/>
              <a:ext cx="1152" cy="1104"/>
            </a:xfrm>
            <a:prstGeom prst="ellipse">
              <a:avLst/>
            </a:prstGeom>
            <a:noFill/>
            <a:ln w="571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 name="Rectangle 30"/>
            <p:cNvSpPr>
              <a:spLocks noChangeArrowheads="1"/>
            </p:cNvSpPr>
            <p:nvPr/>
          </p:nvSpPr>
          <p:spPr bwMode="auto">
            <a:xfrm>
              <a:off x="3936" y="3408"/>
              <a:ext cx="1200" cy="528"/>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 name="Line 25"/>
            <p:cNvSpPr>
              <a:spLocks noChangeShapeType="1"/>
            </p:cNvSpPr>
            <p:nvPr/>
          </p:nvSpPr>
          <p:spPr bwMode="auto">
            <a:xfrm>
              <a:off x="3792" y="3408"/>
              <a:ext cx="1488"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 name="Line 31"/>
            <p:cNvSpPr>
              <a:spLocks noChangeShapeType="1"/>
            </p:cNvSpPr>
            <p:nvPr/>
          </p:nvSpPr>
          <p:spPr bwMode="auto">
            <a:xfrm flipH="1" flipV="1">
              <a:off x="4944" y="2976"/>
              <a:ext cx="96" cy="144"/>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2" name="Oval 32"/>
            <p:cNvSpPr>
              <a:spLocks noChangeArrowheads="1"/>
            </p:cNvSpPr>
            <p:nvPr/>
          </p:nvSpPr>
          <p:spPr bwMode="auto">
            <a:xfrm>
              <a:off x="4320" y="3168"/>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13" name="Object 33"/>
            <p:cNvGraphicFramePr>
              <a:graphicFrameLocks noChangeAspect="1"/>
            </p:cNvGraphicFramePr>
            <p:nvPr/>
          </p:nvGraphicFramePr>
          <p:xfrm>
            <a:off x="4416" y="2880"/>
            <a:ext cx="314" cy="447"/>
          </p:xfrm>
          <a:graphic>
            <a:graphicData uri="http://schemas.openxmlformats.org/presentationml/2006/ole">
              <mc:AlternateContent xmlns:mc="http://schemas.openxmlformats.org/markup-compatibility/2006">
                <mc:Choice xmlns:v="urn:schemas-microsoft-com:vml" Requires="v">
                  <p:oleObj spid="_x0000_s210013" name="公式" r:id="rId3" imgW="91440" imgH="152290" progId="Equation.3">
                    <p:embed/>
                  </p:oleObj>
                </mc:Choice>
                <mc:Fallback>
                  <p:oleObj name="公式" r:id="rId3" imgW="91440" imgH="152290" progId="Equation.3">
                    <p:embed/>
                    <p:pic>
                      <p:nvPicPr>
                        <p:cNvPr id="13" name="Object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6" y="2880"/>
                          <a:ext cx="314" cy="44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Oval 34"/>
            <p:cNvSpPr>
              <a:spLocks noChangeArrowheads="1"/>
            </p:cNvSpPr>
            <p:nvPr/>
          </p:nvSpPr>
          <p:spPr bwMode="auto">
            <a:xfrm>
              <a:off x="4800" y="3120"/>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5" name="Oval 35"/>
            <p:cNvSpPr>
              <a:spLocks noChangeArrowheads="1"/>
            </p:cNvSpPr>
            <p:nvPr/>
          </p:nvSpPr>
          <p:spPr bwMode="auto">
            <a:xfrm>
              <a:off x="4560" y="336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6" name="Text Box 36"/>
            <p:cNvSpPr txBox="1">
              <a:spLocks noChangeArrowheads="1"/>
            </p:cNvSpPr>
            <p:nvPr/>
          </p:nvSpPr>
          <p:spPr bwMode="auto">
            <a:xfrm>
              <a:off x="4416" y="3312"/>
              <a:ext cx="294" cy="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40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o</a:t>
              </a:r>
              <a:endParaRPr kumimoji="1" lang="en-US" altLang="zh-CN" sz="40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17" name="Text Box 37"/>
            <p:cNvSpPr txBox="1">
              <a:spLocks noChangeArrowheads="1"/>
            </p:cNvSpPr>
            <p:nvPr/>
          </p:nvSpPr>
          <p:spPr bwMode="auto">
            <a:xfrm>
              <a:off x="3643" y="3446"/>
              <a:ext cx="4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18" name="Text Box 38"/>
            <p:cNvSpPr txBox="1">
              <a:spLocks noChangeArrowheads="1"/>
            </p:cNvSpPr>
            <p:nvPr/>
          </p:nvSpPr>
          <p:spPr bwMode="auto">
            <a:xfrm>
              <a:off x="4994" y="3408"/>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19" name="Text Box 39"/>
            <p:cNvSpPr txBox="1">
              <a:spLocks noChangeArrowheads="1"/>
            </p:cNvSpPr>
            <p:nvPr/>
          </p:nvSpPr>
          <p:spPr bwMode="auto">
            <a:xfrm>
              <a:off x="3840" y="2496"/>
              <a:ext cx="41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C</a:t>
              </a:r>
              <a:r>
                <a:rPr kumimoji="1" lang="en-US" altLang="zh-CN" sz="3200" b="1" i="1" u="none" strike="noStrike" kern="1200" cap="none" spc="0" normalizeH="0" baseline="-25000" noProof="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grpSp>
      <p:sp>
        <p:nvSpPr>
          <p:cNvPr id="22" name="Oval 29"/>
          <p:cNvSpPr>
            <a:spLocks noChangeArrowheads="1"/>
          </p:cNvSpPr>
          <p:nvPr/>
        </p:nvSpPr>
        <p:spPr bwMode="auto">
          <a:xfrm>
            <a:off x="6152453" y="2264716"/>
            <a:ext cx="1426827" cy="1456386"/>
          </a:xfrm>
          <a:prstGeom prst="ellipse">
            <a:avLst/>
          </a:prstGeom>
          <a:noFill/>
          <a:ln w="571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3" name="Line 31"/>
          <p:cNvSpPr>
            <a:spLocks noChangeShapeType="1"/>
          </p:cNvSpPr>
          <p:nvPr/>
        </p:nvSpPr>
        <p:spPr bwMode="auto">
          <a:xfrm flipH="1" flipV="1">
            <a:off x="7407509" y="2506417"/>
            <a:ext cx="118902" cy="189963"/>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4" name="Text Box 38"/>
          <p:cNvSpPr txBox="1">
            <a:spLocks noChangeArrowheads="1"/>
          </p:cNvSpPr>
          <p:nvPr/>
        </p:nvSpPr>
        <p:spPr bwMode="auto">
          <a:xfrm>
            <a:off x="6432253" y="2700521"/>
            <a:ext cx="934871"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R=1</a:t>
            </a:r>
            <a:endParaRPr kumimoji="1" lang="en-US" altLang="zh-CN" sz="32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25" name="Rectangle 12"/>
          <p:cNvSpPr>
            <a:spLocks noChangeArrowheads="1"/>
          </p:cNvSpPr>
          <p:nvPr/>
        </p:nvSpPr>
        <p:spPr bwMode="auto">
          <a:xfrm>
            <a:off x="271240" y="3532405"/>
            <a:ext cx="5472608"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4.</a:t>
            </a: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实轴上有奇点</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pic>
        <p:nvPicPr>
          <p:cNvPr id="26" name="图片 25"/>
          <p:cNvPicPr>
            <a:picLocks noChangeAspect="1"/>
          </p:cNvPicPr>
          <p:nvPr/>
        </p:nvPicPr>
        <p:blipFill>
          <a:blip r:embed="rId5"/>
          <a:stretch>
            <a:fillRect/>
          </a:stretch>
        </p:blipFill>
        <p:spPr>
          <a:xfrm>
            <a:off x="504050" y="4437112"/>
            <a:ext cx="3163103" cy="2140092"/>
          </a:xfrm>
          <a:prstGeom prst="rect">
            <a:avLst/>
          </a:prstGeom>
        </p:spPr>
      </p:pic>
    </p:spTree>
    <p:extLst>
      <p:ext uri="{BB962C8B-B14F-4D97-AF65-F5344CB8AC3E}">
        <p14:creationId xmlns:p14="http://schemas.microsoft.com/office/powerpoint/2010/main" val="138279967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wipe(left)">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wipe(left)">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
                                            <p:txEl>
                                              <p:pRg st="0" end="0"/>
                                            </p:txEl>
                                          </p:spTgt>
                                        </p:tgtEl>
                                        <p:attrNameLst>
                                          <p:attrName>style.visibility</p:attrName>
                                        </p:attrNameLst>
                                      </p:cBhvr>
                                      <p:to>
                                        <p:strVal val="visible"/>
                                      </p:to>
                                    </p:set>
                                    <p:animEffect transition="in" filter="wipe(left)">
                                      <p:cBhvr>
                                        <p:cTn id="27" dur="5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P spid="3" grpId="0" build="p" autoUpdateAnimBg="0"/>
      <p:bldP spid="4" grpId="0" build="p" autoUpdateAnimBg="0"/>
      <p:bldP spid="5" grpId="0" build="p" autoUpdateAnimBg="0"/>
      <p:bldP spid="25" grpId="0" build="p"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1520" y="404664"/>
            <a:ext cx="6372200" cy="584775"/>
          </a:xfrm>
          <a:prstGeom prst="rect">
            <a:avLst/>
          </a:prstGeom>
          <a:noFill/>
        </p:spPr>
        <p:txBody>
          <a:bodyPr wrap="square" rtlCol="0">
            <a:spAutoFit/>
          </a:bodyPr>
          <a:lstStyle/>
          <a:p>
            <a:r>
              <a:rPr lang="zh-CN" altLang="en-US" dirty="0">
                <a:solidFill>
                  <a:schemeClr val="tx2">
                    <a:lumMod val="20000"/>
                    <a:lumOff val="80000"/>
                  </a:schemeClr>
                </a:solidFill>
              </a:rPr>
              <a:t>留数定理解决实变函数积分的过程</a:t>
            </a:r>
          </a:p>
        </p:txBody>
      </p:sp>
      <p:sp>
        <p:nvSpPr>
          <p:cNvPr id="3" name="文本框 2"/>
          <p:cNvSpPr txBox="1"/>
          <p:nvPr/>
        </p:nvSpPr>
        <p:spPr>
          <a:xfrm>
            <a:off x="255999" y="1412776"/>
            <a:ext cx="6372200" cy="584775"/>
          </a:xfrm>
          <a:prstGeom prst="rect">
            <a:avLst/>
          </a:prstGeom>
          <a:noFill/>
        </p:spPr>
        <p:txBody>
          <a:bodyPr wrap="square" rtlCol="0">
            <a:spAutoFit/>
          </a:bodyPr>
          <a:lstStyle/>
          <a:p>
            <a:r>
              <a:rPr lang="en-US" altLang="zh-CN" dirty="0">
                <a:solidFill>
                  <a:schemeClr val="tx2">
                    <a:lumMod val="20000"/>
                    <a:lumOff val="80000"/>
                  </a:schemeClr>
                </a:solidFill>
              </a:rPr>
              <a:t>1. </a:t>
            </a:r>
            <a:r>
              <a:rPr lang="zh-CN" altLang="en-US" dirty="0">
                <a:solidFill>
                  <a:schemeClr val="tx2">
                    <a:lumMod val="20000"/>
                    <a:lumOff val="80000"/>
                  </a:schemeClr>
                </a:solidFill>
              </a:rPr>
              <a:t>构建围道</a:t>
            </a:r>
          </a:p>
        </p:txBody>
      </p:sp>
      <p:sp>
        <p:nvSpPr>
          <p:cNvPr id="4" name="文本框 3"/>
          <p:cNvSpPr txBox="1"/>
          <p:nvPr/>
        </p:nvSpPr>
        <p:spPr>
          <a:xfrm>
            <a:off x="251520" y="2348880"/>
            <a:ext cx="6372200" cy="584775"/>
          </a:xfrm>
          <a:prstGeom prst="rect">
            <a:avLst/>
          </a:prstGeom>
          <a:noFill/>
        </p:spPr>
        <p:txBody>
          <a:bodyPr wrap="square" rtlCol="0">
            <a:spAutoFit/>
          </a:bodyPr>
          <a:lstStyle/>
          <a:p>
            <a:r>
              <a:rPr lang="en-US" altLang="zh-CN" dirty="0">
                <a:solidFill>
                  <a:schemeClr val="tx2">
                    <a:lumMod val="20000"/>
                    <a:lumOff val="80000"/>
                  </a:schemeClr>
                </a:solidFill>
              </a:rPr>
              <a:t>2. </a:t>
            </a:r>
            <a:r>
              <a:rPr lang="zh-CN" altLang="en-US" dirty="0">
                <a:solidFill>
                  <a:schemeClr val="tx2">
                    <a:lumMod val="20000"/>
                    <a:lumOff val="80000"/>
                  </a:schemeClr>
                </a:solidFill>
              </a:rPr>
              <a:t>计算围道非实数部分的极限</a:t>
            </a:r>
          </a:p>
        </p:txBody>
      </p:sp>
      <p:sp>
        <p:nvSpPr>
          <p:cNvPr id="5" name="文本框 4"/>
          <p:cNvSpPr txBox="1"/>
          <p:nvPr/>
        </p:nvSpPr>
        <p:spPr>
          <a:xfrm>
            <a:off x="235108" y="3645024"/>
            <a:ext cx="6372200" cy="584775"/>
          </a:xfrm>
          <a:prstGeom prst="rect">
            <a:avLst/>
          </a:prstGeom>
          <a:noFill/>
        </p:spPr>
        <p:txBody>
          <a:bodyPr wrap="square" rtlCol="0">
            <a:spAutoFit/>
          </a:bodyPr>
          <a:lstStyle/>
          <a:p>
            <a:r>
              <a:rPr lang="en-US" altLang="zh-CN" dirty="0">
                <a:solidFill>
                  <a:schemeClr val="tx2">
                    <a:lumMod val="20000"/>
                    <a:lumOff val="80000"/>
                  </a:schemeClr>
                </a:solidFill>
              </a:rPr>
              <a:t>3. </a:t>
            </a:r>
            <a:r>
              <a:rPr lang="zh-CN" altLang="en-US" dirty="0">
                <a:solidFill>
                  <a:schemeClr val="tx2">
                    <a:lumMod val="20000"/>
                    <a:lumOff val="80000"/>
                  </a:schemeClr>
                </a:solidFill>
              </a:rPr>
              <a:t>化简围道实数部分的极限</a:t>
            </a:r>
          </a:p>
        </p:txBody>
      </p:sp>
      <p:sp>
        <p:nvSpPr>
          <p:cNvPr id="6" name="文本框 5"/>
          <p:cNvSpPr txBox="1"/>
          <p:nvPr/>
        </p:nvSpPr>
        <p:spPr>
          <a:xfrm>
            <a:off x="1187624" y="2933655"/>
            <a:ext cx="6372200" cy="584775"/>
          </a:xfrm>
          <a:prstGeom prst="rect">
            <a:avLst/>
          </a:prstGeom>
          <a:noFill/>
        </p:spPr>
        <p:txBody>
          <a:bodyPr wrap="square" rtlCol="0">
            <a:spAutoFit/>
          </a:bodyPr>
          <a:lstStyle/>
          <a:p>
            <a:r>
              <a:rPr lang="zh-CN" altLang="en-US" dirty="0">
                <a:solidFill>
                  <a:schemeClr val="tx2">
                    <a:lumMod val="20000"/>
                    <a:lumOff val="80000"/>
                  </a:schemeClr>
                </a:solidFill>
              </a:rPr>
              <a:t>多数情况下，极限为</a:t>
            </a:r>
            <a:r>
              <a:rPr lang="en-US" altLang="zh-CN" dirty="0">
                <a:solidFill>
                  <a:schemeClr val="tx2">
                    <a:lumMod val="20000"/>
                    <a:lumOff val="80000"/>
                  </a:schemeClr>
                </a:solidFill>
              </a:rPr>
              <a:t>0.</a:t>
            </a:r>
            <a:endParaRPr lang="zh-CN" altLang="en-US" dirty="0">
              <a:solidFill>
                <a:schemeClr val="tx2">
                  <a:lumMod val="20000"/>
                  <a:lumOff val="80000"/>
                </a:schemeClr>
              </a:solidFill>
            </a:endParaRPr>
          </a:p>
        </p:txBody>
      </p:sp>
      <p:sp>
        <p:nvSpPr>
          <p:cNvPr id="7" name="文本框 6"/>
          <p:cNvSpPr txBox="1"/>
          <p:nvPr/>
        </p:nvSpPr>
        <p:spPr>
          <a:xfrm>
            <a:off x="323528" y="4653136"/>
            <a:ext cx="6372200" cy="584775"/>
          </a:xfrm>
          <a:prstGeom prst="rect">
            <a:avLst/>
          </a:prstGeom>
          <a:noFill/>
        </p:spPr>
        <p:txBody>
          <a:bodyPr wrap="square" rtlCol="0">
            <a:spAutoFit/>
          </a:bodyPr>
          <a:lstStyle/>
          <a:p>
            <a:r>
              <a:rPr lang="en-US" altLang="zh-CN" dirty="0">
                <a:solidFill>
                  <a:schemeClr val="tx2">
                    <a:lumMod val="20000"/>
                    <a:lumOff val="80000"/>
                  </a:schemeClr>
                </a:solidFill>
              </a:rPr>
              <a:t>4. </a:t>
            </a:r>
            <a:r>
              <a:rPr lang="zh-CN" altLang="en-US" dirty="0">
                <a:solidFill>
                  <a:schemeClr val="tx2">
                    <a:lumMod val="20000"/>
                    <a:lumOff val="80000"/>
                  </a:schemeClr>
                </a:solidFill>
              </a:rPr>
              <a:t>计算留数</a:t>
            </a:r>
          </a:p>
        </p:txBody>
      </p:sp>
      <p:sp>
        <p:nvSpPr>
          <p:cNvPr id="8" name="文本框 7"/>
          <p:cNvSpPr txBox="1"/>
          <p:nvPr/>
        </p:nvSpPr>
        <p:spPr>
          <a:xfrm>
            <a:off x="323528" y="5650189"/>
            <a:ext cx="6372200" cy="584775"/>
          </a:xfrm>
          <a:prstGeom prst="rect">
            <a:avLst/>
          </a:prstGeom>
          <a:noFill/>
        </p:spPr>
        <p:txBody>
          <a:bodyPr wrap="square" rtlCol="0">
            <a:spAutoFit/>
          </a:bodyPr>
          <a:lstStyle/>
          <a:p>
            <a:r>
              <a:rPr lang="en-US" altLang="zh-CN" dirty="0">
                <a:solidFill>
                  <a:schemeClr val="tx2">
                    <a:lumMod val="20000"/>
                    <a:lumOff val="80000"/>
                  </a:schemeClr>
                </a:solidFill>
              </a:rPr>
              <a:t>5. </a:t>
            </a:r>
            <a:r>
              <a:rPr lang="zh-CN" altLang="en-US" dirty="0">
                <a:solidFill>
                  <a:schemeClr val="tx2">
                    <a:lumMod val="20000"/>
                    <a:lumOff val="80000"/>
                  </a:schemeClr>
                </a:solidFill>
              </a:rPr>
              <a:t>求得积分</a:t>
            </a:r>
          </a:p>
        </p:txBody>
      </p:sp>
      <p:graphicFrame>
        <p:nvGraphicFramePr>
          <p:cNvPr id="9" name="对象 8"/>
          <p:cNvGraphicFramePr>
            <a:graphicFrameLocks noChangeAspect="1"/>
          </p:cNvGraphicFramePr>
          <p:nvPr>
            <p:extLst>
              <p:ext uri="{D42A27DB-BD31-4B8C-83A1-F6EECF244321}">
                <p14:modId xmlns:p14="http://schemas.microsoft.com/office/powerpoint/2010/main" val="497421481"/>
              </p:ext>
            </p:extLst>
          </p:nvPr>
        </p:nvGraphicFramePr>
        <p:xfrm>
          <a:off x="2927269" y="4642077"/>
          <a:ext cx="1020701" cy="680467"/>
        </p:xfrm>
        <a:graphic>
          <a:graphicData uri="http://schemas.openxmlformats.org/presentationml/2006/ole">
            <mc:AlternateContent xmlns:mc="http://schemas.openxmlformats.org/markup-compatibility/2006">
              <mc:Choice xmlns:v="urn:schemas-microsoft-com:vml" Requires="v">
                <p:oleObj spid="_x0000_s269329" name="Equation" r:id="rId3" imgW="266400" imgH="177480" progId="Equation.DSMT4">
                  <p:embed/>
                </p:oleObj>
              </mc:Choice>
              <mc:Fallback>
                <p:oleObj name="Equation" r:id="rId3" imgW="266400" imgH="177480" progId="Equation.DSMT4">
                  <p:embed/>
                  <p:pic>
                    <p:nvPicPr>
                      <p:cNvPr id="0" name=""/>
                      <p:cNvPicPr/>
                      <p:nvPr/>
                    </p:nvPicPr>
                    <p:blipFill>
                      <a:blip r:embed="rId4"/>
                      <a:stretch>
                        <a:fillRect/>
                      </a:stretch>
                    </p:blipFill>
                    <p:spPr>
                      <a:xfrm>
                        <a:off x="2927269" y="4642077"/>
                        <a:ext cx="1020701" cy="680467"/>
                      </a:xfrm>
                      <a:prstGeom prst="rect">
                        <a:avLst/>
                      </a:prstGeom>
                    </p:spPr>
                  </p:pic>
                </p:oleObj>
              </mc:Fallback>
            </mc:AlternateContent>
          </a:graphicData>
        </a:graphic>
      </p:graphicFrame>
      <p:sp>
        <p:nvSpPr>
          <p:cNvPr id="10" name="矩形 9"/>
          <p:cNvSpPr/>
          <p:nvPr/>
        </p:nvSpPr>
        <p:spPr bwMode="auto">
          <a:xfrm>
            <a:off x="2843808" y="5805264"/>
            <a:ext cx="1104162" cy="576064"/>
          </a:xfrm>
          <a:prstGeom prst="rect">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1" name="等号 10"/>
          <p:cNvSpPr/>
          <p:nvPr/>
        </p:nvSpPr>
        <p:spPr bwMode="auto">
          <a:xfrm>
            <a:off x="4139952" y="5942576"/>
            <a:ext cx="360040" cy="292388"/>
          </a:xfrm>
          <a:prstGeom prst="mathEqual">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2" name="矩形 11"/>
          <p:cNvSpPr/>
          <p:nvPr/>
        </p:nvSpPr>
        <p:spPr bwMode="auto">
          <a:xfrm>
            <a:off x="4716016" y="5805264"/>
            <a:ext cx="1080120" cy="567353"/>
          </a:xfrm>
          <a:prstGeom prst="rect">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555701656"/>
      </p:ext>
    </p:extLst>
  </p:cSld>
  <p:clrMapOvr>
    <a:masterClrMapping/>
  </p:clrMapOvr>
  <p:transition>
    <p:rand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95224725"/>
              </p:ext>
            </p:extLst>
          </p:nvPr>
        </p:nvGraphicFramePr>
        <p:xfrm>
          <a:off x="1689100" y="1227138"/>
          <a:ext cx="1114425" cy="812800"/>
        </p:xfrm>
        <a:graphic>
          <a:graphicData uri="http://schemas.openxmlformats.org/presentationml/2006/ole">
            <mc:AlternateContent xmlns:mc="http://schemas.openxmlformats.org/markup-compatibility/2006">
              <mc:Choice xmlns:v="urn:schemas-microsoft-com:vml" Requires="v">
                <p:oleObj spid="_x0000_s211216" name="Equation" r:id="rId3" imgW="279360" imgH="203040" progId="Equation.DSMT4">
                  <p:embed/>
                </p:oleObj>
              </mc:Choice>
              <mc:Fallback>
                <p:oleObj name="Equation" r:id="rId3" imgW="279360" imgH="203040" progId="Equation.DSMT4">
                  <p:embed/>
                  <p:pic>
                    <p:nvPicPr>
                      <p:cNvPr id="5" name="对象 4"/>
                      <p:cNvPicPr/>
                      <p:nvPr/>
                    </p:nvPicPr>
                    <p:blipFill>
                      <a:blip r:embed="rId4"/>
                      <a:stretch>
                        <a:fillRect/>
                      </a:stretch>
                    </p:blipFill>
                    <p:spPr>
                      <a:xfrm>
                        <a:off x="1689100" y="1227138"/>
                        <a:ext cx="1114425" cy="812800"/>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027896664"/>
              </p:ext>
            </p:extLst>
          </p:nvPr>
        </p:nvGraphicFramePr>
        <p:xfrm>
          <a:off x="617916" y="2599579"/>
          <a:ext cx="2833688" cy="812800"/>
        </p:xfrm>
        <a:graphic>
          <a:graphicData uri="http://schemas.openxmlformats.org/presentationml/2006/ole">
            <mc:AlternateContent xmlns:mc="http://schemas.openxmlformats.org/markup-compatibility/2006">
              <mc:Choice xmlns:v="urn:schemas-microsoft-com:vml" Requires="v">
                <p:oleObj spid="_x0000_s211217" name="Equation" r:id="rId5" imgW="711000" imgH="203040" progId="Equation.DSMT4">
                  <p:embed/>
                </p:oleObj>
              </mc:Choice>
              <mc:Fallback>
                <p:oleObj name="Equation" r:id="rId5" imgW="711000" imgH="203040" progId="Equation.DSMT4">
                  <p:embed/>
                  <p:pic>
                    <p:nvPicPr>
                      <p:cNvPr id="2" name="对象 1"/>
                      <p:cNvPicPr/>
                      <p:nvPr/>
                    </p:nvPicPr>
                    <p:blipFill>
                      <a:blip r:embed="rId6"/>
                      <a:stretch>
                        <a:fillRect/>
                      </a:stretch>
                    </p:blipFill>
                    <p:spPr>
                      <a:xfrm>
                        <a:off x="617916" y="2599579"/>
                        <a:ext cx="2833688" cy="81280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308397437"/>
              </p:ext>
            </p:extLst>
          </p:nvPr>
        </p:nvGraphicFramePr>
        <p:xfrm>
          <a:off x="971600" y="3861048"/>
          <a:ext cx="1063160" cy="1311657"/>
        </p:xfrm>
        <a:graphic>
          <a:graphicData uri="http://schemas.openxmlformats.org/presentationml/2006/ole">
            <mc:AlternateContent xmlns:mc="http://schemas.openxmlformats.org/markup-compatibility/2006">
              <mc:Choice xmlns:v="urn:schemas-microsoft-com:vml" Requires="v">
                <p:oleObj spid="_x0000_s211218" name="Equation" r:id="rId7" imgW="164880" imgH="203040" progId="Equation.DSMT4">
                  <p:embed/>
                </p:oleObj>
              </mc:Choice>
              <mc:Fallback>
                <p:oleObj name="Equation" r:id="rId7" imgW="164880" imgH="203040" progId="Equation.DSMT4">
                  <p:embed/>
                  <p:pic>
                    <p:nvPicPr>
                      <p:cNvPr id="3" name="对象 2"/>
                      <p:cNvPicPr/>
                      <p:nvPr/>
                    </p:nvPicPr>
                    <p:blipFill>
                      <a:blip r:embed="rId8"/>
                      <a:stretch>
                        <a:fillRect/>
                      </a:stretch>
                    </p:blipFill>
                    <p:spPr>
                      <a:xfrm>
                        <a:off x="971600" y="3861048"/>
                        <a:ext cx="1063160" cy="1311657"/>
                      </a:xfrm>
                      <a:prstGeom prst="rect">
                        <a:avLst/>
                      </a:prstGeom>
                    </p:spPr>
                  </p:pic>
                </p:oleObj>
              </mc:Fallback>
            </mc:AlternateContent>
          </a:graphicData>
        </a:graphic>
      </p:graphicFrame>
      <p:sp>
        <p:nvSpPr>
          <p:cNvPr id="5" name="右大括号 4"/>
          <p:cNvSpPr/>
          <p:nvPr/>
        </p:nvSpPr>
        <p:spPr bwMode="auto">
          <a:xfrm>
            <a:off x="5148064" y="1345123"/>
            <a:ext cx="611222" cy="2160240"/>
          </a:xfrm>
          <a:prstGeom prst="rightBrace">
            <a:avLst>
              <a:gd name="adj1" fmla="val 88357"/>
              <a:gd name="adj2" fmla="val 50000"/>
            </a:avLst>
          </a:prstGeom>
          <a:noFill/>
          <a:ln w="25400"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6" name="文本框 5"/>
          <p:cNvSpPr txBox="1"/>
          <p:nvPr/>
        </p:nvSpPr>
        <p:spPr>
          <a:xfrm>
            <a:off x="5808890" y="2132855"/>
            <a:ext cx="2592288" cy="584775"/>
          </a:xfrm>
          <a:prstGeom prst="rect">
            <a:avLst/>
          </a:prstGeom>
          <a:noFill/>
        </p:spPr>
        <p:txBody>
          <a:bodyPr wrap="square" rtlCol="0">
            <a:spAutoFit/>
          </a:bodyPr>
          <a:lstStyle/>
          <a:p>
            <a:r>
              <a:rPr lang="zh-CN" altLang="en-US" dirty="0"/>
              <a:t>多值函数</a:t>
            </a:r>
          </a:p>
        </p:txBody>
      </p:sp>
      <p:sp>
        <p:nvSpPr>
          <p:cNvPr id="7" name="Rectangle 12"/>
          <p:cNvSpPr>
            <a:spLocks noChangeArrowheads="1"/>
          </p:cNvSpPr>
          <p:nvPr/>
        </p:nvSpPr>
        <p:spPr bwMode="auto">
          <a:xfrm>
            <a:off x="40906" y="175119"/>
            <a:ext cx="414178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围道积分进阶模式</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
        <p:nvSpPr>
          <p:cNvPr id="8" name="文本框 7"/>
          <p:cNvSpPr txBox="1"/>
          <p:nvPr/>
        </p:nvSpPr>
        <p:spPr>
          <a:xfrm>
            <a:off x="3451604" y="1891693"/>
            <a:ext cx="1728192" cy="707886"/>
          </a:xfrm>
          <a:prstGeom prst="rect">
            <a:avLst/>
          </a:prstGeom>
          <a:noFill/>
        </p:spPr>
        <p:txBody>
          <a:bodyPr wrap="square" rtlCol="0">
            <a:spAutoFit/>
          </a:bodyPr>
          <a:lstStyle/>
          <a:p>
            <a:r>
              <a:rPr lang="en-US" altLang="zh-CN" sz="4000" dirty="0"/>
              <a:t>(0</a:t>
            </a:r>
            <a:r>
              <a:rPr lang="zh-CN" altLang="en-US" sz="4000" dirty="0"/>
              <a:t>，∞</a:t>
            </a:r>
            <a:r>
              <a:rPr lang="en-US" altLang="zh-CN" sz="4000" dirty="0"/>
              <a:t>)</a:t>
            </a:r>
            <a:endParaRPr lang="zh-CN" altLang="en-US" sz="4000" dirty="0"/>
          </a:p>
        </p:txBody>
      </p:sp>
    </p:spTree>
    <p:extLst>
      <p:ext uri="{BB962C8B-B14F-4D97-AF65-F5344CB8AC3E}">
        <p14:creationId xmlns:p14="http://schemas.microsoft.com/office/powerpoint/2010/main" val="316689046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2"/>
          <p:cNvSpPr>
            <a:spLocks noChangeArrowheads="1"/>
          </p:cNvSpPr>
          <p:nvPr/>
        </p:nvSpPr>
        <p:spPr bwMode="auto">
          <a:xfrm>
            <a:off x="40906" y="175119"/>
            <a:ext cx="414178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rPr>
              <a:t>围道积分进阶模式</a:t>
            </a:r>
            <a:endParaRPr kumimoji="1" lang="en-US" altLang="zh-CN" sz="36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sym typeface="Symbol" panose="05050102010706020507" pitchFamily="18" charset="2"/>
            </a:endParaRPr>
          </a:p>
        </p:txBody>
      </p:sp>
      <p:sp>
        <p:nvSpPr>
          <p:cNvPr id="3" name="Rectangle 3"/>
          <p:cNvSpPr>
            <a:spLocks noChangeArrowheads="1"/>
          </p:cNvSpPr>
          <p:nvPr/>
        </p:nvSpPr>
        <p:spPr bwMode="auto">
          <a:xfrm>
            <a:off x="107504" y="836712"/>
            <a:ext cx="2590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例：计算积分</a:t>
            </a:r>
          </a:p>
        </p:txBody>
      </p:sp>
      <p:pic>
        <p:nvPicPr>
          <p:cNvPr id="4" name="图片 3"/>
          <p:cNvPicPr>
            <a:picLocks noChangeAspect="1"/>
          </p:cNvPicPr>
          <p:nvPr/>
        </p:nvPicPr>
        <p:blipFill>
          <a:blip r:embed="rId3"/>
          <a:stretch>
            <a:fillRect/>
          </a:stretch>
        </p:blipFill>
        <p:spPr>
          <a:xfrm>
            <a:off x="6228184" y="3789040"/>
            <a:ext cx="2619100" cy="2455406"/>
          </a:xfrm>
          <a:prstGeom prst="rect">
            <a:avLst/>
          </a:prstGeom>
        </p:spPr>
      </p:pic>
      <p:graphicFrame>
        <p:nvGraphicFramePr>
          <p:cNvPr id="5" name="对象 4"/>
          <p:cNvGraphicFramePr>
            <a:graphicFrameLocks noChangeAspect="1"/>
          </p:cNvGraphicFramePr>
          <p:nvPr>
            <p:extLst>
              <p:ext uri="{D42A27DB-BD31-4B8C-83A1-F6EECF244321}">
                <p14:modId xmlns:p14="http://schemas.microsoft.com/office/powerpoint/2010/main" val="877677926"/>
              </p:ext>
            </p:extLst>
          </p:nvPr>
        </p:nvGraphicFramePr>
        <p:xfrm>
          <a:off x="2519460" y="696218"/>
          <a:ext cx="3529013" cy="800100"/>
        </p:xfrm>
        <a:graphic>
          <a:graphicData uri="http://schemas.openxmlformats.org/presentationml/2006/ole">
            <mc:AlternateContent xmlns:mc="http://schemas.openxmlformats.org/markup-compatibility/2006">
              <mc:Choice xmlns:v="urn:schemas-microsoft-com:vml" Requires="v">
                <p:oleObj spid="_x0000_s240001" name="Equation" r:id="rId4" imgW="1739880" imgH="393480" progId="Equation.DSMT4">
                  <p:embed/>
                </p:oleObj>
              </mc:Choice>
              <mc:Fallback>
                <p:oleObj name="Equation" r:id="rId4" imgW="1739880" imgH="393480" progId="Equation.DSMT4">
                  <p:embed/>
                  <p:pic>
                    <p:nvPicPr>
                      <p:cNvPr id="0" name=""/>
                      <p:cNvPicPr/>
                      <p:nvPr/>
                    </p:nvPicPr>
                    <p:blipFill>
                      <a:blip r:embed="rId5"/>
                      <a:stretch>
                        <a:fillRect/>
                      </a:stretch>
                    </p:blipFill>
                    <p:spPr>
                      <a:xfrm>
                        <a:off x="2519460" y="696218"/>
                        <a:ext cx="3529013" cy="80010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413671076"/>
              </p:ext>
            </p:extLst>
          </p:nvPr>
        </p:nvGraphicFramePr>
        <p:xfrm>
          <a:off x="294113" y="2237696"/>
          <a:ext cx="8836619" cy="975279"/>
        </p:xfrm>
        <a:graphic>
          <a:graphicData uri="http://schemas.openxmlformats.org/presentationml/2006/ole">
            <mc:AlternateContent xmlns:mc="http://schemas.openxmlformats.org/markup-compatibility/2006">
              <mc:Choice xmlns:v="urn:schemas-microsoft-com:vml" Requires="v">
                <p:oleObj spid="_x0000_s240002" name="Equation" r:id="rId6" imgW="3797280" imgH="419040" progId="Equation.DSMT4">
                  <p:embed/>
                </p:oleObj>
              </mc:Choice>
              <mc:Fallback>
                <p:oleObj name="Equation" r:id="rId6" imgW="3797280" imgH="419040" progId="Equation.DSMT4">
                  <p:embed/>
                  <p:pic>
                    <p:nvPicPr>
                      <p:cNvPr id="0" name=""/>
                      <p:cNvPicPr/>
                      <p:nvPr/>
                    </p:nvPicPr>
                    <p:blipFill>
                      <a:blip r:embed="rId7"/>
                      <a:stretch>
                        <a:fillRect/>
                      </a:stretch>
                    </p:blipFill>
                    <p:spPr>
                      <a:xfrm>
                        <a:off x="294113" y="2237696"/>
                        <a:ext cx="8836619" cy="975279"/>
                      </a:xfrm>
                      <a:prstGeom prst="rect">
                        <a:avLst/>
                      </a:prstGeom>
                    </p:spPr>
                  </p:pic>
                </p:oleObj>
              </mc:Fallback>
            </mc:AlternateContent>
          </a:graphicData>
        </a:graphic>
      </p:graphicFrame>
      <p:sp>
        <p:nvSpPr>
          <p:cNvPr id="7" name="Rectangle 3"/>
          <p:cNvSpPr>
            <a:spLocks noChangeArrowheads="1"/>
          </p:cNvSpPr>
          <p:nvPr/>
        </p:nvSpPr>
        <p:spPr bwMode="auto">
          <a:xfrm>
            <a:off x="107504" y="1582680"/>
            <a:ext cx="4464496"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解：当</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x</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绕零点转一圈后，</a:t>
            </a:r>
          </a:p>
        </p:txBody>
      </p:sp>
      <p:graphicFrame>
        <p:nvGraphicFramePr>
          <p:cNvPr id="8" name="对象 7"/>
          <p:cNvGraphicFramePr>
            <a:graphicFrameLocks noChangeAspect="1"/>
          </p:cNvGraphicFramePr>
          <p:nvPr>
            <p:extLst>
              <p:ext uri="{D42A27DB-BD31-4B8C-83A1-F6EECF244321}">
                <p14:modId xmlns:p14="http://schemas.microsoft.com/office/powerpoint/2010/main" val="1198085469"/>
              </p:ext>
            </p:extLst>
          </p:nvPr>
        </p:nvGraphicFramePr>
        <p:xfrm>
          <a:off x="4283967" y="1607784"/>
          <a:ext cx="4698426" cy="518447"/>
        </p:xfrm>
        <a:graphic>
          <a:graphicData uri="http://schemas.openxmlformats.org/presentationml/2006/ole">
            <mc:AlternateContent xmlns:mc="http://schemas.openxmlformats.org/markup-compatibility/2006">
              <mc:Choice xmlns:v="urn:schemas-microsoft-com:vml" Requires="v">
                <p:oleObj spid="_x0000_s240003" name="Equation" r:id="rId8" imgW="1841400" imgH="203040" progId="Equation.DSMT4">
                  <p:embed/>
                </p:oleObj>
              </mc:Choice>
              <mc:Fallback>
                <p:oleObj name="Equation" r:id="rId8" imgW="1841400" imgH="203040" progId="Equation.DSMT4">
                  <p:embed/>
                  <p:pic>
                    <p:nvPicPr>
                      <p:cNvPr id="0" name=""/>
                      <p:cNvPicPr/>
                      <p:nvPr/>
                    </p:nvPicPr>
                    <p:blipFill>
                      <a:blip r:embed="rId9"/>
                      <a:stretch>
                        <a:fillRect/>
                      </a:stretch>
                    </p:blipFill>
                    <p:spPr>
                      <a:xfrm>
                        <a:off x="4283967" y="1607784"/>
                        <a:ext cx="4698426" cy="518447"/>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705333168"/>
              </p:ext>
            </p:extLst>
          </p:nvPr>
        </p:nvGraphicFramePr>
        <p:xfrm>
          <a:off x="220216" y="3088258"/>
          <a:ext cx="4935538" cy="825500"/>
        </p:xfrm>
        <a:graphic>
          <a:graphicData uri="http://schemas.openxmlformats.org/presentationml/2006/ole">
            <mc:AlternateContent xmlns:mc="http://schemas.openxmlformats.org/markup-compatibility/2006">
              <mc:Choice xmlns:v="urn:schemas-microsoft-com:vml" Requires="v">
                <p:oleObj spid="_x0000_s240004" name="Equation" r:id="rId10" imgW="2120760" imgH="355320" progId="Equation.DSMT4">
                  <p:embed/>
                </p:oleObj>
              </mc:Choice>
              <mc:Fallback>
                <p:oleObj name="Equation" r:id="rId10" imgW="2120760" imgH="355320" progId="Equation.DSMT4">
                  <p:embed/>
                  <p:pic>
                    <p:nvPicPr>
                      <p:cNvPr id="6" name="对象 5"/>
                      <p:cNvPicPr/>
                      <p:nvPr/>
                    </p:nvPicPr>
                    <p:blipFill>
                      <a:blip r:embed="rId11"/>
                      <a:stretch>
                        <a:fillRect/>
                      </a:stretch>
                    </p:blipFill>
                    <p:spPr>
                      <a:xfrm>
                        <a:off x="220216" y="3088258"/>
                        <a:ext cx="4935538" cy="825500"/>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829008736"/>
              </p:ext>
            </p:extLst>
          </p:nvPr>
        </p:nvGraphicFramePr>
        <p:xfrm>
          <a:off x="107504" y="3789040"/>
          <a:ext cx="6118225" cy="2068513"/>
        </p:xfrm>
        <a:graphic>
          <a:graphicData uri="http://schemas.openxmlformats.org/presentationml/2006/ole">
            <mc:AlternateContent xmlns:mc="http://schemas.openxmlformats.org/markup-compatibility/2006">
              <mc:Choice xmlns:v="urn:schemas-microsoft-com:vml" Requires="v">
                <p:oleObj spid="_x0000_s240005" name="Equation" r:id="rId12" imgW="2628720" imgH="888840" progId="Equation.DSMT4">
                  <p:embed/>
                </p:oleObj>
              </mc:Choice>
              <mc:Fallback>
                <p:oleObj name="Equation" r:id="rId12" imgW="2628720" imgH="888840" progId="Equation.DSMT4">
                  <p:embed/>
                  <p:pic>
                    <p:nvPicPr>
                      <p:cNvPr id="6" name="对象 5"/>
                      <p:cNvPicPr/>
                      <p:nvPr/>
                    </p:nvPicPr>
                    <p:blipFill>
                      <a:blip r:embed="rId13"/>
                      <a:stretch>
                        <a:fillRect/>
                      </a:stretch>
                    </p:blipFill>
                    <p:spPr>
                      <a:xfrm>
                        <a:off x="107504" y="3789040"/>
                        <a:ext cx="6118225" cy="2068513"/>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146987059"/>
              </p:ext>
            </p:extLst>
          </p:nvPr>
        </p:nvGraphicFramePr>
        <p:xfrm>
          <a:off x="220216" y="5822522"/>
          <a:ext cx="2365375" cy="974725"/>
        </p:xfrm>
        <a:graphic>
          <a:graphicData uri="http://schemas.openxmlformats.org/presentationml/2006/ole">
            <mc:AlternateContent xmlns:mc="http://schemas.openxmlformats.org/markup-compatibility/2006">
              <mc:Choice xmlns:v="urn:schemas-microsoft-com:vml" Requires="v">
                <p:oleObj spid="_x0000_s240006" name="Equation" r:id="rId14" imgW="1015920" imgH="419040" progId="Equation.DSMT4">
                  <p:embed/>
                </p:oleObj>
              </mc:Choice>
              <mc:Fallback>
                <p:oleObj name="Equation" r:id="rId14" imgW="1015920" imgH="419040" progId="Equation.DSMT4">
                  <p:embed/>
                  <p:pic>
                    <p:nvPicPr>
                      <p:cNvPr id="10" name="对象 9"/>
                      <p:cNvPicPr/>
                      <p:nvPr/>
                    </p:nvPicPr>
                    <p:blipFill>
                      <a:blip r:embed="rId15"/>
                      <a:stretch>
                        <a:fillRect/>
                      </a:stretch>
                    </p:blipFill>
                    <p:spPr>
                      <a:xfrm>
                        <a:off x="220216" y="5822522"/>
                        <a:ext cx="2365375" cy="974725"/>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042426308"/>
              </p:ext>
            </p:extLst>
          </p:nvPr>
        </p:nvGraphicFramePr>
        <p:xfrm>
          <a:off x="3078944" y="5959704"/>
          <a:ext cx="2098675" cy="738188"/>
        </p:xfrm>
        <a:graphic>
          <a:graphicData uri="http://schemas.openxmlformats.org/presentationml/2006/ole">
            <mc:AlternateContent xmlns:mc="http://schemas.openxmlformats.org/markup-compatibility/2006">
              <mc:Choice xmlns:v="urn:schemas-microsoft-com:vml" Requires="v">
                <p:oleObj spid="_x0000_s240007" name="Equation" r:id="rId16" imgW="901440" imgH="317160" progId="Equation.DSMT4">
                  <p:embed/>
                </p:oleObj>
              </mc:Choice>
              <mc:Fallback>
                <p:oleObj name="Equation" r:id="rId16" imgW="901440" imgH="317160" progId="Equation.DSMT4">
                  <p:embed/>
                  <p:pic>
                    <p:nvPicPr>
                      <p:cNvPr id="10" name="对象 9"/>
                      <p:cNvPicPr/>
                      <p:nvPr/>
                    </p:nvPicPr>
                    <p:blipFill>
                      <a:blip r:embed="rId17"/>
                      <a:stretch>
                        <a:fillRect/>
                      </a:stretch>
                    </p:blipFill>
                    <p:spPr>
                      <a:xfrm>
                        <a:off x="3078944" y="5959704"/>
                        <a:ext cx="2098675" cy="738188"/>
                      </a:xfrm>
                      <a:prstGeom prst="rect">
                        <a:avLst/>
                      </a:prstGeom>
                    </p:spPr>
                  </p:pic>
                </p:oleObj>
              </mc:Fallback>
            </mc:AlternateContent>
          </a:graphicData>
        </a:graphic>
      </p:graphicFrame>
    </p:spTree>
    <p:extLst>
      <p:ext uri="{BB962C8B-B14F-4D97-AF65-F5344CB8AC3E}">
        <p14:creationId xmlns:p14="http://schemas.microsoft.com/office/powerpoint/2010/main" val="61752778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143820" y="401142"/>
            <a:ext cx="2590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例：计算积分</a:t>
            </a:r>
          </a:p>
        </p:txBody>
      </p:sp>
      <p:pic>
        <p:nvPicPr>
          <p:cNvPr id="3" name="图片 2"/>
          <p:cNvPicPr>
            <a:picLocks noChangeAspect="1"/>
          </p:cNvPicPr>
          <p:nvPr/>
        </p:nvPicPr>
        <p:blipFill>
          <a:blip r:embed="rId3"/>
          <a:stretch>
            <a:fillRect/>
          </a:stretch>
        </p:blipFill>
        <p:spPr>
          <a:xfrm>
            <a:off x="6264500" y="3353470"/>
            <a:ext cx="2619100" cy="2455406"/>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726970875"/>
              </p:ext>
            </p:extLst>
          </p:nvPr>
        </p:nvGraphicFramePr>
        <p:xfrm>
          <a:off x="2555776" y="260648"/>
          <a:ext cx="3529013" cy="800100"/>
        </p:xfrm>
        <a:graphic>
          <a:graphicData uri="http://schemas.openxmlformats.org/presentationml/2006/ole">
            <mc:AlternateContent xmlns:mc="http://schemas.openxmlformats.org/markup-compatibility/2006">
              <mc:Choice xmlns:v="urn:schemas-microsoft-com:vml" Requires="v">
                <p:oleObj spid="_x0000_s260156" name="Equation" r:id="rId4" imgW="1739880" imgH="393480" progId="Equation.DSMT4">
                  <p:embed/>
                </p:oleObj>
              </mc:Choice>
              <mc:Fallback>
                <p:oleObj name="Equation" r:id="rId4" imgW="1739880" imgH="393480" progId="Equation.DSMT4">
                  <p:embed/>
                  <p:pic>
                    <p:nvPicPr>
                      <p:cNvPr id="5" name="对象 4"/>
                      <p:cNvPicPr/>
                      <p:nvPr/>
                    </p:nvPicPr>
                    <p:blipFill>
                      <a:blip r:embed="rId5"/>
                      <a:stretch>
                        <a:fillRect/>
                      </a:stretch>
                    </p:blipFill>
                    <p:spPr>
                      <a:xfrm>
                        <a:off x="2555776" y="260648"/>
                        <a:ext cx="3529013" cy="80010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045624722"/>
              </p:ext>
            </p:extLst>
          </p:nvPr>
        </p:nvGraphicFramePr>
        <p:xfrm>
          <a:off x="143820" y="1177903"/>
          <a:ext cx="8836619" cy="975279"/>
        </p:xfrm>
        <a:graphic>
          <a:graphicData uri="http://schemas.openxmlformats.org/presentationml/2006/ole">
            <mc:AlternateContent xmlns:mc="http://schemas.openxmlformats.org/markup-compatibility/2006">
              <mc:Choice xmlns:v="urn:schemas-microsoft-com:vml" Requires="v">
                <p:oleObj spid="_x0000_s260157" name="Equation" r:id="rId6" imgW="3797280" imgH="419040" progId="Equation.DSMT4">
                  <p:embed/>
                </p:oleObj>
              </mc:Choice>
              <mc:Fallback>
                <p:oleObj name="Equation" r:id="rId6" imgW="3797280" imgH="419040" progId="Equation.DSMT4">
                  <p:embed/>
                  <p:pic>
                    <p:nvPicPr>
                      <p:cNvPr id="6" name="对象 5"/>
                      <p:cNvPicPr/>
                      <p:nvPr/>
                    </p:nvPicPr>
                    <p:blipFill>
                      <a:blip r:embed="rId7"/>
                      <a:stretch>
                        <a:fillRect/>
                      </a:stretch>
                    </p:blipFill>
                    <p:spPr>
                      <a:xfrm>
                        <a:off x="143820" y="1177903"/>
                        <a:ext cx="8836619" cy="975279"/>
                      </a:xfrm>
                      <a:prstGeom prst="rect">
                        <a:avLst/>
                      </a:prstGeom>
                    </p:spPr>
                  </p:pic>
                </p:oleObj>
              </mc:Fallback>
            </mc:AlternateContent>
          </a:graphicData>
        </a:graphic>
      </p:graphicFrame>
    </p:spTree>
    <p:extLst>
      <p:ext uri="{BB962C8B-B14F-4D97-AF65-F5344CB8AC3E}">
        <p14:creationId xmlns:p14="http://schemas.microsoft.com/office/powerpoint/2010/main" val="2826650668"/>
      </p:ext>
    </p:extLst>
  </p:cSld>
  <p:clrMapOvr>
    <a:masterClrMapping/>
  </p:clrMapOvr>
  <p:transition>
    <p:rand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688270834"/>
              </p:ext>
            </p:extLst>
          </p:nvPr>
        </p:nvGraphicFramePr>
        <p:xfrm>
          <a:off x="107504" y="244231"/>
          <a:ext cx="8836025" cy="1477963"/>
        </p:xfrm>
        <a:graphic>
          <a:graphicData uri="http://schemas.openxmlformats.org/presentationml/2006/ole">
            <mc:AlternateContent xmlns:mc="http://schemas.openxmlformats.org/markup-compatibility/2006">
              <mc:Choice xmlns:v="urn:schemas-microsoft-com:vml" Requires="v">
                <p:oleObj spid="_x0000_s257218" name="Equation" r:id="rId3" imgW="3797280" imgH="634680" progId="Equation.DSMT4">
                  <p:embed/>
                </p:oleObj>
              </mc:Choice>
              <mc:Fallback>
                <p:oleObj name="Equation" r:id="rId3" imgW="3797280" imgH="634680" progId="Equation.DSMT4">
                  <p:embed/>
                  <p:pic>
                    <p:nvPicPr>
                      <p:cNvPr id="6" name="对象 5"/>
                      <p:cNvPicPr/>
                      <p:nvPr/>
                    </p:nvPicPr>
                    <p:blipFill>
                      <a:blip r:embed="rId4"/>
                      <a:stretch>
                        <a:fillRect/>
                      </a:stretch>
                    </p:blipFill>
                    <p:spPr>
                      <a:xfrm>
                        <a:off x="107504" y="244231"/>
                        <a:ext cx="8836025" cy="1477963"/>
                      </a:xfrm>
                      <a:prstGeom prst="rect">
                        <a:avLst/>
                      </a:prstGeom>
                    </p:spPr>
                  </p:pic>
                </p:oleObj>
              </mc:Fallback>
            </mc:AlternateContent>
          </a:graphicData>
        </a:graphic>
      </p:graphicFrame>
      <p:sp>
        <p:nvSpPr>
          <p:cNvPr id="3" name="乘号 2"/>
          <p:cNvSpPr/>
          <p:nvPr/>
        </p:nvSpPr>
        <p:spPr bwMode="auto">
          <a:xfrm>
            <a:off x="3419872" y="332656"/>
            <a:ext cx="1800200" cy="720080"/>
          </a:xfrm>
          <a:prstGeom prst="mathMultiply">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4" name="乘号 3"/>
          <p:cNvSpPr/>
          <p:nvPr/>
        </p:nvSpPr>
        <p:spPr bwMode="auto">
          <a:xfrm>
            <a:off x="7343800" y="244231"/>
            <a:ext cx="1800200" cy="720080"/>
          </a:xfrm>
          <a:prstGeom prst="mathMultiply">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6" name="Rectangle 3"/>
          <p:cNvSpPr>
            <a:spLocks noChangeArrowheads="1"/>
          </p:cNvSpPr>
          <p:nvPr/>
        </p:nvSpPr>
        <p:spPr bwMode="auto">
          <a:xfrm>
            <a:off x="39672" y="1794992"/>
            <a:ext cx="4464496"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2800" b="1" dirty="0">
                <a:solidFill>
                  <a:srgbClr val="FFFFFF"/>
                </a:solidFill>
                <a:latin typeface="Book Antiqua" panose="02040602050305030304" pitchFamily="18" charset="0"/>
              </a:rPr>
              <a:t>f</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(-1)</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为一阶奇点</a:t>
            </a:r>
          </a:p>
        </p:txBody>
      </p:sp>
      <p:graphicFrame>
        <p:nvGraphicFramePr>
          <p:cNvPr id="7" name="对象 6"/>
          <p:cNvGraphicFramePr>
            <a:graphicFrameLocks noChangeAspect="1"/>
          </p:cNvGraphicFramePr>
          <p:nvPr>
            <p:extLst>
              <p:ext uri="{D42A27DB-BD31-4B8C-83A1-F6EECF244321}">
                <p14:modId xmlns:p14="http://schemas.microsoft.com/office/powerpoint/2010/main" val="3761851077"/>
              </p:ext>
            </p:extLst>
          </p:nvPr>
        </p:nvGraphicFramePr>
        <p:xfrm>
          <a:off x="-4122" y="2323224"/>
          <a:ext cx="8816283" cy="792088"/>
        </p:xfrm>
        <a:graphic>
          <a:graphicData uri="http://schemas.openxmlformats.org/presentationml/2006/ole">
            <mc:AlternateContent xmlns:mc="http://schemas.openxmlformats.org/markup-compatibility/2006">
              <mc:Choice xmlns:v="urn:schemas-microsoft-com:vml" Requires="v">
                <p:oleObj spid="_x0000_s257219" name="Equation" r:id="rId5" imgW="3251160" imgH="291960" progId="Equation.DSMT4">
                  <p:embed/>
                </p:oleObj>
              </mc:Choice>
              <mc:Fallback>
                <p:oleObj name="Equation" r:id="rId5" imgW="3251160" imgH="291960" progId="Equation.DSMT4">
                  <p:embed/>
                  <p:pic>
                    <p:nvPicPr>
                      <p:cNvPr id="0" name=""/>
                      <p:cNvPicPr/>
                      <p:nvPr/>
                    </p:nvPicPr>
                    <p:blipFill>
                      <a:blip r:embed="rId6"/>
                      <a:stretch>
                        <a:fillRect/>
                      </a:stretch>
                    </p:blipFill>
                    <p:spPr>
                      <a:xfrm>
                        <a:off x="-4122" y="2323224"/>
                        <a:ext cx="8816283" cy="792088"/>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52105215"/>
              </p:ext>
            </p:extLst>
          </p:nvPr>
        </p:nvGraphicFramePr>
        <p:xfrm>
          <a:off x="92075" y="3068638"/>
          <a:ext cx="5276850" cy="1177925"/>
        </p:xfrm>
        <a:graphic>
          <a:graphicData uri="http://schemas.openxmlformats.org/presentationml/2006/ole">
            <mc:AlternateContent xmlns:mc="http://schemas.openxmlformats.org/markup-compatibility/2006">
              <mc:Choice xmlns:v="urn:schemas-microsoft-com:vml" Requires="v">
                <p:oleObj spid="_x0000_s257220" name="Equation" r:id="rId7" imgW="1879560" imgH="419040" progId="Equation.DSMT4">
                  <p:embed/>
                </p:oleObj>
              </mc:Choice>
              <mc:Fallback>
                <p:oleObj name="Equation" r:id="rId7" imgW="1879560" imgH="419040" progId="Equation.DSMT4">
                  <p:embed/>
                  <p:pic>
                    <p:nvPicPr>
                      <p:cNvPr id="2" name="对象 1"/>
                      <p:cNvPicPr/>
                      <p:nvPr/>
                    </p:nvPicPr>
                    <p:blipFill>
                      <a:blip r:embed="rId8"/>
                      <a:stretch>
                        <a:fillRect/>
                      </a:stretch>
                    </p:blipFill>
                    <p:spPr>
                      <a:xfrm>
                        <a:off x="92075" y="3068638"/>
                        <a:ext cx="5276850" cy="1177925"/>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031568876"/>
              </p:ext>
            </p:extLst>
          </p:nvPr>
        </p:nvGraphicFramePr>
        <p:xfrm>
          <a:off x="126094" y="4246563"/>
          <a:ext cx="6964449" cy="1013259"/>
        </p:xfrm>
        <a:graphic>
          <a:graphicData uri="http://schemas.openxmlformats.org/presentationml/2006/ole">
            <mc:AlternateContent xmlns:mc="http://schemas.openxmlformats.org/markup-compatibility/2006">
              <mc:Choice xmlns:v="urn:schemas-microsoft-com:vml" Requires="v">
                <p:oleObj spid="_x0000_s257221" name="Equation" r:id="rId9" imgW="2882880" imgH="419040" progId="Equation.DSMT4">
                  <p:embed/>
                </p:oleObj>
              </mc:Choice>
              <mc:Fallback>
                <p:oleObj name="Equation" r:id="rId9" imgW="2882880" imgH="419040" progId="Equation.DSMT4">
                  <p:embed/>
                  <p:pic>
                    <p:nvPicPr>
                      <p:cNvPr id="8" name="对象 7"/>
                      <p:cNvPicPr/>
                      <p:nvPr/>
                    </p:nvPicPr>
                    <p:blipFill>
                      <a:blip r:embed="rId10"/>
                      <a:stretch>
                        <a:fillRect/>
                      </a:stretch>
                    </p:blipFill>
                    <p:spPr>
                      <a:xfrm>
                        <a:off x="126094" y="4246563"/>
                        <a:ext cx="6964449" cy="1013259"/>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134187914"/>
              </p:ext>
            </p:extLst>
          </p:nvPr>
        </p:nvGraphicFramePr>
        <p:xfrm>
          <a:off x="683568" y="5517232"/>
          <a:ext cx="4282058" cy="984183"/>
        </p:xfrm>
        <a:graphic>
          <a:graphicData uri="http://schemas.openxmlformats.org/presentationml/2006/ole">
            <mc:AlternateContent xmlns:mc="http://schemas.openxmlformats.org/markup-compatibility/2006">
              <mc:Choice xmlns:v="urn:schemas-microsoft-com:vml" Requires="v">
                <p:oleObj spid="_x0000_s257222" name="Equation" r:id="rId11" imgW="1714320" imgH="393480" progId="Equation.DSMT4">
                  <p:embed/>
                </p:oleObj>
              </mc:Choice>
              <mc:Fallback>
                <p:oleObj name="Equation" r:id="rId11" imgW="1714320" imgH="393480" progId="Equation.DSMT4">
                  <p:embed/>
                  <p:pic>
                    <p:nvPicPr>
                      <p:cNvPr id="5" name="对象 4"/>
                      <p:cNvPicPr/>
                      <p:nvPr/>
                    </p:nvPicPr>
                    <p:blipFill>
                      <a:blip r:embed="rId12"/>
                      <a:stretch>
                        <a:fillRect/>
                      </a:stretch>
                    </p:blipFill>
                    <p:spPr>
                      <a:xfrm>
                        <a:off x="683568" y="5517232"/>
                        <a:ext cx="4282058" cy="984183"/>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216951262"/>
              </p:ext>
            </p:extLst>
          </p:nvPr>
        </p:nvGraphicFramePr>
        <p:xfrm>
          <a:off x="5699343" y="5757295"/>
          <a:ext cx="1620971" cy="504056"/>
        </p:xfrm>
        <a:graphic>
          <a:graphicData uri="http://schemas.openxmlformats.org/presentationml/2006/ole">
            <mc:AlternateContent xmlns:mc="http://schemas.openxmlformats.org/markup-compatibility/2006">
              <mc:Choice xmlns:v="urn:schemas-microsoft-com:vml" Requires="v">
                <p:oleObj spid="_x0000_s257223" name="Equation" r:id="rId13" imgW="571320" imgH="177480" progId="Equation.DSMT4">
                  <p:embed/>
                </p:oleObj>
              </mc:Choice>
              <mc:Fallback>
                <p:oleObj name="Equation" r:id="rId13" imgW="571320" imgH="177480" progId="Equation.DSMT4">
                  <p:embed/>
                  <p:pic>
                    <p:nvPicPr>
                      <p:cNvPr id="5" name="对象 4"/>
                      <p:cNvPicPr/>
                      <p:nvPr/>
                    </p:nvPicPr>
                    <p:blipFill>
                      <a:blip r:embed="rId14"/>
                      <a:stretch>
                        <a:fillRect/>
                      </a:stretch>
                    </p:blipFill>
                    <p:spPr>
                      <a:xfrm>
                        <a:off x="5699343" y="5757295"/>
                        <a:ext cx="1620971" cy="504056"/>
                      </a:xfrm>
                      <a:prstGeom prst="rect">
                        <a:avLst/>
                      </a:prstGeom>
                    </p:spPr>
                  </p:pic>
                </p:oleObj>
              </mc:Fallback>
            </mc:AlternateContent>
          </a:graphicData>
        </a:graphic>
      </p:graphicFrame>
    </p:spTree>
    <p:extLst>
      <p:ext uri="{BB962C8B-B14F-4D97-AF65-F5344CB8AC3E}">
        <p14:creationId xmlns:p14="http://schemas.microsoft.com/office/powerpoint/2010/main" val="2054718824"/>
      </p:ext>
    </p:extLst>
  </p:cSld>
  <p:clrMapOvr>
    <a:masterClrMapping/>
  </p:clrMapOvr>
  <p:transition>
    <p:rand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098209258"/>
              </p:ext>
            </p:extLst>
          </p:nvPr>
        </p:nvGraphicFramePr>
        <p:xfrm>
          <a:off x="611560" y="116632"/>
          <a:ext cx="4282058" cy="984183"/>
        </p:xfrm>
        <a:graphic>
          <a:graphicData uri="http://schemas.openxmlformats.org/presentationml/2006/ole">
            <mc:AlternateContent xmlns:mc="http://schemas.openxmlformats.org/markup-compatibility/2006">
              <mc:Choice xmlns:v="urn:schemas-microsoft-com:vml" Requires="v">
                <p:oleObj spid="_x0000_s261178" name="Equation" r:id="rId3" imgW="1714320" imgH="393480" progId="Equation.DSMT4">
                  <p:embed/>
                </p:oleObj>
              </mc:Choice>
              <mc:Fallback>
                <p:oleObj name="Equation" r:id="rId3" imgW="1714320" imgH="393480" progId="Equation.DSMT4">
                  <p:embed/>
                  <p:pic>
                    <p:nvPicPr>
                      <p:cNvPr id="2" name="对象 1"/>
                      <p:cNvPicPr/>
                      <p:nvPr/>
                    </p:nvPicPr>
                    <p:blipFill>
                      <a:blip r:embed="rId4"/>
                      <a:stretch>
                        <a:fillRect/>
                      </a:stretch>
                    </p:blipFill>
                    <p:spPr>
                      <a:xfrm>
                        <a:off x="611560" y="116632"/>
                        <a:ext cx="4282058" cy="984183"/>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717569787"/>
              </p:ext>
            </p:extLst>
          </p:nvPr>
        </p:nvGraphicFramePr>
        <p:xfrm>
          <a:off x="755576" y="1340768"/>
          <a:ext cx="1123950" cy="581025"/>
        </p:xfrm>
        <a:graphic>
          <a:graphicData uri="http://schemas.openxmlformats.org/presentationml/2006/ole">
            <mc:AlternateContent xmlns:mc="http://schemas.openxmlformats.org/markup-compatibility/2006">
              <mc:Choice xmlns:v="urn:schemas-microsoft-com:vml" Requires="v">
                <p:oleObj spid="_x0000_s261179" name="Equation" r:id="rId5" imgW="393480" imgH="203040" progId="Equation.DSMT4">
                  <p:embed/>
                </p:oleObj>
              </mc:Choice>
              <mc:Fallback>
                <p:oleObj name="Equation" r:id="rId5" imgW="393480" imgH="203040" progId="Equation.DSMT4">
                  <p:embed/>
                  <p:pic>
                    <p:nvPicPr>
                      <p:cNvPr id="7" name="对象 6"/>
                      <p:cNvPicPr/>
                      <p:nvPr/>
                    </p:nvPicPr>
                    <p:blipFill>
                      <a:blip r:embed="rId6"/>
                      <a:stretch>
                        <a:fillRect/>
                      </a:stretch>
                    </p:blipFill>
                    <p:spPr>
                      <a:xfrm>
                        <a:off x="755576" y="1340768"/>
                        <a:ext cx="1123950" cy="581025"/>
                      </a:xfrm>
                      <a:prstGeom prst="rect">
                        <a:avLst/>
                      </a:prstGeom>
                    </p:spPr>
                  </p:pic>
                </p:oleObj>
              </mc:Fallback>
            </mc:AlternateContent>
          </a:graphicData>
        </a:graphic>
      </p:graphicFrame>
    </p:spTree>
    <p:extLst>
      <p:ext uri="{BB962C8B-B14F-4D97-AF65-F5344CB8AC3E}">
        <p14:creationId xmlns:p14="http://schemas.microsoft.com/office/powerpoint/2010/main" val="964792854"/>
      </p:ext>
    </p:extLst>
  </p:cSld>
  <p:clrMapOvr>
    <a:masterClrMapping/>
  </p:clrMapOvr>
  <p:transition>
    <p:rand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624012374"/>
              </p:ext>
            </p:extLst>
          </p:nvPr>
        </p:nvGraphicFramePr>
        <p:xfrm>
          <a:off x="755576" y="332656"/>
          <a:ext cx="4282058" cy="984183"/>
        </p:xfrm>
        <a:graphic>
          <a:graphicData uri="http://schemas.openxmlformats.org/presentationml/2006/ole">
            <mc:AlternateContent xmlns:mc="http://schemas.openxmlformats.org/markup-compatibility/2006">
              <mc:Choice xmlns:v="urn:schemas-microsoft-com:vml" Requires="v">
                <p:oleObj spid="_x0000_s225965" name="Equation" r:id="rId3" imgW="1714320" imgH="393480" progId="Equation.DSMT4">
                  <p:embed/>
                </p:oleObj>
              </mc:Choice>
              <mc:Fallback>
                <p:oleObj name="Equation" r:id="rId3" imgW="1714320" imgH="393480" progId="Equation.DSMT4">
                  <p:embed/>
                  <p:pic>
                    <p:nvPicPr>
                      <p:cNvPr id="10" name="对象 9"/>
                      <p:cNvPicPr/>
                      <p:nvPr/>
                    </p:nvPicPr>
                    <p:blipFill>
                      <a:blip r:embed="rId4"/>
                      <a:stretch>
                        <a:fillRect/>
                      </a:stretch>
                    </p:blipFill>
                    <p:spPr>
                      <a:xfrm>
                        <a:off x="755576" y="332656"/>
                        <a:ext cx="4282058" cy="984183"/>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829876496"/>
              </p:ext>
            </p:extLst>
          </p:nvPr>
        </p:nvGraphicFramePr>
        <p:xfrm>
          <a:off x="5771351" y="572719"/>
          <a:ext cx="1620971" cy="504056"/>
        </p:xfrm>
        <a:graphic>
          <a:graphicData uri="http://schemas.openxmlformats.org/presentationml/2006/ole">
            <mc:AlternateContent xmlns:mc="http://schemas.openxmlformats.org/markup-compatibility/2006">
              <mc:Choice xmlns:v="urn:schemas-microsoft-com:vml" Requires="v">
                <p:oleObj spid="_x0000_s225966" name="Equation" r:id="rId5" imgW="571320" imgH="177480" progId="Equation.DSMT4">
                  <p:embed/>
                </p:oleObj>
              </mc:Choice>
              <mc:Fallback>
                <p:oleObj name="Equation" r:id="rId5" imgW="571320" imgH="177480" progId="Equation.DSMT4">
                  <p:embed/>
                  <p:pic>
                    <p:nvPicPr>
                      <p:cNvPr id="11" name="对象 10"/>
                      <p:cNvPicPr/>
                      <p:nvPr/>
                    </p:nvPicPr>
                    <p:blipFill>
                      <a:blip r:embed="rId6"/>
                      <a:stretch>
                        <a:fillRect/>
                      </a:stretch>
                    </p:blipFill>
                    <p:spPr>
                      <a:xfrm>
                        <a:off x="5771351" y="572719"/>
                        <a:ext cx="1620971" cy="504056"/>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704586002"/>
              </p:ext>
            </p:extLst>
          </p:nvPr>
        </p:nvGraphicFramePr>
        <p:xfrm>
          <a:off x="755576" y="1484784"/>
          <a:ext cx="2611575" cy="580350"/>
        </p:xfrm>
        <a:graphic>
          <a:graphicData uri="http://schemas.openxmlformats.org/presentationml/2006/ole">
            <mc:AlternateContent xmlns:mc="http://schemas.openxmlformats.org/markup-compatibility/2006">
              <mc:Choice xmlns:v="urn:schemas-microsoft-com:vml" Requires="v">
                <p:oleObj spid="_x0000_s225967" name="Equation" r:id="rId7" imgW="914400" imgH="203040" progId="Equation.DSMT4">
                  <p:embed/>
                </p:oleObj>
              </mc:Choice>
              <mc:Fallback>
                <p:oleObj name="Equation" r:id="rId7" imgW="914400" imgH="203040" progId="Equation.DSMT4">
                  <p:embed/>
                  <p:pic>
                    <p:nvPicPr>
                      <p:cNvPr id="0" name=""/>
                      <p:cNvPicPr/>
                      <p:nvPr/>
                    </p:nvPicPr>
                    <p:blipFill>
                      <a:blip r:embed="rId8"/>
                      <a:stretch>
                        <a:fillRect/>
                      </a:stretch>
                    </p:blipFill>
                    <p:spPr>
                      <a:xfrm>
                        <a:off x="755576" y="1484784"/>
                        <a:ext cx="2611575" cy="58035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848046178"/>
              </p:ext>
            </p:extLst>
          </p:nvPr>
        </p:nvGraphicFramePr>
        <p:xfrm>
          <a:off x="4139952" y="1316839"/>
          <a:ext cx="2719388" cy="1125538"/>
        </p:xfrm>
        <a:graphic>
          <a:graphicData uri="http://schemas.openxmlformats.org/presentationml/2006/ole">
            <mc:AlternateContent xmlns:mc="http://schemas.openxmlformats.org/markup-compatibility/2006">
              <mc:Choice xmlns:v="urn:schemas-microsoft-com:vml" Requires="v">
                <p:oleObj spid="_x0000_s225968" name="Equation" r:id="rId9" imgW="952200" imgH="393480" progId="Equation.DSMT4">
                  <p:embed/>
                </p:oleObj>
              </mc:Choice>
              <mc:Fallback>
                <p:oleObj name="Equation" r:id="rId9" imgW="952200" imgH="393480" progId="Equation.DSMT4">
                  <p:embed/>
                  <p:pic>
                    <p:nvPicPr>
                      <p:cNvPr id="4" name="对象 3"/>
                      <p:cNvPicPr/>
                      <p:nvPr/>
                    </p:nvPicPr>
                    <p:blipFill>
                      <a:blip r:embed="rId10"/>
                      <a:stretch>
                        <a:fillRect/>
                      </a:stretch>
                    </p:blipFill>
                    <p:spPr>
                      <a:xfrm>
                        <a:off x="4139952" y="1316839"/>
                        <a:ext cx="2719388" cy="1125538"/>
                      </a:xfrm>
                      <a:prstGeom prst="rect">
                        <a:avLst/>
                      </a:prstGeom>
                    </p:spPr>
                  </p:pic>
                </p:oleObj>
              </mc:Fallback>
            </mc:AlternateContent>
          </a:graphicData>
        </a:graphic>
      </p:graphicFrame>
      <p:sp>
        <p:nvSpPr>
          <p:cNvPr id="6" name="Rectangle 3"/>
          <p:cNvSpPr>
            <a:spLocks noChangeArrowheads="1"/>
          </p:cNvSpPr>
          <p:nvPr/>
        </p:nvSpPr>
        <p:spPr bwMode="auto">
          <a:xfrm>
            <a:off x="539552" y="2388433"/>
            <a:ext cx="64807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2800" b="1" dirty="0">
                <a:solidFill>
                  <a:srgbClr val="FFFFFF"/>
                </a:solidFill>
                <a:latin typeface="Book Antiqua" panose="02040602050305030304" pitchFamily="18" charset="0"/>
              </a:rPr>
              <a:t>令</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3336742818"/>
              </p:ext>
            </p:extLst>
          </p:nvPr>
        </p:nvGraphicFramePr>
        <p:xfrm>
          <a:off x="1323814" y="2326520"/>
          <a:ext cx="1123950" cy="581025"/>
        </p:xfrm>
        <a:graphic>
          <a:graphicData uri="http://schemas.openxmlformats.org/presentationml/2006/ole">
            <mc:AlternateContent xmlns:mc="http://schemas.openxmlformats.org/markup-compatibility/2006">
              <mc:Choice xmlns:v="urn:schemas-microsoft-com:vml" Requires="v">
                <p:oleObj spid="_x0000_s225969" name="Equation" r:id="rId11" imgW="393480" imgH="203040" progId="Equation.DSMT4">
                  <p:embed/>
                </p:oleObj>
              </mc:Choice>
              <mc:Fallback>
                <p:oleObj name="Equation" r:id="rId11" imgW="393480" imgH="203040" progId="Equation.DSMT4">
                  <p:embed/>
                  <p:pic>
                    <p:nvPicPr>
                      <p:cNvPr id="5" name="对象 4"/>
                      <p:cNvPicPr/>
                      <p:nvPr/>
                    </p:nvPicPr>
                    <p:blipFill>
                      <a:blip r:embed="rId12"/>
                      <a:stretch>
                        <a:fillRect/>
                      </a:stretch>
                    </p:blipFill>
                    <p:spPr>
                      <a:xfrm>
                        <a:off x="1323814" y="2326520"/>
                        <a:ext cx="1123950" cy="581025"/>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781090582"/>
              </p:ext>
            </p:extLst>
          </p:nvPr>
        </p:nvGraphicFramePr>
        <p:xfrm>
          <a:off x="432549" y="2922678"/>
          <a:ext cx="6121400" cy="1238250"/>
        </p:xfrm>
        <a:graphic>
          <a:graphicData uri="http://schemas.openxmlformats.org/presentationml/2006/ole">
            <mc:AlternateContent xmlns:mc="http://schemas.openxmlformats.org/markup-compatibility/2006">
              <mc:Choice xmlns:v="urn:schemas-microsoft-com:vml" Requires="v">
                <p:oleObj spid="_x0000_s225970" name="Equation" r:id="rId13" imgW="2450880" imgH="495000" progId="Equation.DSMT4">
                  <p:embed/>
                </p:oleObj>
              </mc:Choice>
              <mc:Fallback>
                <p:oleObj name="Equation" r:id="rId13" imgW="2450880" imgH="495000" progId="Equation.DSMT4">
                  <p:embed/>
                  <p:pic>
                    <p:nvPicPr>
                      <p:cNvPr id="2" name="对象 1"/>
                      <p:cNvPicPr/>
                      <p:nvPr/>
                    </p:nvPicPr>
                    <p:blipFill>
                      <a:blip r:embed="rId14"/>
                      <a:stretch>
                        <a:fillRect/>
                      </a:stretch>
                    </p:blipFill>
                    <p:spPr>
                      <a:xfrm>
                        <a:off x="432549" y="2922678"/>
                        <a:ext cx="6121400" cy="1238250"/>
                      </a:xfrm>
                      <a:prstGeom prst="rect">
                        <a:avLst/>
                      </a:prstGeom>
                    </p:spPr>
                  </p:pic>
                </p:oleObj>
              </mc:Fallback>
            </mc:AlternateContent>
          </a:graphicData>
        </a:graphic>
      </p:graphicFrame>
      <p:sp>
        <p:nvSpPr>
          <p:cNvPr id="9" name="Rectangle 3"/>
          <p:cNvSpPr>
            <a:spLocks noChangeArrowheads="1"/>
          </p:cNvSpPr>
          <p:nvPr/>
        </p:nvSpPr>
        <p:spPr bwMode="auto">
          <a:xfrm>
            <a:off x="403362" y="4041052"/>
            <a:ext cx="64807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2800" b="1" dirty="0">
                <a:solidFill>
                  <a:srgbClr val="FFFFFF"/>
                </a:solidFill>
                <a:latin typeface="Book Antiqua" panose="02040602050305030304" pitchFamily="18" charset="0"/>
              </a:rPr>
              <a:t>令</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1167447943"/>
              </p:ext>
            </p:extLst>
          </p:nvPr>
        </p:nvGraphicFramePr>
        <p:xfrm>
          <a:off x="1032504" y="3849881"/>
          <a:ext cx="905747" cy="826480"/>
        </p:xfrm>
        <a:graphic>
          <a:graphicData uri="http://schemas.openxmlformats.org/presentationml/2006/ole">
            <mc:AlternateContent xmlns:mc="http://schemas.openxmlformats.org/markup-compatibility/2006">
              <mc:Choice xmlns:v="urn:schemas-microsoft-com:vml" Requires="v">
                <p:oleObj spid="_x0000_s225971" name="Equation" r:id="rId15" imgW="431640" imgH="393480" progId="Equation.DSMT4">
                  <p:embed/>
                </p:oleObj>
              </mc:Choice>
              <mc:Fallback>
                <p:oleObj name="Equation" r:id="rId15" imgW="431640" imgH="393480" progId="Equation.DSMT4">
                  <p:embed/>
                  <p:pic>
                    <p:nvPicPr>
                      <p:cNvPr id="7" name="对象 6"/>
                      <p:cNvPicPr/>
                      <p:nvPr/>
                    </p:nvPicPr>
                    <p:blipFill>
                      <a:blip r:embed="rId16"/>
                      <a:stretch>
                        <a:fillRect/>
                      </a:stretch>
                    </p:blipFill>
                    <p:spPr>
                      <a:xfrm>
                        <a:off x="1032504" y="3849881"/>
                        <a:ext cx="905747" cy="826480"/>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857004010"/>
              </p:ext>
            </p:extLst>
          </p:nvPr>
        </p:nvGraphicFramePr>
        <p:xfrm>
          <a:off x="565361" y="4667889"/>
          <a:ext cx="4662488" cy="1047750"/>
        </p:xfrm>
        <a:graphic>
          <a:graphicData uri="http://schemas.openxmlformats.org/presentationml/2006/ole">
            <mc:AlternateContent xmlns:mc="http://schemas.openxmlformats.org/markup-compatibility/2006">
              <mc:Choice xmlns:v="urn:schemas-microsoft-com:vml" Requires="v">
                <p:oleObj spid="_x0000_s225972" name="Equation" r:id="rId17" imgW="1866600" imgH="419040" progId="Equation.DSMT4">
                  <p:embed/>
                </p:oleObj>
              </mc:Choice>
              <mc:Fallback>
                <p:oleObj name="Equation" r:id="rId17" imgW="1866600" imgH="419040" progId="Equation.DSMT4">
                  <p:embed/>
                  <p:pic>
                    <p:nvPicPr>
                      <p:cNvPr id="2" name="对象 1"/>
                      <p:cNvPicPr/>
                      <p:nvPr/>
                    </p:nvPicPr>
                    <p:blipFill>
                      <a:blip r:embed="rId18"/>
                      <a:stretch>
                        <a:fillRect/>
                      </a:stretch>
                    </p:blipFill>
                    <p:spPr>
                      <a:xfrm>
                        <a:off x="565361" y="4667889"/>
                        <a:ext cx="4662488" cy="1047750"/>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4185247057"/>
              </p:ext>
            </p:extLst>
          </p:nvPr>
        </p:nvGraphicFramePr>
        <p:xfrm>
          <a:off x="5771351" y="4838357"/>
          <a:ext cx="1008062" cy="576263"/>
        </p:xfrm>
        <a:graphic>
          <a:graphicData uri="http://schemas.openxmlformats.org/presentationml/2006/ole">
            <mc:AlternateContent xmlns:mc="http://schemas.openxmlformats.org/markup-compatibility/2006">
              <mc:Choice xmlns:v="urn:schemas-microsoft-com:vml" Requires="v">
                <p:oleObj spid="_x0000_s225973" name="Equation" r:id="rId19" imgW="355320" imgH="203040" progId="Equation.DSMT4">
                  <p:embed/>
                </p:oleObj>
              </mc:Choice>
              <mc:Fallback>
                <p:oleObj name="Equation" r:id="rId19" imgW="355320" imgH="203040" progId="Equation.DSMT4">
                  <p:embed/>
                  <p:pic>
                    <p:nvPicPr>
                      <p:cNvPr id="3" name="对象 2"/>
                      <p:cNvPicPr/>
                      <p:nvPr/>
                    </p:nvPicPr>
                    <p:blipFill>
                      <a:blip r:embed="rId20"/>
                      <a:stretch>
                        <a:fillRect/>
                      </a:stretch>
                    </p:blipFill>
                    <p:spPr>
                      <a:xfrm>
                        <a:off x="5771351" y="4838357"/>
                        <a:ext cx="1008062" cy="576263"/>
                      </a:xfrm>
                      <a:prstGeom prst="rect">
                        <a:avLst/>
                      </a:prstGeom>
                    </p:spPr>
                  </p:pic>
                </p:oleObj>
              </mc:Fallback>
            </mc:AlternateContent>
          </a:graphicData>
        </a:graphic>
      </p:graphicFrame>
      <p:pic>
        <p:nvPicPr>
          <p:cNvPr id="13" name="图片 12"/>
          <p:cNvPicPr>
            <a:picLocks noChangeAspect="1"/>
          </p:cNvPicPr>
          <p:nvPr/>
        </p:nvPicPr>
        <p:blipFill>
          <a:blip r:embed="rId21"/>
          <a:stretch>
            <a:fillRect/>
          </a:stretch>
        </p:blipFill>
        <p:spPr>
          <a:xfrm>
            <a:off x="874529" y="5823365"/>
            <a:ext cx="4732430" cy="1051651"/>
          </a:xfrm>
          <a:prstGeom prst="rect">
            <a:avLst/>
          </a:prstGeom>
        </p:spPr>
      </p:pic>
      <p:graphicFrame>
        <p:nvGraphicFramePr>
          <p:cNvPr id="14" name="对象 13"/>
          <p:cNvGraphicFramePr>
            <a:graphicFrameLocks noChangeAspect="1"/>
          </p:cNvGraphicFramePr>
          <p:nvPr>
            <p:extLst>
              <p:ext uri="{D42A27DB-BD31-4B8C-83A1-F6EECF244321}">
                <p14:modId xmlns:p14="http://schemas.microsoft.com/office/powerpoint/2010/main" val="4081825413"/>
              </p:ext>
            </p:extLst>
          </p:nvPr>
        </p:nvGraphicFramePr>
        <p:xfrm>
          <a:off x="5651500" y="5986463"/>
          <a:ext cx="1006475" cy="504825"/>
        </p:xfrm>
        <a:graphic>
          <a:graphicData uri="http://schemas.openxmlformats.org/presentationml/2006/ole">
            <mc:AlternateContent xmlns:mc="http://schemas.openxmlformats.org/markup-compatibility/2006">
              <mc:Choice xmlns:v="urn:schemas-microsoft-com:vml" Requires="v">
                <p:oleObj spid="_x0000_s225974" name="Equation" r:id="rId22" imgW="355320" imgH="177480" progId="Equation.DSMT4">
                  <p:embed/>
                </p:oleObj>
              </mc:Choice>
              <mc:Fallback>
                <p:oleObj name="Equation" r:id="rId22" imgW="355320" imgH="177480" progId="Equation.DSMT4">
                  <p:embed/>
                  <p:pic>
                    <p:nvPicPr>
                      <p:cNvPr id="12" name="对象 11"/>
                      <p:cNvPicPr/>
                      <p:nvPr/>
                    </p:nvPicPr>
                    <p:blipFill>
                      <a:blip r:embed="rId23"/>
                      <a:stretch>
                        <a:fillRect/>
                      </a:stretch>
                    </p:blipFill>
                    <p:spPr>
                      <a:xfrm>
                        <a:off x="5651500" y="5986463"/>
                        <a:ext cx="1006475" cy="504825"/>
                      </a:xfrm>
                      <a:prstGeom prst="rect">
                        <a:avLst/>
                      </a:prstGeom>
                    </p:spPr>
                  </p:pic>
                </p:oleObj>
              </mc:Fallback>
            </mc:AlternateContent>
          </a:graphicData>
        </a:graphic>
      </p:graphicFrame>
    </p:spTree>
    <p:extLst>
      <p:ext uri="{BB962C8B-B14F-4D97-AF65-F5344CB8AC3E}">
        <p14:creationId xmlns:p14="http://schemas.microsoft.com/office/powerpoint/2010/main" val="1106110722"/>
      </p:ext>
    </p:extLst>
  </p:cSld>
  <p:clrMapOvr>
    <a:masterClrMapping/>
  </p:clrMapOvr>
  <p:transition>
    <p:rand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71812" y="401142"/>
            <a:ext cx="2590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例：计算积分</a:t>
            </a:r>
          </a:p>
        </p:txBody>
      </p:sp>
      <p:graphicFrame>
        <p:nvGraphicFramePr>
          <p:cNvPr id="3" name="对象 2"/>
          <p:cNvGraphicFramePr>
            <a:graphicFrameLocks noChangeAspect="1"/>
          </p:cNvGraphicFramePr>
          <p:nvPr>
            <p:extLst>
              <p:ext uri="{D42A27DB-BD31-4B8C-83A1-F6EECF244321}">
                <p14:modId xmlns:p14="http://schemas.microsoft.com/office/powerpoint/2010/main" val="3494697079"/>
              </p:ext>
            </p:extLst>
          </p:nvPr>
        </p:nvGraphicFramePr>
        <p:xfrm>
          <a:off x="2497138" y="260350"/>
          <a:ext cx="3502025" cy="800100"/>
        </p:xfrm>
        <a:graphic>
          <a:graphicData uri="http://schemas.openxmlformats.org/presentationml/2006/ole">
            <mc:AlternateContent xmlns:mc="http://schemas.openxmlformats.org/markup-compatibility/2006">
              <mc:Choice xmlns:v="urn:schemas-microsoft-com:vml" Requires="v">
                <p:oleObj spid="_x0000_s170854" name="Equation" r:id="rId3" imgW="1726920" imgH="393480" progId="Equation.DSMT4">
                  <p:embed/>
                </p:oleObj>
              </mc:Choice>
              <mc:Fallback>
                <p:oleObj name="Equation" r:id="rId3" imgW="1726920" imgH="393480" progId="Equation.DSMT4">
                  <p:embed/>
                  <p:pic>
                    <p:nvPicPr>
                      <p:cNvPr id="5" name="对象 4"/>
                      <p:cNvPicPr/>
                      <p:nvPr/>
                    </p:nvPicPr>
                    <p:blipFill>
                      <a:blip r:embed="rId4"/>
                      <a:stretch>
                        <a:fillRect/>
                      </a:stretch>
                    </p:blipFill>
                    <p:spPr>
                      <a:xfrm>
                        <a:off x="2497138" y="260350"/>
                        <a:ext cx="3502025" cy="800100"/>
                      </a:xfrm>
                      <a:prstGeom prst="rect">
                        <a:avLst/>
                      </a:prstGeom>
                    </p:spPr>
                  </p:pic>
                </p:oleObj>
              </mc:Fallback>
            </mc:AlternateContent>
          </a:graphicData>
        </a:graphic>
      </p:graphicFrame>
      <p:pic>
        <p:nvPicPr>
          <p:cNvPr id="4" name="图片 3"/>
          <p:cNvPicPr>
            <a:picLocks noChangeAspect="1"/>
          </p:cNvPicPr>
          <p:nvPr/>
        </p:nvPicPr>
        <p:blipFill>
          <a:blip r:embed="rId5"/>
          <a:stretch>
            <a:fillRect/>
          </a:stretch>
        </p:blipFill>
        <p:spPr>
          <a:xfrm>
            <a:off x="5471592" y="1340768"/>
            <a:ext cx="3672408" cy="3798319"/>
          </a:xfrm>
          <a:prstGeom prst="rect">
            <a:avLst/>
          </a:prstGeom>
        </p:spPr>
      </p:pic>
      <p:graphicFrame>
        <p:nvGraphicFramePr>
          <p:cNvPr id="5" name="对象 4"/>
          <p:cNvGraphicFramePr>
            <a:graphicFrameLocks noChangeAspect="1"/>
          </p:cNvGraphicFramePr>
          <p:nvPr>
            <p:extLst>
              <p:ext uri="{D42A27DB-BD31-4B8C-83A1-F6EECF244321}">
                <p14:modId xmlns:p14="http://schemas.microsoft.com/office/powerpoint/2010/main" val="3994451495"/>
              </p:ext>
            </p:extLst>
          </p:nvPr>
        </p:nvGraphicFramePr>
        <p:xfrm>
          <a:off x="270957" y="1156526"/>
          <a:ext cx="4996699" cy="1085490"/>
        </p:xfrm>
        <a:graphic>
          <a:graphicData uri="http://schemas.openxmlformats.org/presentationml/2006/ole">
            <mc:AlternateContent xmlns:mc="http://schemas.openxmlformats.org/markup-compatibility/2006">
              <mc:Choice xmlns:v="urn:schemas-microsoft-com:vml" Requires="v">
                <p:oleObj spid="_x0000_s170855" name="Equation" r:id="rId6" imgW="1815840" imgH="393480" progId="Equation.DSMT4">
                  <p:embed/>
                </p:oleObj>
              </mc:Choice>
              <mc:Fallback>
                <p:oleObj name="Equation" r:id="rId6" imgW="1815840" imgH="393480" progId="Equation.DSMT4">
                  <p:embed/>
                  <p:pic>
                    <p:nvPicPr>
                      <p:cNvPr id="3" name="对象 2"/>
                      <p:cNvPicPr/>
                      <p:nvPr/>
                    </p:nvPicPr>
                    <p:blipFill>
                      <a:blip r:embed="rId7"/>
                      <a:stretch>
                        <a:fillRect/>
                      </a:stretch>
                    </p:blipFill>
                    <p:spPr>
                      <a:xfrm>
                        <a:off x="270957" y="1156526"/>
                        <a:ext cx="4996699" cy="1085490"/>
                      </a:xfrm>
                      <a:prstGeom prst="rect">
                        <a:avLst/>
                      </a:prstGeom>
                    </p:spPr>
                  </p:pic>
                </p:oleObj>
              </mc:Fallback>
            </mc:AlternateContent>
          </a:graphicData>
        </a:graphic>
      </p:graphicFrame>
      <p:sp>
        <p:nvSpPr>
          <p:cNvPr id="6" name="Rectangle 3"/>
          <p:cNvSpPr>
            <a:spLocks noChangeArrowheads="1"/>
          </p:cNvSpPr>
          <p:nvPr/>
        </p:nvSpPr>
        <p:spPr bwMode="auto">
          <a:xfrm>
            <a:off x="299489" y="2280835"/>
            <a:ext cx="64807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2800" b="1" dirty="0">
                <a:solidFill>
                  <a:srgbClr val="FFFFFF"/>
                </a:solidFill>
                <a:latin typeface="Book Antiqua" panose="02040602050305030304" pitchFamily="18" charset="0"/>
              </a:rPr>
              <a:t>令</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3124359245"/>
              </p:ext>
            </p:extLst>
          </p:nvPr>
        </p:nvGraphicFramePr>
        <p:xfrm>
          <a:off x="990426" y="2242016"/>
          <a:ext cx="1123950" cy="581025"/>
        </p:xfrm>
        <a:graphic>
          <a:graphicData uri="http://schemas.openxmlformats.org/presentationml/2006/ole">
            <mc:AlternateContent xmlns:mc="http://schemas.openxmlformats.org/markup-compatibility/2006">
              <mc:Choice xmlns:v="urn:schemas-microsoft-com:vml" Requires="v">
                <p:oleObj spid="_x0000_s170856" name="Equation" r:id="rId8" imgW="393480" imgH="203040" progId="Equation.DSMT4">
                  <p:embed/>
                </p:oleObj>
              </mc:Choice>
              <mc:Fallback>
                <p:oleObj name="Equation" r:id="rId8" imgW="393480" imgH="203040" progId="Equation.DSMT4">
                  <p:embed/>
                  <p:pic>
                    <p:nvPicPr>
                      <p:cNvPr id="7" name="对象 6"/>
                      <p:cNvPicPr/>
                      <p:nvPr/>
                    </p:nvPicPr>
                    <p:blipFill>
                      <a:blip r:embed="rId9"/>
                      <a:stretch>
                        <a:fillRect/>
                      </a:stretch>
                    </p:blipFill>
                    <p:spPr>
                      <a:xfrm>
                        <a:off x="990426" y="2242016"/>
                        <a:ext cx="1123950" cy="581025"/>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484165427"/>
              </p:ext>
            </p:extLst>
          </p:nvPr>
        </p:nvGraphicFramePr>
        <p:xfrm>
          <a:off x="242713" y="2595293"/>
          <a:ext cx="3743325" cy="2286000"/>
        </p:xfrm>
        <a:graphic>
          <a:graphicData uri="http://schemas.openxmlformats.org/presentationml/2006/ole">
            <mc:AlternateContent xmlns:mc="http://schemas.openxmlformats.org/markup-compatibility/2006">
              <mc:Choice xmlns:v="urn:schemas-microsoft-com:vml" Requires="v">
                <p:oleObj spid="_x0000_s170857" name="Equation" r:id="rId10" imgW="1498320" imgH="914400" progId="Equation.DSMT4">
                  <p:embed/>
                </p:oleObj>
              </mc:Choice>
              <mc:Fallback>
                <p:oleObj name="Equation" r:id="rId10" imgW="1498320" imgH="914400" progId="Equation.DSMT4">
                  <p:embed/>
                  <p:pic>
                    <p:nvPicPr>
                      <p:cNvPr id="8" name="对象 7"/>
                      <p:cNvPicPr/>
                      <p:nvPr/>
                    </p:nvPicPr>
                    <p:blipFill>
                      <a:blip r:embed="rId11"/>
                      <a:stretch>
                        <a:fillRect/>
                      </a:stretch>
                    </p:blipFill>
                    <p:spPr>
                      <a:xfrm>
                        <a:off x="242713" y="2595293"/>
                        <a:ext cx="3743325" cy="2286000"/>
                      </a:xfrm>
                      <a:prstGeom prst="rect">
                        <a:avLst/>
                      </a:prstGeom>
                    </p:spPr>
                  </p:pic>
                </p:oleObj>
              </mc:Fallback>
            </mc:AlternateContent>
          </a:graphicData>
        </a:graphic>
      </p:graphicFrame>
      <p:sp>
        <p:nvSpPr>
          <p:cNvPr id="9" name="Rectangle 3"/>
          <p:cNvSpPr>
            <a:spLocks noChangeArrowheads="1"/>
          </p:cNvSpPr>
          <p:nvPr/>
        </p:nvSpPr>
        <p:spPr bwMode="auto">
          <a:xfrm>
            <a:off x="203354" y="5094697"/>
            <a:ext cx="64807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2800" b="1" dirty="0">
                <a:solidFill>
                  <a:srgbClr val="FFFFFF"/>
                </a:solidFill>
                <a:latin typeface="Book Antiqua" panose="02040602050305030304" pitchFamily="18" charset="0"/>
              </a:rPr>
              <a:t>令</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193158210"/>
              </p:ext>
            </p:extLst>
          </p:nvPr>
        </p:nvGraphicFramePr>
        <p:xfrm>
          <a:off x="832496" y="4903526"/>
          <a:ext cx="905747" cy="826480"/>
        </p:xfrm>
        <a:graphic>
          <a:graphicData uri="http://schemas.openxmlformats.org/presentationml/2006/ole">
            <mc:AlternateContent xmlns:mc="http://schemas.openxmlformats.org/markup-compatibility/2006">
              <mc:Choice xmlns:v="urn:schemas-microsoft-com:vml" Requires="v">
                <p:oleObj spid="_x0000_s170858" name="Equation" r:id="rId12" imgW="431640" imgH="393480" progId="Equation.DSMT4">
                  <p:embed/>
                </p:oleObj>
              </mc:Choice>
              <mc:Fallback>
                <p:oleObj name="Equation" r:id="rId12" imgW="431640" imgH="393480" progId="Equation.DSMT4">
                  <p:embed/>
                  <p:pic>
                    <p:nvPicPr>
                      <p:cNvPr id="10" name="对象 9"/>
                      <p:cNvPicPr/>
                      <p:nvPr/>
                    </p:nvPicPr>
                    <p:blipFill>
                      <a:blip r:embed="rId13"/>
                      <a:stretch>
                        <a:fillRect/>
                      </a:stretch>
                    </p:blipFill>
                    <p:spPr>
                      <a:xfrm>
                        <a:off x="832496" y="4903526"/>
                        <a:ext cx="905747" cy="826480"/>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473712005"/>
              </p:ext>
            </p:extLst>
          </p:nvPr>
        </p:nvGraphicFramePr>
        <p:xfrm>
          <a:off x="284163" y="5751513"/>
          <a:ext cx="4694237" cy="1047750"/>
        </p:xfrm>
        <a:graphic>
          <a:graphicData uri="http://schemas.openxmlformats.org/presentationml/2006/ole">
            <mc:AlternateContent xmlns:mc="http://schemas.openxmlformats.org/markup-compatibility/2006">
              <mc:Choice xmlns:v="urn:schemas-microsoft-com:vml" Requires="v">
                <p:oleObj spid="_x0000_s170859" name="Equation" r:id="rId14" imgW="1879560" imgH="419040" progId="Equation.DSMT4">
                  <p:embed/>
                </p:oleObj>
              </mc:Choice>
              <mc:Fallback>
                <p:oleObj name="Equation" r:id="rId14" imgW="1879560" imgH="419040" progId="Equation.DSMT4">
                  <p:embed/>
                  <p:pic>
                    <p:nvPicPr>
                      <p:cNvPr id="11" name="对象 10"/>
                      <p:cNvPicPr/>
                      <p:nvPr/>
                    </p:nvPicPr>
                    <p:blipFill>
                      <a:blip r:embed="rId15"/>
                      <a:stretch>
                        <a:fillRect/>
                      </a:stretch>
                    </p:blipFill>
                    <p:spPr>
                      <a:xfrm>
                        <a:off x="284163" y="5751513"/>
                        <a:ext cx="4694237" cy="1047750"/>
                      </a:xfrm>
                      <a:prstGeom prst="rect">
                        <a:avLst/>
                      </a:prstGeom>
                    </p:spPr>
                  </p:pic>
                </p:oleObj>
              </mc:Fallback>
            </mc:AlternateContent>
          </a:graphicData>
        </a:graphic>
      </p:graphicFrame>
      <p:sp>
        <p:nvSpPr>
          <p:cNvPr id="12" name="文本框 11"/>
          <p:cNvSpPr txBox="1"/>
          <p:nvPr/>
        </p:nvSpPr>
        <p:spPr>
          <a:xfrm>
            <a:off x="6444208" y="5316766"/>
            <a:ext cx="2699792" cy="584775"/>
          </a:xfrm>
          <a:prstGeom prst="rect">
            <a:avLst/>
          </a:prstGeom>
          <a:noFill/>
        </p:spPr>
        <p:txBody>
          <a:bodyPr wrap="square" rtlCol="0">
            <a:spAutoFit/>
          </a:bodyPr>
          <a:lstStyle/>
          <a:p>
            <a:r>
              <a:rPr lang="zh-CN" altLang="en-US" dirty="0"/>
              <a:t>差</a:t>
            </a:r>
            <a:r>
              <a:rPr lang="en-US" altLang="zh-CN" dirty="0"/>
              <a:t>2π</a:t>
            </a:r>
            <a:r>
              <a:rPr lang="zh-CN" altLang="en-US" dirty="0"/>
              <a:t>位相</a:t>
            </a:r>
          </a:p>
        </p:txBody>
      </p:sp>
    </p:spTree>
    <p:extLst>
      <p:ext uri="{BB962C8B-B14F-4D97-AF65-F5344CB8AC3E}">
        <p14:creationId xmlns:p14="http://schemas.microsoft.com/office/powerpoint/2010/main" val="2150591479"/>
      </p:ext>
    </p:extLst>
  </p:cSld>
  <p:clrMapOvr>
    <a:masterClrMapping/>
  </p:clrMapOvr>
  <p:transition>
    <p:rand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74989736"/>
              </p:ext>
            </p:extLst>
          </p:nvPr>
        </p:nvGraphicFramePr>
        <p:xfrm>
          <a:off x="420192" y="2092677"/>
          <a:ext cx="3997325" cy="984250"/>
        </p:xfrm>
        <a:graphic>
          <a:graphicData uri="http://schemas.openxmlformats.org/presentationml/2006/ole">
            <mc:AlternateContent xmlns:mc="http://schemas.openxmlformats.org/markup-compatibility/2006">
              <mc:Choice xmlns:v="urn:schemas-microsoft-com:vml" Requires="v">
                <p:oleObj spid="_x0000_s171874" name="Equation" r:id="rId3" imgW="1600200" imgH="393480" progId="Equation.DSMT4">
                  <p:embed/>
                </p:oleObj>
              </mc:Choice>
              <mc:Fallback>
                <p:oleObj name="Equation" r:id="rId3" imgW="1600200" imgH="393480" progId="Equation.DSMT4">
                  <p:embed/>
                  <p:pic>
                    <p:nvPicPr>
                      <p:cNvPr id="11" name="对象 10"/>
                      <p:cNvPicPr/>
                      <p:nvPr/>
                    </p:nvPicPr>
                    <p:blipFill>
                      <a:blip r:embed="rId4"/>
                      <a:stretch>
                        <a:fillRect/>
                      </a:stretch>
                    </p:blipFill>
                    <p:spPr>
                      <a:xfrm>
                        <a:off x="420192" y="2092677"/>
                        <a:ext cx="3997325" cy="984250"/>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4005891989"/>
              </p:ext>
            </p:extLst>
          </p:nvPr>
        </p:nvGraphicFramePr>
        <p:xfrm>
          <a:off x="5508104" y="2923314"/>
          <a:ext cx="1763713" cy="576263"/>
        </p:xfrm>
        <a:graphic>
          <a:graphicData uri="http://schemas.openxmlformats.org/presentationml/2006/ole">
            <mc:AlternateContent xmlns:mc="http://schemas.openxmlformats.org/markup-compatibility/2006">
              <mc:Choice xmlns:v="urn:schemas-microsoft-com:vml" Requires="v">
                <p:oleObj spid="_x0000_s171875" name="Equation" r:id="rId5" imgW="622080" imgH="203040" progId="Equation.DSMT4">
                  <p:embed/>
                </p:oleObj>
              </mc:Choice>
              <mc:Fallback>
                <p:oleObj name="Equation" r:id="rId5" imgW="622080" imgH="203040" progId="Equation.DSMT4">
                  <p:embed/>
                  <p:pic>
                    <p:nvPicPr>
                      <p:cNvPr id="12" name="对象 11"/>
                      <p:cNvPicPr/>
                      <p:nvPr/>
                    </p:nvPicPr>
                    <p:blipFill>
                      <a:blip r:embed="rId6"/>
                      <a:stretch>
                        <a:fillRect/>
                      </a:stretch>
                    </p:blipFill>
                    <p:spPr>
                      <a:xfrm>
                        <a:off x="5508104" y="2923314"/>
                        <a:ext cx="1763713" cy="576263"/>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325545877"/>
              </p:ext>
            </p:extLst>
          </p:nvPr>
        </p:nvGraphicFramePr>
        <p:xfrm>
          <a:off x="395536" y="3211446"/>
          <a:ext cx="4027487" cy="984250"/>
        </p:xfrm>
        <a:graphic>
          <a:graphicData uri="http://schemas.openxmlformats.org/presentationml/2006/ole">
            <mc:AlternateContent xmlns:mc="http://schemas.openxmlformats.org/markup-compatibility/2006">
              <mc:Choice xmlns:v="urn:schemas-microsoft-com:vml" Requires="v">
                <p:oleObj spid="_x0000_s171876" name="Equation" r:id="rId7" imgW="1612800" imgH="393480" progId="Equation.DSMT4">
                  <p:embed/>
                </p:oleObj>
              </mc:Choice>
              <mc:Fallback>
                <p:oleObj name="Equation" r:id="rId7" imgW="1612800" imgH="393480" progId="Equation.DSMT4">
                  <p:embed/>
                  <p:pic>
                    <p:nvPicPr>
                      <p:cNvPr id="11" name="对象 10"/>
                      <p:cNvPicPr/>
                      <p:nvPr/>
                    </p:nvPicPr>
                    <p:blipFill>
                      <a:blip r:embed="rId8"/>
                      <a:stretch>
                        <a:fillRect/>
                      </a:stretch>
                    </p:blipFill>
                    <p:spPr>
                      <a:xfrm>
                        <a:off x="395536" y="3211446"/>
                        <a:ext cx="4027487" cy="98425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775468872"/>
              </p:ext>
            </p:extLst>
          </p:nvPr>
        </p:nvGraphicFramePr>
        <p:xfrm>
          <a:off x="159544" y="5445224"/>
          <a:ext cx="4819650" cy="1047750"/>
        </p:xfrm>
        <a:graphic>
          <a:graphicData uri="http://schemas.openxmlformats.org/presentationml/2006/ole">
            <mc:AlternateContent xmlns:mc="http://schemas.openxmlformats.org/markup-compatibility/2006">
              <mc:Choice xmlns:v="urn:schemas-microsoft-com:vml" Requires="v">
                <p:oleObj spid="_x0000_s171877" name="Equation" r:id="rId9" imgW="1930320" imgH="419040" progId="Equation.DSMT4">
                  <p:embed/>
                </p:oleObj>
              </mc:Choice>
              <mc:Fallback>
                <p:oleObj name="Equation" r:id="rId9" imgW="1930320" imgH="419040" progId="Equation.DSMT4">
                  <p:embed/>
                  <p:pic>
                    <p:nvPicPr>
                      <p:cNvPr id="11" name="对象 10"/>
                      <p:cNvPicPr/>
                      <p:nvPr/>
                    </p:nvPicPr>
                    <p:blipFill>
                      <a:blip r:embed="rId10"/>
                      <a:stretch>
                        <a:fillRect/>
                      </a:stretch>
                    </p:blipFill>
                    <p:spPr>
                      <a:xfrm>
                        <a:off x="159544" y="5445224"/>
                        <a:ext cx="4819650" cy="104775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392443774"/>
              </p:ext>
            </p:extLst>
          </p:nvPr>
        </p:nvGraphicFramePr>
        <p:xfrm>
          <a:off x="189706" y="4262955"/>
          <a:ext cx="4789488" cy="1047750"/>
        </p:xfrm>
        <a:graphic>
          <a:graphicData uri="http://schemas.openxmlformats.org/presentationml/2006/ole">
            <mc:AlternateContent xmlns:mc="http://schemas.openxmlformats.org/markup-compatibility/2006">
              <mc:Choice xmlns:v="urn:schemas-microsoft-com:vml" Requires="v">
                <p:oleObj spid="_x0000_s171878" name="Equation" r:id="rId11" imgW="1917360" imgH="419040" progId="Equation.DSMT4">
                  <p:embed/>
                </p:oleObj>
              </mc:Choice>
              <mc:Fallback>
                <p:oleObj name="Equation" r:id="rId11" imgW="1917360" imgH="419040" progId="Equation.DSMT4">
                  <p:embed/>
                  <p:pic>
                    <p:nvPicPr>
                      <p:cNvPr id="11" name="对象 10"/>
                      <p:cNvPicPr/>
                      <p:nvPr/>
                    </p:nvPicPr>
                    <p:blipFill>
                      <a:blip r:embed="rId12"/>
                      <a:stretch>
                        <a:fillRect/>
                      </a:stretch>
                    </p:blipFill>
                    <p:spPr>
                      <a:xfrm>
                        <a:off x="189706" y="4262955"/>
                        <a:ext cx="4789488" cy="104775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874457878"/>
              </p:ext>
            </p:extLst>
          </p:nvPr>
        </p:nvGraphicFramePr>
        <p:xfrm>
          <a:off x="5724128" y="5278751"/>
          <a:ext cx="1008062" cy="576263"/>
        </p:xfrm>
        <a:graphic>
          <a:graphicData uri="http://schemas.openxmlformats.org/presentationml/2006/ole">
            <mc:AlternateContent xmlns:mc="http://schemas.openxmlformats.org/markup-compatibility/2006">
              <mc:Choice xmlns:v="urn:schemas-microsoft-com:vml" Requires="v">
                <p:oleObj spid="_x0000_s171879" name="Equation" r:id="rId13" imgW="355320" imgH="203040" progId="Equation.DSMT4">
                  <p:embed/>
                </p:oleObj>
              </mc:Choice>
              <mc:Fallback>
                <p:oleObj name="Equation" r:id="rId13" imgW="355320" imgH="203040" progId="Equation.DSMT4">
                  <p:embed/>
                  <p:pic>
                    <p:nvPicPr>
                      <p:cNvPr id="12" name="对象 11"/>
                      <p:cNvPicPr/>
                      <p:nvPr/>
                    </p:nvPicPr>
                    <p:blipFill>
                      <a:blip r:embed="rId14"/>
                      <a:stretch>
                        <a:fillRect/>
                      </a:stretch>
                    </p:blipFill>
                    <p:spPr>
                      <a:xfrm>
                        <a:off x="5724128" y="5278751"/>
                        <a:ext cx="1008062" cy="576263"/>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329458593"/>
              </p:ext>
            </p:extLst>
          </p:nvPr>
        </p:nvGraphicFramePr>
        <p:xfrm>
          <a:off x="408716" y="1066132"/>
          <a:ext cx="4424363" cy="982663"/>
        </p:xfrm>
        <a:graphic>
          <a:graphicData uri="http://schemas.openxmlformats.org/presentationml/2006/ole">
            <mc:AlternateContent xmlns:mc="http://schemas.openxmlformats.org/markup-compatibility/2006">
              <mc:Choice xmlns:v="urn:schemas-microsoft-com:vml" Requires="v">
                <p:oleObj spid="_x0000_s171880" name="Equation" r:id="rId15" imgW="1777680" imgH="393480" progId="Equation.DSMT4">
                  <p:embed/>
                </p:oleObj>
              </mc:Choice>
              <mc:Fallback>
                <p:oleObj name="Equation" r:id="rId15" imgW="1777680" imgH="393480" progId="Equation.DSMT4">
                  <p:embed/>
                  <p:pic>
                    <p:nvPicPr>
                      <p:cNvPr id="5" name="对象 4"/>
                      <p:cNvPicPr/>
                      <p:nvPr/>
                    </p:nvPicPr>
                    <p:blipFill>
                      <a:blip r:embed="rId16"/>
                      <a:stretch>
                        <a:fillRect/>
                      </a:stretch>
                    </p:blipFill>
                    <p:spPr>
                      <a:xfrm>
                        <a:off x="408716" y="1066132"/>
                        <a:ext cx="4424363" cy="982663"/>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76554805"/>
              </p:ext>
            </p:extLst>
          </p:nvPr>
        </p:nvGraphicFramePr>
        <p:xfrm>
          <a:off x="467144" y="177782"/>
          <a:ext cx="4392612" cy="982663"/>
        </p:xfrm>
        <a:graphic>
          <a:graphicData uri="http://schemas.openxmlformats.org/presentationml/2006/ole">
            <mc:AlternateContent xmlns:mc="http://schemas.openxmlformats.org/markup-compatibility/2006">
              <mc:Choice xmlns:v="urn:schemas-microsoft-com:vml" Requires="v">
                <p:oleObj spid="_x0000_s171881" name="Equation" r:id="rId17" imgW="1765080" imgH="393480" progId="Equation.DSMT4">
                  <p:embed/>
                </p:oleObj>
              </mc:Choice>
              <mc:Fallback>
                <p:oleObj name="Equation" r:id="rId17" imgW="1765080" imgH="393480" progId="Equation.DSMT4">
                  <p:embed/>
                  <p:pic>
                    <p:nvPicPr>
                      <p:cNvPr id="9" name="对象 8"/>
                      <p:cNvPicPr/>
                      <p:nvPr/>
                    </p:nvPicPr>
                    <p:blipFill>
                      <a:blip r:embed="rId18"/>
                      <a:stretch>
                        <a:fillRect/>
                      </a:stretch>
                    </p:blipFill>
                    <p:spPr>
                      <a:xfrm>
                        <a:off x="467144" y="177782"/>
                        <a:ext cx="4392612" cy="982663"/>
                      </a:xfrm>
                      <a:prstGeom prst="rect">
                        <a:avLst/>
                      </a:prstGeom>
                    </p:spPr>
                  </p:pic>
                </p:oleObj>
              </mc:Fallback>
            </mc:AlternateContent>
          </a:graphicData>
        </a:graphic>
      </p:graphicFrame>
    </p:spTree>
    <p:extLst>
      <p:ext uri="{BB962C8B-B14F-4D97-AF65-F5344CB8AC3E}">
        <p14:creationId xmlns:p14="http://schemas.microsoft.com/office/powerpoint/2010/main" val="3596887510"/>
      </p:ext>
    </p:extLst>
  </p:cSld>
  <p:clrMapOvr>
    <a:masterClrMapping/>
  </p:clrMapOvr>
  <p:transition>
    <p:rand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724588453"/>
              </p:ext>
            </p:extLst>
          </p:nvPr>
        </p:nvGraphicFramePr>
        <p:xfrm>
          <a:off x="395536" y="188640"/>
          <a:ext cx="4819650" cy="1047750"/>
        </p:xfrm>
        <a:graphic>
          <a:graphicData uri="http://schemas.openxmlformats.org/presentationml/2006/ole">
            <mc:AlternateContent xmlns:mc="http://schemas.openxmlformats.org/markup-compatibility/2006">
              <mc:Choice xmlns:v="urn:schemas-microsoft-com:vml" Requires="v">
                <p:oleObj spid="_x0000_s172332" name="Equation" r:id="rId3" imgW="1930320" imgH="419040" progId="Equation.DSMT4">
                  <p:embed/>
                </p:oleObj>
              </mc:Choice>
              <mc:Fallback>
                <p:oleObj name="Equation" r:id="rId3" imgW="1930320" imgH="419040" progId="Equation.DSMT4">
                  <p:embed/>
                  <p:pic>
                    <p:nvPicPr>
                      <p:cNvPr id="5" name="对象 4"/>
                      <p:cNvPicPr/>
                      <p:nvPr/>
                    </p:nvPicPr>
                    <p:blipFill>
                      <a:blip r:embed="rId4"/>
                      <a:stretch>
                        <a:fillRect/>
                      </a:stretch>
                    </p:blipFill>
                    <p:spPr>
                      <a:xfrm>
                        <a:off x="395536" y="188640"/>
                        <a:ext cx="4819650" cy="1047750"/>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711843434"/>
              </p:ext>
            </p:extLst>
          </p:nvPr>
        </p:nvGraphicFramePr>
        <p:xfrm>
          <a:off x="251520" y="1266408"/>
          <a:ext cx="7737550" cy="5270694"/>
        </p:xfrm>
        <a:graphic>
          <a:graphicData uri="http://schemas.openxmlformats.org/presentationml/2006/ole">
            <mc:AlternateContent xmlns:mc="http://schemas.openxmlformats.org/markup-compatibility/2006">
              <mc:Choice xmlns:v="urn:schemas-microsoft-com:vml" Requires="v">
                <p:oleObj spid="_x0000_s172333" name="Equation" r:id="rId5" imgW="3416040" imgH="2323800" progId="Equation.DSMT4">
                  <p:embed/>
                </p:oleObj>
              </mc:Choice>
              <mc:Fallback>
                <p:oleObj name="Equation" r:id="rId5" imgW="3416040" imgH="2323800" progId="Equation.DSMT4">
                  <p:embed/>
                  <p:pic>
                    <p:nvPicPr>
                      <p:cNvPr id="2" name="对象 1"/>
                      <p:cNvPicPr/>
                      <p:nvPr/>
                    </p:nvPicPr>
                    <p:blipFill>
                      <a:blip r:embed="rId6"/>
                      <a:stretch>
                        <a:fillRect/>
                      </a:stretch>
                    </p:blipFill>
                    <p:spPr>
                      <a:xfrm>
                        <a:off x="251520" y="1266408"/>
                        <a:ext cx="7737550" cy="5270694"/>
                      </a:xfrm>
                      <a:prstGeom prst="rect">
                        <a:avLst/>
                      </a:prstGeom>
                    </p:spPr>
                  </p:pic>
                </p:oleObj>
              </mc:Fallback>
            </mc:AlternateContent>
          </a:graphicData>
        </a:graphic>
      </p:graphicFrame>
    </p:spTree>
    <p:extLst>
      <p:ext uri="{BB962C8B-B14F-4D97-AF65-F5344CB8AC3E}">
        <p14:creationId xmlns:p14="http://schemas.microsoft.com/office/powerpoint/2010/main" val="2979316649"/>
      </p:ext>
    </p:extLst>
  </p:cSld>
  <p:clrMapOvr>
    <a:masterClrMapping/>
  </p:clrMapOvr>
  <p:transition>
    <p:rand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06524158"/>
              </p:ext>
            </p:extLst>
          </p:nvPr>
        </p:nvGraphicFramePr>
        <p:xfrm>
          <a:off x="323528" y="116632"/>
          <a:ext cx="5464175" cy="979487"/>
        </p:xfrm>
        <a:graphic>
          <a:graphicData uri="http://schemas.openxmlformats.org/presentationml/2006/ole">
            <mc:AlternateContent xmlns:mc="http://schemas.openxmlformats.org/markup-compatibility/2006">
              <mc:Choice xmlns:v="urn:schemas-microsoft-com:vml" Requires="v">
                <p:oleObj spid="_x0000_s173807" name="Equation" r:id="rId3" imgW="2412720" imgH="431640" progId="Equation.DSMT4">
                  <p:embed/>
                </p:oleObj>
              </mc:Choice>
              <mc:Fallback>
                <p:oleObj name="Equation" r:id="rId3" imgW="2412720" imgH="431640" progId="Equation.DSMT4">
                  <p:embed/>
                  <p:pic>
                    <p:nvPicPr>
                      <p:cNvPr id="3" name="对象 2"/>
                      <p:cNvPicPr/>
                      <p:nvPr/>
                    </p:nvPicPr>
                    <p:blipFill>
                      <a:blip r:embed="rId4"/>
                      <a:stretch>
                        <a:fillRect/>
                      </a:stretch>
                    </p:blipFill>
                    <p:spPr>
                      <a:xfrm>
                        <a:off x="323528" y="116632"/>
                        <a:ext cx="5464175" cy="979487"/>
                      </a:xfrm>
                      <a:prstGeom prst="rect">
                        <a:avLst/>
                      </a:prstGeom>
                    </p:spPr>
                  </p:pic>
                </p:oleObj>
              </mc:Fallback>
            </mc:AlternateContent>
          </a:graphicData>
        </a:graphic>
      </p:graphicFrame>
      <p:sp>
        <p:nvSpPr>
          <p:cNvPr id="3" name="Rectangle 3"/>
          <p:cNvSpPr>
            <a:spLocks noChangeArrowheads="1"/>
          </p:cNvSpPr>
          <p:nvPr/>
        </p:nvSpPr>
        <p:spPr bwMode="auto">
          <a:xfrm>
            <a:off x="308542" y="1376933"/>
            <a:ext cx="64807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2800" b="1" dirty="0">
                <a:solidFill>
                  <a:srgbClr val="FFFFFF"/>
                </a:solidFill>
                <a:latin typeface="Book Antiqua" panose="02040602050305030304" pitchFamily="18" charset="0"/>
              </a:rPr>
              <a:t>令</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065481604"/>
              </p:ext>
            </p:extLst>
          </p:nvPr>
        </p:nvGraphicFramePr>
        <p:xfrm>
          <a:off x="956614" y="1196752"/>
          <a:ext cx="904875" cy="879475"/>
        </p:xfrm>
        <a:graphic>
          <a:graphicData uri="http://schemas.openxmlformats.org/presentationml/2006/ole">
            <mc:AlternateContent xmlns:mc="http://schemas.openxmlformats.org/markup-compatibility/2006">
              <mc:Choice xmlns:v="urn:schemas-microsoft-com:vml" Requires="v">
                <p:oleObj spid="_x0000_s173808" name="Equation" r:id="rId5" imgW="431640" imgH="419040" progId="Equation.DSMT4">
                  <p:embed/>
                </p:oleObj>
              </mc:Choice>
              <mc:Fallback>
                <p:oleObj name="Equation" r:id="rId5" imgW="431640" imgH="419040" progId="Equation.DSMT4">
                  <p:embed/>
                  <p:pic>
                    <p:nvPicPr>
                      <p:cNvPr id="10" name="对象 9"/>
                      <p:cNvPicPr/>
                      <p:nvPr/>
                    </p:nvPicPr>
                    <p:blipFill>
                      <a:blip r:embed="rId6"/>
                      <a:stretch>
                        <a:fillRect/>
                      </a:stretch>
                    </p:blipFill>
                    <p:spPr>
                      <a:xfrm>
                        <a:off x="956614" y="1196752"/>
                        <a:ext cx="904875" cy="879475"/>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354839379"/>
              </p:ext>
            </p:extLst>
          </p:nvPr>
        </p:nvGraphicFramePr>
        <p:xfrm>
          <a:off x="468313" y="1922463"/>
          <a:ext cx="4630737" cy="979487"/>
        </p:xfrm>
        <a:graphic>
          <a:graphicData uri="http://schemas.openxmlformats.org/presentationml/2006/ole">
            <mc:AlternateContent xmlns:mc="http://schemas.openxmlformats.org/markup-compatibility/2006">
              <mc:Choice xmlns:v="urn:schemas-microsoft-com:vml" Requires="v">
                <p:oleObj spid="_x0000_s173809" name="Equation" r:id="rId7" imgW="2044440" imgH="431640" progId="Equation.DSMT4">
                  <p:embed/>
                </p:oleObj>
              </mc:Choice>
              <mc:Fallback>
                <p:oleObj name="Equation" r:id="rId7" imgW="2044440" imgH="431640" progId="Equation.DSMT4">
                  <p:embed/>
                  <p:pic>
                    <p:nvPicPr>
                      <p:cNvPr id="2" name="对象 1"/>
                      <p:cNvPicPr/>
                      <p:nvPr/>
                    </p:nvPicPr>
                    <p:blipFill>
                      <a:blip r:embed="rId8"/>
                      <a:stretch>
                        <a:fillRect/>
                      </a:stretch>
                    </p:blipFill>
                    <p:spPr>
                      <a:xfrm>
                        <a:off x="468313" y="1922463"/>
                        <a:ext cx="4630737" cy="979487"/>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307055769"/>
              </p:ext>
            </p:extLst>
          </p:nvPr>
        </p:nvGraphicFramePr>
        <p:xfrm>
          <a:off x="179512" y="3013471"/>
          <a:ext cx="7219950" cy="979487"/>
        </p:xfrm>
        <a:graphic>
          <a:graphicData uri="http://schemas.openxmlformats.org/presentationml/2006/ole">
            <mc:AlternateContent xmlns:mc="http://schemas.openxmlformats.org/markup-compatibility/2006">
              <mc:Choice xmlns:v="urn:schemas-microsoft-com:vml" Requires="v">
                <p:oleObj spid="_x0000_s173810" name="Equation" r:id="rId9" imgW="3187440" imgH="431640" progId="Equation.DSMT4">
                  <p:embed/>
                </p:oleObj>
              </mc:Choice>
              <mc:Fallback>
                <p:oleObj name="Equation" r:id="rId9" imgW="3187440" imgH="431640" progId="Equation.DSMT4">
                  <p:embed/>
                  <p:pic>
                    <p:nvPicPr>
                      <p:cNvPr id="5" name="对象 4"/>
                      <p:cNvPicPr/>
                      <p:nvPr/>
                    </p:nvPicPr>
                    <p:blipFill>
                      <a:blip r:embed="rId10"/>
                      <a:stretch>
                        <a:fillRect/>
                      </a:stretch>
                    </p:blipFill>
                    <p:spPr>
                      <a:xfrm>
                        <a:off x="179512" y="3013471"/>
                        <a:ext cx="7219950" cy="979487"/>
                      </a:xfrm>
                      <a:prstGeom prst="rect">
                        <a:avLst/>
                      </a:prstGeom>
                    </p:spPr>
                  </p:pic>
                </p:oleObj>
              </mc:Fallback>
            </mc:AlternateContent>
          </a:graphicData>
        </a:graphic>
      </p:graphicFrame>
      <p:pic>
        <p:nvPicPr>
          <p:cNvPr id="7" name="图片 6"/>
          <p:cNvPicPr>
            <a:picLocks noChangeAspect="1"/>
          </p:cNvPicPr>
          <p:nvPr/>
        </p:nvPicPr>
        <p:blipFill>
          <a:blip r:embed="rId11"/>
          <a:stretch>
            <a:fillRect/>
          </a:stretch>
        </p:blipFill>
        <p:spPr>
          <a:xfrm>
            <a:off x="204346" y="4098544"/>
            <a:ext cx="3888432" cy="1122091"/>
          </a:xfrm>
          <a:prstGeom prst="rect">
            <a:avLst/>
          </a:prstGeom>
        </p:spPr>
      </p:pic>
      <p:sp>
        <p:nvSpPr>
          <p:cNvPr id="8" name="Rectangle 3"/>
          <p:cNvSpPr>
            <a:spLocks noChangeArrowheads="1"/>
          </p:cNvSpPr>
          <p:nvPr/>
        </p:nvSpPr>
        <p:spPr bwMode="auto">
          <a:xfrm>
            <a:off x="5075386" y="4325432"/>
            <a:ext cx="2590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傅里叶级数</a:t>
            </a:r>
          </a:p>
        </p:txBody>
      </p:sp>
      <p:graphicFrame>
        <p:nvGraphicFramePr>
          <p:cNvPr id="9" name="对象 8"/>
          <p:cNvGraphicFramePr>
            <a:graphicFrameLocks noChangeAspect="1"/>
          </p:cNvGraphicFramePr>
          <p:nvPr>
            <p:extLst>
              <p:ext uri="{D42A27DB-BD31-4B8C-83A1-F6EECF244321}">
                <p14:modId xmlns:p14="http://schemas.microsoft.com/office/powerpoint/2010/main" val="1107382194"/>
              </p:ext>
            </p:extLst>
          </p:nvPr>
        </p:nvGraphicFramePr>
        <p:xfrm>
          <a:off x="204346" y="5326221"/>
          <a:ext cx="7219950" cy="979487"/>
        </p:xfrm>
        <a:graphic>
          <a:graphicData uri="http://schemas.openxmlformats.org/presentationml/2006/ole">
            <mc:AlternateContent xmlns:mc="http://schemas.openxmlformats.org/markup-compatibility/2006">
              <mc:Choice xmlns:v="urn:schemas-microsoft-com:vml" Requires="v">
                <p:oleObj spid="_x0000_s173811" name="Equation" r:id="rId12" imgW="3187440" imgH="431640" progId="Equation.DSMT4">
                  <p:embed/>
                </p:oleObj>
              </mc:Choice>
              <mc:Fallback>
                <p:oleObj name="Equation" r:id="rId12" imgW="3187440" imgH="431640" progId="Equation.DSMT4">
                  <p:embed/>
                  <p:pic>
                    <p:nvPicPr>
                      <p:cNvPr id="6" name="对象 5"/>
                      <p:cNvPicPr/>
                      <p:nvPr/>
                    </p:nvPicPr>
                    <p:blipFill>
                      <a:blip r:embed="rId13"/>
                      <a:stretch>
                        <a:fillRect/>
                      </a:stretch>
                    </p:blipFill>
                    <p:spPr>
                      <a:xfrm>
                        <a:off x="204346" y="5326221"/>
                        <a:ext cx="7219950" cy="979487"/>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500350802"/>
              </p:ext>
            </p:extLst>
          </p:nvPr>
        </p:nvGraphicFramePr>
        <p:xfrm>
          <a:off x="5787703" y="2115374"/>
          <a:ext cx="3124491" cy="678769"/>
        </p:xfrm>
        <a:graphic>
          <a:graphicData uri="http://schemas.openxmlformats.org/presentationml/2006/ole">
            <mc:AlternateContent xmlns:mc="http://schemas.openxmlformats.org/markup-compatibility/2006">
              <mc:Choice xmlns:v="urn:schemas-microsoft-com:vml" Requires="v">
                <p:oleObj spid="_x0000_s173812" name="Equation" r:id="rId14" imgW="1815840" imgH="393480" progId="Equation.DSMT4">
                  <p:embed/>
                </p:oleObj>
              </mc:Choice>
              <mc:Fallback>
                <p:oleObj name="Equation" r:id="rId14" imgW="1815840" imgH="393480" progId="Equation.DSMT4">
                  <p:embed/>
                  <p:pic>
                    <p:nvPicPr>
                      <p:cNvPr id="5" name="对象 4"/>
                      <p:cNvPicPr/>
                      <p:nvPr/>
                    </p:nvPicPr>
                    <p:blipFill>
                      <a:blip r:embed="rId15"/>
                      <a:stretch>
                        <a:fillRect/>
                      </a:stretch>
                    </p:blipFill>
                    <p:spPr>
                      <a:xfrm>
                        <a:off x="5787703" y="2115374"/>
                        <a:ext cx="3124491" cy="678769"/>
                      </a:xfrm>
                      <a:prstGeom prst="rect">
                        <a:avLst/>
                      </a:prstGeom>
                    </p:spPr>
                  </p:pic>
                </p:oleObj>
              </mc:Fallback>
            </mc:AlternateContent>
          </a:graphicData>
        </a:graphic>
      </p:graphicFrame>
      <p:sp>
        <p:nvSpPr>
          <p:cNvPr id="11" name="左箭头 10"/>
          <p:cNvSpPr/>
          <p:nvPr/>
        </p:nvSpPr>
        <p:spPr bwMode="auto">
          <a:xfrm>
            <a:off x="5220072" y="2357351"/>
            <a:ext cx="504056" cy="149201"/>
          </a:xfrm>
          <a:prstGeom prst="left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2" name="左箭头 11"/>
          <p:cNvSpPr/>
          <p:nvPr/>
        </p:nvSpPr>
        <p:spPr bwMode="auto">
          <a:xfrm>
            <a:off x="4437533" y="4510388"/>
            <a:ext cx="504056" cy="149201"/>
          </a:xfrm>
          <a:prstGeom prst="left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271300409"/>
      </p:ext>
    </p:extLst>
  </p:cSld>
  <p:clrMapOvr>
    <a:masterClrMapping/>
  </p:clrMapOvr>
  <p:transition>
    <p:rand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324128523"/>
              </p:ext>
            </p:extLst>
          </p:nvPr>
        </p:nvGraphicFramePr>
        <p:xfrm>
          <a:off x="251520" y="260648"/>
          <a:ext cx="7219950" cy="979487"/>
        </p:xfrm>
        <a:graphic>
          <a:graphicData uri="http://schemas.openxmlformats.org/presentationml/2006/ole">
            <mc:AlternateContent xmlns:mc="http://schemas.openxmlformats.org/markup-compatibility/2006">
              <mc:Choice xmlns:v="urn:schemas-microsoft-com:vml" Requires="v">
                <p:oleObj spid="_x0000_s174505" name="Equation" r:id="rId3" imgW="3187440" imgH="431640" progId="Equation.DSMT4">
                  <p:embed/>
                </p:oleObj>
              </mc:Choice>
              <mc:Fallback>
                <p:oleObj name="Equation" r:id="rId3" imgW="3187440" imgH="431640" progId="Equation.DSMT4">
                  <p:embed/>
                  <p:pic>
                    <p:nvPicPr>
                      <p:cNvPr id="9" name="对象 8"/>
                      <p:cNvPicPr/>
                      <p:nvPr/>
                    </p:nvPicPr>
                    <p:blipFill>
                      <a:blip r:embed="rId4"/>
                      <a:stretch>
                        <a:fillRect/>
                      </a:stretch>
                    </p:blipFill>
                    <p:spPr>
                      <a:xfrm>
                        <a:off x="251520" y="260648"/>
                        <a:ext cx="7219950" cy="979487"/>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4194984498"/>
              </p:ext>
            </p:extLst>
          </p:nvPr>
        </p:nvGraphicFramePr>
        <p:xfrm>
          <a:off x="439738" y="1412875"/>
          <a:ext cx="4341812" cy="979488"/>
        </p:xfrm>
        <a:graphic>
          <a:graphicData uri="http://schemas.openxmlformats.org/presentationml/2006/ole">
            <mc:AlternateContent xmlns:mc="http://schemas.openxmlformats.org/markup-compatibility/2006">
              <mc:Choice xmlns:v="urn:schemas-microsoft-com:vml" Requires="v">
                <p:oleObj spid="_x0000_s174506" name="Equation" r:id="rId5" imgW="1917360" imgH="431640" progId="Equation.DSMT4">
                  <p:embed/>
                </p:oleObj>
              </mc:Choice>
              <mc:Fallback>
                <p:oleObj name="Equation" r:id="rId5" imgW="1917360" imgH="431640" progId="Equation.DSMT4">
                  <p:embed/>
                  <p:pic>
                    <p:nvPicPr>
                      <p:cNvPr id="2" name="对象 1"/>
                      <p:cNvPicPr/>
                      <p:nvPr/>
                    </p:nvPicPr>
                    <p:blipFill>
                      <a:blip r:embed="rId6"/>
                      <a:stretch>
                        <a:fillRect/>
                      </a:stretch>
                    </p:blipFill>
                    <p:spPr>
                      <a:xfrm>
                        <a:off x="439738" y="1412875"/>
                        <a:ext cx="4341812" cy="979488"/>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319479922"/>
              </p:ext>
            </p:extLst>
          </p:nvPr>
        </p:nvGraphicFramePr>
        <p:xfrm>
          <a:off x="447270" y="2392363"/>
          <a:ext cx="7361238" cy="3773487"/>
        </p:xfrm>
        <a:graphic>
          <a:graphicData uri="http://schemas.openxmlformats.org/presentationml/2006/ole">
            <mc:AlternateContent xmlns:mc="http://schemas.openxmlformats.org/markup-compatibility/2006">
              <mc:Choice xmlns:v="urn:schemas-microsoft-com:vml" Requires="v">
                <p:oleObj spid="_x0000_s174507" name="Equation" r:id="rId7" imgW="3251160" imgH="1663560" progId="Equation.DSMT4">
                  <p:embed/>
                </p:oleObj>
              </mc:Choice>
              <mc:Fallback>
                <p:oleObj name="Equation" r:id="rId7" imgW="3251160" imgH="1663560" progId="Equation.DSMT4">
                  <p:embed/>
                  <p:pic>
                    <p:nvPicPr>
                      <p:cNvPr id="3" name="对象 2"/>
                      <p:cNvPicPr/>
                      <p:nvPr/>
                    </p:nvPicPr>
                    <p:blipFill>
                      <a:blip r:embed="rId8"/>
                      <a:stretch>
                        <a:fillRect/>
                      </a:stretch>
                    </p:blipFill>
                    <p:spPr>
                      <a:xfrm>
                        <a:off x="447270" y="2392363"/>
                        <a:ext cx="7361238" cy="3773487"/>
                      </a:xfrm>
                      <a:prstGeom prst="rect">
                        <a:avLst/>
                      </a:prstGeom>
                    </p:spPr>
                  </p:pic>
                </p:oleObj>
              </mc:Fallback>
            </mc:AlternateContent>
          </a:graphicData>
        </a:graphic>
      </p:graphicFrame>
      <p:sp>
        <p:nvSpPr>
          <p:cNvPr id="5" name="文本框 4"/>
          <p:cNvSpPr txBox="1"/>
          <p:nvPr/>
        </p:nvSpPr>
        <p:spPr>
          <a:xfrm>
            <a:off x="683568" y="6013605"/>
            <a:ext cx="5688632" cy="584775"/>
          </a:xfrm>
          <a:prstGeom prst="rect">
            <a:avLst/>
          </a:prstGeom>
          <a:noFill/>
        </p:spPr>
        <p:txBody>
          <a:bodyPr wrap="square" rtlCol="0">
            <a:spAutoFit/>
          </a:bodyPr>
          <a:lstStyle/>
          <a:p>
            <a:r>
              <a:rPr lang="zh-CN" altLang="en-US" dirty="0"/>
              <a:t>自然数倒数的平方和等于</a:t>
            </a:r>
          </a:p>
        </p:txBody>
      </p:sp>
      <mc:AlternateContent xmlns:mc="http://schemas.openxmlformats.org/markup-compatibility/2006" xmlns:a14="http://schemas.microsoft.com/office/drawing/2010/main">
        <mc:Choice Requires="a14">
          <p:sp>
            <p:nvSpPr>
              <p:cNvPr id="7" name="矩形 6"/>
              <p:cNvSpPr/>
              <p:nvPr/>
            </p:nvSpPr>
            <p:spPr>
              <a:xfrm>
                <a:off x="5364088" y="5765749"/>
                <a:ext cx="743986" cy="10804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1">
                                  <a:latin typeface="Cambria Math" panose="02040503050406030204" pitchFamily="18" charset="0"/>
                                </a:rPr>
                                <m:t>𝜋</m:t>
                              </m:r>
                            </m:e>
                            <m:sup>
                              <m:r>
                                <a:rPr lang="zh-CN" altLang="en-US" i="0">
                                  <a:latin typeface="Cambria Math" panose="02040503050406030204" pitchFamily="18" charset="0"/>
                                </a:rPr>
                                <m:t>2</m:t>
                              </m:r>
                            </m:sup>
                          </m:sSup>
                        </m:num>
                        <m:den>
                          <m:r>
                            <a:rPr lang="zh-CN" altLang="en-US" i="0">
                              <a:latin typeface="Cambria Math" panose="02040503050406030204" pitchFamily="18" charset="0"/>
                            </a:rPr>
                            <m:t>6</m:t>
                          </m:r>
                        </m:den>
                      </m:f>
                    </m:oMath>
                  </m:oMathPara>
                </a14:m>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5364088" y="5765749"/>
                <a:ext cx="743986" cy="1080489"/>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07251449"/>
      </p:ext>
    </p:extLst>
  </p:cSld>
  <p:clrMapOvr>
    <a:masterClrMapping/>
  </p:clrMapOvr>
  <p:transition>
    <p:rand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989183358"/>
              </p:ext>
            </p:extLst>
          </p:nvPr>
        </p:nvGraphicFramePr>
        <p:xfrm>
          <a:off x="95969" y="751937"/>
          <a:ext cx="5895975" cy="1008062"/>
        </p:xfrm>
        <a:graphic>
          <a:graphicData uri="http://schemas.openxmlformats.org/presentationml/2006/ole">
            <mc:AlternateContent xmlns:mc="http://schemas.openxmlformats.org/markup-compatibility/2006">
              <mc:Choice xmlns:v="urn:schemas-microsoft-com:vml" Requires="v">
                <p:oleObj spid="_x0000_s175390" name="Equation" r:id="rId3" imgW="2603160" imgH="444240" progId="Equation.DSMT4">
                  <p:embed/>
                </p:oleObj>
              </mc:Choice>
              <mc:Fallback>
                <p:oleObj name="Equation" r:id="rId3" imgW="2603160" imgH="444240" progId="Equation.DSMT4">
                  <p:embed/>
                  <p:pic>
                    <p:nvPicPr>
                      <p:cNvPr id="4" name="对象 3"/>
                      <p:cNvPicPr/>
                      <p:nvPr/>
                    </p:nvPicPr>
                    <p:blipFill>
                      <a:blip r:embed="rId4"/>
                      <a:stretch>
                        <a:fillRect/>
                      </a:stretch>
                    </p:blipFill>
                    <p:spPr>
                      <a:xfrm>
                        <a:off x="95969" y="751937"/>
                        <a:ext cx="5895975" cy="1008062"/>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830505077"/>
              </p:ext>
            </p:extLst>
          </p:nvPr>
        </p:nvGraphicFramePr>
        <p:xfrm>
          <a:off x="178875" y="-101925"/>
          <a:ext cx="5788025" cy="1060450"/>
        </p:xfrm>
        <a:graphic>
          <a:graphicData uri="http://schemas.openxmlformats.org/presentationml/2006/ole">
            <mc:AlternateContent xmlns:mc="http://schemas.openxmlformats.org/markup-compatibility/2006">
              <mc:Choice xmlns:v="urn:schemas-microsoft-com:vml" Requires="v">
                <p:oleObj spid="_x0000_s175391" name="Equation" r:id="rId5" imgW="2425680" imgH="444240" progId="Equation.DSMT4">
                  <p:embed/>
                </p:oleObj>
              </mc:Choice>
              <mc:Fallback>
                <p:oleObj name="Equation" r:id="rId5" imgW="2425680" imgH="444240" progId="Equation.DSMT4">
                  <p:embed/>
                  <p:pic>
                    <p:nvPicPr>
                      <p:cNvPr id="3" name="对象 2"/>
                      <p:cNvPicPr/>
                      <p:nvPr/>
                    </p:nvPicPr>
                    <p:blipFill>
                      <a:blip r:embed="rId6"/>
                      <a:stretch>
                        <a:fillRect/>
                      </a:stretch>
                    </p:blipFill>
                    <p:spPr>
                      <a:xfrm>
                        <a:off x="178875" y="-101925"/>
                        <a:ext cx="5788025" cy="1060450"/>
                      </a:xfrm>
                      <a:prstGeom prst="rect">
                        <a:avLst/>
                      </a:prstGeom>
                    </p:spPr>
                  </p:pic>
                </p:oleObj>
              </mc:Fallback>
            </mc:AlternateContent>
          </a:graphicData>
        </a:graphic>
      </p:graphicFrame>
      <p:sp>
        <p:nvSpPr>
          <p:cNvPr id="4" name="矩形 3"/>
          <p:cNvSpPr/>
          <p:nvPr/>
        </p:nvSpPr>
        <p:spPr>
          <a:xfrm>
            <a:off x="-54081" y="1699062"/>
            <a:ext cx="7188186" cy="584775"/>
          </a:xfrm>
          <a:prstGeom prst="rect">
            <a:avLst/>
          </a:prstGeom>
        </p:spPr>
        <p:txBody>
          <a:bodyPr wrap="none">
            <a:spAutoFit/>
          </a:bodyPr>
          <a:lstStyle/>
          <a:p>
            <a:r>
              <a:rPr lang="zh-CN" altLang="en-US" b="1" dirty="0">
                <a:solidFill>
                  <a:srgbClr val="FFFF66"/>
                </a:solidFill>
                <a:latin typeface="Arial" panose="020B0604020202020204" pitchFamily="34" charset="0"/>
              </a:rPr>
              <a:t>巴塞尔问题：伯努利家族和欧拉的家乡</a:t>
            </a:r>
            <a:endParaRPr lang="zh-CN" altLang="en-US" dirty="0">
              <a:solidFill>
                <a:srgbClr val="FFFF66"/>
              </a:solidFill>
            </a:endParaRPr>
          </a:p>
        </p:txBody>
      </p:sp>
      <p:sp>
        <p:nvSpPr>
          <p:cNvPr id="5" name="矩形 4"/>
          <p:cNvSpPr/>
          <p:nvPr/>
        </p:nvSpPr>
        <p:spPr>
          <a:xfrm>
            <a:off x="-67897" y="2131716"/>
            <a:ext cx="7707559" cy="584775"/>
          </a:xfrm>
          <a:prstGeom prst="rect">
            <a:avLst/>
          </a:prstGeom>
        </p:spPr>
        <p:txBody>
          <a:bodyPr wrap="none">
            <a:spAutoFit/>
          </a:bodyPr>
          <a:lstStyle/>
          <a:p>
            <a:r>
              <a:rPr lang="en-US" altLang="zh-CN" dirty="0"/>
              <a:t>1650</a:t>
            </a:r>
            <a:r>
              <a:rPr lang="zh-CN" altLang="en-US" dirty="0"/>
              <a:t>年意大利数学家</a:t>
            </a:r>
            <a:r>
              <a:rPr lang="zh-CN" altLang="en-US" u="sng" dirty="0">
                <a:hlinkClick r:id="rId7"/>
              </a:rPr>
              <a:t>皮耶特罗</a:t>
            </a:r>
            <a:r>
              <a:rPr lang="en-US" altLang="zh-CN" u="sng" dirty="0">
                <a:hlinkClick r:id="rId7"/>
              </a:rPr>
              <a:t>·</a:t>
            </a:r>
            <a:r>
              <a:rPr lang="zh-CN" altLang="en-US" u="sng" dirty="0">
                <a:hlinkClick r:id="rId7"/>
              </a:rPr>
              <a:t>门戈利</a:t>
            </a:r>
            <a:r>
              <a:rPr lang="zh-CN" altLang="en-US" u="sng" dirty="0"/>
              <a:t>提出</a:t>
            </a:r>
            <a:endParaRPr lang="zh-CN" altLang="en-US" dirty="0"/>
          </a:p>
        </p:txBody>
      </p:sp>
      <p:sp>
        <p:nvSpPr>
          <p:cNvPr id="6" name="矩形 5"/>
          <p:cNvSpPr/>
          <p:nvPr/>
        </p:nvSpPr>
        <p:spPr>
          <a:xfrm>
            <a:off x="178875" y="3260755"/>
            <a:ext cx="184731" cy="584775"/>
          </a:xfrm>
          <a:prstGeom prst="rect">
            <a:avLst/>
          </a:prstGeom>
        </p:spPr>
        <p:txBody>
          <a:bodyPr wrap="none">
            <a:spAutoFit/>
          </a:bodyPr>
          <a:lstStyle/>
          <a:p>
            <a:endParaRPr lang="zh-CN" altLang="en-US" dirty="0"/>
          </a:p>
        </p:txBody>
      </p:sp>
      <p:sp>
        <p:nvSpPr>
          <p:cNvPr id="7" name="矩形 6"/>
          <p:cNvSpPr/>
          <p:nvPr/>
        </p:nvSpPr>
        <p:spPr>
          <a:xfrm>
            <a:off x="-80620" y="2660929"/>
            <a:ext cx="7377232" cy="1692771"/>
          </a:xfrm>
          <a:prstGeom prst="rect">
            <a:avLst/>
          </a:prstGeom>
        </p:spPr>
        <p:txBody>
          <a:bodyPr wrap="square">
            <a:spAutoFit/>
          </a:bodyPr>
          <a:lstStyle/>
          <a:p>
            <a:r>
              <a:rPr lang="en-US" altLang="zh-CN" dirty="0"/>
              <a:t>1700</a:t>
            </a:r>
            <a:r>
              <a:rPr lang="zh-CN" altLang="en-US" dirty="0"/>
              <a:t>左右 雅各布</a:t>
            </a:r>
            <a:r>
              <a:rPr lang="en-US" altLang="zh-CN" dirty="0"/>
              <a:t>·</a:t>
            </a:r>
            <a:r>
              <a:rPr lang="zh-CN" altLang="en-US" dirty="0"/>
              <a:t>伯努利计算了大量级数，但未能解决，</a:t>
            </a:r>
            <a:r>
              <a:rPr lang="en-US" altLang="zh-CN" dirty="0"/>
              <a:t>1705</a:t>
            </a:r>
            <a:r>
              <a:rPr lang="zh-CN" altLang="en-US" dirty="0"/>
              <a:t>年伯努利去世。</a:t>
            </a:r>
            <a:endParaRPr lang="en-US" altLang="zh-CN" dirty="0"/>
          </a:p>
          <a:p>
            <a:r>
              <a:rPr lang="zh-CN" altLang="en-US" sz="2000" dirty="0"/>
              <a:t>“假如有人能够求出这个我们直到现在还未求出的和并能把它通知我们，我们将会很感谢他。”</a:t>
            </a:r>
            <a:endParaRPr lang="en-US" altLang="zh-CN" sz="2000" dirty="0"/>
          </a:p>
        </p:txBody>
      </p:sp>
      <p:sp>
        <p:nvSpPr>
          <p:cNvPr id="8" name="矩形 7"/>
          <p:cNvSpPr/>
          <p:nvPr/>
        </p:nvSpPr>
        <p:spPr>
          <a:xfrm>
            <a:off x="-59730" y="5028757"/>
            <a:ext cx="5109091" cy="584775"/>
          </a:xfrm>
          <a:prstGeom prst="rect">
            <a:avLst/>
          </a:prstGeom>
        </p:spPr>
        <p:txBody>
          <a:bodyPr wrap="none">
            <a:spAutoFit/>
          </a:bodyPr>
          <a:lstStyle/>
          <a:p>
            <a:r>
              <a:rPr lang="en-US" altLang="zh-CN" dirty="0"/>
              <a:t>1744</a:t>
            </a:r>
            <a:r>
              <a:rPr lang="zh-CN" altLang="en-US" dirty="0"/>
              <a:t>年欧拉给出了严格证明</a:t>
            </a:r>
          </a:p>
        </p:txBody>
      </p:sp>
      <p:sp>
        <p:nvSpPr>
          <p:cNvPr id="9" name="矩形 8"/>
          <p:cNvSpPr/>
          <p:nvPr/>
        </p:nvSpPr>
        <p:spPr>
          <a:xfrm>
            <a:off x="-80620" y="5799224"/>
            <a:ext cx="5360763" cy="584775"/>
          </a:xfrm>
          <a:prstGeom prst="rect">
            <a:avLst/>
          </a:prstGeom>
        </p:spPr>
        <p:txBody>
          <a:bodyPr wrap="none">
            <a:spAutoFit/>
          </a:bodyPr>
          <a:lstStyle/>
          <a:p>
            <a:r>
              <a:rPr lang="en-US" altLang="zh-CN" dirty="0"/>
              <a:t>1835</a:t>
            </a:r>
            <a:r>
              <a:rPr lang="zh-CN" altLang="en-US" dirty="0"/>
              <a:t>年黎曼提出黎曼</a:t>
            </a:r>
            <a:r>
              <a:rPr lang="en-US" altLang="zh-CN" dirty="0"/>
              <a:t>zeta</a:t>
            </a:r>
            <a:r>
              <a:rPr lang="zh-CN" altLang="en-US" dirty="0"/>
              <a:t>函数</a:t>
            </a:r>
          </a:p>
        </p:txBody>
      </p:sp>
      <p:pic>
        <p:nvPicPr>
          <p:cNvPr id="10" name="图片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556107" y="2545475"/>
            <a:ext cx="1199578" cy="1300055"/>
          </a:xfrm>
          <a:prstGeom prst="rect">
            <a:avLst/>
          </a:prstGeom>
        </p:spPr>
      </p:pic>
      <p:pic>
        <p:nvPicPr>
          <p:cNvPr id="11" name="图片 10"/>
          <p:cNvPicPr>
            <a:picLocks noChangeAspect="1"/>
          </p:cNvPicPr>
          <p:nvPr/>
        </p:nvPicPr>
        <p:blipFill rotWithShape="1">
          <a:blip r:embed="rId9" cstate="print">
            <a:extLst>
              <a:ext uri="{28A0092B-C50C-407E-A947-70E740481C1C}">
                <a14:useLocalDpi xmlns:a14="http://schemas.microsoft.com/office/drawing/2010/main" val="0"/>
              </a:ext>
            </a:extLst>
          </a:blip>
          <a:srcRect l="15095" r="14244"/>
          <a:stretch/>
        </p:blipFill>
        <p:spPr>
          <a:xfrm>
            <a:off x="7324512" y="4398841"/>
            <a:ext cx="1433734" cy="1523292"/>
          </a:xfrm>
          <a:prstGeom prst="rect">
            <a:avLst/>
          </a:prstGeom>
        </p:spPr>
      </p:pic>
      <p:sp>
        <p:nvSpPr>
          <p:cNvPr id="12" name="矩形 11"/>
          <p:cNvSpPr/>
          <p:nvPr/>
        </p:nvSpPr>
        <p:spPr>
          <a:xfrm>
            <a:off x="-108520" y="4398841"/>
            <a:ext cx="7433032" cy="584775"/>
          </a:xfrm>
          <a:prstGeom prst="rect">
            <a:avLst/>
          </a:prstGeom>
        </p:spPr>
        <p:txBody>
          <a:bodyPr wrap="square">
            <a:spAutoFit/>
          </a:bodyPr>
          <a:lstStyle/>
          <a:p>
            <a:r>
              <a:rPr lang="en-US" altLang="zh-CN" dirty="0"/>
              <a:t>1735</a:t>
            </a:r>
            <a:r>
              <a:rPr lang="zh-CN" altLang="en-US" dirty="0"/>
              <a:t>年欧拉给出了初步证明，年仅</a:t>
            </a:r>
            <a:r>
              <a:rPr lang="en-US" altLang="zh-CN" dirty="0"/>
              <a:t>28</a:t>
            </a:r>
            <a:r>
              <a:rPr lang="zh-CN" altLang="en-US" dirty="0"/>
              <a:t>岁</a:t>
            </a:r>
          </a:p>
        </p:txBody>
      </p:sp>
      <p:pic>
        <p:nvPicPr>
          <p:cNvPr id="13" name="图片 1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524173" y="5011908"/>
            <a:ext cx="950324" cy="1267099"/>
          </a:xfrm>
          <a:prstGeom prst="rect">
            <a:avLst/>
          </a:prstGeom>
        </p:spPr>
      </p:pic>
      <p:sp>
        <p:nvSpPr>
          <p:cNvPr id="14" name="文本框 13"/>
          <p:cNvSpPr txBox="1"/>
          <p:nvPr/>
        </p:nvSpPr>
        <p:spPr>
          <a:xfrm>
            <a:off x="6995161" y="3937812"/>
            <a:ext cx="2321469" cy="400110"/>
          </a:xfrm>
          <a:prstGeom prst="rect">
            <a:avLst/>
          </a:prstGeom>
          <a:noFill/>
        </p:spPr>
        <p:txBody>
          <a:bodyPr wrap="none" rtlCol="0">
            <a:spAutoFit/>
          </a:bodyPr>
          <a:lstStyle/>
          <a:p>
            <a:r>
              <a:rPr lang="zh-CN" altLang="en-US" sz="2000" dirty="0"/>
              <a:t>欧拉（</a:t>
            </a:r>
            <a:r>
              <a:rPr lang="en-US" altLang="zh-CN" sz="2000" dirty="0"/>
              <a:t>1707-1783</a:t>
            </a:r>
            <a:r>
              <a:rPr lang="zh-CN" altLang="en-US" sz="2000" dirty="0"/>
              <a:t>）</a:t>
            </a:r>
          </a:p>
        </p:txBody>
      </p:sp>
      <p:sp>
        <p:nvSpPr>
          <p:cNvPr id="15" name="文本框 14"/>
          <p:cNvSpPr txBox="1"/>
          <p:nvPr/>
        </p:nvSpPr>
        <p:spPr>
          <a:xfrm>
            <a:off x="6986949" y="5902127"/>
            <a:ext cx="2321469" cy="400110"/>
          </a:xfrm>
          <a:prstGeom prst="rect">
            <a:avLst/>
          </a:prstGeom>
          <a:noFill/>
        </p:spPr>
        <p:txBody>
          <a:bodyPr wrap="none" rtlCol="0">
            <a:spAutoFit/>
          </a:bodyPr>
          <a:lstStyle/>
          <a:p>
            <a:r>
              <a:rPr lang="zh-CN" altLang="en-US" sz="2000" dirty="0"/>
              <a:t>黎曼（</a:t>
            </a:r>
            <a:r>
              <a:rPr lang="en-US" altLang="zh-CN" sz="2000" dirty="0"/>
              <a:t>1826-1866</a:t>
            </a:r>
            <a:r>
              <a:rPr lang="zh-CN" altLang="en-US" sz="2000" dirty="0"/>
              <a:t>）</a:t>
            </a:r>
          </a:p>
        </p:txBody>
      </p:sp>
      <p:sp>
        <p:nvSpPr>
          <p:cNvPr id="16" name="文本框 15"/>
          <p:cNvSpPr txBox="1"/>
          <p:nvPr/>
        </p:nvSpPr>
        <p:spPr>
          <a:xfrm>
            <a:off x="5258410" y="6302237"/>
            <a:ext cx="1467068" cy="400110"/>
          </a:xfrm>
          <a:prstGeom prst="rect">
            <a:avLst/>
          </a:prstGeom>
          <a:noFill/>
        </p:spPr>
        <p:txBody>
          <a:bodyPr wrap="none" rtlCol="0">
            <a:spAutoFit/>
          </a:bodyPr>
          <a:lstStyle/>
          <a:p>
            <a:r>
              <a:rPr lang="zh-CN" altLang="en-US" sz="2000" dirty="0"/>
              <a:t>瑞士巴塞尔</a:t>
            </a:r>
          </a:p>
        </p:txBody>
      </p:sp>
      <p:pic>
        <p:nvPicPr>
          <p:cNvPr id="19" name="图片 18"/>
          <p:cNvPicPr>
            <a:picLocks noChangeAspect="1"/>
          </p:cNvPicPr>
          <p:nvPr/>
        </p:nvPicPr>
        <p:blipFill>
          <a:blip r:embed="rId11"/>
          <a:stretch>
            <a:fillRect/>
          </a:stretch>
        </p:blipFill>
        <p:spPr>
          <a:xfrm>
            <a:off x="6986949" y="131017"/>
            <a:ext cx="2095500" cy="1957388"/>
          </a:xfrm>
          <a:prstGeom prst="rect">
            <a:avLst/>
          </a:prstGeom>
        </p:spPr>
      </p:pic>
    </p:spTree>
    <p:extLst>
      <p:ext uri="{BB962C8B-B14F-4D97-AF65-F5344CB8AC3E}">
        <p14:creationId xmlns:p14="http://schemas.microsoft.com/office/powerpoint/2010/main" val="1108688150"/>
      </p:ext>
    </p:extLst>
  </p:cSld>
  <p:clrMapOvr>
    <a:masterClrMapping/>
  </p:clrMapOvr>
  <p:transition>
    <p:rand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834" y="188640"/>
            <a:ext cx="7188186" cy="584775"/>
          </a:xfrm>
          <a:prstGeom prst="rect">
            <a:avLst/>
          </a:prstGeom>
        </p:spPr>
        <p:txBody>
          <a:bodyPr wrap="none">
            <a:spAutoFit/>
          </a:bodyPr>
          <a:lstStyle/>
          <a:p>
            <a:r>
              <a:rPr lang="zh-CN" altLang="en-US" b="1" dirty="0">
                <a:solidFill>
                  <a:srgbClr val="FFFF66"/>
                </a:solidFill>
                <a:latin typeface="Arial" panose="020B0604020202020204" pitchFamily="34" charset="0"/>
              </a:rPr>
              <a:t>巴塞尔问题：伯努利家族和欧拉的家乡</a:t>
            </a:r>
            <a:endParaRPr lang="zh-CN" altLang="en-US" dirty="0">
              <a:solidFill>
                <a:srgbClr val="FFFF66"/>
              </a:solidFill>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995106932"/>
              </p:ext>
            </p:extLst>
          </p:nvPr>
        </p:nvGraphicFramePr>
        <p:xfrm>
          <a:off x="107504" y="773415"/>
          <a:ext cx="5895975" cy="1008062"/>
        </p:xfrm>
        <a:graphic>
          <a:graphicData uri="http://schemas.openxmlformats.org/presentationml/2006/ole">
            <mc:AlternateContent xmlns:mc="http://schemas.openxmlformats.org/markup-compatibility/2006">
              <mc:Choice xmlns:v="urn:schemas-microsoft-com:vml" Requires="v">
                <p:oleObj spid="_x0000_s176674" name="Equation" r:id="rId3" imgW="2603160" imgH="444240" progId="Equation.DSMT4">
                  <p:embed/>
                </p:oleObj>
              </mc:Choice>
              <mc:Fallback>
                <p:oleObj name="Equation" r:id="rId3" imgW="2603160" imgH="444240" progId="Equation.DSMT4">
                  <p:embed/>
                  <p:pic>
                    <p:nvPicPr>
                      <p:cNvPr id="2" name="对象 1"/>
                      <p:cNvPicPr/>
                      <p:nvPr/>
                    </p:nvPicPr>
                    <p:blipFill>
                      <a:blip r:embed="rId4"/>
                      <a:stretch>
                        <a:fillRect/>
                      </a:stretch>
                    </p:blipFill>
                    <p:spPr>
                      <a:xfrm>
                        <a:off x="107504" y="773415"/>
                        <a:ext cx="5895975" cy="1008062"/>
                      </a:xfrm>
                      <a:prstGeom prst="rect">
                        <a:avLst/>
                      </a:prstGeom>
                    </p:spPr>
                  </p:pic>
                </p:oleObj>
              </mc:Fallback>
            </mc:AlternateContent>
          </a:graphicData>
        </a:graphic>
      </p:graphicFrame>
      <p:pic>
        <p:nvPicPr>
          <p:cNvPr id="4" name="图片 3"/>
          <p:cNvPicPr>
            <a:picLocks noChangeAspect="1"/>
          </p:cNvPicPr>
          <p:nvPr/>
        </p:nvPicPr>
        <p:blipFill>
          <a:blip r:embed="rId5"/>
          <a:stretch>
            <a:fillRect/>
          </a:stretch>
        </p:blipFill>
        <p:spPr>
          <a:xfrm>
            <a:off x="91092" y="1916832"/>
            <a:ext cx="7601348" cy="684332"/>
          </a:xfrm>
          <a:prstGeom prst="rect">
            <a:avLst/>
          </a:prstGeom>
        </p:spPr>
      </p:pic>
      <p:sp>
        <p:nvSpPr>
          <p:cNvPr id="7" name="矩形 6"/>
          <p:cNvSpPr/>
          <p:nvPr/>
        </p:nvSpPr>
        <p:spPr>
          <a:xfrm>
            <a:off x="91092" y="2736519"/>
            <a:ext cx="4881465" cy="584775"/>
          </a:xfrm>
          <a:prstGeom prst="rect">
            <a:avLst/>
          </a:prstGeom>
        </p:spPr>
        <p:txBody>
          <a:bodyPr wrap="none">
            <a:spAutoFit/>
          </a:bodyPr>
          <a:lstStyle/>
          <a:p>
            <a:r>
              <a:rPr lang="zh-CN" altLang="en-US" dirty="0">
                <a:solidFill>
                  <a:srgbClr val="FFFF66"/>
                </a:solidFill>
              </a:rPr>
              <a:t>两个数都被</a:t>
            </a:r>
            <a:r>
              <a:rPr lang="en-US" altLang="zh-CN" dirty="0">
                <a:solidFill>
                  <a:srgbClr val="FFFF66"/>
                </a:solidFill>
              </a:rPr>
              <a:t>a</a:t>
            </a:r>
            <a:r>
              <a:rPr lang="zh-CN" altLang="en-US" dirty="0">
                <a:solidFill>
                  <a:srgbClr val="FFFF66"/>
                </a:solidFill>
              </a:rPr>
              <a:t>整除的概率：</a:t>
            </a:r>
          </a:p>
        </p:txBody>
      </p:sp>
      <p:graphicFrame>
        <p:nvGraphicFramePr>
          <p:cNvPr id="8" name="对象 7"/>
          <p:cNvGraphicFramePr>
            <a:graphicFrameLocks noChangeAspect="1"/>
          </p:cNvGraphicFramePr>
          <p:nvPr>
            <p:extLst>
              <p:ext uri="{D42A27DB-BD31-4B8C-83A1-F6EECF244321}">
                <p14:modId xmlns:p14="http://schemas.microsoft.com/office/powerpoint/2010/main" val="2877678361"/>
              </p:ext>
            </p:extLst>
          </p:nvPr>
        </p:nvGraphicFramePr>
        <p:xfrm>
          <a:off x="4788024" y="2736519"/>
          <a:ext cx="950261" cy="584775"/>
        </p:xfrm>
        <a:graphic>
          <a:graphicData uri="http://schemas.openxmlformats.org/presentationml/2006/ole">
            <mc:AlternateContent xmlns:mc="http://schemas.openxmlformats.org/markup-compatibility/2006">
              <mc:Choice xmlns:v="urn:schemas-microsoft-com:vml" Requires="v">
                <p:oleObj spid="_x0000_s176675" name="Equation" r:id="rId6" imgW="330120" imgH="203040" progId="Equation.DSMT4">
                  <p:embed/>
                </p:oleObj>
              </mc:Choice>
              <mc:Fallback>
                <p:oleObj name="Equation" r:id="rId6" imgW="330120" imgH="203040" progId="Equation.DSMT4">
                  <p:embed/>
                  <p:pic>
                    <p:nvPicPr>
                      <p:cNvPr id="0" name=""/>
                      <p:cNvPicPr/>
                      <p:nvPr/>
                    </p:nvPicPr>
                    <p:blipFill>
                      <a:blip r:embed="rId7"/>
                      <a:stretch>
                        <a:fillRect/>
                      </a:stretch>
                    </p:blipFill>
                    <p:spPr>
                      <a:xfrm>
                        <a:off x="4788024" y="2736519"/>
                        <a:ext cx="950261" cy="584775"/>
                      </a:xfrm>
                      <a:prstGeom prst="rect">
                        <a:avLst/>
                      </a:prstGeom>
                    </p:spPr>
                  </p:pic>
                </p:oleObj>
              </mc:Fallback>
            </mc:AlternateContent>
          </a:graphicData>
        </a:graphic>
      </p:graphicFrame>
      <p:sp>
        <p:nvSpPr>
          <p:cNvPr id="9" name="矩形 8"/>
          <p:cNvSpPr/>
          <p:nvPr/>
        </p:nvSpPr>
        <p:spPr>
          <a:xfrm>
            <a:off x="126155" y="3573016"/>
            <a:ext cx="2236510" cy="584775"/>
          </a:xfrm>
          <a:prstGeom prst="rect">
            <a:avLst/>
          </a:prstGeom>
        </p:spPr>
        <p:txBody>
          <a:bodyPr wrap="none">
            <a:spAutoFit/>
          </a:bodyPr>
          <a:lstStyle/>
          <a:p>
            <a:r>
              <a:rPr lang="zh-CN" altLang="en-US" dirty="0">
                <a:latin typeface="-apple-system"/>
              </a:rPr>
              <a:t>归一化条件</a:t>
            </a:r>
            <a:endParaRPr lang="zh-CN" altLang="en-US" dirty="0"/>
          </a:p>
        </p:txBody>
      </p:sp>
      <p:graphicFrame>
        <p:nvGraphicFramePr>
          <p:cNvPr id="10" name="对象 9"/>
          <p:cNvGraphicFramePr>
            <a:graphicFrameLocks noChangeAspect="1"/>
          </p:cNvGraphicFramePr>
          <p:nvPr>
            <p:extLst>
              <p:ext uri="{D42A27DB-BD31-4B8C-83A1-F6EECF244321}">
                <p14:modId xmlns:p14="http://schemas.microsoft.com/office/powerpoint/2010/main" val="2156436073"/>
              </p:ext>
            </p:extLst>
          </p:nvPr>
        </p:nvGraphicFramePr>
        <p:xfrm>
          <a:off x="2643212" y="3321294"/>
          <a:ext cx="2300288" cy="1244600"/>
        </p:xfrm>
        <a:graphic>
          <a:graphicData uri="http://schemas.openxmlformats.org/presentationml/2006/ole">
            <mc:AlternateContent xmlns:mc="http://schemas.openxmlformats.org/markup-compatibility/2006">
              <mc:Choice xmlns:v="urn:schemas-microsoft-com:vml" Requires="v">
                <p:oleObj spid="_x0000_s176676" name="Equation" r:id="rId8" imgW="799920" imgH="431640" progId="Equation.DSMT4">
                  <p:embed/>
                </p:oleObj>
              </mc:Choice>
              <mc:Fallback>
                <p:oleObj name="Equation" r:id="rId8" imgW="799920" imgH="431640" progId="Equation.DSMT4">
                  <p:embed/>
                  <p:pic>
                    <p:nvPicPr>
                      <p:cNvPr id="8" name="对象 7"/>
                      <p:cNvPicPr/>
                      <p:nvPr/>
                    </p:nvPicPr>
                    <p:blipFill>
                      <a:blip r:embed="rId9"/>
                      <a:stretch>
                        <a:fillRect/>
                      </a:stretch>
                    </p:blipFill>
                    <p:spPr>
                      <a:xfrm>
                        <a:off x="2643212" y="3321294"/>
                        <a:ext cx="2300288" cy="1244600"/>
                      </a:xfrm>
                      <a:prstGeom prst="rect">
                        <a:avLst/>
                      </a:prstGeom>
                    </p:spPr>
                  </p:pic>
                </p:oleObj>
              </mc:Fallback>
            </mc:AlternateContent>
          </a:graphicData>
        </a:graphic>
      </p:graphicFrame>
      <p:sp>
        <p:nvSpPr>
          <p:cNvPr id="11" name="矩形 10"/>
          <p:cNvSpPr/>
          <p:nvPr/>
        </p:nvSpPr>
        <p:spPr>
          <a:xfrm>
            <a:off x="-8718" y="4449384"/>
            <a:ext cx="7661072" cy="523220"/>
          </a:xfrm>
          <a:prstGeom prst="rect">
            <a:avLst/>
          </a:prstGeom>
        </p:spPr>
        <p:txBody>
          <a:bodyPr wrap="none">
            <a:spAutoFit/>
          </a:bodyPr>
          <a:lstStyle/>
          <a:p>
            <a:r>
              <a:rPr lang="zh-CN" altLang="en-US" sz="2800" dirty="0">
                <a:latin typeface="华文楷体" panose="02010600040101010101" pitchFamily="2" charset="-122"/>
                <a:ea typeface="华文楷体" panose="02010600040101010101" pitchFamily="2" charset="-122"/>
              </a:rPr>
              <a:t>若</a:t>
            </a:r>
            <a:r>
              <a:rPr lang="en-US" altLang="zh-CN" sz="2800" dirty="0">
                <a:latin typeface="华文楷体" panose="02010600040101010101" pitchFamily="2" charset="-122"/>
                <a:ea typeface="华文楷体" panose="02010600040101010101" pitchFamily="2" charset="-122"/>
              </a:rPr>
              <a:t>X</a:t>
            </a:r>
            <a:r>
              <a:rPr lang="zh-CN" altLang="en-US" sz="2800" dirty="0">
                <a:latin typeface="华文楷体" panose="02010600040101010101" pitchFamily="2" charset="-122"/>
                <a:ea typeface="华文楷体" panose="02010600040101010101" pitchFamily="2" charset="-122"/>
              </a:rPr>
              <a:t>和</a:t>
            </a:r>
            <a:r>
              <a:rPr lang="en-US" altLang="zh-CN" sz="2800" dirty="0">
                <a:latin typeface="华文楷体" panose="02010600040101010101" pitchFamily="2" charset="-122"/>
                <a:ea typeface="华文楷体" panose="02010600040101010101" pitchFamily="2" charset="-122"/>
              </a:rPr>
              <a:t>Y</a:t>
            </a:r>
            <a:r>
              <a:rPr lang="zh-CN" altLang="en-US" sz="2800" dirty="0">
                <a:latin typeface="华文楷体" panose="02010600040101010101" pitchFamily="2" charset="-122"/>
                <a:ea typeface="华文楷体" panose="02010600040101010101" pitchFamily="2" charset="-122"/>
              </a:rPr>
              <a:t>足够大且互质，则它们之间只有公因子</a:t>
            </a:r>
            <a:r>
              <a:rPr lang="en-US" altLang="zh-CN" sz="2800" dirty="0">
                <a:latin typeface="华文楷体" panose="02010600040101010101" pitchFamily="2" charset="-122"/>
                <a:ea typeface="华文楷体" panose="02010600040101010101" pitchFamily="2" charset="-122"/>
              </a:rPr>
              <a:t>1</a:t>
            </a:r>
          </a:p>
        </p:txBody>
      </p:sp>
      <p:sp>
        <p:nvSpPr>
          <p:cNvPr id="12" name="矩形 11"/>
          <p:cNvSpPr/>
          <p:nvPr/>
        </p:nvSpPr>
        <p:spPr>
          <a:xfrm>
            <a:off x="-16071" y="5110712"/>
            <a:ext cx="4852610" cy="523220"/>
          </a:xfrm>
          <a:prstGeom prst="rect">
            <a:avLst/>
          </a:prstGeom>
        </p:spPr>
        <p:txBody>
          <a:bodyPr wrap="none">
            <a:spAutoFit/>
          </a:bodyPr>
          <a:lstStyle/>
          <a:p>
            <a:r>
              <a:rPr lang="zh-CN" altLang="en-US" sz="2800" dirty="0">
                <a:latin typeface="华文楷体" panose="02010600040101010101" pitchFamily="2" charset="-122"/>
                <a:ea typeface="华文楷体" panose="02010600040101010101" pitchFamily="2" charset="-122"/>
              </a:rPr>
              <a:t>两个足够大的数互质的概率为</a:t>
            </a:r>
            <a:endParaRPr lang="en-US" altLang="zh-CN" sz="2800" dirty="0">
              <a:latin typeface="华文楷体" panose="02010600040101010101" pitchFamily="2" charset="-122"/>
              <a:ea typeface="华文楷体" panose="02010600040101010101" pitchFamily="2" charset="-122"/>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1574137705"/>
              </p:ext>
            </p:extLst>
          </p:nvPr>
        </p:nvGraphicFramePr>
        <p:xfrm>
          <a:off x="5096479" y="4898256"/>
          <a:ext cx="2555875" cy="1866900"/>
        </p:xfrm>
        <a:graphic>
          <a:graphicData uri="http://schemas.openxmlformats.org/presentationml/2006/ole">
            <mc:AlternateContent xmlns:mc="http://schemas.openxmlformats.org/markup-compatibility/2006">
              <mc:Choice xmlns:v="urn:schemas-microsoft-com:vml" Requires="v">
                <p:oleObj spid="_x0000_s176677" name="Equation" r:id="rId10" imgW="888840" imgH="647640" progId="Equation.DSMT4">
                  <p:embed/>
                </p:oleObj>
              </mc:Choice>
              <mc:Fallback>
                <p:oleObj name="Equation" r:id="rId10" imgW="888840" imgH="647640" progId="Equation.DSMT4">
                  <p:embed/>
                  <p:pic>
                    <p:nvPicPr>
                      <p:cNvPr id="10" name="对象 9"/>
                      <p:cNvPicPr/>
                      <p:nvPr/>
                    </p:nvPicPr>
                    <p:blipFill>
                      <a:blip r:embed="rId11"/>
                      <a:stretch>
                        <a:fillRect/>
                      </a:stretch>
                    </p:blipFill>
                    <p:spPr>
                      <a:xfrm>
                        <a:off x="5096479" y="4898256"/>
                        <a:ext cx="2555875" cy="1866900"/>
                      </a:xfrm>
                      <a:prstGeom prst="rect">
                        <a:avLst/>
                      </a:prstGeom>
                    </p:spPr>
                  </p:pic>
                </p:oleObj>
              </mc:Fallback>
            </mc:AlternateContent>
          </a:graphicData>
        </a:graphic>
      </p:graphicFrame>
      <p:sp>
        <p:nvSpPr>
          <p:cNvPr id="14" name="矩形 13"/>
          <p:cNvSpPr/>
          <p:nvPr/>
        </p:nvSpPr>
        <p:spPr>
          <a:xfrm>
            <a:off x="173724" y="5831706"/>
            <a:ext cx="3057247" cy="584775"/>
          </a:xfrm>
          <a:prstGeom prst="rect">
            <a:avLst/>
          </a:prstGeom>
        </p:spPr>
        <p:txBody>
          <a:bodyPr wrap="none">
            <a:spAutoFit/>
          </a:bodyPr>
          <a:lstStyle/>
          <a:p>
            <a:r>
              <a:rPr lang="zh-CN" altLang="en-US" dirty="0">
                <a:solidFill>
                  <a:schemeClr val="tx2"/>
                </a:solidFill>
                <a:latin typeface="-apple-system"/>
              </a:rPr>
              <a:t>勒让德互质定理</a:t>
            </a:r>
            <a:endParaRPr lang="zh-CN" altLang="en-US" dirty="0">
              <a:solidFill>
                <a:schemeClr val="tx2"/>
              </a:solidFill>
            </a:endParaRPr>
          </a:p>
        </p:txBody>
      </p:sp>
    </p:spTree>
    <p:extLst>
      <p:ext uri="{BB962C8B-B14F-4D97-AF65-F5344CB8AC3E}">
        <p14:creationId xmlns:p14="http://schemas.microsoft.com/office/powerpoint/2010/main" val="1671395818"/>
      </p:ext>
    </p:extLst>
  </p:cSld>
  <p:clrMapOvr>
    <a:masterClrMapping/>
  </p:clrMapOvr>
  <p:transition>
    <p:random/>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007603850"/>
              </p:ext>
            </p:extLst>
          </p:nvPr>
        </p:nvGraphicFramePr>
        <p:xfrm>
          <a:off x="396854" y="1303791"/>
          <a:ext cx="2644775" cy="1008062"/>
        </p:xfrm>
        <a:graphic>
          <a:graphicData uri="http://schemas.openxmlformats.org/presentationml/2006/ole">
            <mc:AlternateContent xmlns:mc="http://schemas.openxmlformats.org/markup-compatibility/2006">
              <mc:Choice xmlns:v="urn:schemas-microsoft-com:vml" Requires="v">
                <p:oleObj spid="_x0000_s177559" name="Equation" r:id="rId3" imgW="1168200" imgH="444240" progId="Equation.DSMT4">
                  <p:embed/>
                </p:oleObj>
              </mc:Choice>
              <mc:Fallback>
                <p:oleObj name="Equation" r:id="rId3" imgW="1168200" imgH="444240" progId="Equation.DSMT4">
                  <p:embed/>
                  <p:pic>
                    <p:nvPicPr>
                      <p:cNvPr id="2" name="对象 1"/>
                      <p:cNvPicPr/>
                      <p:nvPr/>
                    </p:nvPicPr>
                    <p:blipFill>
                      <a:blip r:embed="rId4"/>
                      <a:stretch>
                        <a:fillRect/>
                      </a:stretch>
                    </p:blipFill>
                    <p:spPr>
                      <a:xfrm>
                        <a:off x="396854" y="1303791"/>
                        <a:ext cx="2644775" cy="1008062"/>
                      </a:xfrm>
                      <a:prstGeom prst="rect">
                        <a:avLst/>
                      </a:prstGeom>
                    </p:spPr>
                  </p:pic>
                </p:oleObj>
              </mc:Fallback>
            </mc:AlternateContent>
          </a:graphicData>
        </a:graphic>
      </p:graphicFrame>
      <p:sp>
        <p:nvSpPr>
          <p:cNvPr id="3" name="矩形 2"/>
          <p:cNvSpPr/>
          <p:nvPr/>
        </p:nvSpPr>
        <p:spPr>
          <a:xfrm>
            <a:off x="0" y="2162133"/>
            <a:ext cx="3416320" cy="523220"/>
          </a:xfrm>
          <a:prstGeom prst="rect">
            <a:avLst/>
          </a:prstGeom>
        </p:spPr>
        <p:txBody>
          <a:bodyPr wrap="none">
            <a:spAutoFit/>
          </a:bodyPr>
          <a:lstStyle/>
          <a:p>
            <a:r>
              <a:rPr lang="zh-CN" altLang="en-US" sz="2800" dirty="0">
                <a:latin typeface="华文楷体" panose="02010600040101010101" pitchFamily="2" charset="-122"/>
                <a:ea typeface="华文楷体" panose="02010600040101010101" pitchFamily="2" charset="-122"/>
              </a:rPr>
              <a:t>黑体辐射：维恩近似</a:t>
            </a:r>
            <a:endParaRPr lang="en-US" altLang="zh-CN" sz="2800" dirty="0">
              <a:latin typeface="华文楷体" panose="02010600040101010101" pitchFamily="2" charset="-122"/>
              <a:ea typeface="华文楷体" panose="02010600040101010101" pitchFamily="2" charset="-122"/>
            </a:endParaRPr>
          </a:p>
        </p:txBody>
      </p:sp>
      <p:sp>
        <p:nvSpPr>
          <p:cNvPr id="4" name="下箭头 3"/>
          <p:cNvSpPr/>
          <p:nvPr/>
        </p:nvSpPr>
        <p:spPr bwMode="auto">
          <a:xfrm>
            <a:off x="1205530" y="2756686"/>
            <a:ext cx="792088" cy="432048"/>
          </a:xfrm>
          <a:prstGeom prst="down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5" name="矩形 4"/>
          <p:cNvSpPr/>
          <p:nvPr/>
        </p:nvSpPr>
        <p:spPr>
          <a:xfrm>
            <a:off x="396854" y="3260067"/>
            <a:ext cx="1980029" cy="523220"/>
          </a:xfrm>
          <a:prstGeom prst="rect">
            <a:avLst/>
          </a:prstGeom>
        </p:spPr>
        <p:txBody>
          <a:bodyPr wrap="none">
            <a:spAutoFit/>
          </a:bodyPr>
          <a:lstStyle/>
          <a:p>
            <a:r>
              <a:rPr lang="zh-CN" altLang="en-US" sz="2800" dirty="0">
                <a:latin typeface="华文楷体" panose="02010600040101010101" pitchFamily="2" charset="-122"/>
                <a:ea typeface="华文楷体" panose="02010600040101010101" pitchFamily="2" charset="-122"/>
              </a:rPr>
              <a:t>普朗克定律</a:t>
            </a:r>
            <a:endParaRPr lang="en-US" altLang="zh-CN" sz="2800" dirty="0">
              <a:latin typeface="华文楷体" panose="02010600040101010101" pitchFamily="2" charset="-122"/>
              <a:ea typeface="华文楷体" panose="02010600040101010101" pitchFamily="2" charset="-122"/>
            </a:endParaRPr>
          </a:p>
        </p:txBody>
      </p:sp>
      <p:sp>
        <p:nvSpPr>
          <p:cNvPr id="6" name="矩形 5"/>
          <p:cNvSpPr/>
          <p:nvPr/>
        </p:nvSpPr>
        <p:spPr>
          <a:xfrm>
            <a:off x="107504" y="539608"/>
            <a:ext cx="3393878" cy="523220"/>
          </a:xfrm>
          <a:prstGeom prst="rect">
            <a:avLst/>
          </a:prstGeom>
        </p:spPr>
        <p:txBody>
          <a:bodyPr wrap="none">
            <a:spAutoFit/>
          </a:bodyPr>
          <a:lstStyle/>
          <a:p>
            <a:r>
              <a:rPr lang="zh-CN" altLang="en-US" sz="2800" dirty="0">
                <a:latin typeface="华文楷体" panose="02010600040101010101" pitchFamily="2" charset="-122"/>
                <a:ea typeface="华文楷体" panose="02010600040101010101" pitchFamily="2" charset="-122"/>
              </a:rPr>
              <a:t>欧拉在</a:t>
            </a:r>
            <a:r>
              <a:rPr lang="en-US" altLang="zh-CN" sz="2800" dirty="0">
                <a:latin typeface="华文楷体" panose="02010600040101010101" pitchFamily="2" charset="-122"/>
                <a:ea typeface="华文楷体" panose="02010600040101010101" pitchFamily="2" charset="-122"/>
              </a:rPr>
              <a:t>18</a:t>
            </a:r>
            <a:r>
              <a:rPr lang="zh-CN" altLang="en-US" sz="2800" dirty="0">
                <a:latin typeface="华文楷体" panose="02010600040101010101" pitchFamily="2" charset="-122"/>
                <a:ea typeface="华文楷体" panose="02010600040101010101" pitchFamily="2" charset="-122"/>
              </a:rPr>
              <a:t>世纪计算了</a:t>
            </a:r>
            <a:endParaRPr lang="en-US" altLang="zh-CN" sz="2800" dirty="0">
              <a:latin typeface="华文楷体" panose="02010600040101010101" pitchFamily="2" charset="-122"/>
              <a:ea typeface="华文楷体" panose="02010600040101010101" pitchFamily="2" charset="-122"/>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827589028"/>
              </p:ext>
            </p:extLst>
          </p:nvPr>
        </p:nvGraphicFramePr>
        <p:xfrm>
          <a:off x="3521075" y="588963"/>
          <a:ext cx="2098675" cy="460375"/>
        </p:xfrm>
        <a:graphic>
          <a:graphicData uri="http://schemas.openxmlformats.org/presentationml/2006/ole">
            <mc:AlternateContent xmlns:mc="http://schemas.openxmlformats.org/markup-compatibility/2006">
              <mc:Choice xmlns:v="urn:schemas-microsoft-com:vml" Requires="v">
                <p:oleObj spid="_x0000_s177560" name="Equation" r:id="rId5" imgW="927000" imgH="203040" progId="Equation.DSMT4">
                  <p:embed/>
                </p:oleObj>
              </mc:Choice>
              <mc:Fallback>
                <p:oleObj name="Equation" r:id="rId5" imgW="927000" imgH="203040" progId="Equation.DSMT4">
                  <p:embed/>
                  <p:pic>
                    <p:nvPicPr>
                      <p:cNvPr id="2" name="对象 1"/>
                      <p:cNvPicPr/>
                      <p:nvPr/>
                    </p:nvPicPr>
                    <p:blipFill>
                      <a:blip r:embed="rId6"/>
                      <a:stretch>
                        <a:fillRect/>
                      </a:stretch>
                    </p:blipFill>
                    <p:spPr>
                      <a:xfrm>
                        <a:off x="3521075" y="588963"/>
                        <a:ext cx="2098675" cy="460375"/>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996580912"/>
              </p:ext>
            </p:extLst>
          </p:nvPr>
        </p:nvGraphicFramePr>
        <p:xfrm>
          <a:off x="1810626" y="4321368"/>
          <a:ext cx="1839912" cy="892175"/>
        </p:xfrm>
        <a:graphic>
          <a:graphicData uri="http://schemas.openxmlformats.org/presentationml/2006/ole">
            <mc:AlternateContent xmlns:mc="http://schemas.openxmlformats.org/markup-compatibility/2006">
              <mc:Choice xmlns:v="urn:schemas-microsoft-com:vml" Requires="v">
                <p:oleObj spid="_x0000_s177561" name="Equation" r:id="rId7" imgW="812520" imgH="393480" progId="Equation.DSMT4">
                  <p:embed/>
                </p:oleObj>
              </mc:Choice>
              <mc:Fallback>
                <p:oleObj name="Equation" r:id="rId7" imgW="812520" imgH="393480" progId="Equation.DSMT4">
                  <p:embed/>
                  <p:pic>
                    <p:nvPicPr>
                      <p:cNvPr id="2" name="对象 1"/>
                      <p:cNvPicPr/>
                      <p:nvPr/>
                    </p:nvPicPr>
                    <p:blipFill>
                      <a:blip r:embed="rId8"/>
                      <a:stretch>
                        <a:fillRect/>
                      </a:stretch>
                    </p:blipFill>
                    <p:spPr>
                      <a:xfrm>
                        <a:off x="1810626" y="4321368"/>
                        <a:ext cx="1839912" cy="892175"/>
                      </a:xfrm>
                      <a:prstGeom prst="rect">
                        <a:avLst/>
                      </a:prstGeom>
                    </p:spPr>
                  </p:pic>
                </p:oleObj>
              </mc:Fallback>
            </mc:AlternateContent>
          </a:graphicData>
        </a:graphic>
      </p:graphicFrame>
      <p:sp>
        <p:nvSpPr>
          <p:cNvPr id="9" name="矩形 8"/>
          <p:cNvSpPr/>
          <p:nvPr/>
        </p:nvSpPr>
        <p:spPr>
          <a:xfrm>
            <a:off x="1477590" y="5468321"/>
            <a:ext cx="2698175" cy="523220"/>
          </a:xfrm>
          <a:prstGeom prst="rect">
            <a:avLst/>
          </a:prstGeom>
        </p:spPr>
        <p:txBody>
          <a:bodyPr wrap="none">
            <a:spAutoFit/>
          </a:bodyPr>
          <a:lstStyle/>
          <a:p>
            <a:r>
              <a:rPr lang="zh-CN" altLang="en-US" sz="2800" dirty="0">
                <a:latin typeface="华文楷体" panose="02010600040101010101" pitchFamily="2" charset="-122"/>
                <a:ea typeface="华文楷体" panose="02010600040101010101" pitchFamily="2" charset="-122"/>
              </a:rPr>
              <a:t>量子场论，弦论</a:t>
            </a:r>
            <a:endParaRPr lang="en-US" altLang="zh-CN" sz="2800" dirty="0">
              <a:latin typeface="华文楷体" panose="02010600040101010101" pitchFamily="2" charset="-122"/>
              <a:ea typeface="华文楷体" panose="02010600040101010101" pitchFamily="2" charset="-122"/>
            </a:endParaRPr>
          </a:p>
        </p:txBody>
      </p:sp>
      <p:pic>
        <p:nvPicPr>
          <p:cNvPr id="11" name="图片 10"/>
          <p:cNvPicPr>
            <a:picLocks noChangeAspect="1"/>
          </p:cNvPicPr>
          <p:nvPr/>
        </p:nvPicPr>
        <p:blipFill>
          <a:blip r:embed="rId9"/>
          <a:stretch>
            <a:fillRect/>
          </a:stretch>
        </p:blipFill>
        <p:spPr>
          <a:xfrm>
            <a:off x="6086945" y="2439908"/>
            <a:ext cx="2810465" cy="3831308"/>
          </a:xfrm>
          <a:prstGeom prst="rect">
            <a:avLst/>
          </a:prstGeom>
        </p:spPr>
      </p:pic>
      <p:pic>
        <p:nvPicPr>
          <p:cNvPr id="12" name="图片 11"/>
          <p:cNvPicPr>
            <a:picLocks noChangeAspect="1"/>
          </p:cNvPicPr>
          <p:nvPr/>
        </p:nvPicPr>
        <p:blipFill>
          <a:blip r:embed="rId10"/>
          <a:stretch>
            <a:fillRect/>
          </a:stretch>
        </p:blipFill>
        <p:spPr>
          <a:xfrm>
            <a:off x="5940152" y="404664"/>
            <a:ext cx="3104052" cy="771071"/>
          </a:xfrm>
          <a:prstGeom prst="rect">
            <a:avLst/>
          </a:prstGeom>
        </p:spPr>
      </p:pic>
      <p:pic>
        <p:nvPicPr>
          <p:cNvPr id="13" name="图片 12"/>
          <p:cNvPicPr>
            <a:picLocks noChangeAspect="1"/>
          </p:cNvPicPr>
          <p:nvPr/>
        </p:nvPicPr>
        <p:blipFill>
          <a:blip r:embed="rId11"/>
          <a:stretch>
            <a:fillRect/>
          </a:stretch>
        </p:blipFill>
        <p:spPr>
          <a:xfrm>
            <a:off x="5910891" y="1499185"/>
            <a:ext cx="3162574" cy="617273"/>
          </a:xfrm>
          <a:prstGeom prst="rect">
            <a:avLst/>
          </a:prstGeom>
        </p:spPr>
      </p:pic>
      <p:sp>
        <p:nvSpPr>
          <p:cNvPr id="14" name="文本框 13"/>
          <p:cNvSpPr txBox="1"/>
          <p:nvPr/>
        </p:nvSpPr>
        <p:spPr>
          <a:xfrm>
            <a:off x="4164646" y="1515433"/>
            <a:ext cx="2233836" cy="584775"/>
          </a:xfrm>
          <a:prstGeom prst="rect">
            <a:avLst/>
          </a:prstGeom>
          <a:noFill/>
        </p:spPr>
        <p:txBody>
          <a:bodyPr wrap="square" rtlCol="0">
            <a:spAutoFit/>
          </a:bodyPr>
          <a:lstStyle/>
          <a:p>
            <a:r>
              <a:rPr lang="zh-CN" altLang="en-US" dirty="0"/>
              <a:t>伯努利数</a:t>
            </a:r>
          </a:p>
        </p:txBody>
      </p:sp>
      <p:sp>
        <p:nvSpPr>
          <p:cNvPr id="10" name="圆角右箭头 9"/>
          <p:cNvSpPr/>
          <p:nvPr/>
        </p:nvSpPr>
        <p:spPr bwMode="auto">
          <a:xfrm rot="5400000">
            <a:off x="3089321" y="2078069"/>
            <a:ext cx="1186715" cy="602568"/>
          </a:xfrm>
          <a:prstGeom prst="bent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5" name="矩形 14"/>
          <p:cNvSpPr/>
          <p:nvPr/>
        </p:nvSpPr>
        <p:spPr>
          <a:xfrm>
            <a:off x="2933373" y="3249182"/>
            <a:ext cx="1620957" cy="523220"/>
          </a:xfrm>
          <a:prstGeom prst="rect">
            <a:avLst/>
          </a:prstGeom>
        </p:spPr>
        <p:txBody>
          <a:bodyPr wrap="none">
            <a:spAutoFit/>
          </a:bodyPr>
          <a:lstStyle/>
          <a:p>
            <a:r>
              <a:rPr lang="zh-CN" altLang="en-US" sz="2800" dirty="0">
                <a:latin typeface="华文楷体" panose="02010600040101010101" pitchFamily="2" charset="-122"/>
                <a:ea typeface="华文楷体" panose="02010600040101010101" pitchFamily="2" charset="-122"/>
              </a:rPr>
              <a:t>统计力学</a:t>
            </a:r>
            <a:endParaRPr lang="en-US" altLang="zh-CN" sz="2800" dirty="0">
              <a:latin typeface="华文楷体" panose="02010600040101010101" pitchFamily="2" charset="-122"/>
              <a:ea typeface="华文楷体" panose="02010600040101010101" pitchFamily="2" charset="-122"/>
            </a:endParaRPr>
          </a:p>
        </p:txBody>
      </p:sp>
      <p:sp>
        <p:nvSpPr>
          <p:cNvPr id="16" name="左右箭头 15"/>
          <p:cNvSpPr/>
          <p:nvPr/>
        </p:nvSpPr>
        <p:spPr bwMode="auto">
          <a:xfrm>
            <a:off x="2454195" y="3411158"/>
            <a:ext cx="432048" cy="249352"/>
          </a:xfrm>
          <a:prstGeom prst="leftRight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884656205"/>
      </p:ext>
    </p:extLst>
  </p:cSld>
  <p:clrMapOvr>
    <a:masterClrMapping/>
  </p:clrMapOvr>
  <p:transition>
    <p:rand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689737451"/>
              </p:ext>
            </p:extLst>
          </p:nvPr>
        </p:nvGraphicFramePr>
        <p:xfrm>
          <a:off x="1776413" y="252413"/>
          <a:ext cx="3424237" cy="671512"/>
        </p:xfrm>
        <a:graphic>
          <a:graphicData uri="http://schemas.openxmlformats.org/presentationml/2006/ole">
            <mc:AlternateContent xmlns:mc="http://schemas.openxmlformats.org/markup-compatibility/2006">
              <mc:Choice xmlns:v="urn:schemas-microsoft-com:vml" Requires="v">
                <p:oleObj spid="_x0000_s237925" name="Equation" r:id="rId3" imgW="1688760" imgH="330120" progId="Equation.DSMT4">
                  <p:embed/>
                </p:oleObj>
              </mc:Choice>
              <mc:Fallback>
                <p:oleObj name="Equation" r:id="rId3" imgW="1688760" imgH="330120" progId="Equation.DSMT4">
                  <p:embed/>
                  <p:pic>
                    <p:nvPicPr>
                      <p:cNvPr id="5" name="对象 4"/>
                      <p:cNvPicPr/>
                      <p:nvPr/>
                    </p:nvPicPr>
                    <p:blipFill>
                      <a:blip r:embed="rId4"/>
                      <a:stretch>
                        <a:fillRect/>
                      </a:stretch>
                    </p:blipFill>
                    <p:spPr>
                      <a:xfrm>
                        <a:off x="1776413" y="252413"/>
                        <a:ext cx="3424237" cy="671512"/>
                      </a:xfrm>
                      <a:prstGeom prst="rect">
                        <a:avLst/>
                      </a:prstGeom>
                    </p:spPr>
                  </p:pic>
                </p:oleObj>
              </mc:Fallback>
            </mc:AlternateContent>
          </a:graphicData>
        </a:graphic>
      </p:graphicFrame>
      <p:sp>
        <p:nvSpPr>
          <p:cNvPr id="4" name="Rectangle 3"/>
          <p:cNvSpPr>
            <a:spLocks noChangeArrowheads="1"/>
          </p:cNvSpPr>
          <p:nvPr/>
        </p:nvSpPr>
        <p:spPr bwMode="auto">
          <a:xfrm>
            <a:off x="0" y="329134"/>
            <a:ext cx="2590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对于积分</a:t>
            </a:r>
          </a:p>
        </p:txBody>
      </p:sp>
      <p:sp>
        <p:nvSpPr>
          <p:cNvPr id="5" name="Rectangle 3"/>
          <p:cNvSpPr>
            <a:spLocks noChangeArrowheads="1"/>
          </p:cNvSpPr>
          <p:nvPr/>
        </p:nvSpPr>
        <p:spPr bwMode="auto">
          <a:xfrm>
            <a:off x="5508104" y="329134"/>
            <a:ext cx="3312368"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可以使用类似处理</a:t>
            </a:r>
          </a:p>
        </p:txBody>
      </p:sp>
      <p:graphicFrame>
        <p:nvGraphicFramePr>
          <p:cNvPr id="6" name="对象 5"/>
          <p:cNvGraphicFramePr>
            <a:graphicFrameLocks noChangeAspect="1"/>
          </p:cNvGraphicFramePr>
          <p:nvPr>
            <p:extLst>
              <p:ext uri="{D42A27DB-BD31-4B8C-83A1-F6EECF244321}">
                <p14:modId xmlns:p14="http://schemas.microsoft.com/office/powerpoint/2010/main" val="3065743192"/>
              </p:ext>
            </p:extLst>
          </p:nvPr>
        </p:nvGraphicFramePr>
        <p:xfrm>
          <a:off x="179512" y="1000646"/>
          <a:ext cx="8836025" cy="1773238"/>
        </p:xfrm>
        <a:graphic>
          <a:graphicData uri="http://schemas.openxmlformats.org/presentationml/2006/ole">
            <mc:AlternateContent xmlns:mc="http://schemas.openxmlformats.org/markup-compatibility/2006">
              <mc:Choice xmlns:v="urn:schemas-microsoft-com:vml" Requires="v">
                <p:oleObj spid="_x0000_s237926" name="Equation" r:id="rId5" imgW="3797280" imgH="761760" progId="Equation.DSMT4">
                  <p:embed/>
                </p:oleObj>
              </mc:Choice>
              <mc:Fallback>
                <p:oleObj name="Equation" r:id="rId5" imgW="3797280" imgH="761760" progId="Equation.DSMT4">
                  <p:embed/>
                  <p:pic>
                    <p:nvPicPr>
                      <p:cNvPr id="6" name="对象 5"/>
                      <p:cNvPicPr/>
                      <p:nvPr/>
                    </p:nvPicPr>
                    <p:blipFill>
                      <a:blip r:embed="rId6"/>
                      <a:stretch>
                        <a:fillRect/>
                      </a:stretch>
                    </p:blipFill>
                    <p:spPr>
                      <a:xfrm>
                        <a:off x="179512" y="1000646"/>
                        <a:ext cx="8836025" cy="1773238"/>
                      </a:xfrm>
                      <a:prstGeom prst="rect">
                        <a:avLst/>
                      </a:prstGeom>
                    </p:spPr>
                  </p:pic>
                </p:oleObj>
              </mc:Fallback>
            </mc:AlternateContent>
          </a:graphicData>
        </a:graphic>
      </p:graphicFrame>
      <p:sp>
        <p:nvSpPr>
          <p:cNvPr id="7" name="矩形 6"/>
          <p:cNvSpPr/>
          <p:nvPr/>
        </p:nvSpPr>
        <p:spPr bwMode="auto">
          <a:xfrm>
            <a:off x="3488531" y="1124744"/>
            <a:ext cx="1587525" cy="807060"/>
          </a:xfrm>
          <a:prstGeom prst="rect">
            <a:avLst/>
          </a:prstGeom>
          <a:noFill/>
          <a:ln w="38100" cap="flat" cmpd="sng" algn="ctr">
            <a:solidFill>
              <a:schemeClr val="tx1"/>
            </a:solidFill>
            <a:prstDash val="solid"/>
            <a:round/>
            <a:headEnd type="none" w="med" len="med"/>
            <a:tailEnd type="triangle" w="med" len="med"/>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3805087793"/>
              </p:ext>
            </p:extLst>
          </p:nvPr>
        </p:nvGraphicFramePr>
        <p:xfrm>
          <a:off x="171980" y="2868994"/>
          <a:ext cx="8099426" cy="887412"/>
        </p:xfrm>
        <a:graphic>
          <a:graphicData uri="http://schemas.openxmlformats.org/presentationml/2006/ole">
            <mc:AlternateContent xmlns:mc="http://schemas.openxmlformats.org/markup-compatibility/2006">
              <mc:Choice xmlns:v="urn:schemas-microsoft-com:vml" Requires="v">
                <p:oleObj spid="_x0000_s237927" name="Equation" r:id="rId7" imgW="3479760" imgH="380880" progId="Equation.DSMT4">
                  <p:embed/>
                </p:oleObj>
              </mc:Choice>
              <mc:Fallback>
                <p:oleObj name="Equation" r:id="rId7" imgW="3479760" imgH="380880" progId="Equation.DSMT4">
                  <p:embed/>
                  <p:pic>
                    <p:nvPicPr>
                      <p:cNvPr id="10" name="对象 9"/>
                      <p:cNvPicPr/>
                      <p:nvPr/>
                    </p:nvPicPr>
                    <p:blipFill>
                      <a:blip r:embed="rId8"/>
                      <a:stretch>
                        <a:fillRect/>
                      </a:stretch>
                    </p:blipFill>
                    <p:spPr>
                      <a:xfrm>
                        <a:off x="171980" y="2868994"/>
                        <a:ext cx="8099426" cy="887412"/>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292256209"/>
              </p:ext>
            </p:extLst>
          </p:nvPr>
        </p:nvGraphicFramePr>
        <p:xfrm>
          <a:off x="1924050" y="3765550"/>
          <a:ext cx="2127250" cy="681038"/>
        </p:xfrm>
        <a:graphic>
          <a:graphicData uri="http://schemas.openxmlformats.org/presentationml/2006/ole">
            <mc:AlternateContent xmlns:mc="http://schemas.openxmlformats.org/markup-compatibility/2006">
              <mc:Choice xmlns:v="urn:schemas-microsoft-com:vml" Requires="v">
                <p:oleObj spid="_x0000_s237928" name="Equation" r:id="rId9" imgW="914400" imgH="291960" progId="Equation.DSMT4">
                  <p:embed/>
                </p:oleObj>
              </mc:Choice>
              <mc:Fallback>
                <p:oleObj name="Equation" r:id="rId9" imgW="914400" imgH="291960" progId="Equation.DSMT4">
                  <p:embed/>
                  <p:pic>
                    <p:nvPicPr>
                      <p:cNvPr id="8" name="对象 7"/>
                      <p:cNvPicPr/>
                      <p:nvPr/>
                    </p:nvPicPr>
                    <p:blipFill>
                      <a:blip r:embed="rId10"/>
                      <a:stretch>
                        <a:fillRect/>
                      </a:stretch>
                    </p:blipFill>
                    <p:spPr>
                      <a:xfrm>
                        <a:off x="1924050" y="3765550"/>
                        <a:ext cx="2127250" cy="681038"/>
                      </a:xfrm>
                      <a:prstGeom prst="rect">
                        <a:avLst/>
                      </a:prstGeom>
                    </p:spPr>
                  </p:pic>
                </p:oleObj>
              </mc:Fallback>
            </mc:AlternateContent>
          </a:graphicData>
        </a:graphic>
      </p:graphicFrame>
      <p:sp>
        <p:nvSpPr>
          <p:cNvPr id="10" name="Rectangle 3"/>
          <p:cNvSpPr>
            <a:spLocks noChangeArrowheads="1"/>
          </p:cNvSpPr>
          <p:nvPr/>
        </p:nvSpPr>
        <p:spPr bwMode="auto">
          <a:xfrm>
            <a:off x="481013" y="3851516"/>
            <a:ext cx="2590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要求</a:t>
            </a:r>
          </a:p>
        </p:txBody>
      </p:sp>
      <p:graphicFrame>
        <p:nvGraphicFramePr>
          <p:cNvPr id="16" name="对象 15"/>
          <p:cNvGraphicFramePr>
            <a:graphicFrameLocks noChangeAspect="1"/>
          </p:cNvGraphicFramePr>
          <p:nvPr>
            <p:extLst>
              <p:ext uri="{D42A27DB-BD31-4B8C-83A1-F6EECF244321}">
                <p14:modId xmlns:p14="http://schemas.microsoft.com/office/powerpoint/2010/main" val="3691712992"/>
              </p:ext>
            </p:extLst>
          </p:nvPr>
        </p:nvGraphicFramePr>
        <p:xfrm>
          <a:off x="4927600" y="2667000"/>
          <a:ext cx="914400" cy="198438"/>
        </p:xfrm>
        <a:graphic>
          <a:graphicData uri="http://schemas.openxmlformats.org/presentationml/2006/ole">
            <mc:AlternateContent xmlns:mc="http://schemas.openxmlformats.org/markup-compatibility/2006">
              <mc:Choice xmlns:v="urn:schemas-microsoft-com:vml" Requires="v">
                <p:oleObj spid="_x0000_s237929" name="Equation" r:id="rId11" imgW="914400" imgH="198720" progId="Equation.DSMT4">
                  <p:embed/>
                </p:oleObj>
              </mc:Choice>
              <mc:Fallback>
                <p:oleObj name="Equation" r:id="rId11" imgW="914400" imgH="198720" progId="Equation.DSMT4">
                  <p:embed/>
                  <p:pic>
                    <p:nvPicPr>
                      <p:cNvPr id="0" name=""/>
                      <p:cNvPicPr/>
                      <p:nvPr/>
                    </p:nvPicPr>
                    <p:blipFill>
                      <a:blip r:embed="rId12"/>
                      <a:stretch>
                        <a:fillRect/>
                      </a:stretch>
                    </p:blipFill>
                    <p:spPr>
                      <a:xfrm>
                        <a:off x="4927600" y="2667000"/>
                        <a:ext cx="914400" cy="198438"/>
                      </a:xfrm>
                      <a:prstGeom prst="rect">
                        <a:avLst/>
                      </a:prstGeom>
                    </p:spPr>
                  </p:pic>
                </p:oleObj>
              </mc:Fallback>
            </mc:AlternateContent>
          </a:graphicData>
        </a:graphic>
      </p:graphicFrame>
      <p:sp>
        <p:nvSpPr>
          <p:cNvPr id="18" name="Rectangle 3"/>
          <p:cNvSpPr>
            <a:spLocks noChangeArrowheads="1"/>
          </p:cNvSpPr>
          <p:nvPr/>
        </p:nvSpPr>
        <p:spPr bwMode="auto">
          <a:xfrm>
            <a:off x="4367213" y="3817172"/>
            <a:ext cx="2590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或有限</a:t>
            </a:r>
          </a:p>
        </p:txBody>
      </p:sp>
      <p:sp>
        <p:nvSpPr>
          <p:cNvPr id="2" name="右箭头 1"/>
          <p:cNvSpPr/>
          <p:nvPr/>
        </p:nvSpPr>
        <p:spPr bwMode="auto">
          <a:xfrm>
            <a:off x="5922059" y="3933056"/>
            <a:ext cx="522149" cy="216024"/>
          </a:xfrm>
          <a:prstGeom prst="right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9" name="Rectangle 3"/>
          <p:cNvSpPr>
            <a:spLocks noChangeArrowheads="1"/>
          </p:cNvSpPr>
          <p:nvPr/>
        </p:nvSpPr>
        <p:spPr bwMode="auto">
          <a:xfrm>
            <a:off x="6747058" y="3756406"/>
            <a:ext cx="2590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分部积分</a:t>
            </a:r>
          </a:p>
        </p:txBody>
      </p:sp>
      <p:graphicFrame>
        <p:nvGraphicFramePr>
          <p:cNvPr id="14" name="对象 13"/>
          <p:cNvGraphicFramePr>
            <a:graphicFrameLocks noChangeAspect="1"/>
          </p:cNvGraphicFramePr>
          <p:nvPr>
            <p:extLst>
              <p:ext uri="{D42A27DB-BD31-4B8C-83A1-F6EECF244321}">
                <p14:modId xmlns:p14="http://schemas.microsoft.com/office/powerpoint/2010/main" val="584239226"/>
              </p:ext>
            </p:extLst>
          </p:nvPr>
        </p:nvGraphicFramePr>
        <p:xfrm>
          <a:off x="434975" y="4458905"/>
          <a:ext cx="4311650" cy="792163"/>
        </p:xfrm>
        <a:graphic>
          <a:graphicData uri="http://schemas.openxmlformats.org/presentationml/2006/ole">
            <mc:AlternateContent xmlns:mc="http://schemas.openxmlformats.org/markup-compatibility/2006">
              <mc:Choice xmlns:v="urn:schemas-microsoft-com:vml" Requires="v">
                <p:oleObj spid="_x0000_s237930" name="Equation" r:id="rId13" imgW="1803240" imgH="330120" progId="Equation.DSMT4">
                  <p:embed/>
                </p:oleObj>
              </mc:Choice>
              <mc:Fallback>
                <p:oleObj name="Equation" r:id="rId13" imgW="1803240" imgH="330120" progId="Equation.DSMT4">
                  <p:embed/>
                  <p:pic>
                    <p:nvPicPr>
                      <p:cNvPr id="3" name="对象 2"/>
                      <p:cNvPicPr/>
                      <p:nvPr/>
                    </p:nvPicPr>
                    <p:blipFill>
                      <a:blip r:embed="rId14"/>
                      <a:stretch>
                        <a:fillRect/>
                      </a:stretch>
                    </p:blipFill>
                    <p:spPr>
                      <a:xfrm>
                        <a:off x="434975" y="4458905"/>
                        <a:ext cx="4311650" cy="792163"/>
                      </a:xfrm>
                      <a:prstGeom prst="rect">
                        <a:avLst/>
                      </a:prstGeom>
                    </p:spPr>
                  </p:pic>
                </p:oleObj>
              </mc:Fallback>
            </mc:AlternateContent>
          </a:graphicData>
        </a:graphic>
      </p:graphicFrame>
      <p:sp>
        <p:nvSpPr>
          <p:cNvPr id="15" name="Rectangle 3"/>
          <p:cNvSpPr>
            <a:spLocks noChangeArrowheads="1"/>
          </p:cNvSpPr>
          <p:nvPr/>
        </p:nvSpPr>
        <p:spPr bwMode="auto">
          <a:xfrm>
            <a:off x="4746625" y="4643818"/>
            <a:ext cx="2590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2800" b="1" noProof="0" dirty="0">
                <a:solidFill>
                  <a:srgbClr val="FFFFFF"/>
                </a:solidFill>
                <a:latin typeface="Book Antiqua" panose="02040602050305030304" pitchFamily="18" charset="0"/>
              </a:rPr>
              <a:t>是否</a:t>
            </a:r>
            <a:r>
              <a:rPr lang="zh-CN" altLang="en-US" sz="2800" b="1" dirty="0">
                <a:solidFill>
                  <a:srgbClr val="FFFFFF"/>
                </a:solidFill>
                <a:latin typeface="Book Antiqua" panose="02040602050305030304" pitchFamily="18" charset="0"/>
              </a:rPr>
              <a:t>可以</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p:txBody>
      </p:sp>
      <p:sp>
        <p:nvSpPr>
          <p:cNvPr id="17" name="Rectangle 3"/>
          <p:cNvSpPr>
            <a:spLocks noChangeArrowheads="1"/>
          </p:cNvSpPr>
          <p:nvPr/>
        </p:nvSpPr>
        <p:spPr bwMode="auto">
          <a:xfrm>
            <a:off x="434975" y="5624118"/>
            <a:ext cx="2590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2800" b="1" dirty="0">
                <a:solidFill>
                  <a:srgbClr val="FFFFFF"/>
                </a:solidFill>
                <a:latin typeface="Book Antiqua" panose="02040602050305030304" pitchFamily="18" charset="0"/>
              </a:rPr>
              <a:t>不可以！！！</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p:txBody>
      </p:sp>
      <p:sp>
        <p:nvSpPr>
          <p:cNvPr id="20" name="Rectangle 3"/>
          <p:cNvSpPr>
            <a:spLocks noChangeArrowheads="1"/>
          </p:cNvSpPr>
          <p:nvPr/>
        </p:nvSpPr>
        <p:spPr bwMode="auto">
          <a:xfrm>
            <a:off x="3309702" y="5619368"/>
            <a:ext cx="4150196"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2800" b="1" dirty="0">
                <a:solidFill>
                  <a:srgbClr val="FFFFFF"/>
                </a:solidFill>
                <a:latin typeface="Book Antiqua" panose="02040602050305030304" pitchFamily="18" charset="0"/>
              </a:rPr>
              <a:t>一致收敛！！！</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p:txBody>
      </p:sp>
    </p:spTree>
    <p:extLst>
      <p:ext uri="{BB962C8B-B14F-4D97-AF65-F5344CB8AC3E}">
        <p14:creationId xmlns:p14="http://schemas.microsoft.com/office/powerpoint/2010/main" val="3374148101"/>
      </p:ext>
    </p:extLst>
  </p:cSld>
  <p:clrMapOvr>
    <a:masterClrMapping/>
  </p:clrMapOvr>
  <p:transition>
    <p:random/>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007518729"/>
              </p:ext>
            </p:extLst>
          </p:nvPr>
        </p:nvGraphicFramePr>
        <p:xfrm>
          <a:off x="251520" y="0"/>
          <a:ext cx="4311650" cy="792163"/>
        </p:xfrm>
        <a:graphic>
          <a:graphicData uri="http://schemas.openxmlformats.org/presentationml/2006/ole">
            <mc:AlternateContent xmlns:mc="http://schemas.openxmlformats.org/markup-compatibility/2006">
              <mc:Choice xmlns:v="urn:schemas-microsoft-com:vml" Requires="v">
                <p:oleObj spid="_x0000_s227654" name="Equation" r:id="rId3" imgW="1803240" imgH="330120" progId="Equation.DSMT4">
                  <p:embed/>
                </p:oleObj>
              </mc:Choice>
              <mc:Fallback>
                <p:oleObj name="Equation" r:id="rId3" imgW="1803240" imgH="330120" progId="Equation.DSMT4">
                  <p:embed/>
                  <p:pic>
                    <p:nvPicPr>
                      <p:cNvPr id="14" name="对象 13"/>
                      <p:cNvPicPr/>
                      <p:nvPr/>
                    </p:nvPicPr>
                    <p:blipFill>
                      <a:blip r:embed="rId4"/>
                      <a:stretch>
                        <a:fillRect/>
                      </a:stretch>
                    </p:blipFill>
                    <p:spPr>
                      <a:xfrm>
                        <a:off x="251520" y="0"/>
                        <a:ext cx="4311650" cy="792163"/>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792188999"/>
              </p:ext>
            </p:extLst>
          </p:nvPr>
        </p:nvGraphicFramePr>
        <p:xfrm>
          <a:off x="107504" y="1196752"/>
          <a:ext cx="8929821" cy="1872208"/>
        </p:xfrm>
        <a:graphic>
          <a:graphicData uri="http://schemas.openxmlformats.org/presentationml/2006/ole">
            <mc:AlternateContent xmlns:mc="http://schemas.openxmlformats.org/markup-compatibility/2006">
              <mc:Choice xmlns:v="urn:schemas-microsoft-com:vml" Requires="v">
                <p:oleObj spid="_x0000_s227655" name="Equation" r:id="rId5" imgW="3390840" imgH="711000" progId="Equation.DSMT4">
                  <p:embed/>
                </p:oleObj>
              </mc:Choice>
              <mc:Fallback>
                <p:oleObj name="Equation" r:id="rId5" imgW="3390840" imgH="711000" progId="Equation.DSMT4">
                  <p:embed/>
                  <p:pic>
                    <p:nvPicPr>
                      <p:cNvPr id="6" name="对象 5"/>
                      <p:cNvPicPr/>
                      <p:nvPr/>
                    </p:nvPicPr>
                    <p:blipFill>
                      <a:blip r:embed="rId6"/>
                      <a:stretch>
                        <a:fillRect/>
                      </a:stretch>
                    </p:blipFill>
                    <p:spPr>
                      <a:xfrm>
                        <a:off x="107504" y="1196752"/>
                        <a:ext cx="8929821" cy="1872208"/>
                      </a:xfrm>
                      <a:prstGeom prst="rect">
                        <a:avLst/>
                      </a:prstGeom>
                    </p:spPr>
                  </p:pic>
                </p:oleObj>
              </mc:Fallback>
            </mc:AlternateContent>
          </a:graphicData>
        </a:graphic>
      </p:graphicFrame>
      <p:grpSp>
        <p:nvGrpSpPr>
          <p:cNvPr id="5" name="Group 40"/>
          <p:cNvGrpSpPr>
            <a:grpSpLocks/>
          </p:cNvGrpSpPr>
          <p:nvPr/>
        </p:nvGrpSpPr>
        <p:grpSpPr bwMode="auto">
          <a:xfrm>
            <a:off x="683568" y="3573016"/>
            <a:ext cx="2046109" cy="1899634"/>
            <a:chOff x="3643" y="2496"/>
            <a:chExt cx="1652" cy="1440"/>
          </a:xfrm>
        </p:grpSpPr>
        <p:sp>
          <p:nvSpPr>
            <p:cNvPr id="6" name="Oval 29"/>
            <p:cNvSpPr>
              <a:spLocks noChangeArrowheads="1"/>
            </p:cNvSpPr>
            <p:nvPr/>
          </p:nvSpPr>
          <p:spPr bwMode="auto">
            <a:xfrm>
              <a:off x="3936" y="2784"/>
              <a:ext cx="1152" cy="1104"/>
            </a:xfrm>
            <a:prstGeom prst="ellipse">
              <a:avLst/>
            </a:prstGeom>
            <a:noFill/>
            <a:ln w="571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 name="Rectangle 30"/>
            <p:cNvSpPr>
              <a:spLocks noChangeArrowheads="1"/>
            </p:cNvSpPr>
            <p:nvPr/>
          </p:nvSpPr>
          <p:spPr bwMode="auto">
            <a:xfrm>
              <a:off x="3896" y="3408"/>
              <a:ext cx="1200" cy="528"/>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 name="Line 25"/>
            <p:cNvSpPr>
              <a:spLocks noChangeShapeType="1"/>
            </p:cNvSpPr>
            <p:nvPr/>
          </p:nvSpPr>
          <p:spPr bwMode="auto">
            <a:xfrm>
              <a:off x="3792" y="3408"/>
              <a:ext cx="1488"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 name="Line 31"/>
            <p:cNvSpPr>
              <a:spLocks noChangeShapeType="1"/>
            </p:cNvSpPr>
            <p:nvPr/>
          </p:nvSpPr>
          <p:spPr bwMode="auto">
            <a:xfrm flipH="1" flipV="1">
              <a:off x="4944" y="2976"/>
              <a:ext cx="96" cy="144"/>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 name="Oval 32"/>
            <p:cNvSpPr>
              <a:spLocks noChangeArrowheads="1"/>
            </p:cNvSpPr>
            <p:nvPr/>
          </p:nvSpPr>
          <p:spPr bwMode="auto">
            <a:xfrm>
              <a:off x="4320" y="3168"/>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11" name="Object 33"/>
            <p:cNvGraphicFramePr>
              <a:graphicFrameLocks noChangeAspect="1"/>
            </p:cNvGraphicFramePr>
            <p:nvPr/>
          </p:nvGraphicFramePr>
          <p:xfrm>
            <a:off x="4416" y="2880"/>
            <a:ext cx="314" cy="447"/>
          </p:xfrm>
          <a:graphic>
            <a:graphicData uri="http://schemas.openxmlformats.org/presentationml/2006/ole">
              <mc:AlternateContent xmlns:mc="http://schemas.openxmlformats.org/markup-compatibility/2006">
                <mc:Choice xmlns:v="urn:schemas-microsoft-com:vml" Requires="v">
                  <p:oleObj spid="_x0000_s227656" name="公式" r:id="rId7" imgW="91440" imgH="152290" progId="Equation.3">
                    <p:embed/>
                  </p:oleObj>
                </mc:Choice>
                <mc:Fallback>
                  <p:oleObj name="公式" r:id="rId7" imgW="91440" imgH="152290" progId="Equation.3">
                    <p:embed/>
                    <p:pic>
                      <p:nvPicPr>
                        <p:cNvPr id="13" name="Object 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16" y="2880"/>
                          <a:ext cx="314" cy="44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Oval 34"/>
            <p:cNvSpPr>
              <a:spLocks noChangeArrowheads="1"/>
            </p:cNvSpPr>
            <p:nvPr/>
          </p:nvSpPr>
          <p:spPr bwMode="auto">
            <a:xfrm>
              <a:off x="4800" y="3120"/>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3" name="Oval 35"/>
            <p:cNvSpPr>
              <a:spLocks noChangeArrowheads="1"/>
            </p:cNvSpPr>
            <p:nvPr/>
          </p:nvSpPr>
          <p:spPr bwMode="auto">
            <a:xfrm>
              <a:off x="4560" y="336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4" name="Text Box 36"/>
            <p:cNvSpPr txBox="1">
              <a:spLocks noChangeArrowheads="1"/>
            </p:cNvSpPr>
            <p:nvPr/>
          </p:nvSpPr>
          <p:spPr bwMode="auto">
            <a:xfrm>
              <a:off x="4416" y="3312"/>
              <a:ext cx="294" cy="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40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o</a:t>
              </a:r>
              <a:endParaRPr kumimoji="1" lang="en-US" altLang="zh-CN" sz="40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15" name="Text Box 37"/>
            <p:cNvSpPr txBox="1">
              <a:spLocks noChangeArrowheads="1"/>
            </p:cNvSpPr>
            <p:nvPr/>
          </p:nvSpPr>
          <p:spPr bwMode="auto">
            <a:xfrm>
              <a:off x="3643" y="3446"/>
              <a:ext cx="4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16" name="Text Box 38"/>
            <p:cNvSpPr txBox="1">
              <a:spLocks noChangeArrowheads="1"/>
            </p:cNvSpPr>
            <p:nvPr/>
          </p:nvSpPr>
          <p:spPr bwMode="auto">
            <a:xfrm>
              <a:off x="4994" y="3408"/>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17" name="Text Box 39"/>
            <p:cNvSpPr txBox="1">
              <a:spLocks noChangeArrowheads="1"/>
            </p:cNvSpPr>
            <p:nvPr/>
          </p:nvSpPr>
          <p:spPr bwMode="auto">
            <a:xfrm>
              <a:off x="3840" y="2496"/>
              <a:ext cx="41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C</a:t>
              </a:r>
              <a:r>
                <a:rPr kumimoji="1" lang="en-US" altLang="zh-CN" sz="3200" b="1" i="1" u="none" strike="noStrike" kern="1200" cap="none" spc="0" normalizeH="0" baseline="-25000" noProof="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grpSp>
      <p:grpSp>
        <p:nvGrpSpPr>
          <p:cNvPr id="18" name="Group 40"/>
          <p:cNvGrpSpPr>
            <a:grpSpLocks/>
          </p:cNvGrpSpPr>
          <p:nvPr/>
        </p:nvGrpSpPr>
        <p:grpSpPr bwMode="auto">
          <a:xfrm>
            <a:off x="4150312" y="3383051"/>
            <a:ext cx="1545729" cy="1836313"/>
            <a:chOff x="3840" y="2496"/>
            <a:chExt cx="1248" cy="1392"/>
          </a:xfrm>
        </p:grpSpPr>
        <p:sp>
          <p:nvSpPr>
            <p:cNvPr id="19" name="Oval 29"/>
            <p:cNvSpPr>
              <a:spLocks noChangeArrowheads="1"/>
            </p:cNvSpPr>
            <p:nvPr/>
          </p:nvSpPr>
          <p:spPr bwMode="auto">
            <a:xfrm>
              <a:off x="3936" y="2784"/>
              <a:ext cx="1152" cy="1104"/>
            </a:xfrm>
            <a:prstGeom prst="ellipse">
              <a:avLst/>
            </a:prstGeom>
            <a:noFill/>
            <a:ln w="571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2" name="Line 31"/>
            <p:cNvSpPr>
              <a:spLocks noChangeShapeType="1"/>
            </p:cNvSpPr>
            <p:nvPr/>
          </p:nvSpPr>
          <p:spPr bwMode="auto">
            <a:xfrm flipH="1">
              <a:off x="4377" y="2784"/>
              <a:ext cx="161" cy="8"/>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3" name="Oval 32"/>
            <p:cNvSpPr>
              <a:spLocks noChangeArrowheads="1"/>
            </p:cNvSpPr>
            <p:nvPr/>
          </p:nvSpPr>
          <p:spPr bwMode="auto">
            <a:xfrm>
              <a:off x="4320" y="3168"/>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24" name="Object 33"/>
            <p:cNvGraphicFramePr>
              <a:graphicFrameLocks noChangeAspect="1"/>
            </p:cNvGraphicFramePr>
            <p:nvPr>
              <p:extLst>
                <p:ext uri="{D42A27DB-BD31-4B8C-83A1-F6EECF244321}">
                  <p14:modId xmlns:p14="http://schemas.microsoft.com/office/powerpoint/2010/main" val="1826064363"/>
                </p:ext>
              </p:extLst>
            </p:nvPr>
          </p:nvGraphicFramePr>
          <p:xfrm>
            <a:off x="4429" y="2916"/>
            <a:ext cx="314" cy="447"/>
          </p:xfrm>
          <a:graphic>
            <a:graphicData uri="http://schemas.openxmlformats.org/presentationml/2006/ole">
              <mc:AlternateContent xmlns:mc="http://schemas.openxmlformats.org/markup-compatibility/2006">
                <mc:Choice xmlns:v="urn:schemas-microsoft-com:vml" Requires="v">
                  <p:oleObj spid="_x0000_s227657" name="公式" r:id="rId7" imgW="91440" imgH="152290" progId="Equation.3">
                    <p:embed/>
                  </p:oleObj>
                </mc:Choice>
                <mc:Fallback>
                  <p:oleObj name="公式" r:id="rId7" imgW="91440" imgH="152290" progId="Equation.3">
                    <p:embed/>
                    <p:pic>
                      <p:nvPicPr>
                        <p:cNvPr id="13" name="Object 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29" y="2916"/>
                          <a:ext cx="314" cy="44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 name="Oval 34"/>
            <p:cNvSpPr>
              <a:spLocks noChangeArrowheads="1"/>
            </p:cNvSpPr>
            <p:nvPr/>
          </p:nvSpPr>
          <p:spPr bwMode="auto">
            <a:xfrm>
              <a:off x="4800" y="3120"/>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6" name="Oval 35"/>
            <p:cNvSpPr>
              <a:spLocks noChangeArrowheads="1"/>
            </p:cNvSpPr>
            <p:nvPr/>
          </p:nvSpPr>
          <p:spPr bwMode="auto">
            <a:xfrm>
              <a:off x="4471" y="3295"/>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7" name="Text Box 36"/>
            <p:cNvSpPr txBox="1">
              <a:spLocks noChangeArrowheads="1"/>
            </p:cNvSpPr>
            <p:nvPr/>
          </p:nvSpPr>
          <p:spPr bwMode="auto">
            <a:xfrm>
              <a:off x="4260" y="3271"/>
              <a:ext cx="294" cy="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4000" b="1" i="1"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rPr>
                <a:t>o</a:t>
              </a:r>
              <a:endParaRPr kumimoji="1" lang="en-US" altLang="zh-CN" sz="4000" b="1" i="0" u="none" strike="noStrike" kern="1200" cap="none" spc="0" normalizeH="0" baseline="0" noProof="0" dirty="0">
                <a:ln>
                  <a:noFill/>
                </a:ln>
                <a:solidFill>
                  <a:srgbClr val="FFFFFF"/>
                </a:solidFill>
                <a:effectLst/>
                <a:uLnTx/>
                <a:uFillTx/>
                <a:latin typeface="Book Antiqua" panose="02040602050305030304" pitchFamily="18" charset="0"/>
                <a:ea typeface="楷体_GB2312" pitchFamily="49" charset="-122"/>
                <a:cs typeface="+mn-cs"/>
              </a:endParaRPr>
            </a:p>
          </p:txBody>
        </p:sp>
        <p:sp>
          <p:nvSpPr>
            <p:cNvPr id="30" name="Text Box 39"/>
            <p:cNvSpPr txBox="1">
              <a:spLocks noChangeArrowheads="1"/>
            </p:cNvSpPr>
            <p:nvPr/>
          </p:nvSpPr>
          <p:spPr bwMode="auto">
            <a:xfrm>
              <a:off x="3840" y="2496"/>
              <a:ext cx="41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rPr>
                <a:t>C</a:t>
              </a:r>
              <a:r>
                <a:rPr kumimoji="1" lang="en-US" altLang="zh-CN" sz="3200" b="1" i="1" u="none" strike="noStrike" kern="1200" cap="none" spc="0" normalizeH="0" baseline="-25000" noProof="0">
                  <a:ln>
                    <a:noFill/>
                  </a:ln>
                  <a:solidFill>
                    <a:srgbClr val="FFFFFF"/>
                  </a:solidFill>
                  <a:effectLst/>
                  <a:uLnTx/>
                  <a:uFillTx/>
                  <a:latin typeface="Book Antiqua" panose="02040602050305030304" pitchFamily="18" charset="0"/>
                  <a:ea typeface="楷体_GB2312" pitchFamily="49" charset="-122"/>
                  <a:cs typeface="+mn-cs"/>
                </a:rPr>
                <a:t>R</a:t>
              </a:r>
              <a:endParaRPr kumimoji="1" lang="en-US" altLang="zh-CN" sz="3200" b="1" i="0" u="none" strike="noStrike" kern="1200" cap="none" spc="0" normalizeH="0" baseline="0" noProof="0">
                <a:ln>
                  <a:noFill/>
                </a:ln>
                <a:solidFill>
                  <a:srgbClr val="FFFFFF"/>
                </a:solidFill>
                <a:effectLst/>
                <a:uLnTx/>
                <a:uFillTx/>
                <a:latin typeface="Book Antiqua" panose="02040602050305030304" pitchFamily="18" charset="0"/>
                <a:ea typeface="楷体_GB2312" pitchFamily="49" charset="-122"/>
                <a:cs typeface="+mn-cs"/>
              </a:endParaRPr>
            </a:p>
          </p:txBody>
        </p:sp>
      </p:grpSp>
      <p:sp>
        <p:nvSpPr>
          <p:cNvPr id="31" name="矩形 30"/>
          <p:cNvSpPr/>
          <p:nvPr/>
        </p:nvSpPr>
        <p:spPr bwMode="auto">
          <a:xfrm>
            <a:off x="5532015" y="4385304"/>
            <a:ext cx="291006" cy="148409"/>
          </a:xfrm>
          <a:prstGeom prst="rect">
            <a:avLst/>
          </a:prstGeom>
          <a:solidFill>
            <a:schemeClr val="accent4">
              <a:lumMod val="10000"/>
            </a:schemeClr>
          </a:solidFill>
          <a:ln w="9525" cap="flat" cmpd="sng" algn="ctr">
            <a:noFill/>
            <a:prstDash val="solid"/>
            <a:round/>
            <a:headEnd type="none" w="med" len="med"/>
            <a:tailEnd type="triangle" w="med" len="med"/>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32" name="Line 31"/>
          <p:cNvSpPr>
            <a:spLocks noChangeShapeType="1"/>
          </p:cNvSpPr>
          <p:nvPr/>
        </p:nvSpPr>
        <p:spPr bwMode="auto">
          <a:xfrm flipV="1">
            <a:off x="5647736" y="4533713"/>
            <a:ext cx="48306" cy="163252"/>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aphicFrame>
        <p:nvGraphicFramePr>
          <p:cNvPr id="33" name="对象 32"/>
          <p:cNvGraphicFramePr>
            <a:graphicFrameLocks noChangeAspect="1"/>
          </p:cNvGraphicFramePr>
          <p:nvPr>
            <p:extLst>
              <p:ext uri="{D42A27DB-BD31-4B8C-83A1-F6EECF244321}">
                <p14:modId xmlns:p14="http://schemas.microsoft.com/office/powerpoint/2010/main" val="870135265"/>
              </p:ext>
            </p:extLst>
          </p:nvPr>
        </p:nvGraphicFramePr>
        <p:xfrm>
          <a:off x="6086300" y="4120223"/>
          <a:ext cx="2909888" cy="868363"/>
        </p:xfrm>
        <a:graphic>
          <a:graphicData uri="http://schemas.openxmlformats.org/presentationml/2006/ole">
            <mc:AlternateContent xmlns:mc="http://schemas.openxmlformats.org/markup-compatibility/2006">
              <mc:Choice xmlns:v="urn:schemas-microsoft-com:vml" Requires="v">
                <p:oleObj spid="_x0000_s227658" name="Equation" r:id="rId9" imgW="1104840" imgH="330120" progId="Equation.DSMT4">
                  <p:embed/>
                </p:oleObj>
              </mc:Choice>
              <mc:Fallback>
                <p:oleObj name="Equation" r:id="rId9" imgW="1104840" imgH="330120" progId="Equation.DSMT4">
                  <p:embed/>
                  <p:pic>
                    <p:nvPicPr>
                      <p:cNvPr id="4" name="对象 3"/>
                      <p:cNvPicPr/>
                      <p:nvPr/>
                    </p:nvPicPr>
                    <p:blipFill>
                      <a:blip r:embed="rId10"/>
                      <a:stretch>
                        <a:fillRect/>
                      </a:stretch>
                    </p:blipFill>
                    <p:spPr>
                      <a:xfrm>
                        <a:off x="6086300" y="4120223"/>
                        <a:ext cx="2909888" cy="868363"/>
                      </a:xfrm>
                      <a:prstGeom prst="rect">
                        <a:avLst/>
                      </a:prstGeom>
                    </p:spPr>
                  </p:pic>
                </p:oleObj>
              </mc:Fallback>
            </mc:AlternateContent>
          </a:graphicData>
        </a:graphic>
      </p:graphicFrame>
    </p:spTree>
    <p:extLst>
      <p:ext uri="{BB962C8B-B14F-4D97-AF65-F5344CB8AC3E}">
        <p14:creationId xmlns:p14="http://schemas.microsoft.com/office/powerpoint/2010/main" val="3594203737"/>
      </p:ext>
    </p:extLst>
  </p:cSld>
  <p:clrMapOvr>
    <a:masterClrMapping/>
  </p:clrMapOvr>
  <p:transition>
    <p:rand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059941937"/>
              </p:ext>
            </p:extLst>
          </p:nvPr>
        </p:nvGraphicFramePr>
        <p:xfrm>
          <a:off x="455305" y="4149576"/>
          <a:ext cx="3997325" cy="984250"/>
        </p:xfrm>
        <a:graphic>
          <a:graphicData uri="http://schemas.openxmlformats.org/presentationml/2006/ole">
            <mc:AlternateContent xmlns:mc="http://schemas.openxmlformats.org/markup-compatibility/2006">
              <mc:Choice xmlns:v="urn:schemas-microsoft-com:vml" Requires="v">
                <p:oleObj spid="_x0000_s236918" name="Equation" r:id="rId3" imgW="1600200" imgH="393480" progId="Equation.DSMT4">
                  <p:embed/>
                </p:oleObj>
              </mc:Choice>
              <mc:Fallback>
                <p:oleObj name="Equation" r:id="rId3" imgW="1600200" imgH="393480" progId="Equation.DSMT4">
                  <p:embed/>
                  <p:pic>
                    <p:nvPicPr>
                      <p:cNvPr id="2" name="对象 1"/>
                      <p:cNvPicPr/>
                      <p:nvPr/>
                    </p:nvPicPr>
                    <p:blipFill>
                      <a:blip r:embed="rId4"/>
                      <a:stretch>
                        <a:fillRect/>
                      </a:stretch>
                    </p:blipFill>
                    <p:spPr>
                      <a:xfrm>
                        <a:off x="455305" y="4149576"/>
                        <a:ext cx="3997325" cy="984250"/>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520294696"/>
              </p:ext>
            </p:extLst>
          </p:nvPr>
        </p:nvGraphicFramePr>
        <p:xfrm>
          <a:off x="5076056" y="5133826"/>
          <a:ext cx="1763713" cy="576263"/>
        </p:xfrm>
        <a:graphic>
          <a:graphicData uri="http://schemas.openxmlformats.org/presentationml/2006/ole">
            <mc:AlternateContent xmlns:mc="http://schemas.openxmlformats.org/markup-compatibility/2006">
              <mc:Choice xmlns:v="urn:schemas-microsoft-com:vml" Requires="v">
                <p:oleObj spid="_x0000_s236919" name="Equation" r:id="rId5" imgW="622080" imgH="203040" progId="Equation.DSMT4">
                  <p:embed/>
                </p:oleObj>
              </mc:Choice>
              <mc:Fallback>
                <p:oleObj name="Equation" r:id="rId5" imgW="622080" imgH="203040" progId="Equation.DSMT4">
                  <p:embed/>
                  <p:pic>
                    <p:nvPicPr>
                      <p:cNvPr id="3" name="对象 2"/>
                      <p:cNvPicPr/>
                      <p:nvPr/>
                    </p:nvPicPr>
                    <p:blipFill>
                      <a:blip r:embed="rId6"/>
                      <a:stretch>
                        <a:fillRect/>
                      </a:stretch>
                    </p:blipFill>
                    <p:spPr>
                      <a:xfrm>
                        <a:off x="5076056" y="5133826"/>
                        <a:ext cx="1763713" cy="576263"/>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370986668"/>
              </p:ext>
            </p:extLst>
          </p:nvPr>
        </p:nvGraphicFramePr>
        <p:xfrm>
          <a:off x="455727" y="5517232"/>
          <a:ext cx="4027487" cy="984250"/>
        </p:xfrm>
        <a:graphic>
          <a:graphicData uri="http://schemas.openxmlformats.org/presentationml/2006/ole">
            <mc:AlternateContent xmlns:mc="http://schemas.openxmlformats.org/markup-compatibility/2006">
              <mc:Choice xmlns:v="urn:schemas-microsoft-com:vml" Requires="v">
                <p:oleObj spid="_x0000_s236920" name="Equation" r:id="rId7" imgW="1612800" imgH="393480" progId="Equation.DSMT4">
                  <p:embed/>
                </p:oleObj>
              </mc:Choice>
              <mc:Fallback>
                <p:oleObj name="Equation" r:id="rId7" imgW="1612800" imgH="393480" progId="Equation.DSMT4">
                  <p:embed/>
                  <p:pic>
                    <p:nvPicPr>
                      <p:cNvPr id="4" name="对象 3"/>
                      <p:cNvPicPr/>
                      <p:nvPr/>
                    </p:nvPicPr>
                    <p:blipFill>
                      <a:blip r:embed="rId8"/>
                      <a:stretch>
                        <a:fillRect/>
                      </a:stretch>
                    </p:blipFill>
                    <p:spPr>
                      <a:xfrm>
                        <a:off x="455727" y="5517232"/>
                        <a:ext cx="4027487" cy="984250"/>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18815361"/>
              </p:ext>
            </p:extLst>
          </p:nvPr>
        </p:nvGraphicFramePr>
        <p:xfrm>
          <a:off x="323850" y="467483"/>
          <a:ext cx="4441825" cy="984250"/>
        </p:xfrm>
        <a:graphic>
          <a:graphicData uri="http://schemas.openxmlformats.org/presentationml/2006/ole">
            <mc:AlternateContent xmlns:mc="http://schemas.openxmlformats.org/markup-compatibility/2006">
              <mc:Choice xmlns:v="urn:schemas-microsoft-com:vml" Requires="v">
                <p:oleObj spid="_x0000_s236921" name="Equation" r:id="rId9" imgW="1777680" imgH="393480" progId="Equation.DSMT4">
                  <p:embed/>
                </p:oleObj>
              </mc:Choice>
              <mc:Fallback>
                <p:oleObj name="Equation" r:id="rId9" imgW="1777680" imgH="393480" progId="Equation.DSMT4">
                  <p:embed/>
                  <p:pic>
                    <p:nvPicPr>
                      <p:cNvPr id="10" name="对象 9"/>
                      <p:cNvPicPr/>
                      <p:nvPr/>
                    </p:nvPicPr>
                    <p:blipFill>
                      <a:blip r:embed="rId10"/>
                      <a:stretch>
                        <a:fillRect/>
                      </a:stretch>
                    </p:blipFill>
                    <p:spPr>
                      <a:xfrm>
                        <a:off x="323850" y="467483"/>
                        <a:ext cx="4441825" cy="984250"/>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393880000"/>
              </p:ext>
            </p:extLst>
          </p:nvPr>
        </p:nvGraphicFramePr>
        <p:xfrm>
          <a:off x="292100" y="2011129"/>
          <a:ext cx="4473575" cy="984250"/>
        </p:xfrm>
        <a:graphic>
          <a:graphicData uri="http://schemas.openxmlformats.org/presentationml/2006/ole">
            <mc:AlternateContent xmlns:mc="http://schemas.openxmlformats.org/markup-compatibility/2006">
              <mc:Choice xmlns:v="urn:schemas-microsoft-com:vml" Requires="v">
                <p:oleObj spid="_x0000_s236922" name="Equation" r:id="rId11" imgW="1790640" imgH="393480" progId="Equation.DSMT4">
                  <p:embed/>
                </p:oleObj>
              </mc:Choice>
              <mc:Fallback>
                <p:oleObj name="Equation" r:id="rId11" imgW="1790640" imgH="393480" progId="Equation.DSMT4">
                  <p:embed/>
                  <p:pic>
                    <p:nvPicPr>
                      <p:cNvPr id="9" name="对象 8"/>
                      <p:cNvPicPr/>
                      <p:nvPr/>
                    </p:nvPicPr>
                    <p:blipFill>
                      <a:blip r:embed="rId12"/>
                      <a:stretch>
                        <a:fillRect/>
                      </a:stretch>
                    </p:blipFill>
                    <p:spPr>
                      <a:xfrm>
                        <a:off x="292100" y="2011129"/>
                        <a:ext cx="4473575" cy="984250"/>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751166498"/>
              </p:ext>
            </p:extLst>
          </p:nvPr>
        </p:nvGraphicFramePr>
        <p:xfrm>
          <a:off x="5076056" y="1736812"/>
          <a:ext cx="1620971" cy="504056"/>
        </p:xfrm>
        <a:graphic>
          <a:graphicData uri="http://schemas.openxmlformats.org/presentationml/2006/ole">
            <mc:AlternateContent xmlns:mc="http://schemas.openxmlformats.org/markup-compatibility/2006">
              <mc:Choice xmlns:v="urn:schemas-microsoft-com:vml" Requires="v">
                <p:oleObj spid="_x0000_s236923" name="Equation" r:id="rId13" imgW="571320" imgH="177480" progId="Equation.DSMT4">
                  <p:embed/>
                </p:oleObj>
              </mc:Choice>
              <mc:Fallback>
                <p:oleObj name="Equation" r:id="rId13" imgW="571320" imgH="177480" progId="Equation.DSMT4">
                  <p:embed/>
                  <p:pic>
                    <p:nvPicPr>
                      <p:cNvPr id="11" name="对象 10"/>
                      <p:cNvPicPr/>
                      <p:nvPr/>
                    </p:nvPicPr>
                    <p:blipFill>
                      <a:blip r:embed="rId14"/>
                      <a:stretch>
                        <a:fillRect/>
                      </a:stretch>
                    </p:blipFill>
                    <p:spPr>
                      <a:xfrm>
                        <a:off x="5076056" y="1736812"/>
                        <a:ext cx="1620971" cy="504056"/>
                      </a:xfrm>
                      <a:prstGeom prst="rect">
                        <a:avLst/>
                      </a:prstGeom>
                    </p:spPr>
                  </p:pic>
                </p:oleObj>
              </mc:Fallback>
            </mc:AlternateContent>
          </a:graphicData>
        </a:graphic>
      </p:graphicFrame>
      <p:pic>
        <p:nvPicPr>
          <p:cNvPr id="12" name="图片 11"/>
          <p:cNvPicPr>
            <a:picLocks noChangeAspect="1"/>
          </p:cNvPicPr>
          <p:nvPr/>
        </p:nvPicPr>
        <p:blipFill>
          <a:blip r:embed="rId15"/>
          <a:stretch>
            <a:fillRect/>
          </a:stretch>
        </p:blipFill>
        <p:spPr>
          <a:xfrm>
            <a:off x="7274435" y="91945"/>
            <a:ext cx="1851015" cy="1735326"/>
          </a:xfrm>
          <a:prstGeom prst="rect">
            <a:avLst/>
          </a:prstGeom>
        </p:spPr>
      </p:pic>
      <p:pic>
        <p:nvPicPr>
          <p:cNvPr id="13" name="图片 12"/>
          <p:cNvPicPr>
            <a:picLocks noChangeAspect="1"/>
          </p:cNvPicPr>
          <p:nvPr/>
        </p:nvPicPr>
        <p:blipFill>
          <a:blip r:embed="rId16"/>
          <a:stretch>
            <a:fillRect/>
          </a:stretch>
        </p:blipFill>
        <p:spPr>
          <a:xfrm>
            <a:off x="7274435" y="1988840"/>
            <a:ext cx="1851015" cy="1914479"/>
          </a:xfrm>
          <a:prstGeom prst="rect">
            <a:avLst/>
          </a:prstGeom>
        </p:spPr>
      </p:pic>
    </p:spTree>
    <p:extLst>
      <p:ext uri="{BB962C8B-B14F-4D97-AF65-F5344CB8AC3E}">
        <p14:creationId xmlns:p14="http://schemas.microsoft.com/office/powerpoint/2010/main" val="2159799271"/>
      </p:ext>
    </p:extLst>
  </p:cSld>
  <p:clrMapOvr>
    <a:masterClrMapping/>
  </p:clrMapOvr>
  <p:transition>
    <p:random/>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9512" y="283586"/>
            <a:ext cx="1832553" cy="584775"/>
          </a:xfrm>
          <a:prstGeom prst="rect">
            <a:avLst/>
          </a:prstGeom>
        </p:spPr>
        <p:txBody>
          <a:bodyPr wrap="none">
            <a:spAutoFit/>
          </a:bodyPr>
          <a:lstStyle/>
          <a:p>
            <a:r>
              <a:rPr lang="zh-CN" altLang="en-US" b="1" dirty="0">
                <a:solidFill>
                  <a:srgbClr val="FFFF66"/>
                </a:solidFill>
                <a:latin typeface="Helvetica Neue"/>
              </a:rPr>
              <a:t>余元公式</a:t>
            </a:r>
            <a:endParaRPr lang="zh-CN" altLang="en-US" dirty="0">
              <a:solidFill>
                <a:srgbClr val="FFFF66"/>
              </a:solidFill>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576847322"/>
              </p:ext>
            </p:extLst>
          </p:nvPr>
        </p:nvGraphicFramePr>
        <p:xfrm>
          <a:off x="191344" y="1772816"/>
          <a:ext cx="6753225" cy="1108075"/>
        </p:xfrm>
        <a:graphic>
          <a:graphicData uri="http://schemas.openxmlformats.org/presentationml/2006/ole">
            <mc:AlternateContent xmlns:mc="http://schemas.openxmlformats.org/markup-compatibility/2006">
              <mc:Choice xmlns:v="urn:schemas-microsoft-com:vml" Requires="v">
                <p:oleObj spid="_x0000_s220401" name="Equation" r:id="rId3" imgW="2565360" imgH="419040" progId="Equation.DSMT4">
                  <p:embed/>
                </p:oleObj>
              </mc:Choice>
              <mc:Fallback>
                <p:oleObj name="Equation" r:id="rId3" imgW="2565360" imgH="419040" progId="Equation.DSMT4">
                  <p:embed/>
                  <p:pic>
                    <p:nvPicPr>
                      <p:cNvPr id="4" name="对象 3"/>
                      <p:cNvPicPr/>
                      <p:nvPr/>
                    </p:nvPicPr>
                    <p:blipFill>
                      <a:blip r:embed="rId4"/>
                      <a:stretch>
                        <a:fillRect/>
                      </a:stretch>
                    </p:blipFill>
                    <p:spPr>
                      <a:xfrm>
                        <a:off x="191344" y="1772816"/>
                        <a:ext cx="6753225" cy="1108075"/>
                      </a:xfrm>
                      <a:prstGeom prst="rect">
                        <a:avLst/>
                      </a:prstGeom>
                    </p:spPr>
                  </p:pic>
                </p:oleObj>
              </mc:Fallback>
            </mc:AlternateContent>
          </a:graphicData>
        </a:graphic>
      </p:graphicFrame>
      <p:sp>
        <p:nvSpPr>
          <p:cNvPr id="4" name="矩形 3"/>
          <p:cNvSpPr/>
          <p:nvPr/>
        </p:nvSpPr>
        <p:spPr>
          <a:xfrm>
            <a:off x="467544" y="1099821"/>
            <a:ext cx="5541902" cy="584775"/>
          </a:xfrm>
          <a:prstGeom prst="rect">
            <a:avLst/>
          </a:prstGeom>
        </p:spPr>
        <p:txBody>
          <a:bodyPr wrap="none">
            <a:spAutoFit/>
          </a:bodyPr>
          <a:lstStyle/>
          <a:p>
            <a:r>
              <a:rPr lang="zh-CN" altLang="en-US" b="1" dirty="0">
                <a:solidFill>
                  <a:srgbClr val="FFFF66"/>
                </a:solidFill>
                <a:latin typeface="Helvetica Neue"/>
              </a:rPr>
              <a:t>欧拉余元公式</a:t>
            </a:r>
            <a:r>
              <a:rPr lang="en-US" altLang="zh-CN" b="1" dirty="0">
                <a:solidFill>
                  <a:srgbClr val="FFFF66"/>
                </a:solidFill>
                <a:latin typeface="Helvetica Neue"/>
              </a:rPr>
              <a:t>or</a:t>
            </a:r>
            <a:r>
              <a:rPr lang="zh-CN" altLang="en-US" b="1" dirty="0">
                <a:solidFill>
                  <a:srgbClr val="FFFF66"/>
                </a:solidFill>
                <a:latin typeface="Helvetica Neue"/>
              </a:rPr>
              <a:t>欧拉反射公式</a:t>
            </a:r>
            <a:endParaRPr lang="zh-CN" altLang="en-US" dirty="0">
              <a:solidFill>
                <a:srgbClr val="FFFF66"/>
              </a:solidFill>
            </a:endParaRPr>
          </a:p>
        </p:txBody>
      </p:sp>
      <p:sp>
        <p:nvSpPr>
          <p:cNvPr id="5" name="文本框 4"/>
          <p:cNvSpPr txBox="1"/>
          <p:nvPr/>
        </p:nvSpPr>
        <p:spPr>
          <a:xfrm>
            <a:off x="303700" y="2676723"/>
            <a:ext cx="1584176" cy="584775"/>
          </a:xfrm>
          <a:prstGeom prst="rect">
            <a:avLst/>
          </a:prstGeom>
          <a:noFill/>
        </p:spPr>
        <p:txBody>
          <a:bodyPr wrap="square" rtlCol="0">
            <a:spAutoFit/>
          </a:bodyPr>
          <a:lstStyle/>
          <a:p>
            <a:r>
              <a:rPr lang="zh-CN" altLang="en-US" dirty="0"/>
              <a:t>引理：</a:t>
            </a:r>
          </a:p>
        </p:txBody>
      </p:sp>
      <p:graphicFrame>
        <p:nvGraphicFramePr>
          <p:cNvPr id="6" name="对象 5"/>
          <p:cNvGraphicFramePr>
            <a:graphicFrameLocks noChangeAspect="1"/>
          </p:cNvGraphicFramePr>
          <p:nvPr>
            <p:extLst>
              <p:ext uri="{D42A27DB-BD31-4B8C-83A1-F6EECF244321}">
                <p14:modId xmlns:p14="http://schemas.microsoft.com/office/powerpoint/2010/main" val="3807770786"/>
              </p:ext>
            </p:extLst>
          </p:nvPr>
        </p:nvGraphicFramePr>
        <p:xfrm>
          <a:off x="467544" y="3281567"/>
          <a:ext cx="4213225" cy="2014537"/>
        </p:xfrm>
        <a:graphic>
          <a:graphicData uri="http://schemas.openxmlformats.org/presentationml/2006/ole">
            <mc:AlternateContent xmlns:mc="http://schemas.openxmlformats.org/markup-compatibility/2006">
              <mc:Choice xmlns:v="urn:schemas-microsoft-com:vml" Requires="v">
                <p:oleObj spid="_x0000_s220402" name="Equation" r:id="rId5" imgW="1600200" imgH="761760" progId="Equation.DSMT4">
                  <p:embed/>
                </p:oleObj>
              </mc:Choice>
              <mc:Fallback>
                <p:oleObj name="Equation" r:id="rId5" imgW="1600200" imgH="761760" progId="Equation.DSMT4">
                  <p:embed/>
                  <p:pic>
                    <p:nvPicPr>
                      <p:cNvPr id="3" name="对象 2"/>
                      <p:cNvPicPr/>
                      <p:nvPr/>
                    </p:nvPicPr>
                    <p:blipFill>
                      <a:blip r:embed="rId6"/>
                      <a:stretch>
                        <a:fillRect/>
                      </a:stretch>
                    </p:blipFill>
                    <p:spPr>
                      <a:xfrm>
                        <a:off x="467544" y="3281567"/>
                        <a:ext cx="4213225" cy="2014537"/>
                      </a:xfrm>
                      <a:prstGeom prst="rect">
                        <a:avLst/>
                      </a:prstGeom>
                    </p:spPr>
                  </p:pic>
                </p:oleObj>
              </mc:Fallback>
            </mc:AlternateContent>
          </a:graphicData>
        </a:graphic>
      </p:graphicFrame>
      <p:pic>
        <p:nvPicPr>
          <p:cNvPr id="7" name="图片 6"/>
          <p:cNvPicPr>
            <a:picLocks noChangeAspect="1"/>
          </p:cNvPicPr>
          <p:nvPr/>
        </p:nvPicPr>
        <p:blipFill>
          <a:blip r:embed="rId7"/>
          <a:stretch>
            <a:fillRect/>
          </a:stretch>
        </p:blipFill>
        <p:spPr>
          <a:xfrm>
            <a:off x="4860032" y="3228745"/>
            <a:ext cx="3924640" cy="1028789"/>
          </a:xfrm>
          <a:prstGeom prst="rect">
            <a:avLst/>
          </a:prstGeom>
        </p:spPr>
      </p:pic>
      <p:sp>
        <p:nvSpPr>
          <p:cNvPr id="8" name="文本框 7"/>
          <p:cNvSpPr txBox="1"/>
          <p:nvPr/>
        </p:nvSpPr>
        <p:spPr>
          <a:xfrm>
            <a:off x="179512" y="4437112"/>
            <a:ext cx="1584176" cy="584775"/>
          </a:xfrm>
          <a:prstGeom prst="rect">
            <a:avLst/>
          </a:prstGeom>
          <a:noFill/>
        </p:spPr>
        <p:txBody>
          <a:bodyPr wrap="square" rtlCol="0">
            <a:spAutoFit/>
          </a:bodyPr>
          <a:lstStyle/>
          <a:p>
            <a:r>
              <a:rPr lang="zh-CN" altLang="en-US" dirty="0"/>
              <a:t>证明：</a:t>
            </a:r>
          </a:p>
        </p:txBody>
      </p:sp>
      <p:sp>
        <p:nvSpPr>
          <p:cNvPr id="9" name="文本框 8"/>
          <p:cNvSpPr txBox="1"/>
          <p:nvPr/>
        </p:nvSpPr>
        <p:spPr>
          <a:xfrm>
            <a:off x="191344" y="5692742"/>
            <a:ext cx="1584176" cy="584775"/>
          </a:xfrm>
          <a:prstGeom prst="rect">
            <a:avLst/>
          </a:prstGeom>
          <a:noFill/>
        </p:spPr>
        <p:txBody>
          <a:bodyPr wrap="square" rtlCol="0">
            <a:spAutoFit/>
          </a:bodyPr>
          <a:lstStyle/>
          <a:p>
            <a:r>
              <a:rPr lang="zh-CN" altLang="en-US" dirty="0"/>
              <a:t>参考：</a:t>
            </a:r>
          </a:p>
        </p:txBody>
      </p:sp>
      <p:graphicFrame>
        <p:nvGraphicFramePr>
          <p:cNvPr id="10" name="对象 9"/>
          <p:cNvGraphicFramePr>
            <a:graphicFrameLocks noChangeAspect="1"/>
          </p:cNvGraphicFramePr>
          <p:nvPr>
            <p:extLst>
              <p:ext uri="{D42A27DB-BD31-4B8C-83A1-F6EECF244321}">
                <p14:modId xmlns:p14="http://schemas.microsoft.com/office/powerpoint/2010/main" val="1683326058"/>
              </p:ext>
            </p:extLst>
          </p:nvPr>
        </p:nvGraphicFramePr>
        <p:xfrm>
          <a:off x="1461343" y="5576517"/>
          <a:ext cx="2106613" cy="873125"/>
        </p:xfrm>
        <a:graphic>
          <a:graphicData uri="http://schemas.openxmlformats.org/presentationml/2006/ole">
            <mc:AlternateContent xmlns:mc="http://schemas.openxmlformats.org/markup-compatibility/2006">
              <mc:Choice xmlns:v="urn:schemas-microsoft-com:vml" Requires="v">
                <p:oleObj spid="_x0000_s220403" name="Equation" r:id="rId8" imgW="799920" imgH="330120" progId="Equation.DSMT4">
                  <p:embed/>
                </p:oleObj>
              </mc:Choice>
              <mc:Fallback>
                <p:oleObj name="Equation" r:id="rId8" imgW="799920" imgH="330120" progId="Equation.DSMT4">
                  <p:embed/>
                  <p:pic>
                    <p:nvPicPr>
                      <p:cNvPr id="6" name="对象 5"/>
                      <p:cNvPicPr/>
                      <p:nvPr/>
                    </p:nvPicPr>
                    <p:blipFill>
                      <a:blip r:embed="rId9"/>
                      <a:stretch>
                        <a:fillRect/>
                      </a:stretch>
                    </p:blipFill>
                    <p:spPr>
                      <a:xfrm>
                        <a:off x="1461343" y="5576517"/>
                        <a:ext cx="2106613" cy="873125"/>
                      </a:xfrm>
                      <a:prstGeom prst="rect">
                        <a:avLst/>
                      </a:prstGeom>
                    </p:spPr>
                  </p:pic>
                </p:oleObj>
              </mc:Fallback>
            </mc:AlternateContent>
          </a:graphicData>
        </a:graphic>
      </p:graphicFrame>
    </p:spTree>
    <p:extLst>
      <p:ext uri="{BB962C8B-B14F-4D97-AF65-F5344CB8AC3E}">
        <p14:creationId xmlns:p14="http://schemas.microsoft.com/office/powerpoint/2010/main" val="2650612947"/>
      </p:ext>
    </p:extLst>
  </p:cSld>
  <p:clrMapOvr>
    <a:masterClrMapping/>
  </p:clrMapOvr>
  <p:transition>
    <p:random/>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122867245"/>
              </p:ext>
            </p:extLst>
          </p:nvPr>
        </p:nvGraphicFramePr>
        <p:xfrm>
          <a:off x="251520" y="260648"/>
          <a:ext cx="8470900" cy="776288"/>
        </p:xfrm>
        <a:graphic>
          <a:graphicData uri="http://schemas.openxmlformats.org/presentationml/2006/ole">
            <mc:AlternateContent xmlns:mc="http://schemas.openxmlformats.org/markup-compatibility/2006">
              <mc:Choice xmlns:v="urn:schemas-microsoft-com:vml" Requires="v">
                <p:oleObj spid="_x0000_s221405" name="Equation" r:id="rId3" imgW="3619440" imgH="330120" progId="Equation.DSMT4">
                  <p:embed/>
                </p:oleObj>
              </mc:Choice>
              <mc:Fallback>
                <p:oleObj name="Equation" r:id="rId3" imgW="3619440" imgH="330120" progId="Equation.DSMT4">
                  <p:embed/>
                  <p:pic>
                    <p:nvPicPr>
                      <p:cNvPr id="3" name="对象 2"/>
                      <p:cNvPicPr/>
                      <p:nvPr/>
                    </p:nvPicPr>
                    <p:blipFill>
                      <a:blip r:embed="rId4"/>
                      <a:stretch>
                        <a:fillRect/>
                      </a:stretch>
                    </p:blipFill>
                    <p:spPr>
                      <a:xfrm>
                        <a:off x="251520" y="260648"/>
                        <a:ext cx="8470900" cy="776288"/>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289210666"/>
              </p:ext>
            </p:extLst>
          </p:nvPr>
        </p:nvGraphicFramePr>
        <p:xfrm>
          <a:off x="251520" y="1556792"/>
          <a:ext cx="1008112" cy="1197133"/>
        </p:xfrm>
        <a:graphic>
          <a:graphicData uri="http://schemas.openxmlformats.org/presentationml/2006/ole">
            <mc:AlternateContent xmlns:mc="http://schemas.openxmlformats.org/markup-compatibility/2006">
              <mc:Choice xmlns:v="urn:schemas-microsoft-com:vml" Requires="v">
                <p:oleObj spid="_x0000_s221406" name="Equation" r:id="rId5" imgW="406080" imgH="482400" progId="Equation.DSMT4">
                  <p:embed/>
                </p:oleObj>
              </mc:Choice>
              <mc:Fallback>
                <p:oleObj name="Equation" r:id="rId5" imgW="406080" imgH="482400" progId="Equation.DSMT4">
                  <p:embed/>
                  <p:pic>
                    <p:nvPicPr>
                      <p:cNvPr id="4" name="对象 3"/>
                      <p:cNvPicPr/>
                      <p:nvPr/>
                    </p:nvPicPr>
                    <p:blipFill>
                      <a:blip r:embed="rId6"/>
                      <a:stretch>
                        <a:fillRect/>
                      </a:stretch>
                    </p:blipFill>
                    <p:spPr>
                      <a:xfrm>
                        <a:off x="251520" y="1556792"/>
                        <a:ext cx="1008112" cy="1197133"/>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625896914"/>
              </p:ext>
            </p:extLst>
          </p:nvPr>
        </p:nvGraphicFramePr>
        <p:xfrm>
          <a:off x="251520" y="3140968"/>
          <a:ext cx="7323138" cy="1746250"/>
        </p:xfrm>
        <a:graphic>
          <a:graphicData uri="http://schemas.openxmlformats.org/presentationml/2006/ole">
            <mc:AlternateContent xmlns:mc="http://schemas.openxmlformats.org/markup-compatibility/2006">
              <mc:Choice xmlns:v="urn:schemas-microsoft-com:vml" Requires="v">
                <p:oleObj spid="_x0000_s221407" name="Equation" r:id="rId7" imgW="2781000" imgH="660240" progId="Equation.DSMT4">
                  <p:embed/>
                </p:oleObj>
              </mc:Choice>
              <mc:Fallback>
                <p:oleObj name="Equation" r:id="rId7" imgW="2781000" imgH="660240" progId="Equation.DSMT4">
                  <p:embed/>
                  <p:pic>
                    <p:nvPicPr>
                      <p:cNvPr id="6" name="对象 5"/>
                      <p:cNvPicPr/>
                      <p:nvPr/>
                    </p:nvPicPr>
                    <p:blipFill>
                      <a:blip r:embed="rId8"/>
                      <a:stretch>
                        <a:fillRect/>
                      </a:stretch>
                    </p:blipFill>
                    <p:spPr>
                      <a:xfrm>
                        <a:off x="251520" y="3140968"/>
                        <a:ext cx="7323138" cy="1746250"/>
                      </a:xfrm>
                      <a:prstGeom prst="rect">
                        <a:avLst/>
                      </a:prstGeom>
                    </p:spPr>
                  </p:pic>
                </p:oleObj>
              </mc:Fallback>
            </mc:AlternateContent>
          </a:graphicData>
        </a:graphic>
      </p:graphicFrame>
    </p:spTree>
    <p:extLst>
      <p:ext uri="{BB962C8B-B14F-4D97-AF65-F5344CB8AC3E}">
        <p14:creationId xmlns:p14="http://schemas.microsoft.com/office/powerpoint/2010/main" val="4141142275"/>
      </p:ext>
    </p:extLst>
  </p:cSld>
  <p:clrMapOvr>
    <a:masterClrMapping/>
  </p:clrMapOvr>
  <p:transition>
    <p:rand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281320486"/>
              </p:ext>
            </p:extLst>
          </p:nvPr>
        </p:nvGraphicFramePr>
        <p:xfrm>
          <a:off x="179512" y="116632"/>
          <a:ext cx="3529013" cy="504825"/>
        </p:xfrm>
        <a:graphic>
          <a:graphicData uri="http://schemas.openxmlformats.org/presentationml/2006/ole">
            <mc:AlternateContent xmlns:mc="http://schemas.openxmlformats.org/markup-compatibility/2006">
              <mc:Choice xmlns:v="urn:schemas-microsoft-com:vml" Requires="v">
                <p:oleObj spid="_x0000_s222584" name="Equation" r:id="rId3" imgW="1422360" imgH="203040" progId="Equation.DSMT4">
                  <p:embed/>
                </p:oleObj>
              </mc:Choice>
              <mc:Fallback>
                <p:oleObj name="Equation" r:id="rId3" imgW="1422360" imgH="203040" progId="Equation.DSMT4">
                  <p:embed/>
                  <p:pic>
                    <p:nvPicPr>
                      <p:cNvPr id="5" name="对象 4"/>
                      <p:cNvPicPr/>
                      <p:nvPr/>
                    </p:nvPicPr>
                    <p:blipFill>
                      <a:blip r:embed="rId4"/>
                      <a:stretch>
                        <a:fillRect/>
                      </a:stretch>
                    </p:blipFill>
                    <p:spPr>
                      <a:xfrm>
                        <a:off x="179512" y="116632"/>
                        <a:ext cx="3529013" cy="504825"/>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515495044"/>
              </p:ext>
            </p:extLst>
          </p:nvPr>
        </p:nvGraphicFramePr>
        <p:xfrm>
          <a:off x="3891308" y="881581"/>
          <a:ext cx="3654734" cy="442998"/>
        </p:xfrm>
        <a:graphic>
          <a:graphicData uri="http://schemas.openxmlformats.org/presentationml/2006/ole">
            <mc:AlternateContent xmlns:mc="http://schemas.openxmlformats.org/markup-compatibility/2006">
              <mc:Choice xmlns:v="urn:schemas-microsoft-com:vml" Requires="v">
                <p:oleObj spid="_x0000_s222585" name="Equation" r:id="rId5" imgW="1676160" imgH="203040" progId="Equation.DSMT4">
                  <p:embed/>
                </p:oleObj>
              </mc:Choice>
              <mc:Fallback>
                <p:oleObj name="Equation" r:id="rId5" imgW="1676160" imgH="203040" progId="Equation.DSMT4">
                  <p:embed/>
                  <p:pic>
                    <p:nvPicPr>
                      <p:cNvPr id="6" name="对象 5"/>
                      <p:cNvPicPr/>
                      <p:nvPr/>
                    </p:nvPicPr>
                    <p:blipFill>
                      <a:blip r:embed="rId6"/>
                      <a:stretch>
                        <a:fillRect/>
                      </a:stretch>
                    </p:blipFill>
                    <p:spPr>
                      <a:xfrm>
                        <a:off x="3891308" y="881581"/>
                        <a:ext cx="3654734" cy="442998"/>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010489061"/>
              </p:ext>
            </p:extLst>
          </p:nvPr>
        </p:nvGraphicFramePr>
        <p:xfrm>
          <a:off x="241927" y="980728"/>
          <a:ext cx="2142760" cy="451107"/>
        </p:xfrm>
        <a:graphic>
          <a:graphicData uri="http://schemas.openxmlformats.org/presentationml/2006/ole">
            <mc:AlternateContent xmlns:mc="http://schemas.openxmlformats.org/markup-compatibility/2006">
              <mc:Choice xmlns:v="urn:schemas-microsoft-com:vml" Requires="v">
                <p:oleObj spid="_x0000_s222586" name="Equation" r:id="rId7" imgW="965160" imgH="203040" progId="Equation.DSMT4">
                  <p:embed/>
                </p:oleObj>
              </mc:Choice>
              <mc:Fallback>
                <p:oleObj name="Equation" r:id="rId7" imgW="965160" imgH="203040" progId="Equation.DSMT4">
                  <p:embed/>
                  <p:pic>
                    <p:nvPicPr>
                      <p:cNvPr id="7" name="对象 6"/>
                      <p:cNvPicPr/>
                      <p:nvPr/>
                    </p:nvPicPr>
                    <p:blipFill>
                      <a:blip r:embed="rId8"/>
                      <a:stretch>
                        <a:fillRect/>
                      </a:stretch>
                    </p:blipFill>
                    <p:spPr>
                      <a:xfrm>
                        <a:off x="241927" y="980728"/>
                        <a:ext cx="2142760" cy="451107"/>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111272817"/>
              </p:ext>
            </p:extLst>
          </p:nvPr>
        </p:nvGraphicFramePr>
        <p:xfrm>
          <a:off x="270171" y="1484784"/>
          <a:ext cx="7456488" cy="2684463"/>
        </p:xfrm>
        <a:graphic>
          <a:graphicData uri="http://schemas.openxmlformats.org/presentationml/2006/ole">
            <mc:AlternateContent xmlns:mc="http://schemas.openxmlformats.org/markup-compatibility/2006">
              <mc:Choice xmlns:v="urn:schemas-microsoft-com:vml" Requires="v">
                <p:oleObj spid="_x0000_s222587" name="Equation" r:id="rId9" imgW="2831760" imgH="1015920" progId="Equation.DSMT4">
                  <p:embed/>
                </p:oleObj>
              </mc:Choice>
              <mc:Fallback>
                <p:oleObj name="Equation" r:id="rId9" imgW="2831760" imgH="1015920" progId="Equation.DSMT4">
                  <p:embed/>
                  <p:pic>
                    <p:nvPicPr>
                      <p:cNvPr id="4" name="对象 3"/>
                      <p:cNvPicPr/>
                      <p:nvPr/>
                    </p:nvPicPr>
                    <p:blipFill>
                      <a:blip r:embed="rId10"/>
                      <a:stretch>
                        <a:fillRect/>
                      </a:stretch>
                    </p:blipFill>
                    <p:spPr>
                      <a:xfrm>
                        <a:off x="270171" y="1484784"/>
                        <a:ext cx="7456488" cy="2684463"/>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283201683"/>
              </p:ext>
            </p:extLst>
          </p:nvPr>
        </p:nvGraphicFramePr>
        <p:xfrm>
          <a:off x="467544" y="4509120"/>
          <a:ext cx="5796996" cy="2153170"/>
        </p:xfrm>
        <a:graphic>
          <a:graphicData uri="http://schemas.openxmlformats.org/presentationml/2006/ole">
            <mc:AlternateContent xmlns:mc="http://schemas.openxmlformats.org/markup-compatibility/2006">
              <mc:Choice xmlns:v="urn:schemas-microsoft-com:vml" Requires="v">
                <p:oleObj spid="_x0000_s222588" name="Equation" r:id="rId11" imgW="1777680" imgH="660240" progId="Equation.DSMT4">
                  <p:embed/>
                </p:oleObj>
              </mc:Choice>
              <mc:Fallback>
                <p:oleObj name="Equation" r:id="rId11" imgW="1777680" imgH="660240" progId="Equation.DSMT4">
                  <p:embed/>
                  <p:pic>
                    <p:nvPicPr>
                      <p:cNvPr id="0" name=""/>
                      <p:cNvPicPr/>
                      <p:nvPr/>
                    </p:nvPicPr>
                    <p:blipFill>
                      <a:blip r:embed="rId12"/>
                      <a:stretch>
                        <a:fillRect/>
                      </a:stretch>
                    </p:blipFill>
                    <p:spPr>
                      <a:xfrm>
                        <a:off x="467544" y="4509120"/>
                        <a:ext cx="5796996" cy="2153170"/>
                      </a:xfrm>
                      <a:prstGeom prst="rect">
                        <a:avLst/>
                      </a:prstGeom>
                    </p:spPr>
                  </p:pic>
                </p:oleObj>
              </mc:Fallback>
            </mc:AlternateContent>
          </a:graphicData>
        </a:graphic>
      </p:graphicFrame>
      <p:sp>
        <p:nvSpPr>
          <p:cNvPr id="10" name="椭圆 9"/>
          <p:cNvSpPr/>
          <p:nvPr/>
        </p:nvSpPr>
        <p:spPr bwMode="auto">
          <a:xfrm>
            <a:off x="755576" y="3190566"/>
            <a:ext cx="3960440" cy="1246545"/>
          </a:xfrm>
          <a:prstGeom prst="ellipse">
            <a:avLst/>
          </a:prstGeom>
          <a:noFill/>
          <a:ln w="25400" cap="flat" cmpd="sng" algn="ctr">
            <a:solidFill>
              <a:schemeClr val="tx1"/>
            </a:solidFill>
            <a:prstDash val="solid"/>
            <a:round/>
            <a:headEnd type="none" w="med" len="med"/>
            <a:tailEnd type="triangle" w="med" len="med"/>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1" name="椭圆 10"/>
          <p:cNvSpPr/>
          <p:nvPr/>
        </p:nvSpPr>
        <p:spPr bwMode="auto">
          <a:xfrm>
            <a:off x="4716016" y="3141982"/>
            <a:ext cx="3240360" cy="1246545"/>
          </a:xfrm>
          <a:prstGeom prst="ellipse">
            <a:avLst/>
          </a:prstGeom>
          <a:noFill/>
          <a:ln w="25400" cap="flat" cmpd="sng" algn="ctr">
            <a:solidFill>
              <a:schemeClr val="tx1"/>
            </a:solidFill>
            <a:prstDash val="solid"/>
            <a:round/>
            <a:headEnd type="none" w="med" len="med"/>
            <a:tailEnd type="triangle" w="med" len="med"/>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849127170"/>
      </p:ext>
    </p:extLst>
  </p:cSld>
  <p:clrMapOvr>
    <a:masterClrMapping/>
  </p:clrMapOvr>
  <p:transition>
    <p:rand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108698413"/>
              </p:ext>
            </p:extLst>
          </p:nvPr>
        </p:nvGraphicFramePr>
        <p:xfrm>
          <a:off x="683568" y="188640"/>
          <a:ext cx="6523038" cy="5768975"/>
        </p:xfrm>
        <a:graphic>
          <a:graphicData uri="http://schemas.openxmlformats.org/presentationml/2006/ole">
            <mc:AlternateContent xmlns:mc="http://schemas.openxmlformats.org/markup-compatibility/2006">
              <mc:Choice xmlns:v="urn:schemas-microsoft-com:vml" Requires="v">
                <p:oleObj spid="_x0000_s223307" name="Equation" r:id="rId3" imgW="2476440" imgH="2184120" progId="Equation.DSMT4">
                  <p:embed/>
                </p:oleObj>
              </mc:Choice>
              <mc:Fallback>
                <p:oleObj name="Equation" r:id="rId3" imgW="2476440" imgH="2184120" progId="Equation.DSMT4">
                  <p:embed/>
                  <p:pic>
                    <p:nvPicPr>
                      <p:cNvPr id="6" name="对象 5"/>
                      <p:cNvPicPr/>
                      <p:nvPr/>
                    </p:nvPicPr>
                    <p:blipFill>
                      <a:blip r:embed="rId4"/>
                      <a:stretch>
                        <a:fillRect/>
                      </a:stretch>
                    </p:blipFill>
                    <p:spPr>
                      <a:xfrm>
                        <a:off x="683568" y="188640"/>
                        <a:ext cx="6523038" cy="5768975"/>
                      </a:xfrm>
                      <a:prstGeom prst="rect">
                        <a:avLst/>
                      </a:prstGeom>
                    </p:spPr>
                  </p:pic>
                </p:oleObj>
              </mc:Fallback>
            </mc:AlternateContent>
          </a:graphicData>
        </a:graphic>
      </p:graphicFrame>
      <p:sp>
        <p:nvSpPr>
          <p:cNvPr id="3" name="文本框 2"/>
          <p:cNvSpPr txBox="1"/>
          <p:nvPr/>
        </p:nvSpPr>
        <p:spPr>
          <a:xfrm>
            <a:off x="251520" y="1124744"/>
            <a:ext cx="432048" cy="584775"/>
          </a:xfrm>
          <a:prstGeom prst="rect">
            <a:avLst/>
          </a:prstGeom>
          <a:noFill/>
        </p:spPr>
        <p:txBody>
          <a:bodyPr wrap="square" rtlCol="0">
            <a:spAutoFit/>
          </a:bodyPr>
          <a:lstStyle/>
          <a:p>
            <a:r>
              <a:rPr lang="zh-CN" altLang="en-US" dirty="0"/>
              <a:t>令</a:t>
            </a:r>
          </a:p>
        </p:txBody>
      </p:sp>
    </p:spTree>
    <p:extLst>
      <p:ext uri="{BB962C8B-B14F-4D97-AF65-F5344CB8AC3E}">
        <p14:creationId xmlns:p14="http://schemas.microsoft.com/office/powerpoint/2010/main" val="1354774121"/>
      </p:ext>
    </p:extLst>
  </p:cSld>
  <p:clrMapOvr>
    <a:masterClrMapping/>
  </p:clrMapOvr>
  <p:transition>
    <p:rand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837377019"/>
              </p:ext>
            </p:extLst>
          </p:nvPr>
        </p:nvGraphicFramePr>
        <p:xfrm>
          <a:off x="251521" y="116632"/>
          <a:ext cx="7416824" cy="2156939"/>
        </p:xfrm>
        <a:graphic>
          <a:graphicData uri="http://schemas.openxmlformats.org/presentationml/2006/ole">
            <mc:AlternateContent xmlns:mc="http://schemas.openxmlformats.org/markup-compatibility/2006">
              <mc:Choice xmlns:v="urn:schemas-microsoft-com:vml" Requires="v">
                <p:oleObj spid="_x0000_s224541" name="Equation" r:id="rId3" imgW="2793960" imgH="812520" progId="Equation.DSMT4">
                  <p:embed/>
                </p:oleObj>
              </mc:Choice>
              <mc:Fallback>
                <p:oleObj name="Equation" r:id="rId3" imgW="2793960" imgH="812520" progId="Equation.DSMT4">
                  <p:embed/>
                  <p:pic>
                    <p:nvPicPr>
                      <p:cNvPr id="9" name="对象 8"/>
                      <p:cNvPicPr/>
                      <p:nvPr/>
                    </p:nvPicPr>
                    <p:blipFill>
                      <a:blip r:embed="rId4"/>
                      <a:stretch>
                        <a:fillRect/>
                      </a:stretch>
                    </p:blipFill>
                    <p:spPr>
                      <a:xfrm>
                        <a:off x="251521" y="116632"/>
                        <a:ext cx="7416824" cy="2156939"/>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00446886"/>
              </p:ext>
            </p:extLst>
          </p:nvPr>
        </p:nvGraphicFramePr>
        <p:xfrm>
          <a:off x="467544" y="2636912"/>
          <a:ext cx="4614862" cy="536575"/>
        </p:xfrm>
        <a:graphic>
          <a:graphicData uri="http://schemas.openxmlformats.org/presentationml/2006/ole">
            <mc:AlternateContent xmlns:mc="http://schemas.openxmlformats.org/markup-compatibility/2006">
              <mc:Choice xmlns:v="urn:schemas-microsoft-com:vml" Requires="v">
                <p:oleObj spid="_x0000_s224542" name="Equation" r:id="rId5" imgW="1752480" imgH="203040" progId="Equation.DSMT4">
                  <p:embed/>
                </p:oleObj>
              </mc:Choice>
              <mc:Fallback>
                <p:oleObj name="Equation" r:id="rId5" imgW="1752480" imgH="203040" progId="Equation.DSMT4">
                  <p:embed/>
                  <p:pic>
                    <p:nvPicPr>
                      <p:cNvPr id="5" name="对象 4"/>
                      <p:cNvPicPr/>
                      <p:nvPr/>
                    </p:nvPicPr>
                    <p:blipFill>
                      <a:blip r:embed="rId6"/>
                      <a:stretch>
                        <a:fillRect/>
                      </a:stretch>
                    </p:blipFill>
                    <p:spPr>
                      <a:xfrm>
                        <a:off x="467544" y="2636912"/>
                        <a:ext cx="4614862" cy="536575"/>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46698513"/>
              </p:ext>
            </p:extLst>
          </p:nvPr>
        </p:nvGraphicFramePr>
        <p:xfrm>
          <a:off x="484847" y="3536828"/>
          <a:ext cx="3309937" cy="1106488"/>
        </p:xfrm>
        <a:graphic>
          <a:graphicData uri="http://schemas.openxmlformats.org/presentationml/2006/ole">
            <mc:AlternateContent xmlns:mc="http://schemas.openxmlformats.org/markup-compatibility/2006">
              <mc:Choice xmlns:v="urn:schemas-microsoft-com:vml" Requires="v">
                <p:oleObj spid="_x0000_s224543" name="Equation" r:id="rId7" imgW="1257120" imgH="419040" progId="Equation.DSMT4">
                  <p:embed/>
                </p:oleObj>
              </mc:Choice>
              <mc:Fallback>
                <p:oleObj name="Equation" r:id="rId7" imgW="1257120" imgH="419040" progId="Equation.DSMT4">
                  <p:embed/>
                  <p:pic>
                    <p:nvPicPr>
                      <p:cNvPr id="3" name="对象 2"/>
                      <p:cNvPicPr/>
                      <p:nvPr/>
                    </p:nvPicPr>
                    <p:blipFill>
                      <a:blip r:embed="rId8"/>
                      <a:stretch>
                        <a:fillRect/>
                      </a:stretch>
                    </p:blipFill>
                    <p:spPr>
                      <a:xfrm>
                        <a:off x="484847" y="3536828"/>
                        <a:ext cx="3309937" cy="1106488"/>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511595465"/>
              </p:ext>
            </p:extLst>
          </p:nvPr>
        </p:nvGraphicFramePr>
        <p:xfrm>
          <a:off x="368165" y="5085184"/>
          <a:ext cx="6853238" cy="1106487"/>
        </p:xfrm>
        <a:graphic>
          <a:graphicData uri="http://schemas.openxmlformats.org/presentationml/2006/ole">
            <mc:AlternateContent xmlns:mc="http://schemas.openxmlformats.org/markup-compatibility/2006">
              <mc:Choice xmlns:v="urn:schemas-microsoft-com:vml" Requires="v">
                <p:oleObj spid="_x0000_s224544" name="Equation" r:id="rId9" imgW="2603160" imgH="419040" progId="Equation.DSMT4">
                  <p:embed/>
                </p:oleObj>
              </mc:Choice>
              <mc:Fallback>
                <p:oleObj name="Equation" r:id="rId9" imgW="2603160" imgH="419040" progId="Equation.DSMT4">
                  <p:embed/>
                  <p:pic>
                    <p:nvPicPr>
                      <p:cNvPr id="4" name="对象 3"/>
                      <p:cNvPicPr/>
                      <p:nvPr/>
                    </p:nvPicPr>
                    <p:blipFill>
                      <a:blip r:embed="rId10"/>
                      <a:stretch>
                        <a:fillRect/>
                      </a:stretch>
                    </p:blipFill>
                    <p:spPr>
                      <a:xfrm>
                        <a:off x="368165" y="5085184"/>
                        <a:ext cx="6853238" cy="1106487"/>
                      </a:xfrm>
                      <a:prstGeom prst="rect">
                        <a:avLst/>
                      </a:prstGeom>
                    </p:spPr>
                  </p:pic>
                </p:oleObj>
              </mc:Fallback>
            </mc:AlternateContent>
          </a:graphicData>
        </a:graphic>
      </p:graphicFrame>
    </p:spTree>
    <p:extLst>
      <p:ext uri="{BB962C8B-B14F-4D97-AF65-F5344CB8AC3E}">
        <p14:creationId xmlns:p14="http://schemas.microsoft.com/office/powerpoint/2010/main" val="3168867620"/>
      </p:ext>
    </p:extLst>
  </p:cSld>
  <p:clrMapOvr>
    <a:masterClrMapping/>
  </p:clrMapOvr>
  <p:transition>
    <p:rand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2288979918"/>
              </p:ext>
            </p:extLst>
          </p:nvPr>
        </p:nvGraphicFramePr>
        <p:xfrm>
          <a:off x="323528" y="260648"/>
          <a:ext cx="7221538" cy="871538"/>
        </p:xfrm>
        <a:graphic>
          <a:graphicData uri="http://schemas.openxmlformats.org/presentationml/2006/ole">
            <mc:AlternateContent xmlns:mc="http://schemas.openxmlformats.org/markup-compatibility/2006">
              <mc:Choice xmlns:v="urn:schemas-microsoft-com:vml" Requires="v">
                <p:oleObj spid="_x0000_s226586" name="Equation" r:id="rId3" imgW="2743200" imgH="330120" progId="Equation.DSMT4">
                  <p:embed/>
                </p:oleObj>
              </mc:Choice>
              <mc:Fallback>
                <p:oleObj name="Equation" r:id="rId3" imgW="2743200" imgH="330120" progId="Equation.DSMT4">
                  <p:embed/>
                  <p:pic>
                    <p:nvPicPr>
                      <p:cNvPr id="5" name="对象 4"/>
                      <p:cNvPicPr/>
                      <p:nvPr/>
                    </p:nvPicPr>
                    <p:blipFill>
                      <a:blip r:embed="rId4"/>
                      <a:stretch>
                        <a:fillRect/>
                      </a:stretch>
                    </p:blipFill>
                    <p:spPr>
                      <a:xfrm>
                        <a:off x="323528" y="260648"/>
                        <a:ext cx="7221538" cy="871538"/>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776253874"/>
              </p:ext>
            </p:extLst>
          </p:nvPr>
        </p:nvGraphicFramePr>
        <p:xfrm>
          <a:off x="395536" y="1161034"/>
          <a:ext cx="5906806" cy="1036833"/>
        </p:xfrm>
        <a:graphic>
          <a:graphicData uri="http://schemas.openxmlformats.org/presentationml/2006/ole">
            <mc:AlternateContent xmlns:mc="http://schemas.openxmlformats.org/markup-compatibility/2006">
              <mc:Choice xmlns:v="urn:schemas-microsoft-com:vml" Requires="v">
                <p:oleObj spid="_x0000_s226587" name="Equation" r:id="rId5" imgW="2387520" imgH="419040" progId="Equation.DSMT4">
                  <p:embed/>
                </p:oleObj>
              </mc:Choice>
              <mc:Fallback>
                <p:oleObj name="Equation" r:id="rId5" imgW="2387520" imgH="419040" progId="Equation.DSMT4">
                  <p:embed/>
                  <p:pic>
                    <p:nvPicPr>
                      <p:cNvPr id="0" name=""/>
                      <p:cNvPicPr/>
                      <p:nvPr/>
                    </p:nvPicPr>
                    <p:blipFill>
                      <a:blip r:embed="rId6"/>
                      <a:stretch>
                        <a:fillRect/>
                      </a:stretch>
                    </p:blipFill>
                    <p:spPr>
                      <a:xfrm>
                        <a:off x="395536" y="1161034"/>
                        <a:ext cx="5906806" cy="1036833"/>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02789941"/>
              </p:ext>
            </p:extLst>
          </p:nvPr>
        </p:nvGraphicFramePr>
        <p:xfrm>
          <a:off x="299407" y="2492896"/>
          <a:ext cx="8491538" cy="2146300"/>
        </p:xfrm>
        <a:graphic>
          <a:graphicData uri="http://schemas.openxmlformats.org/presentationml/2006/ole">
            <mc:AlternateContent xmlns:mc="http://schemas.openxmlformats.org/markup-compatibility/2006">
              <mc:Choice xmlns:v="urn:schemas-microsoft-com:vml" Requires="v">
                <p:oleObj spid="_x0000_s226588" name="Equation" r:id="rId7" imgW="3225600" imgH="812520" progId="Equation.DSMT4">
                  <p:embed/>
                </p:oleObj>
              </mc:Choice>
              <mc:Fallback>
                <p:oleObj name="Equation" r:id="rId7" imgW="3225600" imgH="812520" progId="Equation.DSMT4">
                  <p:embed/>
                  <p:pic>
                    <p:nvPicPr>
                      <p:cNvPr id="4" name="对象 3"/>
                      <p:cNvPicPr/>
                      <p:nvPr/>
                    </p:nvPicPr>
                    <p:blipFill>
                      <a:blip r:embed="rId8"/>
                      <a:stretch>
                        <a:fillRect/>
                      </a:stretch>
                    </p:blipFill>
                    <p:spPr>
                      <a:xfrm>
                        <a:off x="299407" y="2492896"/>
                        <a:ext cx="8491538" cy="214630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98379345"/>
              </p:ext>
            </p:extLst>
          </p:nvPr>
        </p:nvGraphicFramePr>
        <p:xfrm>
          <a:off x="390244" y="4964600"/>
          <a:ext cx="6753225" cy="1108075"/>
        </p:xfrm>
        <a:graphic>
          <a:graphicData uri="http://schemas.openxmlformats.org/presentationml/2006/ole">
            <mc:AlternateContent xmlns:mc="http://schemas.openxmlformats.org/markup-compatibility/2006">
              <mc:Choice xmlns:v="urn:schemas-microsoft-com:vml" Requires="v">
                <p:oleObj spid="_x0000_s226589" name="Equation" r:id="rId9" imgW="2565360" imgH="419040" progId="Equation.DSMT4">
                  <p:embed/>
                </p:oleObj>
              </mc:Choice>
              <mc:Fallback>
                <p:oleObj name="Equation" r:id="rId9" imgW="2565360" imgH="419040" progId="Equation.DSMT4">
                  <p:embed/>
                  <p:pic>
                    <p:nvPicPr>
                      <p:cNvPr id="4" name="对象 3"/>
                      <p:cNvPicPr/>
                      <p:nvPr/>
                    </p:nvPicPr>
                    <p:blipFill>
                      <a:blip r:embed="rId10"/>
                      <a:stretch>
                        <a:fillRect/>
                      </a:stretch>
                    </p:blipFill>
                    <p:spPr>
                      <a:xfrm>
                        <a:off x="390244" y="4964600"/>
                        <a:ext cx="6753225" cy="1108075"/>
                      </a:xfrm>
                      <a:prstGeom prst="rect">
                        <a:avLst/>
                      </a:prstGeom>
                    </p:spPr>
                  </p:pic>
                </p:oleObj>
              </mc:Fallback>
            </mc:AlternateContent>
          </a:graphicData>
        </a:graphic>
      </p:graphicFrame>
    </p:spTree>
    <p:extLst>
      <p:ext uri="{BB962C8B-B14F-4D97-AF65-F5344CB8AC3E}">
        <p14:creationId xmlns:p14="http://schemas.microsoft.com/office/powerpoint/2010/main" val="2523492148"/>
      </p:ext>
    </p:extLst>
  </p:cSld>
  <p:clrMapOvr>
    <a:masterClrMapping/>
  </p:clrMapOvr>
  <p:transition>
    <p:rand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324939689"/>
              </p:ext>
            </p:extLst>
          </p:nvPr>
        </p:nvGraphicFramePr>
        <p:xfrm>
          <a:off x="251520" y="476672"/>
          <a:ext cx="6753225" cy="1108075"/>
        </p:xfrm>
        <a:graphic>
          <a:graphicData uri="http://schemas.openxmlformats.org/presentationml/2006/ole">
            <mc:AlternateContent xmlns:mc="http://schemas.openxmlformats.org/markup-compatibility/2006">
              <mc:Choice xmlns:v="urn:schemas-microsoft-com:vml" Requires="v">
                <p:oleObj spid="_x0000_s250171" name="Equation" r:id="rId3" imgW="2565360" imgH="419040" progId="Equation.DSMT4">
                  <p:embed/>
                </p:oleObj>
              </mc:Choice>
              <mc:Fallback>
                <p:oleObj name="Equation" r:id="rId3" imgW="2565360" imgH="419040" progId="Equation.DSMT4">
                  <p:embed/>
                  <p:pic>
                    <p:nvPicPr>
                      <p:cNvPr id="2" name="对象 1"/>
                      <p:cNvPicPr/>
                      <p:nvPr/>
                    </p:nvPicPr>
                    <p:blipFill>
                      <a:blip r:embed="rId4"/>
                      <a:stretch>
                        <a:fillRect/>
                      </a:stretch>
                    </p:blipFill>
                    <p:spPr>
                      <a:xfrm>
                        <a:off x="251520" y="476672"/>
                        <a:ext cx="6753225" cy="1108075"/>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635793627"/>
              </p:ext>
            </p:extLst>
          </p:nvPr>
        </p:nvGraphicFramePr>
        <p:xfrm>
          <a:off x="451322" y="3382667"/>
          <a:ext cx="2205037" cy="638175"/>
        </p:xfrm>
        <a:graphic>
          <a:graphicData uri="http://schemas.openxmlformats.org/presentationml/2006/ole">
            <mc:AlternateContent xmlns:mc="http://schemas.openxmlformats.org/markup-compatibility/2006">
              <mc:Choice xmlns:v="urn:schemas-microsoft-com:vml" Requires="v">
                <p:oleObj spid="_x0000_s250172" name="Equation" r:id="rId5" imgW="838080" imgH="241200" progId="Equation.DSMT4">
                  <p:embed/>
                </p:oleObj>
              </mc:Choice>
              <mc:Fallback>
                <p:oleObj name="Equation" r:id="rId5" imgW="838080" imgH="241200" progId="Equation.DSMT4">
                  <p:embed/>
                  <p:pic>
                    <p:nvPicPr>
                      <p:cNvPr id="4" name="对象 3"/>
                      <p:cNvPicPr/>
                      <p:nvPr/>
                    </p:nvPicPr>
                    <p:blipFill>
                      <a:blip r:embed="rId6"/>
                      <a:stretch>
                        <a:fillRect/>
                      </a:stretch>
                    </p:blipFill>
                    <p:spPr>
                      <a:xfrm>
                        <a:off x="451322" y="3382667"/>
                        <a:ext cx="2205037" cy="638175"/>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963272865"/>
              </p:ext>
            </p:extLst>
          </p:nvPr>
        </p:nvGraphicFramePr>
        <p:xfrm>
          <a:off x="451322" y="5965843"/>
          <a:ext cx="2706687" cy="538162"/>
        </p:xfrm>
        <a:graphic>
          <a:graphicData uri="http://schemas.openxmlformats.org/presentationml/2006/ole">
            <mc:AlternateContent xmlns:mc="http://schemas.openxmlformats.org/markup-compatibility/2006">
              <mc:Choice xmlns:v="urn:schemas-microsoft-com:vml" Requires="v">
                <p:oleObj spid="_x0000_s250173" name="Equation" r:id="rId7" imgW="1028520" imgH="203040" progId="Equation.DSMT4">
                  <p:embed/>
                </p:oleObj>
              </mc:Choice>
              <mc:Fallback>
                <p:oleObj name="Equation" r:id="rId7" imgW="1028520" imgH="203040" progId="Equation.DSMT4">
                  <p:embed/>
                  <p:pic>
                    <p:nvPicPr>
                      <p:cNvPr id="5" name="对象 4"/>
                      <p:cNvPicPr/>
                      <p:nvPr/>
                    </p:nvPicPr>
                    <p:blipFill>
                      <a:blip r:embed="rId8"/>
                      <a:stretch>
                        <a:fillRect/>
                      </a:stretch>
                    </p:blipFill>
                    <p:spPr>
                      <a:xfrm>
                        <a:off x="451322" y="5965843"/>
                        <a:ext cx="2706687" cy="538162"/>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562390887"/>
              </p:ext>
            </p:extLst>
          </p:nvPr>
        </p:nvGraphicFramePr>
        <p:xfrm>
          <a:off x="4431407" y="5701877"/>
          <a:ext cx="2573338" cy="1143000"/>
        </p:xfrm>
        <a:graphic>
          <a:graphicData uri="http://schemas.openxmlformats.org/presentationml/2006/ole">
            <mc:AlternateContent xmlns:mc="http://schemas.openxmlformats.org/markup-compatibility/2006">
              <mc:Choice xmlns:v="urn:schemas-microsoft-com:vml" Requires="v">
                <p:oleObj spid="_x0000_s250174" name="Equation" r:id="rId9" imgW="977760" imgH="431640" progId="Equation.DSMT4">
                  <p:embed/>
                </p:oleObj>
              </mc:Choice>
              <mc:Fallback>
                <p:oleObj name="Equation" r:id="rId9" imgW="977760" imgH="431640" progId="Equation.DSMT4">
                  <p:embed/>
                  <p:pic>
                    <p:nvPicPr>
                      <p:cNvPr id="5" name="对象 4"/>
                      <p:cNvPicPr/>
                      <p:nvPr/>
                    </p:nvPicPr>
                    <p:blipFill>
                      <a:blip r:embed="rId10"/>
                      <a:stretch>
                        <a:fillRect/>
                      </a:stretch>
                    </p:blipFill>
                    <p:spPr>
                      <a:xfrm>
                        <a:off x="4431407" y="5701877"/>
                        <a:ext cx="2573338" cy="1143000"/>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563962418"/>
              </p:ext>
            </p:extLst>
          </p:nvPr>
        </p:nvGraphicFramePr>
        <p:xfrm>
          <a:off x="391847" y="1891156"/>
          <a:ext cx="4179888" cy="1108075"/>
        </p:xfrm>
        <a:graphic>
          <a:graphicData uri="http://schemas.openxmlformats.org/presentationml/2006/ole">
            <mc:AlternateContent xmlns:mc="http://schemas.openxmlformats.org/markup-compatibility/2006">
              <mc:Choice xmlns:v="urn:schemas-microsoft-com:vml" Requires="v">
                <p:oleObj spid="_x0000_s250175" name="Equation" r:id="rId11" imgW="1587240" imgH="419040" progId="Equation.DSMT4">
                  <p:embed/>
                </p:oleObj>
              </mc:Choice>
              <mc:Fallback>
                <p:oleObj name="Equation" r:id="rId11" imgW="1587240" imgH="419040" progId="Equation.DSMT4">
                  <p:embed/>
                  <p:pic>
                    <p:nvPicPr>
                      <p:cNvPr id="4" name="对象 3"/>
                      <p:cNvPicPr/>
                      <p:nvPr/>
                    </p:nvPicPr>
                    <p:blipFill>
                      <a:blip r:embed="rId12"/>
                      <a:stretch>
                        <a:fillRect/>
                      </a:stretch>
                    </p:blipFill>
                    <p:spPr>
                      <a:xfrm>
                        <a:off x="391847" y="1891156"/>
                        <a:ext cx="4179888" cy="1108075"/>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296677555"/>
              </p:ext>
            </p:extLst>
          </p:nvPr>
        </p:nvGraphicFramePr>
        <p:xfrm>
          <a:off x="3017572" y="3120493"/>
          <a:ext cx="3108325" cy="1209675"/>
        </p:xfrm>
        <a:graphic>
          <a:graphicData uri="http://schemas.openxmlformats.org/presentationml/2006/ole">
            <mc:AlternateContent xmlns:mc="http://schemas.openxmlformats.org/markup-compatibility/2006">
              <mc:Choice xmlns:v="urn:schemas-microsoft-com:vml" Requires="v">
                <p:oleObj spid="_x0000_s250176" name="Equation" r:id="rId13" imgW="1180800" imgH="457200" progId="Equation.DSMT4">
                  <p:embed/>
                </p:oleObj>
              </mc:Choice>
              <mc:Fallback>
                <p:oleObj name="Equation" r:id="rId13" imgW="1180800" imgH="457200" progId="Equation.DSMT4">
                  <p:embed/>
                  <p:pic>
                    <p:nvPicPr>
                      <p:cNvPr id="5" name="对象 4"/>
                      <p:cNvPicPr/>
                      <p:nvPr/>
                    </p:nvPicPr>
                    <p:blipFill>
                      <a:blip r:embed="rId14"/>
                      <a:stretch>
                        <a:fillRect/>
                      </a:stretch>
                    </p:blipFill>
                    <p:spPr>
                      <a:xfrm>
                        <a:off x="3017572" y="3120493"/>
                        <a:ext cx="3108325" cy="1209675"/>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630574906"/>
              </p:ext>
            </p:extLst>
          </p:nvPr>
        </p:nvGraphicFramePr>
        <p:xfrm>
          <a:off x="451322" y="4495322"/>
          <a:ext cx="4845050" cy="1041400"/>
        </p:xfrm>
        <a:graphic>
          <a:graphicData uri="http://schemas.openxmlformats.org/presentationml/2006/ole">
            <mc:AlternateContent xmlns:mc="http://schemas.openxmlformats.org/markup-compatibility/2006">
              <mc:Choice xmlns:v="urn:schemas-microsoft-com:vml" Requires="v">
                <p:oleObj spid="_x0000_s250177" name="Equation" r:id="rId15" imgW="1841400" imgH="393480" progId="Equation.DSMT4">
                  <p:embed/>
                </p:oleObj>
              </mc:Choice>
              <mc:Fallback>
                <p:oleObj name="Equation" r:id="rId15" imgW="1841400" imgH="393480" progId="Equation.DSMT4">
                  <p:embed/>
                  <p:pic>
                    <p:nvPicPr>
                      <p:cNvPr id="9" name="对象 8"/>
                      <p:cNvPicPr/>
                      <p:nvPr/>
                    </p:nvPicPr>
                    <p:blipFill>
                      <a:blip r:embed="rId16"/>
                      <a:stretch>
                        <a:fillRect/>
                      </a:stretch>
                    </p:blipFill>
                    <p:spPr>
                      <a:xfrm>
                        <a:off x="451322" y="4495322"/>
                        <a:ext cx="4845050" cy="1041400"/>
                      </a:xfrm>
                      <a:prstGeom prst="rect">
                        <a:avLst/>
                      </a:prstGeom>
                    </p:spPr>
                  </p:pic>
                </p:oleObj>
              </mc:Fallback>
            </mc:AlternateContent>
          </a:graphicData>
        </a:graphic>
      </p:graphicFrame>
    </p:spTree>
    <p:extLst>
      <p:ext uri="{BB962C8B-B14F-4D97-AF65-F5344CB8AC3E}">
        <p14:creationId xmlns:p14="http://schemas.microsoft.com/office/powerpoint/2010/main" val="3356432848"/>
      </p:ext>
    </p:extLst>
  </p:cSld>
  <p:clrMapOvr>
    <a:masterClrMapping/>
  </p:clrMapOvr>
  <p:transition>
    <p:random/>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93817084"/>
              </p:ext>
            </p:extLst>
          </p:nvPr>
        </p:nvGraphicFramePr>
        <p:xfrm>
          <a:off x="174220" y="990545"/>
          <a:ext cx="3670300" cy="1127125"/>
        </p:xfrm>
        <a:graphic>
          <a:graphicData uri="http://schemas.openxmlformats.org/presentationml/2006/ole">
            <mc:AlternateContent xmlns:mc="http://schemas.openxmlformats.org/markup-compatibility/2006">
              <mc:Choice xmlns:v="urn:schemas-microsoft-com:vml" Requires="v">
                <p:oleObj spid="_x0000_s138807" name="Equation" r:id="rId3" imgW="1447560" imgH="444240" progId="Equation.DSMT4">
                  <p:embed/>
                </p:oleObj>
              </mc:Choice>
              <mc:Fallback>
                <p:oleObj name="Equation" r:id="rId3" imgW="1447560" imgH="444240" progId="Equation.DSMT4">
                  <p:embed/>
                  <p:pic>
                    <p:nvPicPr>
                      <p:cNvPr id="14" name="对象 13"/>
                      <p:cNvPicPr/>
                      <p:nvPr/>
                    </p:nvPicPr>
                    <p:blipFill>
                      <a:blip r:embed="rId4"/>
                      <a:stretch>
                        <a:fillRect/>
                      </a:stretch>
                    </p:blipFill>
                    <p:spPr>
                      <a:xfrm>
                        <a:off x="174220" y="990545"/>
                        <a:ext cx="3670300" cy="1127125"/>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515987970"/>
              </p:ext>
            </p:extLst>
          </p:nvPr>
        </p:nvGraphicFramePr>
        <p:xfrm>
          <a:off x="174220" y="2060848"/>
          <a:ext cx="5537200" cy="998538"/>
        </p:xfrm>
        <a:graphic>
          <a:graphicData uri="http://schemas.openxmlformats.org/presentationml/2006/ole">
            <mc:AlternateContent xmlns:mc="http://schemas.openxmlformats.org/markup-compatibility/2006">
              <mc:Choice xmlns:v="urn:schemas-microsoft-com:vml" Requires="v">
                <p:oleObj spid="_x0000_s138808" name="Equation" r:id="rId5" imgW="2184120" imgH="393480" progId="Equation.DSMT4">
                  <p:embed/>
                </p:oleObj>
              </mc:Choice>
              <mc:Fallback>
                <p:oleObj name="Equation" r:id="rId5" imgW="2184120" imgH="393480" progId="Equation.DSMT4">
                  <p:embed/>
                  <p:pic>
                    <p:nvPicPr>
                      <p:cNvPr id="2" name="对象 1"/>
                      <p:cNvPicPr/>
                      <p:nvPr/>
                    </p:nvPicPr>
                    <p:blipFill>
                      <a:blip r:embed="rId6"/>
                      <a:stretch>
                        <a:fillRect/>
                      </a:stretch>
                    </p:blipFill>
                    <p:spPr>
                      <a:xfrm>
                        <a:off x="174220" y="2060848"/>
                        <a:ext cx="5537200" cy="998538"/>
                      </a:xfrm>
                      <a:prstGeom prst="rect">
                        <a:avLst/>
                      </a:prstGeom>
                    </p:spPr>
                  </p:pic>
                </p:oleObj>
              </mc:Fallback>
            </mc:AlternateContent>
          </a:graphicData>
        </a:graphic>
      </p:graphicFrame>
      <p:pic>
        <p:nvPicPr>
          <p:cNvPr id="9" name="图片 8"/>
          <p:cNvPicPr>
            <a:picLocks noChangeAspect="1"/>
          </p:cNvPicPr>
          <p:nvPr/>
        </p:nvPicPr>
        <p:blipFill>
          <a:blip r:embed="rId7"/>
          <a:stretch>
            <a:fillRect/>
          </a:stretch>
        </p:blipFill>
        <p:spPr>
          <a:xfrm>
            <a:off x="395536" y="3958230"/>
            <a:ext cx="5995302" cy="1512168"/>
          </a:xfrm>
          <a:prstGeom prst="rect">
            <a:avLst/>
          </a:prstGeom>
        </p:spPr>
      </p:pic>
      <p:sp>
        <p:nvSpPr>
          <p:cNvPr id="10" name="矩形 9"/>
          <p:cNvSpPr/>
          <p:nvPr/>
        </p:nvSpPr>
        <p:spPr>
          <a:xfrm>
            <a:off x="174220" y="5661248"/>
            <a:ext cx="8718260" cy="1077218"/>
          </a:xfrm>
          <a:prstGeom prst="rect">
            <a:avLst/>
          </a:prstGeom>
        </p:spPr>
        <p:txBody>
          <a:bodyPr wrap="square">
            <a:spAutoFit/>
          </a:bodyPr>
          <a:lstStyle/>
          <a:p>
            <a:r>
              <a:rPr lang="en-US" altLang="zh-CN" dirty="0"/>
              <a:t>https://</a:t>
            </a:r>
            <a:r>
              <a:rPr lang="en-US" altLang="zh-CN" dirty="0" err="1"/>
              <a:t>www.zhihu.com</a:t>
            </a:r>
            <a:r>
              <a:rPr lang="en-US" altLang="zh-CN" dirty="0"/>
              <a:t>/question/421044878/answer/1472527996</a:t>
            </a:r>
            <a:endParaRPr lang="zh-CN" altLang="en-US" dirty="0"/>
          </a:p>
        </p:txBody>
      </p:sp>
      <p:graphicFrame>
        <p:nvGraphicFramePr>
          <p:cNvPr id="11" name="对象 10"/>
          <p:cNvGraphicFramePr>
            <a:graphicFrameLocks noChangeAspect="1"/>
          </p:cNvGraphicFramePr>
          <p:nvPr>
            <p:extLst>
              <p:ext uri="{D42A27DB-BD31-4B8C-83A1-F6EECF244321}">
                <p14:modId xmlns:p14="http://schemas.microsoft.com/office/powerpoint/2010/main" val="1891993960"/>
              </p:ext>
            </p:extLst>
          </p:nvPr>
        </p:nvGraphicFramePr>
        <p:xfrm>
          <a:off x="539552" y="3114452"/>
          <a:ext cx="804862" cy="515937"/>
        </p:xfrm>
        <a:graphic>
          <a:graphicData uri="http://schemas.openxmlformats.org/presentationml/2006/ole">
            <mc:AlternateContent xmlns:mc="http://schemas.openxmlformats.org/markup-compatibility/2006">
              <mc:Choice xmlns:v="urn:schemas-microsoft-com:vml" Requires="v">
                <p:oleObj spid="_x0000_s138809" name="Equation" r:id="rId8" imgW="317160" imgH="203040" progId="Equation.DSMT4">
                  <p:embed/>
                </p:oleObj>
              </mc:Choice>
              <mc:Fallback>
                <p:oleObj name="Equation" r:id="rId8" imgW="317160" imgH="203040" progId="Equation.DSMT4">
                  <p:embed/>
                  <p:pic>
                    <p:nvPicPr>
                      <p:cNvPr id="2" name="对象 1"/>
                      <p:cNvPicPr/>
                      <p:nvPr/>
                    </p:nvPicPr>
                    <p:blipFill>
                      <a:blip r:embed="rId9"/>
                      <a:stretch>
                        <a:fillRect/>
                      </a:stretch>
                    </p:blipFill>
                    <p:spPr>
                      <a:xfrm>
                        <a:off x="539552" y="3114452"/>
                        <a:ext cx="804862" cy="515937"/>
                      </a:xfrm>
                      <a:prstGeom prst="rect">
                        <a:avLst/>
                      </a:prstGeom>
                    </p:spPr>
                  </p:pic>
                </p:oleObj>
              </mc:Fallback>
            </mc:AlternateContent>
          </a:graphicData>
        </a:graphic>
      </p:graphicFrame>
      <p:sp>
        <p:nvSpPr>
          <p:cNvPr id="12" name="Rectangle 3"/>
          <p:cNvSpPr>
            <a:spLocks noChangeArrowheads="1"/>
          </p:cNvSpPr>
          <p:nvPr/>
        </p:nvSpPr>
        <p:spPr bwMode="auto">
          <a:xfrm>
            <a:off x="1619672" y="3125296"/>
            <a:ext cx="3312368"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的解析延拓形式：</a:t>
            </a:r>
          </a:p>
        </p:txBody>
      </p:sp>
      <p:sp>
        <p:nvSpPr>
          <p:cNvPr id="8" name="矩形 7"/>
          <p:cNvSpPr/>
          <p:nvPr/>
        </p:nvSpPr>
        <p:spPr>
          <a:xfrm>
            <a:off x="214671" y="310345"/>
            <a:ext cx="4719562" cy="584775"/>
          </a:xfrm>
          <a:prstGeom prst="rect">
            <a:avLst/>
          </a:prstGeom>
        </p:spPr>
        <p:txBody>
          <a:bodyPr wrap="none">
            <a:spAutoFit/>
          </a:bodyPr>
          <a:lstStyle/>
          <a:p>
            <a:r>
              <a:rPr lang="zh-CN" altLang="en-US" b="1" dirty="0">
                <a:solidFill>
                  <a:srgbClr val="FFFF66"/>
                </a:solidFill>
                <a:latin typeface="Helvetica Neue"/>
              </a:rPr>
              <a:t>黎曼</a:t>
            </a:r>
            <a:r>
              <a:rPr lang="en-US" altLang="zh-CN" b="1" dirty="0">
                <a:solidFill>
                  <a:srgbClr val="FFFF66"/>
                </a:solidFill>
                <a:latin typeface="Helvetica Neue"/>
              </a:rPr>
              <a:t>zeta</a:t>
            </a:r>
            <a:r>
              <a:rPr lang="zh-CN" altLang="en-US" b="1" dirty="0">
                <a:solidFill>
                  <a:srgbClr val="FFFF66"/>
                </a:solidFill>
                <a:latin typeface="Helvetica Neue"/>
              </a:rPr>
              <a:t>函数的余元公式</a:t>
            </a:r>
            <a:endParaRPr lang="zh-CN" altLang="en-US" dirty="0">
              <a:solidFill>
                <a:srgbClr val="FFFF66"/>
              </a:solidFill>
            </a:endParaRPr>
          </a:p>
        </p:txBody>
      </p:sp>
    </p:spTree>
    <p:extLst>
      <p:ext uri="{BB962C8B-B14F-4D97-AF65-F5344CB8AC3E}">
        <p14:creationId xmlns:p14="http://schemas.microsoft.com/office/powerpoint/2010/main" val="2843597539"/>
      </p:ext>
    </p:extLst>
  </p:cSld>
  <p:clrMapOvr>
    <a:masterClrMapping/>
  </p:clrMapOvr>
  <p:transition>
    <p:random/>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107504" y="260648"/>
            <a:ext cx="2590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例：计算积分</a:t>
            </a:r>
          </a:p>
        </p:txBody>
      </p:sp>
      <p:graphicFrame>
        <p:nvGraphicFramePr>
          <p:cNvPr id="3" name="对象 2"/>
          <p:cNvGraphicFramePr>
            <a:graphicFrameLocks noChangeAspect="1"/>
          </p:cNvGraphicFramePr>
          <p:nvPr>
            <p:extLst>
              <p:ext uri="{D42A27DB-BD31-4B8C-83A1-F6EECF244321}">
                <p14:modId xmlns:p14="http://schemas.microsoft.com/office/powerpoint/2010/main" val="1759174009"/>
              </p:ext>
            </p:extLst>
          </p:nvPr>
        </p:nvGraphicFramePr>
        <p:xfrm>
          <a:off x="2555875" y="-4763"/>
          <a:ext cx="2578100" cy="1166813"/>
        </p:xfrm>
        <a:graphic>
          <a:graphicData uri="http://schemas.openxmlformats.org/presentationml/2006/ole">
            <mc:AlternateContent xmlns:mc="http://schemas.openxmlformats.org/markup-compatibility/2006">
              <mc:Choice xmlns:v="urn:schemas-microsoft-com:vml" Requires="v">
                <p:oleObj spid="_x0000_s216045" name="Equation" r:id="rId3" imgW="927000" imgH="419040" progId="Equation.DSMT4">
                  <p:embed/>
                </p:oleObj>
              </mc:Choice>
              <mc:Fallback>
                <p:oleObj name="Equation" r:id="rId3" imgW="927000" imgH="419040" progId="Equation.DSMT4">
                  <p:embed/>
                  <p:pic>
                    <p:nvPicPr>
                      <p:cNvPr id="0" name=""/>
                      <p:cNvPicPr/>
                      <p:nvPr/>
                    </p:nvPicPr>
                    <p:blipFill>
                      <a:blip r:embed="rId4"/>
                      <a:stretch>
                        <a:fillRect/>
                      </a:stretch>
                    </p:blipFill>
                    <p:spPr>
                      <a:xfrm>
                        <a:off x="2555875" y="-4763"/>
                        <a:ext cx="2578100" cy="1166813"/>
                      </a:xfrm>
                      <a:prstGeom prst="rect">
                        <a:avLst/>
                      </a:prstGeom>
                    </p:spPr>
                  </p:pic>
                </p:oleObj>
              </mc:Fallback>
            </mc:AlternateContent>
          </a:graphicData>
        </a:graphic>
      </p:graphicFrame>
      <p:grpSp>
        <p:nvGrpSpPr>
          <p:cNvPr id="4" name="Group 6"/>
          <p:cNvGrpSpPr>
            <a:grpSpLocks/>
          </p:cNvGrpSpPr>
          <p:nvPr/>
        </p:nvGrpSpPr>
        <p:grpSpPr bwMode="auto">
          <a:xfrm>
            <a:off x="5580112" y="4077072"/>
            <a:ext cx="3352800" cy="2590800"/>
            <a:chOff x="2736" y="960"/>
            <a:chExt cx="2655" cy="2016"/>
          </a:xfrm>
        </p:grpSpPr>
        <p:graphicFrame>
          <p:nvGraphicFramePr>
            <p:cNvPr id="5" name="Object 7"/>
            <p:cNvGraphicFramePr>
              <a:graphicFrameLocks noChangeAspect="1"/>
            </p:cNvGraphicFramePr>
            <p:nvPr/>
          </p:nvGraphicFramePr>
          <p:xfrm>
            <a:off x="4320" y="1536"/>
            <a:ext cx="312" cy="312"/>
          </p:xfrm>
          <a:graphic>
            <a:graphicData uri="http://schemas.openxmlformats.org/presentationml/2006/ole">
              <mc:AlternateContent xmlns:mc="http://schemas.openxmlformats.org/markup-compatibility/2006">
                <mc:Choice xmlns:v="urn:schemas-microsoft-com:vml" Requires="v">
                  <p:oleObj spid="_x0000_s216046" name="公式" r:id="rId5" imgW="190440" imgH="228600" progId="Equation.3">
                    <p:embed/>
                  </p:oleObj>
                </mc:Choice>
                <mc:Fallback>
                  <p:oleObj name="公式" r:id="rId5" imgW="190440" imgH="228600" progId="Equation.3">
                    <p:embed/>
                    <p:pic>
                      <p:nvPicPr>
                        <p:cNvPr id="277511"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20" y="1536"/>
                          <a:ext cx="312" cy="3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8"/>
            <p:cNvGrpSpPr>
              <a:grpSpLocks/>
            </p:cNvGrpSpPr>
            <p:nvPr/>
          </p:nvGrpSpPr>
          <p:grpSpPr bwMode="auto">
            <a:xfrm>
              <a:off x="2736" y="960"/>
              <a:ext cx="2655" cy="2016"/>
              <a:chOff x="2736" y="960"/>
              <a:chExt cx="2655" cy="2016"/>
            </a:xfrm>
          </p:grpSpPr>
          <p:graphicFrame>
            <p:nvGraphicFramePr>
              <p:cNvPr id="14" name="Object 9"/>
              <p:cNvGraphicFramePr>
                <a:graphicFrameLocks noChangeAspect="1"/>
              </p:cNvGraphicFramePr>
              <p:nvPr/>
            </p:nvGraphicFramePr>
            <p:xfrm>
              <a:off x="3024" y="2141"/>
              <a:ext cx="230" cy="269"/>
            </p:xfrm>
            <a:graphic>
              <a:graphicData uri="http://schemas.openxmlformats.org/presentationml/2006/ole">
                <mc:AlternateContent xmlns:mc="http://schemas.openxmlformats.org/markup-compatibility/2006">
                  <mc:Choice xmlns:v="urn:schemas-microsoft-com:vml" Requires="v">
                    <p:oleObj spid="_x0000_s216047" name="公式" r:id="rId7" imgW="126720" imgH="177480" progId="Equation.3">
                      <p:embed/>
                    </p:oleObj>
                  </mc:Choice>
                  <mc:Fallback>
                    <p:oleObj name="公式" r:id="rId7" imgW="126720" imgH="177480" progId="Equation.3">
                      <p:embed/>
                      <p:pic>
                        <p:nvPicPr>
                          <p:cNvPr id="277513"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24" y="2141"/>
                            <a:ext cx="230" cy="26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10"/>
              <p:cNvGraphicFramePr>
                <a:graphicFrameLocks noChangeAspect="1"/>
              </p:cNvGraphicFramePr>
              <p:nvPr/>
            </p:nvGraphicFramePr>
            <p:xfrm>
              <a:off x="5161" y="2140"/>
              <a:ext cx="230" cy="213"/>
            </p:xfrm>
            <a:graphic>
              <a:graphicData uri="http://schemas.openxmlformats.org/presentationml/2006/ole">
                <mc:AlternateContent xmlns:mc="http://schemas.openxmlformats.org/markup-compatibility/2006">
                  <mc:Choice xmlns:v="urn:schemas-microsoft-com:vml" Requires="v">
                    <p:oleObj spid="_x0000_s216048" name="公式" r:id="rId9" imgW="126720" imgH="139680" progId="Equation.3">
                      <p:embed/>
                    </p:oleObj>
                  </mc:Choice>
                  <mc:Fallback>
                    <p:oleObj name="公式" r:id="rId9" imgW="126720" imgH="139680" progId="Equation.3">
                      <p:embed/>
                      <p:pic>
                        <p:nvPicPr>
                          <p:cNvPr id="277514"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61" y="2140"/>
                            <a:ext cx="230" cy="2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Line 11"/>
              <p:cNvSpPr>
                <a:spLocks noChangeShapeType="1"/>
              </p:cNvSpPr>
              <p:nvPr/>
            </p:nvSpPr>
            <p:spPr bwMode="auto">
              <a:xfrm flipV="1">
                <a:off x="4176" y="960"/>
                <a:ext cx="0" cy="15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 name="Oval 12"/>
              <p:cNvSpPr>
                <a:spLocks noChangeArrowheads="1"/>
              </p:cNvSpPr>
              <p:nvPr/>
            </p:nvSpPr>
            <p:spPr bwMode="auto">
              <a:xfrm>
                <a:off x="3744" y="1728"/>
                <a:ext cx="864" cy="768"/>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 name="Oval 13"/>
              <p:cNvSpPr>
                <a:spLocks noChangeArrowheads="1"/>
              </p:cNvSpPr>
              <p:nvPr/>
            </p:nvSpPr>
            <p:spPr bwMode="auto">
              <a:xfrm>
                <a:off x="3216" y="1248"/>
                <a:ext cx="1776" cy="1680"/>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 name="Rectangle 14"/>
              <p:cNvSpPr>
                <a:spLocks noChangeArrowheads="1"/>
              </p:cNvSpPr>
              <p:nvPr/>
            </p:nvSpPr>
            <p:spPr bwMode="auto">
              <a:xfrm>
                <a:off x="2832" y="2112"/>
                <a:ext cx="2256" cy="864"/>
              </a:xfrm>
              <a:prstGeom prst="rect">
                <a:avLst/>
              </a:prstGeom>
              <a:solidFill>
                <a:srgbClr val="54220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 name="Line 15"/>
              <p:cNvSpPr>
                <a:spLocks noChangeShapeType="1"/>
              </p:cNvSpPr>
              <p:nvPr/>
            </p:nvSpPr>
            <p:spPr bwMode="auto">
              <a:xfrm>
                <a:off x="3241" y="2112"/>
                <a:ext cx="206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1" name="Line 16"/>
              <p:cNvSpPr>
                <a:spLocks noChangeShapeType="1"/>
              </p:cNvSpPr>
              <p:nvPr/>
            </p:nvSpPr>
            <p:spPr bwMode="auto">
              <a:xfrm>
                <a:off x="2736" y="2112"/>
                <a:ext cx="105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 name="Line 17"/>
              <p:cNvSpPr>
                <a:spLocks noChangeShapeType="1"/>
              </p:cNvSpPr>
              <p:nvPr/>
            </p:nvSpPr>
            <p:spPr bwMode="auto">
              <a:xfrm>
                <a:off x="4560" y="2112"/>
                <a:ext cx="67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aphicFrame>
          <p:nvGraphicFramePr>
            <p:cNvPr id="7" name="Object 18"/>
            <p:cNvGraphicFramePr>
              <a:graphicFrameLocks noChangeAspect="1"/>
            </p:cNvGraphicFramePr>
            <p:nvPr/>
          </p:nvGraphicFramePr>
          <p:xfrm>
            <a:off x="2979" y="2191"/>
            <a:ext cx="333" cy="257"/>
          </p:xfrm>
          <a:graphic>
            <a:graphicData uri="http://schemas.openxmlformats.org/presentationml/2006/ole">
              <mc:AlternateContent xmlns:mc="http://schemas.openxmlformats.org/markup-compatibility/2006">
                <mc:Choice xmlns:v="urn:schemas-microsoft-com:vml" Requires="v">
                  <p:oleObj spid="_x0000_s216049" name="公式" r:id="rId11" imgW="253800" imgH="164880" progId="Equation.3">
                    <p:embed/>
                  </p:oleObj>
                </mc:Choice>
                <mc:Fallback>
                  <p:oleObj name="公式" r:id="rId11" imgW="253800" imgH="164880" progId="Equation.3">
                    <p:embed/>
                    <p:pic>
                      <p:nvPicPr>
                        <p:cNvPr id="277522"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79" y="2191"/>
                          <a:ext cx="333" cy="25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19"/>
            <p:cNvGraphicFramePr>
              <a:graphicFrameLocks noChangeAspect="1"/>
            </p:cNvGraphicFramePr>
            <p:nvPr/>
          </p:nvGraphicFramePr>
          <p:xfrm>
            <a:off x="4915" y="2208"/>
            <a:ext cx="199" cy="257"/>
          </p:xfrm>
          <a:graphic>
            <a:graphicData uri="http://schemas.openxmlformats.org/presentationml/2006/ole">
              <mc:AlternateContent xmlns:mc="http://schemas.openxmlformats.org/markup-compatibility/2006">
                <mc:Choice xmlns:v="urn:schemas-microsoft-com:vml" Requires="v">
                  <p:oleObj spid="_x0000_s216050" name="公式" r:id="rId13" imgW="152280" imgH="164880" progId="Equation.3">
                    <p:embed/>
                  </p:oleObj>
                </mc:Choice>
                <mc:Fallback>
                  <p:oleObj name="公式" r:id="rId13" imgW="152280" imgH="164880" progId="Equation.3">
                    <p:embed/>
                    <p:pic>
                      <p:nvPicPr>
                        <p:cNvPr id="277523" name="Object 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15" y="2208"/>
                          <a:ext cx="199" cy="25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20"/>
            <p:cNvGraphicFramePr>
              <a:graphicFrameLocks noChangeAspect="1"/>
            </p:cNvGraphicFramePr>
            <p:nvPr/>
          </p:nvGraphicFramePr>
          <p:xfrm>
            <a:off x="3560" y="2178"/>
            <a:ext cx="317" cy="220"/>
          </p:xfrm>
          <a:graphic>
            <a:graphicData uri="http://schemas.openxmlformats.org/presentationml/2006/ole">
              <mc:AlternateContent xmlns:mc="http://schemas.openxmlformats.org/markup-compatibility/2006">
                <mc:Choice xmlns:v="urn:schemas-microsoft-com:vml" Requires="v">
                  <p:oleObj spid="_x0000_s216051" name="公式" r:id="rId15" imgW="241200" imgH="139680" progId="Equation.3">
                    <p:embed/>
                  </p:oleObj>
                </mc:Choice>
                <mc:Fallback>
                  <p:oleObj name="公式" r:id="rId15" imgW="241200" imgH="139680" progId="Equation.3">
                    <p:embed/>
                    <p:pic>
                      <p:nvPicPr>
                        <p:cNvPr id="277524" name="Object 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60" y="2178"/>
                          <a:ext cx="317" cy="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21"/>
            <p:cNvGraphicFramePr>
              <a:graphicFrameLocks noChangeAspect="1"/>
            </p:cNvGraphicFramePr>
            <p:nvPr/>
          </p:nvGraphicFramePr>
          <p:xfrm>
            <a:off x="4491" y="2160"/>
            <a:ext cx="166" cy="220"/>
          </p:xfrm>
          <a:graphic>
            <a:graphicData uri="http://schemas.openxmlformats.org/presentationml/2006/ole">
              <mc:AlternateContent xmlns:mc="http://schemas.openxmlformats.org/markup-compatibility/2006">
                <mc:Choice xmlns:v="urn:schemas-microsoft-com:vml" Requires="v">
                  <p:oleObj spid="_x0000_s216052" name="公式" r:id="rId17" imgW="126720" imgH="139680" progId="Equation.3">
                    <p:embed/>
                  </p:oleObj>
                </mc:Choice>
                <mc:Fallback>
                  <p:oleObj name="公式" r:id="rId17" imgW="126720" imgH="139680" progId="Equation.3">
                    <p:embed/>
                    <p:pic>
                      <p:nvPicPr>
                        <p:cNvPr id="277525" name="Object 2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91" y="2160"/>
                          <a:ext cx="166" cy="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Line 22"/>
            <p:cNvSpPr>
              <a:spLocks noChangeShapeType="1"/>
            </p:cNvSpPr>
            <p:nvPr/>
          </p:nvSpPr>
          <p:spPr bwMode="auto">
            <a:xfrm>
              <a:off x="4080" y="1728"/>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2" name="Line 23"/>
            <p:cNvSpPr>
              <a:spLocks noChangeShapeType="1"/>
            </p:cNvSpPr>
            <p:nvPr/>
          </p:nvSpPr>
          <p:spPr bwMode="auto">
            <a:xfrm flipH="1">
              <a:off x="4080" y="1248"/>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13" name="Object 24"/>
            <p:cNvGraphicFramePr>
              <a:graphicFrameLocks noChangeAspect="1"/>
            </p:cNvGraphicFramePr>
            <p:nvPr/>
          </p:nvGraphicFramePr>
          <p:xfrm>
            <a:off x="4781" y="1353"/>
            <a:ext cx="351" cy="293"/>
          </p:xfrm>
          <a:graphic>
            <a:graphicData uri="http://schemas.openxmlformats.org/presentationml/2006/ole">
              <mc:AlternateContent xmlns:mc="http://schemas.openxmlformats.org/markup-compatibility/2006">
                <mc:Choice xmlns:v="urn:schemas-microsoft-com:vml" Requires="v">
                  <p:oleObj spid="_x0000_s216053" name="公式" r:id="rId19" imgW="215640" imgH="215640" progId="Equation.3">
                    <p:embed/>
                  </p:oleObj>
                </mc:Choice>
                <mc:Fallback>
                  <p:oleObj name="公式" r:id="rId19" imgW="215640" imgH="215640" progId="Equation.3">
                    <p:embed/>
                    <p:pic>
                      <p:nvPicPr>
                        <p:cNvPr id="277528" name="Object 2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781" y="1353"/>
                          <a:ext cx="351" cy="29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3" name="矩形 22"/>
          <p:cNvSpPr/>
          <p:nvPr/>
        </p:nvSpPr>
        <p:spPr>
          <a:xfrm>
            <a:off x="107504" y="1045171"/>
            <a:ext cx="1008609" cy="584775"/>
          </a:xfrm>
          <a:prstGeom prst="rect">
            <a:avLst/>
          </a:prstGeom>
        </p:spPr>
        <p:txBody>
          <a:bodyPr wrap="none">
            <a:spAutoFit/>
          </a:bodyPr>
          <a:lstStyle/>
          <a:p>
            <a:r>
              <a:rPr lang="zh-CN" altLang="en-US" b="1" dirty="0">
                <a:solidFill>
                  <a:srgbClr val="FFFFFF"/>
                </a:solidFill>
                <a:latin typeface="Book Antiqua" panose="02040602050305030304" pitchFamily="18" charset="0"/>
              </a:rPr>
              <a:t>解：</a:t>
            </a:r>
            <a:endParaRPr lang="zh-CN" altLang="en-US" dirty="0"/>
          </a:p>
        </p:txBody>
      </p:sp>
      <p:graphicFrame>
        <p:nvGraphicFramePr>
          <p:cNvPr id="24" name="对象 23"/>
          <p:cNvGraphicFramePr>
            <a:graphicFrameLocks noChangeAspect="1"/>
          </p:cNvGraphicFramePr>
          <p:nvPr>
            <p:extLst>
              <p:ext uri="{D42A27DB-BD31-4B8C-83A1-F6EECF244321}">
                <p14:modId xmlns:p14="http://schemas.microsoft.com/office/powerpoint/2010/main" val="3683687754"/>
              </p:ext>
            </p:extLst>
          </p:nvPr>
        </p:nvGraphicFramePr>
        <p:xfrm>
          <a:off x="157163" y="2432050"/>
          <a:ext cx="8658225" cy="1476375"/>
        </p:xfrm>
        <a:graphic>
          <a:graphicData uri="http://schemas.openxmlformats.org/presentationml/2006/ole">
            <mc:AlternateContent xmlns:mc="http://schemas.openxmlformats.org/markup-compatibility/2006">
              <mc:Choice xmlns:v="urn:schemas-microsoft-com:vml" Requires="v">
                <p:oleObj spid="_x0000_s216054" name="Equation" r:id="rId21" imgW="3720960" imgH="634680" progId="Equation.DSMT4">
                  <p:embed/>
                </p:oleObj>
              </mc:Choice>
              <mc:Fallback>
                <p:oleObj name="Equation" r:id="rId21" imgW="3720960" imgH="634680" progId="Equation.DSMT4">
                  <p:embed/>
                  <p:pic>
                    <p:nvPicPr>
                      <p:cNvPr id="6" name="对象 5"/>
                      <p:cNvPicPr/>
                      <p:nvPr/>
                    </p:nvPicPr>
                    <p:blipFill>
                      <a:blip r:embed="rId22"/>
                      <a:stretch>
                        <a:fillRect/>
                      </a:stretch>
                    </p:blipFill>
                    <p:spPr>
                      <a:xfrm>
                        <a:off x="157163" y="2432050"/>
                        <a:ext cx="8658225" cy="1476375"/>
                      </a:xfrm>
                      <a:prstGeom prst="rect">
                        <a:avLst/>
                      </a:prstGeom>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757397125"/>
              </p:ext>
            </p:extLst>
          </p:nvPr>
        </p:nvGraphicFramePr>
        <p:xfrm>
          <a:off x="971600" y="1095871"/>
          <a:ext cx="2501004" cy="1251436"/>
        </p:xfrm>
        <a:graphic>
          <a:graphicData uri="http://schemas.openxmlformats.org/presentationml/2006/ole">
            <mc:AlternateContent xmlns:mc="http://schemas.openxmlformats.org/markup-compatibility/2006">
              <mc:Choice xmlns:v="urn:schemas-microsoft-com:vml" Requires="v">
                <p:oleObj spid="_x0000_s216055" name="Equation" r:id="rId23" imgW="838080" imgH="419040" progId="Equation.DSMT4">
                  <p:embed/>
                </p:oleObj>
              </mc:Choice>
              <mc:Fallback>
                <p:oleObj name="Equation" r:id="rId23" imgW="838080" imgH="419040" progId="Equation.DSMT4">
                  <p:embed/>
                  <p:pic>
                    <p:nvPicPr>
                      <p:cNvPr id="2" name="对象 1"/>
                      <p:cNvPicPr/>
                      <p:nvPr/>
                    </p:nvPicPr>
                    <p:blipFill>
                      <a:blip r:embed="rId24"/>
                      <a:stretch>
                        <a:fillRect/>
                      </a:stretch>
                    </p:blipFill>
                    <p:spPr>
                      <a:xfrm>
                        <a:off x="971600" y="1095871"/>
                        <a:ext cx="2501004" cy="1251436"/>
                      </a:xfrm>
                      <a:prstGeom prst="rect">
                        <a:avLst/>
                      </a:prstGeom>
                    </p:spPr>
                  </p:pic>
                </p:oleObj>
              </mc:Fallback>
            </mc:AlternateContent>
          </a:graphicData>
        </a:graphic>
      </p:graphicFrame>
      <p:sp>
        <p:nvSpPr>
          <p:cNvPr id="26" name="Rectangle 3"/>
          <p:cNvSpPr>
            <a:spLocks noChangeArrowheads="1"/>
          </p:cNvSpPr>
          <p:nvPr/>
        </p:nvSpPr>
        <p:spPr bwMode="auto">
          <a:xfrm>
            <a:off x="4029335" y="1374199"/>
            <a:ext cx="3756006" cy="954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两个一阶奇点</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a:t>
            </a:r>
            <a:r>
              <a:rPr kumimoji="1" lang="en-US" altLang="zh-CN" sz="2800" b="1" i="0" u="none" strike="noStrike" kern="1200" cap="none" spc="0" normalizeH="0" baseline="0" noProof="0" dirty="0" err="1">
                <a:ln>
                  <a:noFill/>
                </a:ln>
                <a:solidFill>
                  <a:srgbClr val="FFFFFF"/>
                </a:solidFill>
                <a:effectLst/>
                <a:uLnTx/>
                <a:uFillTx/>
                <a:latin typeface="Book Antiqua" panose="02040602050305030304" pitchFamily="18" charset="0"/>
                <a:ea typeface="宋体" panose="02010600030101010101" pitchFamily="2" charset="-122"/>
                <a:cs typeface="+mn-cs"/>
              </a:rPr>
              <a:t>i</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，上半平面一个一阶奇点</a:t>
            </a:r>
            <a:r>
              <a:rPr kumimoji="1" lang="en-US" altLang="zh-CN" sz="2800" b="1" i="0" u="none" strike="noStrike" kern="1200" cap="none" spc="0" normalizeH="0" baseline="0" noProof="0" dirty="0" err="1">
                <a:ln>
                  <a:noFill/>
                </a:ln>
                <a:solidFill>
                  <a:srgbClr val="FFFFFF"/>
                </a:solidFill>
                <a:effectLst/>
                <a:uLnTx/>
                <a:uFillTx/>
                <a:latin typeface="Book Antiqua" panose="02040602050305030304" pitchFamily="18" charset="0"/>
                <a:ea typeface="宋体" panose="02010600030101010101" pitchFamily="2" charset="-122"/>
                <a:cs typeface="+mn-cs"/>
              </a:rPr>
              <a:t>i</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p:txBody>
      </p:sp>
      <p:graphicFrame>
        <p:nvGraphicFramePr>
          <p:cNvPr id="28" name="对象 27"/>
          <p:cNvGraphicFramePr>
            <a:graphicFrameLocks noChangeAspect="1"/>
          </p:cNvGraphicFramePr>
          <p:nvPr>
            <p:extLst>
              <p:ext uri="{D42A27DB-BD31-4B8C-83A1-F6EECF244321}">
                <p14:modId xmlns:p14="http://schemas.microsoft.com/office/powerpoint/2010/main" val="2189734014"/>
              </p:ext>
            </p:extLst>
          </p:nvPr>
        </p:nvGraphicFramePr>
        <p:xfrm>
          <a:off x="299281" y="3766632"/>
          <a:ext cx="5319468" cy="2903252"/>
        </p:xfrm>
        <a:graphic>
          <a:graphicData uri="http://schemas.openxmlformats.org/presentationml/2006/ole">
            <mc:AlternateContent xmlns:mc="http://schemas.openxmlformats.org/markup-compatibility/2006">
              <mc:Choice xmlns:v="urn:schemas-microsoft-com:vml" Requires="v">
                <p:oleObj spid="_x0000_s216056" name="Equation" r:id="rId25" imgW="2489040" imgH="1358640" progId="Equation.DSMT4">
                  <p:embed/>
                </p:oleObj>
              </mc:Choice>
              <mc:Fallback>
                <p:oleObj name="Equation" r:id="rId25" imgW="2489040" imgH="1358640" progId="Equation.DSMT4">
                  <p:embed/>
                  <p:pic>
                    <p:nvPicPr>
                      <p:cNvPr id="24" name="对象 23"/>
                      <p:cNvPicPr/>
                      <p:nvPr/>
                    </p:nvPicPr>
                    <p:blipFill>
                      <a:blip r:embed="rId26"/>
                      <a:stretch>
                        <a:fillRect/>
                      </a:stretch>
                    </p:blipFill>
                    <p:spPr>
                      <a:xfrm>
                        <a:off x="299281" y="3766632"/>
                        <a:ext cx="5319468" cy="2903252"/>
                      </a:xfrm>
                      <a:prstGeom prst="rect">
                        <a:avLst/>
                      </a:prstGeom>
                    </p:spPr>
                  </p:pic>
                </p:oleObj>
              </mc:Fallback>
            </mc:AlternateContent>
          </a:graphicData>
        </a:graphic>
      </p:graphicFrame>
    </p:spTree>
    <p:extLst>
      <p:ext uri="{BB962C8B-B14F-4D97-AF65-F5344CB8AC3E}">
        <p14:creationId xmlns:p14="http://schemas.microsoft.com/office/powerpoint/2010/main" val="660600492"/>
      </p:ext>
    </p:extLst>
  </p:cSld>
  <p:clrMapOvr>
    <a:masterClrMapping/>
  </p:clrMapOvr>
  <p:transition>
    <p:random/>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016629281"/>
              </p:ext>
            </p:extLst>
          </p:nvPr>
        </p:nvGraphicFramePr>
        <p:xfrm>
          <a:off x="217884" y="31502"/>
          <a:ext cx="6403975" cy="2965450"/>
        </p:xfrm>
        <a:graphic>
          <a:graphicData uri="http://schemas.openxmlformats.org/presentationml/2006/ole">
            <mc:AlternateContent xmlns:mc="http://schemas.openxmlformats.org/markup-compatibility/2006">
              <mc:Choice xmlns:v="urn:schemas-microsoft-com:vml" Requires="v">
                <p:oleObj spid="_x0000_s193884" name="Equation" r:id="rId3" imgW="2997000" imgH="1384200" progId="Equation.DSMT4">
                  <p:embed/>
                </p:oleObj>
              </mc:Choice>
              <mc:Fallback>
                <p:oleObj name="Equation" r:id="rId3" imgW="2997000" imgH="1384200" progId="Equation.DSMT4">
                  <p:embed/>
                  <p:pic>
                    <p:nvPicPr>
                      <p:cNvPr id="28" name="对象 27"/>
                      <p:cNvPicPr/>
                      <p:nvPr/>
                    </p:nvPicPr>
                    <p:blipFill>
                      <a:blip r:embed="rId4"/>
                      <a:stretch>
                        <a:fillRect/>
                      </a:stretch>
                    </p:blipFill>
                    <p:spPr>
                      <a:xfrm>
                        <a:off x="217884" y="31502"/>
                        <a:ext cx="6403975" cy="296545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436415958"/>
              </p:ext>
            </p:extLst>
          </p:nvPr>
        </p:nvGraphicFramePr>
        <p:xfrm>
          <a:off x="193675" y="2997200"/>
          <a:ext cx="8658225" cy="1476375"/>
        </p:xfrm>
        <a:graphic>
          <a:graphicData uri="http://schemas.openxmlformats.org/presentationml/2006/ole">
            <mc:AlternateContent xmlns:mc="http://schemas.openxmlformats.org/markup-compatibility/2006">
              <mc:Choice xmlns:v="urn:schemas-microsoft-com:vml" Requires="v">
                <p:oleObj spid="_x0000_s193885" name="Equation" r:id="rId5" imgW="3720960" imgH="634680" progId="Equation.DSMT4">
                  <p:embed/>
                </p:oleObj>
              </mc:Choice>
              <mc:Fallback>
                <p:oleObj name="Equation" r:id="rId5" imgW="3720960" imgH="634680" progId="Equation.DSMT4">
                  <p:embed/>
                  <p:pic>
                    <p:nvPicPr>
                      <p:cNvPr id="24" name="对象 23"/>
                      <p:cNvPicPr/>
                      <p:nvPr/>
                    </p:nvPicPr>
                    <p:blipFill>
                      <a:blip r:embed="rId6"/>
                      <a:stretch>
                        <a:fillRect/>
                      </a:stretch>
                    </p:blipFill>
                    <p:spPr>
                      <a:xfrm>
                        <a:off x="193675" y="2997200"/>
                        <a:ext cx="8658225" cy="1476375"/>
                      </a:xfrm>
                      <a:prstGeom prst="rect">
                        <a:avLst/>
                      </a:prstGeom>
                    </p:spPr>
                  </p:pic>
                </p:oleObj>
              </mc:Fallback>
            </mc:AlternateContent>
          </a:graphicData>
        </a:graphic>
      </p:graphicFrame>
      <p:sp>
        <p:nvSpPr>
          <p:cNvPr id="5" name="乘号 4"/>
          <p:cNvSpPr/>
          <p:nvPr/>
        </p:nvSpPr>
        <p:spPr bwMode="auto">
          <a:xfrm>
            <a:off x="3623605" y="3212976"/>
            <a:ext cx="1800200" cy="720080"/>
          </a:xfrm>
          <a:prstGeom prst="mathMultiply">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6" name="乘号 5"/>
          <p:cNvSpPr/>
          <p:nvPr/>
        </p:nvSpPr>
        <p:spPr bwMode="auto">
          <a:xfrm>
            <a:off x="7236296" y="3212976"/>
            <a:ext cx="1800200" cy="720080"/>
          </a:xfrm>
          <a:prstGeom prst="mathMultiply">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213422411"/>
              </p:ext>
            </p:extLst>
          </p:nvPr>
        </p:nvGraphicFramePr>
        <p:xfrm>
          <a:off x="193675" y="4581128"/>
          <a:ext cx="8421687" cy="2008188"/>
        </p:xfrm>
        <a:graphic>
          <a:graphicData uri="http://schemas.openxmlformats.org/presentationml/2006/ole">
            <mc:AlternateContent xmlns:mc="http://schemas.openxmlformats.org/markup-compatibility/2006">
              <mc:Choice xmlns:v="urn:schemas-microsoft-com:vml" Requires="v">
                <p:oleObj spid="_x0000_s193886" name="Equation" r:id="rId7" imgW="3619440" imgH="863280" progId="Equation.DSMT4">
                  <p:embed/>
                </p:oleObj>
              </mc:Choice>
              <mc:Fallback>
                <p:oleObj name="Equation" r:id="rId7" imgW="3619440" imgH="863280" progId="Equation.DSMT4">
                  <p:embed/>
                  <p:pic>
                    <p:nvPicPr>
                      <p:cNvPr id="4" name="对象 3"/>
                      <p:cNvPicPr/>
                      <p:nvPr/>
                    </p:nvPicPr>
                    <p:blipFill>
                      <a:blip r:embed="rId8"/>
                      <a:stretch>
                        <a:fillRect/>
                      </a:stretch>
                    </p:blipFill>
                    <p:spPr>
                      <a:xfrm>
                        <a:off x="193675" y="4581128"/>
                        <a:ext cx="8421687" cy="2008188"/>
                      </a:xfrm>
                      <a:prstGeom prst="rect">
                        <a:avLst/>
                      </a:prstGeom>
                    </p:spPr>
                  </p:pic>
                </p:oleObj>
              </mc:Fallback>
            </mc:AlternateContent>
          </a:graphicData>
        </a:graphic>
      </p:graphicFrame>
    </p:spTree>
    <p:extLst>
      <p:ext uri="{BB962C8B-B14F-4D97-AF65-F5344CB8AC3E}">
        <p14:creationId xmlns:p14="http://schemas.microsoft.com/office/powerpoint/2010/main" val="4055706805"/>
      </p:ext>
    </p:extLst>
  </p:cSld>
  <p:clrMapOvr>
    <a:masterClrMapping/>
  </p:clrMapOvr>
  <p:transition>
    <p:random/>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726192241"/>
              </p:ext>
            </p:extLst>
          </p:nvPr>
        </p:nvGraphicFramePr>
        <p:xfrm>
          <a:off x="179512" y="35845"/>
          <a:ext cx="8658225" cy="3956050"/>
        </p:xfrm>
        <a:graphic>
          <a:graphicData uri="http://schemas.openxmlformats.org/presentationml/2006/ole">
            <mc:AlternateContent xmlns:mc="http://schemas.openxmlformats.org/markup-compatibility/2006">
              <mc:Choice xmlns:v="urn:schemas-microsoft-com:vml" Requires="v">
                <p:oleObj spid="_x0000_s194907" name="Equation" r:id="rId3" imgW="3720960" imgH="1701720" progId="Equation.DSMT4">
                  <p:embed/>
                </p:oleObj>
              </mc:Choice>
              <mc:Fallback>
                <p:oleObj name="Equation" r:id="rId3" imgW="3720960" imgH="1701720" progId="Equation.DSMT4">
                  <p:embed/>
                  <p:pic>
                    <p:nvPicPr>
                      <p:cNvPr id="4" name="对象 3"/>
                      <p:cNvPicPr/>
                      <p:nvPr/>
                    </p:nvPicPr>
                    <p:blipFill>
                      <a:blip r:embed="rId4"/>
                      <a:stretch>
                        <a:fillRect/>
                      </a:stretch>
                    </p:blipFill>
                    <p:spPr>
                      <a:xfrm>
                        <a:off x="179512" y="35845"/>
                        <a:ext cx="8658225" cy="395605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597822432"/>
              </p:ext>
            </p:extLst>
          </p:nvPr>
        </p:nvGraphicFramePr>
        <p:xfrm>
          <a:off x="107504" y="3991895"/>
          <a:ext cx="5113337" cy="1033463"/>
        </p:xfrm>
        <a:graphic>
          <a:graphicData uri="http://schemas.openxmlformats.org/presentationml/2006/ole">
            <mc:AlternateContent xmlns:mc="http://schemas.openxmlformats.org/markup-compatibility/2006">
              <mc:Choice xmlns:v="urn:schemas-microsoft-com:vml" Requires="v">
                <p:oleObj spid="_x0000_s194908" name="Equation" r:id="rId5" imgW="2197080" imgH="444240" progId="Equation.DSMT4">
                  <p:embed/>
                </p:oleObj>
              </mc:Choice>
              <mc:Fallback>
                <p:oleObj name="Equation" r:id="rId5" imgW="2197080" imgH="444240" progId="Equation.DSMT4">
                  <p:embed/>
                  <p:pic>
                    <p:nvPicPr>
                      <p:cNvPr id="3" name="对象 2"/>
                      <p:cNvPicPr/>
                      <p:nvPr/>
                    </p:nvPicPr>
                    <p:blipFill>
                      <a:blip r:embed="rId6"/>
                      <a:stretch>
                        <a:fillRect/>
                      </a:stretch>
                    </p:blipFill>
                    <p:spPr>
                      <a:xfrm>
                        <a:off x="107504" y="3991895"/>
                        <a:ext cx="5113337" cy="1033463"/>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886135461"/>
              </p:ext>
            </p:extLst>
          </p:nvPr>
        </p:nvGraphicFramePr>
        <p:xfrm>
          <a:off x="323528" y="4869160"/>
          <a:ext cx="6057901" cy="1327150"/>
        </p:xfrm>
        <a:graphic>
          <a:graphicData uri="http://schemas.openxmlformats.org/presentationml/2006/ole">
            <mc:AlternateContent xmlns:mc="http://schemas.openxmlformats.org/markup-compatibility/2006">
              <mc:Choice xmlns:v="urn:schemas-microsoft-com:vml" Requires="v">
                <p:oleObj spid="_x0000_s194909" name="Equation" r:id="rId7" imgW="2603160" imgH="571320" progId="Equation.DSMT4">
                  <p:embed/>
                </p:oleObj>
              </mc:Choice>
              <mc:Fallback>
                <p:oleObj name="Equation" r:id="rId7" imgW="2603160" imgH="571320" progId="Equation.DSMT4">
                  <p:embed/>
                  <p:pic>
                    <p:nvPicPr>
                      <p:cNvPr id="3" name="对象 2"/>
                      <p:cNvPicPr/>
                      <p:nvPr/>
                    </p:nvPicPr>
                    <p:blipFill>
                      <a:blip r:embed="rId8"/>
                      <a:stretch>
                        <a:fillRect/>
                      </a:stretch>
                    </p:blipFill>
                    <p:spPr>
                      <a:xfrm>
                        <a:off x="323528" y="4869160"/>
                        <a:ext cx="6057901" cy="1327150"/>
                      </a:xfrm>
                      <a:prstGeom prst="rect">
                        <a:avLst/>
                      </a:prstGeom>
                    </p:spPr>
                  </p:pic>
                </p:oleObj>
              </mc:Fallback>
            </mc:AlternateContent>
          </a:graphicData>
        </a:graphic>
      </p:graphicFrame>
    </p:spTree>
    <p:extLst>
      <p:ext uri="{BB962C8B-B14F-4D97-AF65-F5344CB8AC3E}">
        <p14:creationId xmlns:p14="http://schemas.microsoft.com/office/powerpoint/2010/main" val="1458046753"/>
      </p:ext>
    </p:extLst>
  </p:cSld>
  <p:clrMapOvr>
    <a:masterClrMapping/>
  </p:clrMapOvr>
  <p:transition>
    <p:random/>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975697789"/>
              </p:ext>
            </p:extLst>
          </p:nvPr>
        </p:nvGraphicFramePr>
        <p:xfrm>
          <a:off x="251520" y="0"/>
          <a:ext cx="8304212" cy="1946275"/>
        </p:xfrm>
        <a:graphic>
          <a:graphicData uri="http://schemas.openxmlformats.org/presentationml/2006/ole">
            <mc:AlternateContent xmlns:mc="http://schemas.openxmlformats.org/markup-compatibility/2006">
              <mc:Choice xmlns:v="urn:schemas-microsoft-com:vml" Requires="v">
                <p:oleObj spid="_x0000_s196038" name="Equation" r:id="rId3" imgW="3568680" imgH="838080" progId="Equation.DSMT4">
                  <p:embed/>
                </p:oleObj>
              </mc:Choice>
              <mc:Fallback>
                <p:oleObj name="Equation" r:id="rId3" imgW="3568680" imgH="838080" progId="Equation.DSMT4">
                  <p:embed/>
                  <p:pic>
                    <p:nvPicPr>
                      <p:cNvPr id="3" name="对象 2"/>
                      <p:cNvPicPr/>
                      <p:nvPr/>
                    </p:nvPicPr>
                    <p:blipFill>
                      <a:blip r:embed="rId4"/>
                      <a:stretch>
                        <a:fillRect/>
                      </a:stretch>
                    </p:blipFill>
                    <p:spPr>
                      <a:xfrm>
                        <a:off x="251520" y="0"/>
                        <a:ext cx="8304212" cy="1946275"/>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997729564"/>
              </p:ext>
            </p:extLst>
          </p:nvPr>
        </p:nvGraphicFramePr>
        <p:xfrm>
          <a:off x="179512" y="1932351"/>
          <a:ext cx="3495676" cy="1166813"/>
        </p:xfrm>
        <a:graphic>
          <a:graphicData uri="http://schemas.openxmlformats.org/presentationml/2006/ole">
            <mc:AlternateContent xmlns:mc="http://schemas.openxmlformats.org/markup-compatibility/2006">
              <mc:Choice xmlns:v="urn:schemas-microsoft-com:vml" Requires="v">
                <p:oleObj spid="_x0000_s196039" name="Equation" r:id="rId5" imgW="1257120" imgH="419040" progId="Equation.DSMT4">
                  <p:embed/>
                </p:oleObj>
              </mc:Choice>
              <mc:Fallback>
                <p:oleObj name="Equation" r:id="rId5" imgW="1257120" imgH="419040" progId="Equation.DSMT4">
                  <p:embed/>
                  <p:pic>
                    <p:nvPicPr>
                      <p:cNvPr id="3" name="对象 2"/>
                      <p:cNvPicPr/>
                      <p:nvPr/>
                    </p:nvPicPr>
                    <p:blipFill>
                      <a:blip r:embed="rId6"/>
                      <a:stretch>
                        <a:fillRect/>
                      </a:stretch>
                    </p:blipFill>
                    <p:spPr>
                      <a:xfrm>
                        <a:off x="179512" y="1932351"/>
                        <a:ext cx="3495676" cy="1166813"/>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246223289"/>
              </p:ext>
            </p:extLst>
          </p:nvPr>
        </p:nvGraphicFramePr>
        <p:xfrm>
          <a:off x="4557713" y="2058988"/>
          <a:ext cx="2779712" cy="914400"/>
        </p:xfrm>
        <a:graphic>
          <a:graphicData uri="http://schemas.openxmlformats.org/presentationml/2006/ole">
            <mc:AlternateContent xmlns:mc="http://schemas.openxmlformats.org/markup-compatibility/2006">
              <mc:Choice xmlns:v="urn:schemas-microsoft-com:vml" Requires="v">
                <p:oleObj spid="_x0000_s196040" name="Equation" r:id="rId7" imgW="1193760" imgH="393480" progId="Equation.DSMT4">
                  <p:embed/>
                </p:oleObj>
              </mc:Choice>
              <mc:Fallback>
                <p:oleObj name="Equation" r:id="rId7" imgW="1193760" imgH="393480" progId="Equation.DSMT4">
                  <p:embed/>
                  <p:pic>
                    <p:nvPicPr>
                      <p:cNvPr id="2" name="对象 1"/>
                      <p:cNvPicPr/>
                      <p:nvPr/>
                    </p:nvPicPr>
                    <p:blipFill>
                      <a:blip r:embed="rId8"/>
                      <a:stretch>
                        <a:fillRect/>
                      </a:stretch>
                    </p:blipFill>
                    <p:spPr>
                      <a:xfrm>
                        <a:off x="4557713" y="2058988"/>
                        <a:ext cx="2779712" cy="91440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005838951"/>
              </p:ext>
            </p:extLst>
          </p:nvPr>
        </p:nvGraphicFramePr>
        <p:xfrm>
          <a:off x="-11933" y="3221109"/>
          <a:ext cx="9047163" cy="3451225"/>
        </p:xfrm>
        <a:graphic>
          <a:graphicData uri="http://schemas.openxmlformats.org/presentationml/2006/ole">
            <mc:AlternateContent xmlns:mc="http://schemas.openxmlformats.org/markup-compatibility/2006">
              <mc:Choice xmlns:v="urn:schemas-microsoft-com:vml" Requires="v">
                <p:oleObj spid="_x0000_s196041" name="Equation" r:id="rId9" imgW="3886200" imgH="1485720" progId="Equation.DSMT4">
                  <p:embed/>
                </p:oleObj>
              </mc:Choice>
              <mc:Fallback>
                <p:oleObj name="Equation" r:id="rId9" imgW="3886200" imgH="1485720" progId="Equation.DSMT4">
                  <p:embed/>
                  <p:pic>
                    <p:nvPicPr>
                      <p:cNvPr id="4" name="对象 3"/>
                      <p:cNvPicPr/>
                      <p:nvPr/>
                    </p:nvPicPr>
                    <p:blipFill>
                      <a:blip r:embed="rId10"/>
                      <a:stretch>
                        <a:fillRect/>
                      </a:stretch>
                    </p:blipFill>
                    <p:spPr>
                      <a:xfrm>
                        <a:off x="-11933" y="3221109"/>
                        <a:ext cx="9047163" cy="3451225"/>
                      </a:xfrm>
                      <a:prstGeom prst="rect">
                        <a:avLst/>
                      </a:prstGeom>
                    </p:spPr>
                  </p:pic>
                </p:oleObj>
              </mc:Fallback>
            </mc:AlternateContent>
          </a:graphicData>
        </a:graphic>
      </p:graphicFrame>
      <p:sp>
        <p:nvSpPr>
          <p:cNvPr id="7" name="矩形 6"/>
          <p:cNvSpPr/>
          <p:nvPr/>
        </p:nvSpPr>
        <p:spPr bwMode="auto">
          <a:xfrm>
            <a:off x="179512" y="1946274"/>
            <a:ext cx="3744416" cy="1152889"/>
          </a:xfrm>
          <a:prstGeom prst="rect">
            <a:avLst/>
          </a:prstGeom>
          <a:noFill/>
          <a:ln w="38100" cap="flat" cmpd="sng" algn="ctr">
            <a:solidFill>
              <a:schemeClr val="tx1"/>
            </a:solidFill>
            <a:prstDash val="solid"/>
            <a:round/>
            <a:headEnd type="none" w="med" len="med"/>
            <a:tailEnd type="triangle" w="med" len="med"/>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502314919"/>
      </p:ext>
    </p:extLst>
  </p:cSld>
  <p:clrMapOvr>
    <a:masterClrMapping/>
  </p:clrMapOvr>
  <p:transition>
    <p:random/>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0882879"/>
      </p:ext>
    </p:extLst>
  </p:cSld>
  <p:clrMapOvr>
    <a:masterClrMapping/>
  </p:clrMapOvr>
  <p:transition>
    <p:random/>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107504" y="260648"/>
            <a:ext cx="2590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例：计算积分</a:t>
            </a:r>
          </a:p>
        </p:txBody>
      </p:sp>
      <p:graphicFrame>
        <p:nvGraphicFramePr>
          <p:cNvPr id="3" name="对象 2"/>
          <p:cNvGraphicFramePr>
            <a:graphicFrameLocks noChangeAspect="1"/>
          </p:cNvGraphicFramePr>
          <p:nvPr>
            <p:extLst>
              <p:ext uri="{D42A27DB-BD31-4B8C-83A1-F6EECF244321}">
                <p14:modId xmlns:p14="http://schemas.microsoft.com/office/powerpoint/2010/main" val="395166208"/>
              </p:ext>
            </p:extLst>
          </p:nvPr>
        </p:nvGraphicFramePr>
        <p:xfrm>
          <a:off x="2339752" y="-34094"/>
          <a:ext cx="4232822" cy="1108596"/>
        </p:xfrm>
        <a:graphic>
          <a:graphicData uri="http://schemas.openxmlformats.org/presentationml/2006/ole">
            <mc:AlternateContent xmlns:mc="http://schemas.openxmlformats.org/markup-compatibility/2006">
              <mc:Choice xmlns:v="urn:schemas-microsoft-com:vml" Requires="v">
                <p:oleObj spid="_x0000_s238896" name="Equation" r:id="rId3" imgW="1600200" imgH="419040" progId="Equation.DSMT4">
                  <p:embed/>
                </p:oleObj>
              </mc:Choice>
              <mc:Fallback>
                <p:oleObj name="Equation" r:id="rId3" imgW="1600200" imgH="419040" progId="Equation.DSMT4">
                  <p:embed/>
                  <p:pic>
                    <p:nvPicPr>
                      <p:cNvPr id="0" name=""/>
                      <p:cNvPicPr/>
                      <p:nvPr/>
                    </p:nvPicPr>
                    <p:blipFill>
                      <a:blip r:embed="rId4"/>
                      <a:stretch>
                        <a:fillRect/>
                      </a:stretch>
                    </p:blipFill>
                    <p:spPr>
                      <a:xfrm>
                        <a:off x="2339752" y="-34094"/>
                        <a:ext cx="4232822" cy="1108596"/>
                      </a:xfrm>
                      <a:prstGeom prst="rect">
                        <a:avLst/>
                      </a:prstGeom>
                    </p:spPr>
                  </p:pic>
                </p:oleObj>
              </mc:Fallback>
            </mc:AlternateContent>
          </a:graphicData>
        </a:graphic>
      </p:graphicFrame>
      <p:sp>
        <p:nvSpPr>
          <p:cNvPr id="4" name="Rectangle 3"/>
          <p:cNvSpPr>
            <a:spLocks noChangeArrowheads="1"/>
          </p:cNvSpPr>
          <p:nvPr/>
        </p:nvSpPr>
        <p:spPr bwMode="auto">
          <a:xfrm>
            <a:off x="107504" y="1426397"/>
            <a:ext cx="10081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解：</a:t>
            </a:r>
          </a:p>
        </p:txBody>
      </p:sp>
      <p:sp>
        <p:nvSpPr>
          <p:cNvPr id="5" name="Rectangle 3"/>
          <p:cNvSpPr>
            <a:spLocks noChangeArrowheads="1"/>
          </p:cNvSpPr>
          <p:nvPr/>
        </p:nvSpPr>
        <p:spPr bwMode="auto">
          <a:xfrm>
            <a:off x="899592" y="1417161"/>
            <a:ext cx="460851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在上半平面内的奇点</a:t>
            </a:r>
          </a:p>
        </p:txBody>
      </p:sp>
      <p:graphicFrame>
        <p:nvGraphicFramePr>
          <p:cNvPr id="6" name="对象 5"/>
          <p:cNvGraphicFramePr>
            <a:graphicFrameLocks noChangeAspect="1"/>
          </p:cNvGraphicFramePr>
          <p:nvPr>
            <p:extLst>
              <p:ext uri="{D42A27DB-BD31-4B8C-83A1-F6EECF244321}">
                <p14:modId xmlns:p14="http://schemas.microsoft.com/office/powerpoint/2010/main" val="856104377"/>
              </p:ext>
            </p:extLst>
          </p:nvPr>
        </p:nvGraphicFramePr>
        <p:xfrm>
          <a:off x="4638205" y="1416595"/>
          <a:ext cx="3868737" cy="661988"/>
        </p:xfrm>
        <a:graphic>
          <a:graphicData uri="http://schemas.openxmlformats.org/presentationml/2006/ole">
            <mc:AlternateContent xmlns:mc="http://schemas.openxmlformats.org/markup-compatibility/2006">
              <mc:Choice xmlns:v="urn:schemas-microsoft-com:vml" Requires="v">
                <p:oleObj spid="_x0000_s238897" name="Equation" r:id="rId5" imgW="1409400" imgH="241200" progId="Equation.DSMT4">
                  <p:embed/>
                </p:oleObj>
              </mc:Choice>
              <mc:Fallback>
                <p:oleObj name="Equation" r:id="rId5" imgW="1409400" imgH="241200" progId="Equation.DSMT4">
                  <p:embed/>
                  <p:pic>
                    <p:nvPicPr>
                      <p:cNvPr id="0" name=""/>
                      <p:cNvPicPr/>
                      <p:nvPr/>
                    </p:nvPicPr>
                    <p:blipFill>
                      <a:blip r:embed="rId6"/>
                      <a:stretch>
                        <a:fillRect/>
                      </a:stretch>
                    </p:blipFill>
                    <p:spPr>
                      <a:xfrm>
                        <a:off x="4638205" y="1416595"/>
                        <a:ext cx="3868737" cy="661988"/>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463808184"/>
              </p:ext>
            </p:extLst>
          </p:nvPr>
        </p:nvGraphicFramePr>
        <p:xfrm>
          <a:off x="154311" y="2066185"/>
          <a:ext cx="8967788" cy="2216150"/>
        </p:xfrm>
        <a:graphic>
          <a:graphicData uri="http://schemas.openxmlformats.org/presentationml/2006/ole">
            <mc:AlternateContent xmlns:mc="http://schemas.openxmlformats.org/markup-compatibility/2006">
              <mc:Choice xmlns:v="urn:schemas-microsoft-com:vml" Requires="v">
                <p:oleObj spid="_x0000_s238898" name="Equation" r:id="rId7" imgW="3390840" imgH="838080" progId="Equation.DSMT4">
                  <p:embed/>
                </p:oleObj>
              </mc:Choice>
              <mc:Fallback>
                <p:oleObj name="Equation" r:id="rId7" imgW="3390840" imgH="838080" progId="Equation.DSMT4">
                  <p:embed/>
                  <p:pic>
                    <p:nvPicPr>
                      <p:cNvPr id="3" name="对象 2"/>
                      <p:cNvPicPr/>
                      <p:nvPr/>
                    </p:nvPicPr>
                    <p:blipFill>
                      <a:blip r:embed="rId8"/>
                      <a:stretch>
                        <a:fillRect/>
                      </a:stretch>
                    </p:blipFill>
                    <p:spPr>
                      <a:xfrm>
                        <a:off x="154311" y="2066185"/>
                        <a:ext cx="8967788" cy="2216150"/>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5881164"/>
              </p:ext>
            </p:extLst>
          </p:nvPr>
        </p:nvGraphicFramePr>
        <p:xfrm>
          <a:off x="289757" y="4406490"/>
          <a:ext cx="6232404" cy="1038734"/>
        </p:xfrm>
        <a:graphic>
          <a:graphicData uri="http://schemas.openxmlformats.org/presentationml/2006/ole">
            <mc:AlternateContent xmlns:mc="http://schemas.openxmlformats.org/markup-compatibility/2006">
              <mc:Choice xmlns:v="urn:schemas-microsoft-com:vml" Requires="v">
                <p:oleObj spid="_x0000_s238899" name="Equation" r:id="rId9" imgW="2666880" imgH="444240" progId="Equation.DSMT4">
                  <p:embed/>
                </p:oleObj>
              </mc:Choice>
              <mc:Fallback>
                <p:oleObj name="Equation" r:id="rId9" imgW="2666880" imgH="444240" progId="Equation.DSMT4">
                  <p:embed/>
                  <p:pic>
                    <p:nvPicPr>
                      <p:cNvPr id="0" name=""/>
                      <p:cNvPicPr/>
                      <p:nvPr/>
                    </p:nvPicPr>
                    <p:blipFill>
                      <a:blip r:embed="rId10"/>
                      <a:stretch>
                        <a:fillRect/>
                      </a:stretch>
                    </p:blipFill>
                    <p:spPr>
                      <a:xfrm>
                        <a:off x="289757" y="4406490"/>
                        <a:ext cx="6232404" cy="1038734"/>
                      </a:xfrm>
                      <a:prstGeom prst="rect">
                        <a:avLst/>
                      </a:prstGeom>
                    </p:spPr>
                  </p:pic>
                </p:oleObj>
              </mc:Fallback>
            </mc:AlternateContent>
          </a:graphicData>
        </a:graphic>
      </p:graphicFrame>
      <p:sp>
        <p:nvSpPr>
          <p:cNvPr id="9" name="Rectangle 3"/>
          <p:cNvSpPr>
            <a:spLocks noChangeArrowheads="1"/>
          </p:cNvSpPr>
          <p:nvPr/>
        </p:nvSpPr>
        <p:spPr bwMode="auto">
          <a:xfrm>
            <a:off x="2555776" y="5748230"/>
            <a:ext cx="460851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发散！！！</a:t>
            </a:r>
          </a:p>
        </p:txBody>
      </p:sp>
      <p:graphicFrame>
        <p:nvGraphicFramePr>
          <p:cNvPr id="10" name="对象 9"/>
          <p:cNvGraphicFramePr>
            <a:graphicFrameLocks noChangeAspect="1"/>
          </p:cNvGraphicFramePr>
          <p:nvPr>
            <p:extLst>
              <p:ext uri="{D42A27DB-BD31-4B8C-83A1-F6EECF244321}">
                <p14:modId xmlns:p14="http://schemas.microsoft.com/office/powerpoint/2010/main" val="174531700"/>
              </p:ext>
            </p:extLst>
          </p:nvPr>
        </p:nvGraphicFramePr>
        <p:xfrm>
          <a:off x="536551" y="5569379"/>
          <a:ext cx="1803201" cy="881565"/>
        </p:xfrm>
        <a:graphic>
          <a:graphicData uri="http://schemas.openxmlformats.org/presentationml/2006/ole">
            <mc:AlternateContent xmlns:mc="http://schemas.openxmlformats.org/markup-compatibility/2006">
              <mc:Choice xmlns:v="urn:schemas-microsoft-com:vml" Requires="v">
                <p:oleObj spid="_x0000_s238900" name="Equation" r:id="rId11" imgW="571320" imgH="279360" progId="Equation.DSMT4">
                  <p:embed/>
                </p:oleObj>
              </mc:Choice>
              <mc:Fallback>
                <p:oleObj name="Equation" r:id="rId11" imgW="571320" imgH="279360" progId="Equation.DSMT4">
                  <p:embed/>
                  <p:pic>
                    <p:nvPicPr>
                      <p:cNvPr id="0" name=""/>
                      <p:cNvPicPr/>
                      <p:nvPr/>
                    </p:nvPicPr>
                    <p:blipFill>
                      <a:blip r:embed="rId12"/>
                      <a:stretch>
                        <a:fillRect/>
                      </a:stretch>
                    </p:blipFill>
                    <p:spPr>
                      <a:xfrm>
                        <a:off x="536551" y="5569379"/>
                        <a:ext cx="1803201" cy="881565"/>
                      </a:xfrm>
                      <a:prstGeom prst="rect">
                        <a:avLst/>
                      </a:prstGeom>
                    </p:spPr>
                  </p:pic>
                </p:oleObj>
              </mc:Fallback>
            </mc:AlternateContent>
          </a:graphicData>
        </a:graphic>
      </p:graphicFrame>
    </p:spTree>
    <p:extLst>
      <p:ext uri="{BB962C8B-B14F-4D97-AF65-F5344CB8AC3E}">
        <p14:creationId xmlns:p14="http://schemas.microsoft.com/office/powerpoint/2010/main" val="173929639"/>
      </p:ext>
    </p:extLst>
  </p:cSld>
  <p:clrMapOvr>
    <a:masterClrMapping/>
  </p:clrMapOvr>
  <p:transition>
    <p:random/>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5004048" y="332656"/>
            <a:ext cx="3810330" cy="2263336"/>
          </a:xfrm>
          <a:prstGeom prst="rect">
            <a:avLst/>
          </a:prstGeom>
        </p:spPr>
      </p:pic>
      <p:graphicFrame>
        <p:nvGraphicFramePr>
          <p:cNvPr id="3" name="对象 2"/>
          <p:cNvGraphicFramePr>
            <a:graphicFrameLocks noChangeAspect="1"/>
          </p:cNvGraphicFramePr>
          <p:nvPr>
            <p:extLst>
              <p:ext uri="{D42A27DB-BD31-4B8C-83A1-F6EECF244321}">
                <p14:modId xmlns:p14="http://schemas.microsoft.com/office/powerpoint/2010/main" val="1470374446"/>
              </p:ext>
            </p:extLst>
          </p:nvPr>
        </p:nvGraphicFramePr>
        <p:xfrm>
          <a:off x="255835" y="444285"/>
          <a:ext cx="4748213" cy="1038225"/>
        </p:xfrm>
        <a:graphic>
          <a:graphicData uri="http://schemas.openxmlformats.org/presentationml/2006/ole">
            <mc:AlternateContent xmlns:mc="http://schemas.openxmlformats.org/markup-compatibility/2006">
              <mc:Choice xmlns:v="urn:schemas-microsoft-com:vml" Requires="v">
                <p:oleObj spid="_x0000_s240872" name="Equation" r:id="rId4" imgW="2031840" imgH="444240" progId="Equation.DSMT4">
                  <p:embed/>
                </p:oleObj>
              </mc:Choice>
              <mc:Fallback>
                <p:oleObj name="Equation" r:id="rId4" imgW="2031840" imgH="444240" progId="Equation.DSMT4">
                  <p:embed/>
                  <p:pic>
                    <p:nvPicPr>
                      <p:cNvPr id="8" name="对象 7"/>
                      <p:cNvPicPr/>
                      <p:nvPr/>
                    </p:nvPicPr>
                    <p:blipFill>
                      <a:blip r:embed="rId5"/>
                      <a:stretch>
                        <a:fillRect/>
                      </a:stretch>
                    </p:blipFill>
                    <p:spPr>
                      <a:xfrm>
                        <a:off x="255835" y="444285"/>
                        <a:ext cx="4748213" cy="1038225"/>
                      </a:xfrm>
                      <a:prstGeom prst="rect">
                        <a:avLst/>
                      </a:prstGeom>
                    </p:spPr>
                  </p:pic>
                </p:oleObj>
              </mc:Fallback>
            </mc:AlternateContent>
          </a:graphicData>
        </a:graphic>
      </p:graphicFrame>
      <p:sp>
        <p:nvSpPr>
          <p:cNvPr id="4" name="Rectangle 3"/>
          <p:cNvSpPr>
            <a:spLocks noChangeArrowheads="1"/>
          </p:cNvSpPr>
          <p:nvPr/>
        </p:nvSpPr>
        <p:spPr bwMode="auto">
          <a:xfrm>
            <a:off x="0" y="1772816"/>
            <a:ext cx="522007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发散的原因，包含的奇点过多！</a:t>
            </a:r>
          </a:p>
        </p:txBody>
      </p:sp>
      <p:graphicFrame>
        <p:nvGraphicFramePr>
          <p:cNvPr id="5" name="对象 4"/>
          <p:cNvGraphicFramePr>
            <a:graphicFrameLocks noChangeAspect="1"/>
          </p:cNvGraphicFramePr>
          <p:nvPr>
            <p:extLst>
              <p:ext uri="{D42A27DB-BD31-4B8C-83A1-F6EECF244321}">
                <p14:modId xmlns:p14="http://schemas.microsoft.com/office/powerpoint/2010/main" val="3736540335"/>
              </p:ext>
            </p:extLst>
          </p:nvPr>
        </p:nvGraphicFramePr>
        <p:xfrm>
          <a:off x="107504" y="2687513"/>
          <a:ext cx="8953500" cy="1947863"/>
        </p:xfrm>
        <a:graphic>
          <a:graphicData uri="http://schemas.openxmlformats.org/presentationml/2006/ole">
            <mc:AlternateContent xmlns:mc="http://schemas.openxmlformats.org/markup-compatibility/2006">
              <mc:Choice xmlns:v="urn:schemas-microsoft-com:vml" Requires="v">
                <p:oleObj spid="_x0000_s240873" name="Equation" r:id="rId6" imgW="3848040" imgH="838080" progId="Equation.DSMT4">
                  <p:embed/>
                </p:oleObj>
              </mc:Choice>
              <mc:Fallback>
                <p:oleObj name="Equation" r:id="rId6" imgW="3848040" imgH="838080" progId="Equation.DSMT4">
                  <p:embed/>
                  <p:pic>
                    <p:nvPicPr>
                      <p:cNvPr id="24" name="对象 23"/>
                      <p:cNvPicPr/>
                      <p:nvPr/>
                    </p:nvPicPr>
                    <p:blipFill>
                      <a:blip r:embed="rId7"/>
                      <a:stretch>
                        <a:fillRect/>
                      </a:stretch>
                    </p:blipFill>
                    <p:spPr>
                      <a:xfrm>
                        <a:off x="107504" y="2687513"/>
                        <a:ext cx="8953500" cy="1947863"/>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62616406"/>
              </p:ext>
            </p:extLst>
          </p:nvPr>
        </p:nvGraphicFramePr>
        <p:xfrm>
          <a:off x="117020" y="4465030"/>
          <a:ext cx="8805863" cy="1122362"/>
        </p:xfrm>
        <a:graphic>
          <a:graphicData uri="http://schemas.openxmlformats.org/presentationml/2006/ole">
            <mc:AlternateContent xmlns:mc="http://schemas.openxmlformats.org/markup-compatibility/2006">
              <mc:Choice xmlns:v="urn:schemas-microsoft-com:vml" Requires="v">
                <p:oleObj spid="_x0000_s240874" name="Equation" r:id="rId8" imgW="3784320" imgH="482400" progId="Equation.DSMT4">
                  <p:embed/>
                </p:oleObj>
              </mc:Choice>
              <mc:Fallback>
                <p:oleObj name="Equation" r:id="rId8" imgW="3784320" imgH="482400" progId="Equation.DSMT4">
                  <p:embed/>
                  <p:pic>
                    <p:nvPicPr>
                      <p:cNvPr id="5" name="对象 4"/>
                      <p:cNvPicPr/>
                      <p:nvPr/>
                    </p:nvPicPr>
                    <p:blipFill>
                      <a:blip r:embed="rId9"/>
                      <a:stretch>
                        <a:fillRect/>
                      </a:stretch>
                    </p:blipFill>
                    <p:spPr>
                      <a:xfrm>
                        <a:off x="117020" y="4465030"/>
                        <a:ext cx="8805863" cy="1122362"/>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4134784265"/>
              </p:ext>
            </p:extLst>
          </p:nvPr>
        </p:nvGraphicFramePr>
        <p:xfrm>
          <a:off x="3522" y="5573569"/>
          <a:ext cx="9161463" cy="1122363"/>
        </p:xfrm>
        <a:graphic>
          <a:graphicData uri="http://schemas.openxmlformats.org/presentationml/2006/ole">
            <mc:AlternateContent xmlns:mc="http://schemas.openxmlformats.org/markup-compatibility/2006">
              <mc:Choice xmlns:v="urn:schemas-microsoft-com:vml" Requires="v">
                <p:oleObj spid="_x0000_s240875" name="Equation" r:id="rId10" imgW="3936960" imgH="482400" progId="Equation.DSMT4">
                  <p:embed/>
                </p:oleObj>
              </mc:Choice>
              <mc:Fallback>
                <p:oleObj name="Equation" r:id="rId10" imgW="3936960" imgH="482400" progId="Equation.DSMT4">
                  <p:embed/>
                  <p:pic>
                    <p:nvPicPr>
                      <p:cNvPr id="8" name="对象 7"/>
                      <p:cNvPicPr/>
                      <p:nvPr/>
                    </p:nvPicPr>
                    <p:blipFill>
                      <a:blip r:embed="rId11"/>
                      <a:stretch>
                        <a:fillRect/>
                      </a:stretch>
                    </p:blipFill>
                    <p:spPr>
                      <a:xfrm>
                        <a:off x="3522" y="5573569"/>
                        <a:ext cx="9161463" cy="1122363"/>
                      </a:xfrm>
                      <a:prstGeom prst="rect">
                        <a:avLst/>
                      </a:prstGeom>
                    </p:spPr>
                  </p:pic>
                </p:oleObj>
              </mc:Fallback>
            </mc:AlternateContent>
          </a:graphicData>
        </a:graphic>
      </p:graphicFrame>
    </p:spTree>
    <p:extLst>
      <p:ext uri="{BB962C8B-B14F-4D97-AF65-F5344CB8AC3E}">
        <p14:creationId xmlns:p14="http://schemas.microsoft.com/office/powerpoint/2010/main" val="1067620866"/>
      </p:ext>
    </p:extLst>
  </p:cSld>
  <p:clrMapOvr>
    <a:masterClrMapping/>
  </p:clrMapOvr>
  <p:transition>
    <p:random/>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548733604"/>
              </p:ext>
            </p:extLst>
          </p:nvPr>
        </p:nvGraphicFramePr>
        <p:xfrm>
          <a:off x="190500" y="116632"/>
          <a:ext cx="8953500" cy="3956051"/>
        </p:xfrm>
        <a:graphic>
          <a:graphicData uri="http://schemas.openxmlformats.org/presentationml/2006/ole">
            <mc:AlternateContent xmlns:mc="http://schemas.openxmlformats.org/markup-compatibility/2006">
              <mc:Choice xmlns:v="urn:schemas-microsoft-com:vml" Requires="v">
                <p:oleObj spid="_x0000_s241776" name="Equation" r:id="rId3" imgW="3848040" imgH="1701720" progId="Equation.DSMT4">
                  <p:embed/>
                </p:oleObj>
              </mc:Choice>
              <mc:Fallback>
                <p:oleObj name="Equation" r:id="rId3" imgW="3848040" imgH="1701720" progId="Equation.DSMT4">
                  <p:embed/>
                  <p:pic>
                    <p:nvPicPr>
                      <p:cNvPr id="5" name="对象 4"/>
                      <p:cNvPicPr/>
                      <p:nvPr/>
                    </p:nvPicPr>
                    <p:blipFill>
                      <a:blip r:embed="rId4"/>
                      <a:stretch>
                        <a:fillRect/>
                      </a:stretch>
                    </p:blipFill>
                    <p:spPr>
                      <a:xfrm>
                        <a:off x="190500" y="116632"/>
                        <a:ext cx="8953500" cy="3956051"/>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381920821"/>
              </p:ext>
            </p:extLst>
          </p:nvPr>
        </p:nvGraphicFramePr>
        <p:xfrm>
          <a:off x="190500" y="4076850"/>
          <a:ext cx="6884988" cy="2289175"/>
        </p:xfrm>
        <a:graphic>
          <a:graphicData uri="http://schemas.openxmlformats.org/presentationml/2006/ole">
            <mc:AlternateContent xmlns:mc="http://schemas.openxmlformats.org/markup-compatibility/2006">
              <mc:Choice xmlns:v="urn:schemas-microsoft-com:vml" Requires="v">
                <p:oleObj spid="_x0000_s241777" name="Equation" r:id="rId5" imgW="2603160" imgH="863280" progId="Equation.DSMT4">
                  <p:embed/>
                </p:oleObj>
              </mc:Choice>
              <mc:Fallback>
                <p:oleObj name="Equation" r:id="rId5" imgW="2603160" imgH="863280" progId="Equation.DSMT4">
                  <p:embed/>
                  <p:pic>
                    <p:nvPicPr>
                      <p:cNvPr id="3" name="对象 2"/>
                      <p:cNvPicPr/>
                      <p:nvPr/>
                    </p:nvPicPr>
                    <p:blipFill>
                      <a:blip r:embed="rId6"/>
                      <a:stretch>
                        <a:fillRect/>
                      </a:stretch>
                    </p:blipFill>
                    <p:spPr>
                      <a:xfrm>
                        <a:off x="190500" y="4076850"/>
                        <a:ext cx="6884988" cy="2289175"/>
                      </a:xfrm>
                      <a:prstGeom prst="rect">
                        <a:avLst/>
                      </a:prstGeom>
                    </p:spPr>
                  </p:pic>
                </p:oleObj>
              </mc:Fallback>
            </mc:AlternateContent>
          </a:graphicData>
        </a:graphic>
      </p:graphicFrame>
    </p:spTree>
    <p:extLst>
      <p:ext uri="{BB962C8B-B14F-4D97-AF65-F5344CB8AC3E}">
        <p14:creationId xmlns:p14="http://schemas.microsoft.com/office/powerpoint/2010/main" val="1632310381"/>
      </p:ext>
    </p:extLst>
  </p:cSld>
  <p:clrMapOvr>
    <a:masterClrMapping/>
  </p:clrMapOvr>
  <p:transition>
    <p:random/>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3300398531"/>
              </p:ext>
            </p:extLst>
          </p:nvPr>
        </p:nvGraphicFramePr>
        <p:xfrm>
          <a:off x="539552" y="270855"/>
          <a:ext cx="4164012" cy="1177925"/>
        </p:xfrm>
        <a:graphic>
          <a:graphicData uri="http://schemas.openxmlformats.org/presentationml/2006/ole">
            <mc:AlternateContent xmlns:mc="http://schemas.openxmlformats.org/markup-compatibility/2006">
              <mc:Choice xmlns:v="urn:schemas-microsoft-com:vml" Requires="v">
                <p:oleObj spid="_x0000_s242852" name="Equation" r:id="rId3" imgW="1574640" imgH="444240" progId="Equation.DSMT4">
                  <p:embed/>
                </p:oleObj>
              </mc:Choice>
              <mc:Fallback>
                <p:oleObj name="Equation" r:id="rId3" imgW="1574640" imgH="444240" progId="Equation.DSMT4">
                  <p:embed/>
                  <p:pic>
                    <p:nvPicPr>
                      <p:cNvPr id="3" name="对象 2"/>
                      <p:cNvPicPr/>
                      <p:nvPr/>
                    </p:nvPicPr>
                    <p:blipFill>
                      <a:blip r:embed="rId4"/>
                      <a:stretch>
                        <a:fillRect/>
                      </a:stretch>
                    </p:blipFill>
                    <p:spPr>
                      <a:xfrm>
                        <a:off x="539552" y="270855"/>
                        <a:ext cx="4164012" cy="1177925"/>
                      </a:xfrm>
                      <a:prstGeom prst="rect">
                        <a:avLst/>
                      </a:prstGeom>
                      <a:ln w="38100">
                        <a:solidFill>
                          <a:schemeClr val="tx1"/>
                        </a:solidFill>
                      </a:ln>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005129509"/>
              </p:ext>
            </p:extLst>
          </p:nvPr>
        </p:nvGraphicFramePr>
        <p:xfrm>
          <a:off x="315539" y="1916832"/>
          <a:ext cx="2517775" cy="1042987"/>
        </p:xfrm>
        <a:graphic>
          <a:graphicData uri="http://schemas.openxmlformats.org/presentationml/2006/ole">
            <mc:AlternateContent xmlns:mc="http://schemas.openxmlformats.org/markup-compatibility/2006">
              <mc:Choice xmlns:v="urn:schemas-microsoft-com:vml" Requires="v">
                <p:oleObj spid="_x0000_s242853" name="Equation" r:id="rId5" imgW="952200" imgH="393480" progId="Equation.DSMT4">
                  <p:embed/>
                </p:oleObj>
              </mc:Choice>
              <mc:Fallback>
                <p:oleObj name="Equation" r:id="rId5" imgW="952200" imgH="393480" progId="Equation.DSMT4">
                  <p:embed/>
                  <p:pic>
                    <p:nvPicPr>
                      <p:cNvPr id="4" name="对象 3"/>
                      <p:cNvPicPr/>
                      <p:nvPr/>
                    </p:nvPicPr>
                    <p:blipFill>
                      <a:blip r:embed="rId6"/>
                      <a:stretch>
                        <a:fillRect/>
                      </a:stretch>
                    </p:blipFill>
                    <p:spPr>
                      <a:xfrm>
                        <a:off x="315539" y="1916832"/>
                        <a:ext cx="2517775" cy="1042987"/>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4248625491"/>
              </p:ext>
            </p:extLst>
          </p:nvPr>
        </p:nvGraphicFramePr>
        <p:xfrm>
          <a:off x="179512" y="2852936"/>
          <a:ext cx="8296275" cy="1179513"/>
        </p:xfrm>
        <a:graphic>
          <a:graphicData uri="http://schemas.openxmlformats.org/presentationml/2006/ole">
            <mc:AlternateContent xmlns:mc="http://schemas.openxmlformats.org/markup-compatibility/2006">
              <mc:Choice xmlns:v="urn:schemas-microsoft-com:vml" Requires="v">
                <p:oleObj spid="_x0000_s242854" name="Equation" r:id="rId7" imgW="3136680" imgH="444240" progId="Equation.DSMT4">
                  <p:embed/>
                </p:oleObj>
              </mc:Choice>
              <mc:Fallback>
                <p:oleObj name="Equation" r:id="rId7" imgW="3136680" imgH="444240" progId="Equation.DSMT4">
                  <p:embed/>
                  <p:pic>
                    <p:nvPicPr>
                      <p:cNvPr id="4" name="对象 3"/>
                      <p:cNvPicPr/>
                      <p:nvPr/>
                    </p:nvPicPr>
                    <p:blipFill>
                      <a:blip r:embed="rId8"/>
                      <a:stretch>
                        <a:fillRect/>
                      </a:stretch>
                    </p:blipFill>
                    <p:spPr>
                      <a:xfrm>
                        <a:off x="179512" y="2852936"/>
                        <a:ext cx="8296275" cy="1179513"/>
                      </a:xfrm>
                      <a:prstGeom prst="rect">
                        <a:avLst/>
                      </a:prstGeom>
                    </p:spPr>
                  </p:pic>
                </p:oleObj>
              </mc:Fallback>
            </mc:AlternateContent>
          </a:graphicData>
        </a:graphic>
      </p:graphicFrame>
      <p:pic>
        <p:nvPicPr>
          <p:cNvPr id="7" name="图片 6"/>
          <p:cNvPicPr>
            <a:picLocks noChangeAspect="1"/>
          </p:cNvPicPr>
          <p:nvPr/>
        </p:nvPicPr>
        <p:blipFill>
          <a:blip r:embed="rId9"/>
          <a:stretch>
            <a:fillRect/>
          </a:stretch>
        </p:blipFill>
        <p:spPr>
          <a:xfrm>
            <a:off x="4932040" y="4221088"/>
            <a:ext cx="3810330" cy="2263336"/>
          </a:xfrm>
          <a:prstGeom prst="rect">
            <a:avLst/>
          </a:prstGeom>
        </p:spPr>
      </p:pic>
      <p:pic>
        <p:nvPicPr>
          <p:cNvPr id="8" name="图片 7"/>
          <p:cNvPicPr>
            <a:picLocks noChangeAspect="1"/>
          </p:cNvPicPr>
          <p:nvPr/>
        </p:nvPicPr>
        <p:blipFill>
          <a:blip r:embed="rId10"/>
          <a:stretch>
            <a:fillRect/>
          </a:stretch>
        </p:blipFill>
        <p:spPr>
          <a:xfrm>
            <a:off x="1043608" y="4230166"/>
            <a:ext cx="2448272" cy="2295254"/>
          </a:xfrm>
          <a:prstGeom prst="rect">
            <a:avLst/>
          </a:prstGeom>
        </p:spPr>
      </p:pic>
    </p:spTree>
    <p:extLst>
      <p:ext uri="{BB962C8B-B14F-4D97-AF65-F5344CB8AC3E}">
        <p14:creationId xmlns:p14="http://schemas.microsoft.com/office/powerpoint/2010/main" val="1195870746"/>
      </p:ext>
    </p:extLst>
  </p:cSld>
  <p:clrMapOvr>
    <a:masterClrMapping/>
  </p:clrMapOvr>
  <p:transition>
    <p:random/>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4716016" y="179562"/>
            <a:ext cx="3810330" cy="2263336"/>
          </a:xfrm>
          <a:prstGeom prst="rect">
            <a:avLst/>
          </a:prstGeom>
        </p:spPr>
      </p:pic>
      <p:pic>
        <p:nvPicPr>
          <p:cNvPr id="3" name="图片 2"/>
          <p:cNvPicPr>
            <a:picLocks noChangeAspect="1"/>
          </p:cNvPicPr>
          <p:nvPr/>
        </p:nvPicPr>
        <p:blipFill>
          <a:blip r:embed="rId4"/>
          <a:stretch>
            <a:fillRect/>
          </a:stretch>
        </p:blipFill>
        <p:spPr>
          <a:xfrm>
            <a:off x="827584" y="188640"/>
            <a:ext cx="2448272" cy="2295254"/>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1266023667"/>
              </p:ext>
            </p:extLst>
          </p:nvPr>
        </p:nvGraphicFramePr>
        <p:xfrm>
          <a:off x="-13180" y="5373216"/>
          <a:ext cx="8953500" cy="974725"/>
        </p:xfrm>
        <a:graphic>
          <a:graphicData uri="http://schemas.openxmlformats.org/presentationml/2006/ole">
            <mc:AlternateContent xmlns:mc="http://schemas.openxmlformats.org/markup-compatibility/2006">
              <mc:Choice xmlns:v="urn:schemas-microsoft-com:vml" Requires="v">
                <p:oleObj spid="_x0000_s243876" name="Equation" r:id="rId5" imgW="3848040" imgH="419040" progId="Equation.DSMT4">
                  <p:embed/>
                </p:oleObj>
              </mc:Choice>
              <mc:Fallback>
                <p:oleObj name="Equation" r:id="rId5" imgW="3848040" imgH="419040" progId="Equation.DSMT4">
                  <p:embed/>
                  <p:pic>
                    <p:nvPicPr>
                      <p:cNvPr id="2" name="对象 1"/>
                      <p:cNvPicPr/>
                      <p:nvPr/>
                    </p:nvPicPr>
                    <p:blipFill>
                      <a:blip r:embed="rId6"/>
                      <a:stretch>
                        <a:fillRect/>
                      </a:stretch>
                    </p:blipFill>
                    <p:spPr>
                      <a:xfrm>
                        <a:off x="-13180" y="5373216"/>
                        <a:ext cx="8953500" cy="974725"/>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974155683"/>
              </p:ext>
            </p:extLst>
          </p:nvPr>
        </p:nvGraphicFramePr>
        <p:xfrm>
          <a:off x="104295" y="2911245"/>
          <a:ext cx="8836025" cy="976313"/>
        </p:xfrm>
        <a:graphic>
          <a:graphicData uri="http://schemas.openxmlformats.org/presentationml/2006/ole">
            <mc:AlternateContent xmlns:mc="http://schemas.openxmlformats.org/markup-compatibility/2006">
              <mc:Choice xmlns:v="urn:schemas-microsoft-com:vml" Requires="v">
                <p:oleObj spid="_x0000_s243877" name="Equation" r:id="rId7" imgW="3797280" imgH="419040" progId="Equation.DSMT4">
                  <p:embed/>
                </p:oleObj>
              </mc:Choice>
              <mc:Fallback>
                <p:oleObj name="Equation" r:id="rId7" imgW="3797280" imgH="419040" progId="Equation.DSMT4">
                  <p:embed/>
                  <p:pic>
                    <p:nvPicPr>
                      <p:cNvPr id="6" name="对象 5"/>
                      <p:cNvPicPr/>
                      <p:nvPr/>
                    </p:nvPicPr>
                    <p:blipFill>
                      <a:blip r:embed="rId8"/>
                      <a:stretch>
                        <a:fillRect/>
                      </a:stretch>
                    </p:blipFill>
                    <p:spPr>
                      <a:xfrm>
                        <a:off x="104295" y="2911245"/>
                        <a:ext cx="8836025" cy="976313"/>
                      </a:xfrm>
                      <a:prstGeom prst="rect">
                        <a:avLst/>
                      </a:prstGeom>
                    </p:spPr>
                  </p:pic>
                </p:oleObj>
              </mc:Fallback>
            </mc:AlternateContent>
          </a:graphicData>
        </a:graphic>
      </p:graphicFrame>
      <p:sp>
        <p:nvSpPr>
          <p:cNvPr id="6" name="下箭头 5"/>
          <p:cNvSpPr/>
          <p:nvPr/>
        </p:nvSpPr>
        <p:spPr bwMode="auto">
          <a:xfrm>
            <a:off x="3419872" y="4077072"/>
            <a:ext cx="648072" cy="1152128"/>
          </a:xfrm>
          <a:prstGeom prst="down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720405729"/>
              </p:ext>
            </p:extLst>
          </p:nvPr>
        </p:nvGraphicFramePr>
        <p:xfrm>
          <a:off x="4229447" y="4114974"/>
          <a:ext cx="973138" cy="538162"/>
        </p:xfrm>
        <a:graphic>
          <a:graphicData uri="http://schemas.openxmlformats.org/presentationml/2006/ole">
            <mc:AlternateContent xmlns:mc="http://schemas.openxmlformats.org/markup-compatibility/2006">
              <mc:Choice xmlns:v="urn:schemas-microsoft-com:vml" Requires="v">
                <p:oleObj spid="_x0000_s243878" name="Equation" r:id="rId9" imgW="368280" imgH="203040" progId="Equation.DSMT4">
                  <p:embed/>
                </p:oleObj>
              </mc:Choice>
              <mc:Fallback>
                <p:oleObj name="Equation" r:id="rId9" imgW="368280" imgH="203040" progId="Equation.DSMT4">
                  <p:embed/>
                  <p:pic>
                    <p:nvPicPr>
                      <p:cNvPr id="5" name="对象 4"/>
                      <p:cNvPicPr/>
                      <p:nvPr/>
                    </p:nvPicPr>
                    <p:blipFill>
                      <a:blip r:embed="rId10"/>
                      <a:stretch>
                        <a:fillRect/>
                      </a:stretch>
                    </p:blipFill>
                    <p:spPr>
                      <a:xfrm>
                        <a:off x="4229447" y="4114974"/>
                        <a:ext cx="973138" cy="538162"/>
                      </a:xfrm>
                      <a:prstGeom prst="rect">
                        <a:avLst/>
                      </a:prstGeom>
                    </p:spPr>
                  </p:pic>
                </p:oleObj>
              </mc:Fallback>
            </mc:AlternateContent>
          </a:graphicData>
        </a:graphic>
      </p:graphicFrame>
    </p:spTree>
    <p:extLst>
      <p:ext uri="{BB962C8B-B14F-4D97-AF65-F5344CB8AC3E}">
        <p14:creationId xmlns:p14="http://schemas.microsoft.com/office/powerpoint/2010/main" val="1830138037"/>
      </p:ext>
    </p:extLst>
  </p:cSld>
  <p:clrMapOvr>
    <a:masterClrMapping/>
  </p:clrMapOvr>
  <p:transition>
    <p:random/>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ChangeArrowheads="1"/>
          </p:cNvSpPr>
          <p:nvPr/>
        </p:nvSpPr>
        <p:spPr bwMode="auto">
          <a:xfrm>
            <a:off x="107504" y="188640"/>
            <a:ext cx="8784976"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复势的几何意义：</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z-w</a:t>
            </a:r>
            <a:r>
              <a:rPr lang="zh-CN" altLang="en-US" sz="2800" b="1" dirty="0">
                <a:solidFill>
                  <a:srgbClr val="FFFFFF"/>
                </a:solidFill>
                <a:latin typeface="Book Antiqua" panose="02040602050305030304" pitchFamily="18" charset="0"/>
              </a:rPr>
              <a:t> </a:t>
            </a:r>
            <a:r>
              <a:rPr lang="en-US" altLang="zh-CN" sz="2800" b="1" dirty="0">
                <a:solidFill>
                  <a:srgbClr val="FFFFFF"/>
                </a:solidFill>
                <a:latin typeface="Book Antiqua" panose="02040602050305030304" pitchFamily="18" charset="0"/>
              </a:rPr>
              <a:t>mapping </a:t>
            </a:r>
            <a:r>
              <a:rPr lang="zh-CN" altLang="en-US" sz="2800" b="1" dirty="0">
                <a:solidFill>
                  <a:srgbClr val="FFFFFF"/>
                </a:solidFill>
                <a:latin typeface="Book Antiqua" panose="02040602050305030304" pitchFamily="18" charset="0"/>
              </a:rPr>
              <a:t>（映射）</a:t>
            </a:r>
            <a:r>
              <a:rPr lang="en-US" altLang="zh-CN" sz="2800" b="1" dirty="0">
                <a:solidFill>
                  <a:srgbClr val="FFFFFF"/>
                </a:solidFill>
                <a:latin typeface="Book Antiqua" panose="02040602050305030304" pitchFamily="18" charset="0"/>
              </a:rPr>
              <a:t>or</a:t>
            </a:r>
            <a:r>
              <a:rPr lang="zh-CN" altLang="en-US" sz="2800" b="1" dirty="0">
                <a:solidFill>
                  <a:srgbClr val="FFFFFF"/>
                </a:solidFill>
                <a:latin typeface="Book Antiqua" panose="02040602050305030304" pitchFamily="18" charset="0"/>
              </a:rPr>
              <a:t>复变换</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p:txBody>
      </p:sp>
      <p:pic>
        <p:nvPicPr>
          <p:cNvPr id="4" name="图片 3"/>
          <p:cNvPicPr>
            <a:picLocks noChangeAspect="1"/>
          </p:cNvPicPr>
          <p:nvPr/>
        </p:nvPicPr>
        <p:blipFill>
          <a:blip r:embed="rId3"/>
          <a:stretch>
            <a:fillRect/>
          </a:stretch>
        </p:blipFill>
        <p:spPr>
          <a:xfrm>
            <a:off x="560264" y="3238339"/>
            <a:ext cx="6778732" cy="2134877"/>
          </a:xfrm>
          <a:prstGeom prst="rect">
            <a:avLst/>
          </a:prstGeom>
        </p:spPr>
      </p:pic>
      <p:pic>
        <p:nvPicPr>
          <p:cNvPr id="5" name="图片 4"/>
          <p:cNvPicPr>
            <a:picLocks noChangeAspect="1"/>
          </p:cNvPicPr>
          <p:nvPr/>
        </p:nvPicPr>
        <p:blipFill>
          <a:blip r:embed="rId4"/>
          <a:stretch>
            <a:fillRect/>
          </a:stretch>
        </p:blipFill>
        <p:spPr>
          <a:xfrm>
            <a:off x="289688" y="943900"/>
            <a:ext cx="3272127" cy="2174023"/>
          </a:xfrm>
          <a:prstGeom prst="rect">
            <a:avLst/>
          </a:prstGeom>
        </p:spPr>
      </p:pic>
      <p:pic>
        <p:nvPicPr>
          <p:cNvPr id="6" name="图片 5"/>
          <p:cNvPicPr>
            <a:picLocks noChangeAspect="1"/>
          </p:cNvPicPr>
          <p:nvPr/>
        </p:nvPicPr>
        <p:blipFill>
          <a:blip r:embed="rId5"/>
          <a:stretch>
            <a:fillRect/>
          </a:stretch>
        </p:blipFill>
        <p:spPr>
          <a:xfrm>
            <a:off x="3851920" y="943900"/>
            <a:ext cx="2057896" cy="1286944"/>
          </a:xfrm>
          <a:prstGeom prst="rect">
            <a:avLst/>
          </a:prstGeom>
        </p:spPr>
      </p:pic>
      <p:cxnSp>
        <p:nvCxnSpPr>
          <p:cNvPr id="8" name="直接箭头连接符 7"/>
          <p:cNvCxnSpPr/>
          <p:nvPr/>
        </p:nvCxnSpPr>
        <p:spPr bwMode="auto">
          <a:xfrm>
            <a:off x="6085163" y="1700808"/>
            <a:ext cx="864096"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9" name="文本框 8"/>
          <p:cNvSpPr txBox="1"/>
          <p:nvPr/>
        </p:nvSpPr>
        <p:spPr>
          <a:xfrm>
            <a:off x="6022065" y="1153626"/>
            <a:ext cx="1207476" cy="1077218"/>
          </a:xfrm>
          <a:prstGeom prst="rect">
            <a:avLst/>
          </a:prstGeom>
          <a:noFill/>
        </p:spPr>
        <p:txBody>
          <a:bodyPr wrap="square" rtlCol="0">
            <a:spAutoFit/>
          </a:bodyPr>
          <a:lstStyle/>
          <a:p>
            <a:r>
              <a:rPr lang="zh-CN" altLang="en-US" dirty="0"/>
              <a:t>保角变换</a:t>
            </a:r>
          </a:p>
        </p:txBody>
      </p:sp>
      <p:graphicFrame>
        <p:nvGraphicFramePr>
          <p:cNvPr id="10" name="对象 9"/>
          <p:cNvGraphicFramePr>
            <a:graphicFrameLocks noChangeAspect="1"/>
          </p:cNvGraphicFramePr>
          <p:nvPr>
            <p:extLst>
              <p:ext uri="{D42A27DB-BD31-4B8C-83A1-F6EECF244321}">
                <p14:modId xmlns:p14="http://schemas.microsoft.com/office/powerpoint/2010/main" val="84233913"/>
              </p:ext>
            </p:extLst>
          </p:nvPr>
        </p:nvGraphicFramePr>
        <p:xfrm>
          <a:off x="4174265" y="2252139"/>
          <a:ext cx="1411067" cy="541406"/>
        </p:xfrm>
        <a:graphic>
          <a:graphicData uri="http://schemas.openxmlformats.org/presentationml/2006/ole">
            <mc:AlternateContent xmlns:mc="http://schemas.openxmlformats.org/markup-compatibility/2006">
              <mc:Choice xmlns:v="urn:schemas-microsoft-com:vml" Requires="v">
                <p:oleObj spid="_x0000_s248881" name="Equation" r:id="rId6" imgW="596880" imgH="228600" progId="Equation.DSMT4">
                  <p:embed/>
                </p:oleObj>
              </mc:Choice>
              <mc:Fallback>
                <p:oleObj name="Equation" r:id="rId6" imgW="596880" imgH="228600" progId="Equation.DSMT4">
                  <p:embed/>
                  <p:pic>
                    <p:nvPicPr>
                      <p:cNvPr id="10" name="对象 9"/>
                      <p:cNvPicPr/>
                      <p:nvPr/>
                    </p:nvPicPr>
                    <p:blipFill>
                      <a:blip r:embed="rId7"/>
                      <a:stretch>
                        <a:fillRect/>
                      </a:stretch>
                    </p:blipFill>
                    <p:spPr>
                      <a:xfrm>
                        <a:off x="4174265" y="2252139"/>
                        <a:ext cx="1411067" cy="541406"/>
                      </a:xfrm>
                      <a:prstGeom prst="rect">
                        <a:avLst/>
                      </a:prstGeom>
                    </p:spPr>
                  </p:pic>
                </p:oleObj>
              </mc:Fallback>
            </mc:AlternateContent>
          </a:graphicData>
        </a:graphic>
      </p:graphicFrame>
      <p:pic>
        <p:nvPicPr>
          <p:cNvPr id="11" name="图片 10"/>
          <p:cNvPicPr>
            <a:picLocks noChangeAspect="1"/>
          </p:cNvPicPr>
          <p:nvPr/>
        </p:nvPicPr>
        <p:blipFill>
          <a:blip r:embed="rId8"/>
          <a:stretch>
            <a:fillRect/>
          </a:stretch>
        </p:blipFill>
        <p:spPr>
          <a:xfrm>
            <a:off x="7030753" y="1197891"/>
            <a:ext cx="2040817" cy="963230"/>
          </a:xfrm>
          <a:prstGeom prst="rect">
            <a:avLst/>
          </a:prstGeom>
        </p:spPr>
      </p:pic>
      <p:pic>
        <p:nvPicPr>
          <p:cNvPr id="12" name="图片 11"/>
          <p:cNvPicPr>
            <a:picLocks noChangeAspect="1"/>
          </p:cNvPicPr>
          <p:nvPr/>
        </p:nvPicPr>
        <p:blipFill>
          <a:blip r:embed="rId9"/>
          <a:stretch>
            <a:fillRect/>
          </a:stretch>
        </p:blipFill>
        <p:spPr>
          <a:xfrm>
            <a:off x="5280999" y="2810835"/>
            <a:ext cx="2472424" cy="373143"/>
          </a:xfrm>
          <a:prstGeom prst="rect">
            <a:avLst/>
          </a:prstGeom>
        </p:spPr>
      </p:pic>
      <p:sp>
        <p:nvSpPr>
          <p:cNvPr id="13" name="Rectangle 3"/>
          <p:cNvSpPr>
            <a:spLocks noChangeArrowheads="1"/>
          </p:cNvSpPr>
          <p:nvPr/>
        </p:nvSpPr>
        <p:spPr bwMode="auto">
          <a:xfrm>
            <a:off x="5909816" y="2317714"/>
            <a:ext cx="3816424"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2400" b="1" dirty="0">
                <a:solidFill>
                  <a:srgbClr val="FFFFFF"/>
                </a:solidFill>
                <a:latin typeface="Book Antiqua" panose="02040602050305030304" pitchFamily="18" charset="0"/>
              </a:rPr>
              <a:t>解析变换都是保角变换</a:t>
            </a:r>
            <a:endParaRPr kumimoji="1" lang="zh-CN" altLang="en-US" sz="2400" b="1" i="0" u="none" strike="noStrike" kern="1200" cap="none" spc="0" normalizeH="0" baseline="0" noProof="0" dirty="0">
              <a:ln>
                <a:noFill/>
              </a:ln>
              <a:solidFill>
                <a:srgbClr val="FFFFFF"/>
              </a:solidFill>
              <a:effectLst/>
              <a:uLnTx/>
              <a:uFillTx/>
              <a:latin typeface="Book Antiqua" panose="02040602050305030304" pitchFamily="18" charset="0"/>
            </a:endParaRPr>
          </a:p>
        </p:txBody>
      </p:sp>
      <p:sp>
        <p:nvSpPr>
          <p:cNvPr id="7" name="矩形 6"/>
          <p:cNvSpPr/>
          <p:nvPr/>
        </p:nvSpPr>
        <p:spPr>
          <a:xfrm>
            <a:off x="-72008" y="5493632"/>
            <a:ext cx="9143578" cy="1077218"/>
          </a:xfrm>
          <a:prstGeom prst="rect">
            <a:avLst/>
          </a:prstGeom>
        </p:spPr>
        <p:txBody>
          <a:bodyPr wrap="square">
            <a:spAutoFit/>
          </a:bodyPr>
          <a:lstStyle/>
          <a:p>
            <a:r>
              <a:rPr lang="en-US" altLang="zh-CN" dirty="0"/>
              <a:t>https://</a:t>
            </a:r>
            <a:r>
              <a:rPr lang="en-US" altLang="zh-CN" dirty="0" err="1"/>
              <a:t>www.bilibili.com</a:t>
            </a:r>
            <a:r>
              <a:rPr lang="en-US" altLang="zh-CN" dirty="0"/>
              <a:t>/video/</a:t>
            </a:r>
            <a:r>
              <a:rPr lang="en-US" altLang="zh-CN" dirty="0" err="1"/>
              <a:t>BV1r44y1v7v2</a:t>
            </a:r>
            <a:r>
              <a:rPr lang="en-US" altLang="zh-CN" dirty="0"/>
              <a:t>/?</a:t>
            </a:r>
            <a:r>
              <a:rPr lang="en-US" altLang="zh-CN" dirty="0" err="1"/>
              <a:t>spm_id_from</a:t>
            </a:r>
            <a:r>
              <a:rPr lang="en-US" altLang="zh-CN" dirty="0"/>
              <a:t>=</a:t>
            </a:r>
            <a:r>
              <a:rPr lang="en-US" altLang="zh-CN" dirty="0" err="1"/>
              <a:t>333.788.recommend_more_video.4</a:t>
            </a:r>
            <a:endParaRPr lang="zh-CN" altLang="en-US" dirty="0"/>
          </a:p>
        </p:txBody>
      </p:sp>
    </p:spTree>
    <p:extLst>
      <p:ext uri="{BB962C8B-B14F-4D97-AF65-F5344CB8AC3E}">
        <p14:creationId xmlns:p14="http://schemas.microsoft.com/office/powerpoint/2010/main" val="29950101"/>
      </p:ext>
    </p:extLst>
  </p:cSld>
  <p:clrMapOvr>
    <a:masterClrMapping/>
  </p:clrMapOvr>
  <p:transition>
    <p:random/>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107504" y="188640"/>
            <a:ext cx="8784976"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2800" b="1" dirty="0">
                <a:solidFill>
                  <a:srgbClr val="FFFFFF"/>
                </a:solidFill>
                <a:latin typeface="Book Antiqua" panose="02040602050305030304" pitchFamily="18" charset="0"/>
              </a:rPr>
              <a:t>围道变换和不变量</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p:txBody>
      </p:sp>
      <p:pic>
        <p:nvPicPr>
          <p:cNvPr id="5" name="图片 4"/>
          <p:cNvPicPr>
            <a:picLocks noChangeAspect="1"/>
          </p:cNvPicPr>
          <p:nvPr/>
        </p:nvPicPr>
        <p:blipFill>
          <a:blip r:embed="rId3"/>
          <a:stretch>
            <a:fillRect/>
          </a:stretch>
        </p:blipFill>
        <p:spPr>
          <a:xfrm>
            <a:off x="239866" y="960133"/>
            <a:ext cx="3209345" cy="2007024"/>
          </a:xfrm>
          <a:prstGeom prst="rect">
            <a:avLst/>
          </a:prstGeom>
        </p:spPr>
      </p:pic>
      <p:cxnSp>
        <p:nvCxnSpPr>
          <p:cNvPr id="7" name="直接箭头连接符 6"/>
          <p:cNvCxnSpPr/>
          <p:nvPr/>
        </p:nvCxnSpPr>
        <p:spPr bwMode="auto">
          <a:xfrm>
            <a:off x="3635896" y="1844824"/>
            <a:ext cx="1296144"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pic>
        <p:nvPicPr>
          <p:cNvPr id="8" name="图片 7"/>
          <p:cNvPicPr>
            <a:picLocks noChangeAspect="1"/>
          </p:cNvPicPr>
          <p:nvPr/>
        </p:nvPicPr>
        <p:blipFill>
          <a:blip r:embed="rId4"/>
          <a:stretch>
            <a:fillRect/>
          </a:stretch>
        </p:blipFill>
        <p:spPr>
          <a:xfrm>
            <a:off x="5111194" y="883885"/>
            <a:ext cx="3913648" cy="1847174"/>
          </a:xfrm>
          <a:prstGeom prst="rect">
            <a:avLst/>
          </a:prstGeom>
        </p:spPr>
      </p:pic>
      <p:sp>
        <p:nvSpPr>
          <p:cNvPr id="9" name="Rectangle 3"/>
          <p:cNvSpPr>
            <a:spLocks noChangeArrowheads="1"/>
          </p:cNvSpPr>
          <p:nvPr/>
        </p:nvSpPr>
        <p:spPr bwMode="auto">
          <a:xfrm>
            <a:off x="251076" y="3342047"/>
            <a:ext cx="8784976"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围道变换的不变量：</a:t>
            </a:r>
          </a:p>
        </p:txBody>
      </p:sp>
      <p:graphicFrame>
        <p:nvGraphicFramePr>
          <p:cNvPr id="10" name="对象 9"/>
          <p:cNvGraphicFramePr>
            <a:graphicFrameLocks noChangeAspect="1"/>
          </p:cNvGraphicFramePr>
          <p:nvPr>
            <p:extLst>
              <p:ext uri="{D42A27DB-BD31-4B8C-83A1-F6EECF244321}">
                <p14:modId xmlns:p14="http://schemas.microsoft.com/office/powerpoint/2010/main" val="1965123921"/>
              </p:ext>
            </p:extLst>
          </p:nvPr>
        </p:nvGraphicFramePr>
        <p:xfrm>
          <a:off x="3541713" y="1941513"/>
          <a:ext cx="1576387" cy="604837"/>
        </p:xfrm>
        <a:graphic>
          <a:graphicData uri="http://schemas.openxmlformats.org/presentationml/2006/ole">
            <mc:AlternateContent xmlns:mc="http://schemas.openxmlformats.org/markup-compatibility/2006">
              <mc:Choice xmlns:v="urn:schemas-microsoft-com:vml" Requires="v">
                <p:oleObj spid="_x0000_s244841" name="Equation" r:id="rId5" imgW="596880" imgH="228600" progId="Equation.DSMT4">
                  <p:embed/>
                </p:oleObj>
              </mc:Choice>
              <mc:Fallback>
                <p:oleObj name="Equation" r:id="rId5" imgW="596880" imgH="228600" progId="Equation.DSMT4">
                  <p:embed/>
                  <p:pic>
                    <p:nvPicPr>
                      <p:cNvPr id="7" name="对象 6"/>
                      <p:cNvPicPr/>
                      <p:nvPr/>
                    </p:nvPicPr>
                    <p:blipFill>
                      <a:blip r:embed="rId6"/>
                      <a:stretch>
                        <a:fillRect/>
                      </a:stretch>
                    </p:blipFill>
                    <p:spPr>
                      <a:xfrm>
                        <a:off x="3541713" y="1941513"/>
                        <a:ext cx="1576387" cy="604837"/>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376404231"/>
              </p:ext>
            </p:extLst>
          </p:nvPr>
        </p:nvGraphicFramePr>
        <p:xfrm>
          <a:off x="1691680" y="5630772"/>
          <a:ext cx="5062789" cy="837343"/>
        </p:xfrm>
        <a:graphic>
          <a:graphicData uri="http://schemas.openxmlformats.org/presentationml/2006/ole">
            <mc:AlternateContent xmlns:mc="http://schemas.openxmlformats.org/markup-compatibility/2006">
              <mc:Choice xmlns:v="urn:schemas-microsoft-com:vml" Requires="v">
                <p:oleObj spid="_x0000_s244842" name="Equation" r:id="rId7" imgW="2539800" imgH="419040" progId="Equation.DSMT4">
                  <p:embed/>
                </p:oleObj>
              </mc:Choice>
              <mc:Fallback>
                <p:oleObj name="Equation" r:id="rId7" imgW="2539800" imgH="419040" progId="Equation.DSMT4">
                  <p:embed/>
                  <p:pic>
                    <p:nvPicPr>
                      <p:cNvPr id="4" name="对象 3"/>
                      <p:cNvPicPr/>
                      <p:nvPr/>
                    </p:nvPicPr>
                    <p:blipFill>
                      <a:blip r:embed="rId8"/>
                      <a:stretch>
                        <a:fillRect/>
                      </a:stretch>
                    </p:blipFill>
                    <p:spPr>
                      <a:xfrm>
                        <a:off x="1691680" y="5630772"/>
                        <a:ext cx="5062789" cy="837343"/>
                      </a:xfrm>
                      <a:prstGeom prst="rect">
                        <a:avLst/>
                      </a:prstGeom>
                      <a:ln w="38100">
                        <a:solidFill>
                          <a:schemeClr val="tx1"/>
                        </a:solidFill>
                      </a:ln>
                    </p:spPr>
                  </p:pic>
                </p:oleObj>
              </mc:Fallback>
            </mc:AlternateContent>
          </a:graphicData>
        </a:graphic>
      </p:graphicFrame>
      <p:sp>
        <p:nvSpPr>
          <p:cNvPr id="12" name="Rectangle 3"/>
          <p:cNvSpPr>
            <a:spLocks noChangeArrowheads="1"/>
          </p:cNvSpPr>
          <p:nvPr/>
        </p:nvSpPr>
        <p:spPr bwMode="auto">
          <a:xfrm>
            <a:off x="2926931" y="4196168"/>
            <a:ext cx="2412776" cy="523862"/>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奇点及其留数</a:t>
            </a:r>
          </a:p>
        </p:txBody>
      </p:sp>
      <p:sp>
        <p:nvSpPr>
          <p:cNvPr id="13" name="下箭头 12"/>
          <p:cNvSpPr/>
          <p:nvPr/>
        </p:nvSpPr>
        <p:spPr bwMode="auto">
          <a:xfrm>
            <a:off x="4079059" y="4916374"/>
            <a:ext cx="330076" cy="576064"/>
          </a:xfrm>
          <a:prstGeom prst="down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6" name="任意多边形 5"/>
          <p:cNvSpPr/>
          <p:nvPr/>
        </p:nvSpPr>
        <p:spPr bwMode="auto">
          <a:xfrm>
            <a:off x="6439719" y="1441332"/>
            <a:ext cx="1256598" cy="1044625"/>
          </a:xfrm>
          <a:custGeom>
            <a:avLst/>
            <a:gdLst>
              <a:gd name="connsiteX0" fmla="*/ 895928 w 1921164"/>
              <a:gd name="connsiteY0" fmla="*/ 609555 h 1339228"/>
              <a:gd name="connsiteX1" fmla="*/ 849746 w 1921164"/>
              <a:gd name="connsiteY1" fmla="*/ 591082 h 1339228"/>
              <a:gd name="connsiteX2" fmla="*/ 822037 w 1921164"/>
              <a:gd name="connsiteY2" fmla="*/ 581846 h 1339228"/>
              <a:gd name="connsiteX3" fmla="*/ 748146 w 1921164"/>
              <a:gd name="connsiteY3" fmla="*/ 591082 h 1339228"/>
              <a:gd name="connsiteX4" fmla="*/ 711200 w 1921164"/>
              <a:gd name="connsiteY4" fmla="*/ 628028 h 1339228"/>
              <a:gd name="connsiteX5" fmla="*/ 683491 w 1921164"/>
              <a:gd name="connsiteY5" fmla="*/ 646501 h 1339228"/>
              <a:gd name="connsiteX6" fmla="*/ 683491 w 1921164"/>
              <a:gd name="connsiteY6" fmla="*/ 821992 h 1339228"/>
              <a:gd name="connsiteX7" fmla="*/ 738909 w 1921164"/>
              <a:gd name="connsiteY7" fmla="*/ 849701 h 1339228"/>
              <a:gd name="connsiteX8" fmla="*/ 923637 w 1921164"/>
              <a:gd name="connsiteY8" fmla="*/ 840464 h 1339228"/>
              <a:gd name="connsiteX9" fmla="*/ 942109 w 1921164"/>
              <a:gd name="connsiteY9" fmla="*/ 812755 h 1339228"/>
              <a:gd name="connsiteX10" fmla="*/ 960582 w 1921164"/>
              <a:gd name="connsiteY10" fmla="*/ 757337 h 1339228"/>
              <a:gd name="connsiteX11" fmla="*/ 969819 w 1921164"/>
              <a:gd name="connsiteY11" fmla="*/ 729628 h 1339228"/>
              <a:gd name="connsiteX12" fmla="*/ 1874982 w 1921164"/>
              <a:gd name="connsiteY12" fmla="*/ 738864 h 1339228"/>
              <a:gd name="connsiteX13" fmla="*/ 1865746 w 1921164"/>
              <a:gd name="connsiteY13" fmla="*/ 905119 h 1339228"/>
              <a:gd name="connsiteX14" fmla="*/ 1838037 w 1921164"/>
              <a:gd name="connsiteY14" fmla="*/ 1015955 h 1339228"/>
              <a:gd name="connsiteX15" fmla="*/ 1828800 w 1921164"/>
              <a:gd name="connsiteY15" fmla="*/ 1043664 h 1339228"/>
              <a:gd name="connsiteX16" fmla="*/ 1810328 w 1921164"/>
              <a:gd name="connsiteY16" fmla="*/ 1071373 h 1339228"/>
              <a:gd name="connsiteX17" fmla="*/ 1801091 w 1921164"/>
              <a:gd name="connsiteY17" fmla="*/ 1099082 h 1339228"/>
              <a:gd name="connsiteX18" fmla="*/ 1773382 w 1921164"/>
              <a:gd name="connsiteY18" fmla="*/ 1117555 h 1339228"/>
              <a:gd name="connsiteX19" fmla="*/ 1764146 w 1921164"/>
              <a:gd name="connsiteY19" fmla="*/ 1145264 h 1339228"/>
              <a:gd name="connsiteX20" fmla="*/ 1653309 w 1921164"/>
              <a:gd name="connsiteY20" fmla="*/ 1237628 h 1339228"/>
              <a:gd name="connsiteX21" fmla="*/ 1597891 w 1921164"/>
              <a:gd name="connsiteY21" fmla="*/ 1265337 h 1339228"/>
              <a:gd name="connsiteX22" fmla="*/ 1514764 w 1921164"/>
              <a:gd name="connsiteY22" fmla="*/ 1302282 h 1339228"/>
              <a:gd name="connsiteX23" fmla="*/ 1459346 w 1921164"/>
              <a:gd name="connsiteY23" fmla="*/ 1320755 h 1339228"/>
              <a:gd name="connsiteX24" fmla="*/ 1385455 w 1921164"/>
              <a:gd name="connsiteY24" fmla="*/ 1339228 h 1339228"/>
              <a:gd name="connsiteX25" fmla="*/ 849746 w 1921164"/>
              <a:gd name="connsiteY25" fmla="*/ 1329992 h 1339228"/>
              <a:gd name="connsiteX26" fmla="*/ 822037 w 1921164"/>
              <a:gd name="connsiteY26" fmla="*/ 1320755 h 1339228"/>
              <a:gd name="connsiteX27" fmla="*/ 674255 w 1921164"/>
              <a:gd name="connsiteY27" fmla="*/ 1302282 h 1339228"/>
              <a:gd name="connsiteX28" fmla="*/ 618837 w 1921164"/>
              <a:gd name="connsiteY28" fmla="*/ 1283810 h 1339228"/>
              <a:gd name="connsiteX29" fmla="*/ 581891 w 1921164"/>
              <a:gd name="connsiteY29" fmla="*/ 1274573 h 1339228"/>
              <a:gd name="connsiteX30" fmla="*/ 535709 w 1921164"/>
              <a:gd name="connsiteY30" fmla="*/ 1265337 h 1339228"/>
              <a:gd name="connsiteX31" fmla="*/ 508000 w 1921164"/>
              <a:gd name="connsiteY31" fmla="*/ 1256101 h 1339228"/>
              <a:gd name="connsiteX32" fmla="*/ 461819 w 1921164"/>
              <a:gd name="connsiteY32" fmla="*/ 1246864 h 1339228"/>
              <a:gd name="connsiteX33" fmla="*/ 360219 w 1921164"/>
              <a:gd name="connsiteY33" fmla="*/ 1219155 h 1339228"/>
              <a:gd name="connsiteX34" fmla="*/ 323273 w 1921164"/>
              <a:gd name="connsiteY34" fmla="*/ 1200682 h 1339228"/>
              <a:gd name="connsiteX35" fmla="*/ 267855 w 1921164"/>
              <a:gd name="connsiteY35" fmla="*/ 1182210 h 1339228"/>
              <a:gd name="connsiteX36" fmla="*/ 212437 w 1921164"/>
              <a:gd name="connsiteY36" fmla="*/ 1145264 h 1339228"/>
              <a:gd name="connsiteX37" fmla="*/ 175491 w 1921164"/>
              <a:gd name="connsiteY37" fmla="*/ 1117555 h 1339228"/>
              <a:gd name="connsiteX38" fmla="*/ 147782 w 1921164"/>
              <a:gd name="connsiteY38" fmla="*/ 1108319 h 1339228"/>
              <a:gd name="connsiteX39" fmla="*/ 110837 w 1921164"/>
              <a:gd name="connsiteY39" fmla="*/ 1062137 h 1339228"/>
              <a:gd name="connsiteX40" fmla="*/ 92364 w 1921164"/>
              <a:gd name="connsiteY40" fmla="*/ 1034428 h 1339228"/>
              <a:gd name="connsiteX41" fmla="*/ 64655 w 1921164"/>
              <a:gd name="connsiteY41" fmla="*/ 1006719 h 1339228"/>
              <a:gd name="connsiteX42" fmla="*/ 55419 w 1921164"/>
              <a:gd name="connsiteY42" fmla="*/ 979010 h 1339228"/>
              <a:gd name="connsiteX43" fmla="*/ 27709 w 1921164"/>
              <a:gd name="connsiteY43" fmla="*/ 914355 h 1339228"/>
              <a:gd name="connsiteX44" fmla="*/ 18473 w 1921164"/>
              <a:gd name="connsiteY44" fmla="*/ 849701 h 1339228"/>
              <a:gd name="connsiteX45" fmla="*/ 9237 w 1921164"/>
              <a:gd name="connsiteY45" fmla="*/ 821992 h 1339228"/>
              <a:gd name="connsiteX46" fmla="*/ 0 w 1921164"/>
              <a:gd name="connsiteY46" fmla="*/ 785046 h 1339228"/>
              <a:gd name="connsiteX47" fmla="*/ 9237 w 1921164"/>
              <a:gd name="connsiteY47" fmla="*/ 507955 h 1339228"/>
              <a:gd name="connsiteX48" fmla="*/ 46182 w 1921164"/>
              <a:gd name="connsiteY48" fmla="*/ 424828 h 1339228"/>
              <a:gd name="connsiteX49" fmla="*/ 64655 w 1921164"/>
              <a:gd name="connsiteY49" fmla="*/ 369410 h 1339228"/>
              <a:gd name="connsiteX50" fmla="*/ 83128 w 1921164"/>
              <a:gd name="connsiteY50" fmla="*/ 332464 h 1339228"/>
              <a:gd name="connsiteX51" fmla="*/ 92364 w 1921164"/>
              <a:gd name="connsiteY51" fmla="*/ 304755 h 1339228"/>
              <a:gd name="connsiteX52" fmla="*/ 110837 w 1921164"/>
              <a:gd name="connsiteY52" fmla="*/ 277046 h 1339228"/>
              <a:gd name="connsiteX53" fmla="*/ 147782 w 1921164"/>
              <a:gd name="connsiteY53" fmla="*/ 212392 h 1339228"/>
              <a:gd name="connsiteX54" fmla="*/ 175491 w 1921164"/>
              <a:gd name="connsiteY54" fmla="*/ 184682 h 1339228"/>
              <a:gd name="connsiteX55" fmla="*/ 221673 w 1921164"/>
              <a:gd name="connsiteY55" fmla="*/ 147737 h 1339228"/>
              <a:gd name="connsiteX56" fmla="*/ 258619 w 1921164"/>
              <a:gd name="connsiteY56" fmla="*/ 120028 h 1339228"/>
              <a:gd name="connsiteX57" fmla="*/ 295564 w 1921164"/>
              <a:gd name="connsiteY57" fmla="*/ 110792 h 1339228"/>
              <a:gd name="connsiteX58" fmla="*/ 341746 w 1921164"/>
              <a:gd name="connsiteY58" fmla="*/ 92319 h 1339228"/>
              <a:gd name="connsiteX59" fmla="*/ 378691 w 1921164"/>
              <a:gd name="connsiteY59" fmla="*/ 73846 h 1339228"/>
              <a:gd name="connsiteX60" fmla="*/ 434109 w 1921164"/>
              <a:gd name="connsiteY60" fmla="*/ 36901 h 1339228"/>
              <a:gd name="connsiteX61" fmla="*/ 969819 w 1921164"/>
              <a:gd name="connsiteY61" fmla="*/ 9192 h 1339228"/>
              <a:gd name="connsiteX62" fmla="*/ 1163782 w 1921164"/>
              <a:gd name="connsiteY62" fmla="*/ 18428 h 1339228"/>
              <a:gd name="connsiteX63" fmla="*/ 1237673 w 1921164"/>
              <a:gd name="connsiteY63" fmla="*/ 46137 h 1339228"/>
              <a:gd name="connsiteX64" fmla="*/ 1311564 w 1921164"/>
              <a:gd name="connsiteY64" fmla="*/ 64610 h 1339228"/>
              <a:gd name="connsiteX65" fmla="*/ 1385455 w 1921164"/>
              <a:gd name="connsiteY65" fmla="*/ 101555 h 1339228"/>
              <a:gd name="connsiteX66" fmla="*/ 1450109 w 1921164"/>
              <a:gd name="connsiteY66" fmla="*/ 120028 h 1339228"/>
              <a:gd name="connsiteX67" fmla="*/ 1477819 w 1921164"/>
              <a:gd name="connsiteY67" fmla="*/ 138501 h 1339228"/>
              <a:gd name="connsiteX68" fmla="*/ 1505528 w 1921164"/>
              <a:gd name="connsiteY68" fmla="*/ 147737 h 1339228"/>
              <a:gd name="connsiteX69" fmla="*/ 1551709 w 1921164"/>
              <a:gd name="connsiteY69" fmla="*/ 166210 h 1339228"/>
              <a:gd name="connsiteX70" fmla="*/ 1634837 w 1921164"/>
              <a:gd name="connsiteY70" fmla="*/ 193919 h 1339228"/>
              <a:gd name="connsiteX71" fmla="*/ 1717964 w 1921164"/>
              <a:gd name="connsiteY71" fmla="*/ 249337 h 1339228"/>
              <a:gd name="connsiteX72" fmla="*/ 1745673 w 1921164"/>
              <a:gd name="connsiteY72" fmla="*/ 267810 h 1339228"/>
              <a:gd name="connsiteX73" fmla="*/ 1791855 w 1921164"/>
              <a:gd name="connsiteY73" fmla="*/ 313992 h 1339228"/>
              <a:gd name="connsiteX74" fmla="*/ 1838037 w 1921164"/>
              <a:gd name="connsiteY74" fmla="*/ 360173 h 1339228"/>
              <a:gd name="connsiteX75" fmla="*/ 1847273 w 1921164"/>
              <a:gd name="connsiteY75" fmla="*/ 387882 h 1339228"/>
              <a:gd name="connsiteX76" fmla="*/ 1884219 w 1921164"/>
              <a:gd name="connsiteY76" fmla="*/ 443301 h 1339228"/>
              <a:gd name="connsiteX77" fmla="*/ 1893455 w 1921164"/>
              <a:gd name="connsiteY77" fmla="*/ 471010 h 1339228"/>
              <a:gd name="connsiteX78" fmla="*/ 1921164 w 1921164"/>
              <a:gd name="connsiteY78" fmla="*/ 526428 h 1339228"/>
              <a:gd name="connsiteX79" fmla="*/ 1911928 w 1921164"/>
              <a:gd name="connsiteY79" fmla="*/ 572610 h 1339228"/>
              <a:gd name="connsiteX80" fmla="*/ 1874982 w 1921164"/>
              <a:gd name="connsiteY80" fmla="*/ 581846 h 1339228"/>
              <a:gd name="connsiteX81" fmla="*/ 1764146 w 1921164"/>
              <a:gd name="connsiteY81" fmla="*/ 572610 h 1339228"/>
              <a:gd name="connsiteX82" fmla="*/ 1422400 w 1921164"/>
              <a:gd name="connsiteY82" fmla="*/ 554137 h 1339228"/>
              <a:gd name="connsiteX83" fmla="*/ 1080655 w 1921164"/>
              <a:gd name="connsiteY83" fmla="*/ 572610 h 1339228"/>
              <a:gd name="connsiteX84" fmla="*/ 951346 w 1921164"/>
              <a:gd name="connsiteY84" fmla="*/ 609555 h 1339228"/>
              <a:gd name="connsiteX85" fmla="*/ 886691 w 1921164"/>
              <a:gd name="connsiteY85" fmla="*/ 628028 h 1339228"/>
              <a:gd name="connsiteX86" fmla="*/ 895928 w 1921164"/>
              <a:gd name="connsiteY86" fmla="*/ 609555 h 1339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921164" h="1339228">
                <a:moveTo>
                  <a:pt x="895928" y="609555"/>
                </a:moveTo>
                <a:cubicBezTo>
                  <a:pt x="889771" y="603397"/>
                  <a:pt x="865270" y="596904"/>
                  <a:pt x="849746" y="591082"/>
                </a:cubicBezTo>
                <a:cubicBezTo>
                  <a:pt x="840630" y="587664"/>
                  <a:pt x="831773" y="581846"/>
                  <a:pt x="822037" y="581846"/>
                </a:cubicBezTo>
                <a:cubicBezTo>
                  <a:pt x="797215" y="581846"/>
                  <a:pt x="772776" y="588003"/>
                  <a:pt x="748146" y="591082"/>
                </a:cubicBezTo>
                <a:cubicBezTo>
                  <a:pt x="687690" y="611235"/>
                  <a:pt x="747027" y="583245"/>
                  <a:pt x="711200" y="628028"/>
                </a:cubicBezTo>
                <a:cubicBezTo>
                  <a:pt x="704265" y="636696"/>
                  <a:pt x="692727" y="640343"/>
                  <a:pt x="683491" y="646501"/>
                </a:cubicBezTo>
                <a:cubicBezTo>
                  <a:pt x="666632" y="713938"/>
                  <a:pt x="660275" y="723324"/>
                  <a:pt x="683491" y="821992"/>
                </a:cubicBezTo>
                <a:cubicBezTo>
                  <a:pt x="686538" y="834943"/>
                  <a:pt x="729405" y="846533"/>
                  <a:pt x="738909" y="849701"/>
                </a:cubicBezTo>
                <a:cubicBezTo>
                  <a:pt x="800485" y="846622"/>
                  <a:pt x="862979" y="851493"/>
                  <a:pt x="923637" y="840464"/>
                </a:cubicBezTo>
                <a:cubicBezTo>
                  <a:pt x="934559" y="838478"/>
                  <a:pt x="937601" y="822899"/>
                  <a:pt x="942109" y="812755"/>
                </a:cubicBezTo>
                <a:cubicBezTo>
                  <a:pt x="950017" y="794961"/>
                  <a:pt x="954424" y="775810"/>
                  <a:pt x="960582" y="757337"/>
                </a:cubicBezTo>
                <a:lnTo>
                  <a:pt x="969819" y="729628"/>
                </a:lnTo>
                <a:cubicBezTo>
                  <a:pt x="1271540" y="732707"/>
                  <a:pt x="1578872" y="680863"/>
                  <a:pt x="1874982" y="738864"/>
                </a:cubicBezTo>
                <a:cubicBezTo>
                  <a:pt x="1929451" y="749533"/>
                  <a:pt x="1870355" y="849807"/>
                  <a:pt x="1865746" y="905119"/>
                </a:cubicBezTo>
                <a:cubicBezTo>
                  <a:pt x="1861601" y="954862"/>
                  <a:pt x="1853808" y="968641"/>
                  <a:pt x="1838037" y="1015955"/>
                </a:cubicBezTo>
                <a:cubicBezTo>
                  <a:pt x="1834958" y="1025191"/>
                  <a:pt x="1834200" y="1035563"/>
                  <a:pt x="1828800" y="1043664"/>
                </a:cubicBezTo>
                <a:cubicBezTo>
                  <a:pt x="1822643" y="1052900"/>
                  <a:pt x="1815292" y="1061444"/>
                  <a:pt x="1810328" y="1071373"/>
                </a:cubicBezTo>
                <a:cubicBezTo>
                  <a:pt x="1805974" y="1080081"/>
                  <a:pt x="1807173" y="1091479"/>
                  <a:pt x="1801091" y="1099082"/>
                </a:cubicBezTo>
                <a:cubicBezTo>
                  <a:pt x="1794156" y="1107750"/>
                  <a:pt x="1782618" y="1111397"/>
                  <a:pt x="1773382" y="1117555"/>
                </a:cubicBezTo>
                <a:cubicBezTo>
                  <a:pt x="1770303" y="1126791"/>
                  <a:pt x="1770123" y="1137579"/>
                  <a:pt x="1764146" y="1145264"/>
                </a:cubicBezTo>
                <a:cubicBezTo>
                  <a:pt x="1725852" y="1194499"/>
                  <a:pt x="1702570" y="1204787"/>
                  <a:pt x="1653309" y="1237628"/>
                </a:cubicBezTo>
                <a:cubicBezTo>
                  <a:pt x="1617498" y="1261502"/>
                  <a:pt x="1636132" y="1252590"/>
                  <a:pt x="1597891" y="1265337"/>
                </a:cubicBezTo>
                <a:cubicBezTo>
                  <a:pt x="1553979" y="1294612"/>
                  <a:pt x="1580716" y="1280298"/>
                  <a:pt x="1514764" y="1302282"/>
                </a:cubicBezTo>
                <a:lnTo>
                  <a:pt x="1459346" y="1320755"/>
                </a:lnTo>
                <a:lnTo>
                  <a:pt x="1385455" y="1339228"/>
                </a:lnTo>
                <a:lnTo>
                  <a:pt x="849746" y="1329992"/>
                </a:lnTo>
                <a:cubicBezTo>
                  <a:pt x="840015" y="1329673"/>
                  <a:pt x="831541" y="1322867"/>
                  <a:pt x="822037" y="1320755"/>
                </a:cubicBezTo>
                <a:cubicBezTo>
                  <a:pt x="775169" y="1310340"/>
                  <a:pt x="720700" y="1306927"/>
                  <a:pt x="674255" y="1302282"/>
                </a:cubicBezTo>
                <a:cubicBezTo>
                  <a:pt x="655782" y="1296125"/>
                  <a:pt x="637727" y="1288533"/>
                  <a:pt x="618837" y="1283810"/>
                </a:cubicBezTo>
                <a:cubicBezTo>
                  <a:pt x="606522" y="1280731"/>
                  <a:pt x="594283" y="1277327"/>
                  <a:pt x="581891" y="1274573"/>
                </a:cubicBezTo>
                <a:cubicBezTo>
                  <a:pt x="566566" y="1271167"/>
                  <a:pt x="550939" y="1269144"/>
                  <a:pt x="535709" y="1265337"/>
                </a:cubicBezTo>
                <a:cubicBezTo>
                  <a:pt x="526264" y="1262976"/>
                  <a:pt x="517445" y="1258462"/>
                  <a:pt x="508000" y="1256101"/>
                </a:cubicBezTo>
                <a:cubicBezTo>
                  <a:pt x="492770" y="1252293"/>
                  <a:pt x="476964" y="1250995"/>
                  <a:pt x="461819" y="1246864"/>
                </a:cubicBezTo>
                <a:cubicBezTo>
                  <a:pt x="332915" y="1211709"/>
                  <a:pt x="472731" y="1241659"/>
                  <a:pt x="360219" y="1219155"/>
                </a:cubicBezTo>
                <a:cubicBezTo>
                  <a:pt x="347904" y="1212997"/>
                  <a:pt x="336057" y="1205796"/>
                  <a:pt x="323273" y="1200682"/>
                </a:cubicBezTo>
                <a:cubicBezTo>
                  <a:pt x="305194" y="1193450"/>
                  <a:pt x="267855" y="1182210"/>
                  <a:pt x="267855" y="1182210"/>
                </a:cubicBezTo>
                <a:cubicBezTo>
                  <a:pt x="249382" y="1169895"/>
                  <a:pt x="230198" y="1158585"/>
                  <a:pt x="212437" y="1145264"/>
                </a:cubicBezTo>
                <a:cubicBezTo>
                  <a:pt x="200122" y="1136028"/>
                  <a:pt x="188857" y="1125192"/>
                  <a:pt x="175491" y="1117555"/>
                </a:cubicBezTo>
                <a:cubicBezTo>
                  <a:pt x="167038" y="1112725"/>
                  <a:pt x="157018" y="1111398"/>
                  <a:pt x="147782" y="1108319"/>
                </a:cubicBezTo>
                <a:cubicBezTo>
                  <a:pt x="129802" y="1054376"/>
                  <a:pt x="152614" y="1103914"/>
                  <a:pt x="110837" y="1062137"/>
                </a:cubicBezTo>
                <a:cubicBezTo>
                  <a:pt x="102988" y="1054288"/>
                  <a:pt x="99471" y="1042956"/>
                  <a:pt x="92364" y="1034428"/>
                </a:cubicBezTo>
                <a:cubicBezTo>
                  <a:pt x="84002" y="1024393"/>
                  <a:pt x="73891" y="1015955"/>
                  <a:pt x="64655" y="1006719"/>
                </a:cubicBezTo>
                <a:cubicBezTo>
                  <a:pt x="61576" y="997483"/>
                  <a:pt x="59254" y="987959"/>
                  <a:pt x="55419" y="979010"/>
                </a:cubicBezTo>
                <a:cubicBezTo>
                  <a:pt x="21173" y="899103"/>
                  <a:pt x="49374" y="979347"/>
                  <a:pt x="27709" y="914355"/>
                </a:cubicBezTo>
                <a:cubicBezTo>
                  <a:pt x="24630" y="892804"/>
                  <a:pt x="22742" y="871048"/>
                  <a:pt x="18473" y="849701"/>
                </a:cubicBezTo>
                <a:cubicBezTo>
                  <a:pt x="16564" y="840154"/>
                  <a:pt x="11912" y="831353"/>
                  <a:pt x="9237" y="821992"/>
                </a:cubicBezTo>
                <a:cubicBezTo>
                  <a:pt x="5750" y="809786"/>
                  <a:pt x="3079" y="797361"/>
                  <a:pt x="0" y="785046"/>
                </a:cubicBezTo>
                <a:cubicBezTo>
                  <a:pt x="3079" y="692682"/>
                  <a:pt x="1562" y="600051"/>
                  <a:pt x="9237" y="507955"/>
                </a:cubicBezTo>
                <a:cubicBezTo>
                  <a:pt x="14878" y="440261"/>
                  <a:pt x="26224" y="469733"/>
                  <a:pt x="46182" y="424828"/>
                </a:cubicBezTo>
                <a:cubicBezTo>
                  <a:pt x="54090" y="407034"/>
                  <a:pt x="55947" y="386826"/>
                  <a:pt x="64655" y="369410"/>
                </a:cubicBezTo>
                <a:cubicBezTo>
                  <a:pt x="70813" y="357095"/>
                  <a:pt x="77704" y="345120"/>
                  <a:pt x="83128" y="332464"/>
                </a:cubicBezTo>
                <a:cubicBezTo>
                  <a:pt x="86963" y="323515"/>
                  <a:pt x="88010" y="313463"/>
                  <a:pt x="92364" y="304755"/>
                </a:cubicBezTo>
                <a:cubicBezTo>
                  <a:pt x="97328" y="294826"/>
                  <a:pt x="105330" y="286684"/>
                  <a:pt x="110837" y="277046"/>
                </a:cubicBezTo>
                <a:cubicBezTo>
                  <a:pt x="127266" y="248296"/>
                  <a:pt x="127321" y="236945"/>
                  <a:pt x="147782" y="212392"/>
                </a:cubicBezTo>
                <a:cubicBezTo>
                  <a:pt x="156144" y="202357"/>
                  <a:pt x="167129" y="194717"/>
                  <a:pt x="175491" y="184682"/>
                </a:cubicBezTo>
                <a:cubicBezTo>
                  <a:pt x="207627" y="146118"/>
                  <a:pt x="176186" y="162899"/>
                  <a:pt x="221673" y="147737"/>
                </a:cubicBezTo>
                <a:cubicBezTo>
                  <a:pt x="233988" y="138501"/>
                  <a:pt x="244850" y="126912"/>
                  <a:pt x="258619" y="120028"/>
                </a:cubicBezTo>
                <a:cubicBezTo>
                  <a:pt x="269973" y="114351"/>
                  <a:pt x="283521" y="114806"/>
                  <a:pt x="295564" y="110792"/>
                </a:cubicBezTo>
                <a:cubicBezTo>
                  <a:pt x="311293" y="105549"/>
                  <a:pt x="326595" y="99053"/>
                  <a:pt x="341746" y="92319"/>
                </a:cubicBezTo>
                <a:cubicBezTo>
                  <a:pt x="354328" y="86727"/>
                  <a:pt x="366884" y="80930"/>
                  <a:pt x="378691" y="73846"/>
                </a:cubicBezTo>
                <a:cubicBezTo>
                  <a:pt x="397728" y="62423"/>
                  <a:pt x="413047" y="43922"/>
                  <a:pt x="434109" y="36901"/>
                </a:cubicBezTo>
                <a:cubicBezTo>
                  <a:pt x="641437" y="-32208"/>
                  <a:pt x="470059" y="18802"/>
                  <a:pt x="969819" y="9192"/>
                </a:cubicBezTo>
                <a:cubicBezTo>
                  <a:pt x="1034473" y="12271"/>
                  <a:pt x="1099261" y="13266"/>
                  <a:pt x="1163782" y="18428"/>
                </a:cubicBezTo>
                <a:cubicBezTo>
                  <a:pt x="1209629" y="22096"/>
                  <a:pt x="1194208" y="31648"/>
                  <a:pt x="1237673" y="46137"/>
                </a:cubicBezTo>
                <a:cubicBezTo>
                  <a:pt x="1261758" y="54166"/>
                  <a:pt x="1288856" y="53256"/>
                  <a:pt x="1311564" y="64610"/>
                </a:cubicBezTo>
                <a:cubicBezTo>
                  <a:pt x="1336194" y="76925"/>
                  <a:pt x="1358740" y="94876"/>
                  <a:pt x="1385455" y="101555"/>
                </a:cubicBezTo>
                <a:cubicBezTo>
                  <a:pt x="1431845" y="113153"/>
                  <a:pt x="1410357" y="106778"/>
                  <a:pt x="1450109" y="120028"/>
                </a:cubicBezTo>
                <a:cubicBezTo>
                  <a:pt x="1459346" y="126186"/>
                  <a:pt x="1467890" y="133537"/>
                  <a:pt x="1477819" y="138501"/>
                </a:cubicBezTo>
                <a:cubicBezTo>
                  <a:pt x="1486527" y="142855"/>
                  <a:pt x="1496412" y="144318"/>
                  <a:pt x="1505528" y="147737"/>
                </a:cubicBezTo>
                <a:cubicBezTo>
                  <a:pt x="1521052" y="153559"/>
                  <a:pt x="1536558" y="159476"/>
                  <a:pt x="1551709" y="166210"/>
                </a:cubicBezTo>
                <a:cubicBezTo>
                  <a:pt x="1614281" y="194019"/>
                  <a:pt x="1561946" y="179340"/>
                  <a:pt x="1634837" y="193919"/>
                </a:cubicBezTo>
                <a:lnTo>
                  <a:pt x="1717964" y="249337"/>
                </a:lnTo>
                <a:lnTo>
                  <a:pt x="1745673" y="267810"/>
                </a:lnTo>
                <a:cubicBezTo>
                  <a:pt x="1794934" y="341701"/>
                  <a:pt x="1730279" y="252416"/>
                  <a:pt x="1791855" y="313992"/>
                </a:cubicBezTo>
                <a:cubicBezTo>
                  <a:pt x="1853427" y="375564"/>
                  <a:pt x="1764151" y="310917"/>
                  <a:pt x="1838037" y="360173"/>
                </a:cubicBezTo>
                <a:cubicBezTo>
                  <a:pt x="1841116" y="369409"/>
                  <a:pt x="1842545" y="379371"/>
                  <a:pt x="1847273" y="387882"/>
                </a:cubicBezTo>
                <a:cubicBezTo>
                  <a:pt x="1858055" y="407290"/>
                  <a:pt x="1884219" y="443301"/>
                  <a:pt x="1884219" y="443301"/>
                </a:cubicBezTo>
                <a:cubicBezTo>
                  <a:pt x="1887298" y="452537"/>
                  <a:pt x="1889101" y="462302"/>
                  <a:pt x="1893455" y="471010"/>
                </a:cubicBezTo>
                <a:cubicBezTo>
                  <a:pt x="1929265" y="542629"/>
                  <a:pt x="1897949" y="456781"/>
                  <a:pt x="1921164" y="526428"/>
                </a:cubicBezTo>
                <a:cubicBezTo>
                  <a:pt x="1918085" y="541822"/>
                  <a:pt x="1921978" y="560550"/>
                  <a:pt x="1911928" y="572610"/>
                </a:cubicBezTo>
                <a:cubicBezTo>
                  <a:pt x="1903801" y="582362"/>
                  <a:pt x="1887676" y="581846"/>
                  <a:pt x="1874982" y="581846"/>
                </a:cubicBezTo>
                <a:cubicBezTo>
                  <a:pt x="1837909" y="581846"/>
                  <a:pt x="1801159" y="574725"/>
                  <a:pt x="1764146" y="572610"/>
                </a:cubicBezTo>
                <a:cubicBezTo>
                  <a:pt x="1264018" y="544031"/>
                  <a:pt x="1771484" y="579071"/>
                  <a:pt x="1422400" y="554137"/>
                </a:cubicBezTo>
                <a:cubicBezTo>
                  <a:pt x="1316870" y="557541"/>
                  <a:pt x="1191137" y="548935"/>
                  <a:pt x="1080655" y="572610"/>
                </a:cubicBezTo>
                <a:cubicBezTo>
                  <a:pt x="1015703" y="586528"/>
                  <a:pt x="1009505" y="590168"/>
                  <a:pt x="951346" y="609555"/>
                </a:cubicBezTo>
                <a:cubicBezTo>
                  <a:pt x="929378" y="616878"/>
                  <a:pt x="909895" y="624161"/>
                  <a:pt x="886691" y="628028"/>
                </a:cubicBezTo>
                <a:cubicBezTo>
                  <a:pt x="880617" y="629040"/>
                  <a:pt x="902085" y="615713"/>
                  <a:pt x="895928" y="609555"/>
                </a:cubicBezTo>
                <a:close/>
              </a:path>
            </a:pathLst>
          </a:cu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4" name="矩形 13"/>
          <p:cNvSpPr/>
          <p:nvPr/>
        </p:nvSpPr>
        <p:spPr bwMode="auto">
          <a:xfrm>
            <a:off x="822730" y="1405793"/>
            <a:ext cx="2043616" cy="696750"/>
          </a:xfrm>
          <a:prstGeom prst="rect">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5" name="右箭头 14"/>
          <p:cNvSpPr/>
          <p:nvPr/>
        </p:nvSpPr>
        <p:spPr bwMode="auto">
          <a:xfrm>
            <a:off x="5508104" y="4265619"/>
            <a:ext cx="792088" cy="384960"/>
          </a:xfrm>
          <a:prstGeom prst="right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6" name="Rectangle 3"/>
          <p:cNvSpPr>
            <a:spLocks noChangeArrowheads="1"/>
          </p:cNvSpPr>
          <p:nvPr/>
        </p:nvSpPr>
        <p:spPr bwMode="auto">
          <a:xfrm>
            <a:off x="6624890" y="4196168"/>
            <a:ext cx="1691526" cy="523862"/>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拓扑不变</a:t>
            </a:r>
          </a:p>
        </p:txBody>
      </p:sp>
      <p:pic>
        <p:nvPicPr>
          <p:cNvPr id="17" name="图片 1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164288" y="5079060"/>
            <a:ext cx="1512549" cy="1512549"/>
          </a:xfrm>
          <a:prstGeom prst="rect">
            <a:avLst/>
          </a:prstGeom>
        </p:spPr>
      </p:pic>
    </p:spTree>
    <p:extLst>
      <p:ext uri="{BB962C8B-B14F-4D97-AF65-F5344CB8AC3E}">
        <p14:creationId xmlns:p14="http://schemas.microsoft.com/office/powerpoint/2010/main" val="4023656091"/>
      </p:ext>
    </p:extLst>
  </p:cSld>
  <p:clrMapOvr>
    <a:masterClrMapping/>
  </p:clrMapOvr>
  <p:transition>
    <p:random/>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3528" y="1268760"/>
            <a:ext cx="6372200" cy="584775"/>
          </a:xfrm>
          <a:prstGeom prst="rect">
            <a:avLst/>
          </a:prstGeom>
          <a:noFill/>
        </p:spPr>
        <p:txBody>
          <a:bodyPr wrap="square" rtlCol="0">
            <a:spAutoFit/>
          </a:bodyPr>
          <a:lstStyle/>
          <a:p>
            <a:r>
              <a:rPr lang="zh-CN" altLang="en-US" dirty="0">
                <a:solidFill>
                  <a:schemeClr val="tx2">
                    <a:lumMod val="20000"/>
                    <a:lumOff val="80000"/>
                  </a:schemeClr>
                </a:solidFill>
              </a:rPr>
              <a:t>代数：研究变换和变换关系的学科</a:t>
            </a:r>
          </a:p>
        </p:txBody>
      </p:sp>
      <p:sp>
        <p:nvSpPr>
          <p:cNvPr id="3" name="文本框 2"/>
          <p:cNvSpPr txBox="1"/>
          <p:nvPr/>
        </p:nvSpPr>
        <p:spPr>
          <a:xfrm>
            <a:off x="314648" y="2789639"/>
            <a:ext cx="6372200" cy="584775"/>
          </a:xfrm>
          <a:prstGeom prst="rect">
            <a:avLst/>
          </a:prstGeom>
          <a:noFill/>
        </p:spPr>
        <p:txBody>
          <a:bodyPr wrap="square" rtlCol="0">
            <a:spAutoFit/>
          </a:bodyPr>
          <a:lstStyle/>
          <a:p>
            <a:r>
              <a:rPr lang="zh-CN" altLang="en-US" dirty="0">
                <a:solidFill>
                  <a:schemeClr val="tx2">
                    <a:lumMod val="20000"/>
                    <a:lumOff val="80000"/>
                  </a:schemeClr>
                </a:solidFill>
              </a:rPr>
              <a:t>几何：研究变换下不变量的学科</a:t>
            </a:r>
          </a:p>
        </p:txBody>
      </p:sp>
      <p:sp>
        <p:nvSpPr>
          <p:cNvPr id="4" name="文本框 3"/>
          <p:cNvSpPr txBox="1"/>
          <p:nvPr/>
        </p:nvSpPr>
        <p:spPr>
          <a:xfrm>
            <a:off x="1992459" y="1856913"/>
            <a:ext cx="1872208" cy="584775"/>
          </a:xfrm>
          <a:prstGeom prst="rect">
            <a:avLst/>
          </a:prstGeom>
          <a:noFill/>
        </p:spPr>
        <p:txBody>
          <a:bodyPr wrap="square" rtlCol="0">
            <a:spAutoFit/>
          </a:bodyPr>
          <a:lstStyle/>
          <a:p>
            <a:r>
              <a:rPr lang="zh-CN" altLang="en-US" dirty="0"/>
              <a:t>复代数</a:t>
            </a:r>
          </a:p>
        </p:txBody>
      </p:sp>
      <p:sp>
        <p:nvSpPr>
          <p:cNvPr id="5" name="文本框 4"/>
          <p:cNvSpPr txBox="1"/>
          <p:nvPr/>
        </p:nvSpPr>
        <p:spPr>
          <a:xfrm>
            <a:off x="1979712" y="3573016"/>
            <a:ext cx="1872208" cy="584775"/>
          </a:xfrm>
          <a:prstGeom prst="rect">
            <a:avLst/>
          </a:prstGeom>
          <a:noFill/>
        </p:spPr>
        <p:txBody>
          <a:bodyPr wrap="square" rtlCol="0">
            <a:spAutoFit/>
          </a:bodyPr>
          <a:lstStyle/>
          <a:p>
            <a:r>
              <a:rPr lang="zh-CN" altLang="en-US" dirty="0"/>
              <a:t>复几何</a:t>
            </a:r>
          </a:p>
        </p:txBody>
      </p:sp>
    </p:spTree>
    <p:extLst>
      <p:ext uri="{BB962C8B-B14F-4D97-AF65-F5344CB8AC3E}">
        <p14:creationId xmlns:p14="http://schemas.microsoft.com/office/powerpoint/2010/main" val="435787920"/>
      </p:ext>
    </p:extLst>
  </p:cSld>
  <p:clrMapOvr>
    <a:masterClrMapping/>
  </p:clrMapOvr>
  <p:transition>
    <p:random/>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1520" y="404664"/>
            <a:ext cx="6372200" cy="584775"/>
          </a:xfrm>
          <a:prstGeom prst="rect">
            <a:avLst/>
          </a:prstGeom>
          <a:noFill/>
        </p:spPr>
        <p:txBody>
          <a:bodyPr wrap="square" rtlCol="0">
            <a:spAutoFit/>
          </a:bodyPr>
          <a:lstStyle/>
          <a:p>
            <a:r>
              <a:rPr lang="zh-CN" altLang="en-US" dirty="0">
                <a:solidFill>
                  <a:schemeClr val="tx2">
                    <a:lumMod val="20000"/>
                    <a:lumOff val="80000"/>
                  </a:schemeClr>
                </a:solidFill>
              </a:rPr>
              <a:t>留数定理解决实变函数积分的过程</a:t>
            </a:r>
          </a:p>
        </p:txBody>
      </p:sp>
      <p:sp>
        <p:nvSpPr>
          <p:cNvPr id="3" name="文本框 2"/>
          <p:cNvSpPr txBox="1"/>
          <p:nvPr/>
        </p:nvSpPr>
        <p:spPr>
          <a:xfrm>
            <a:off x="255999" y="1412776"/>
            <a:ext cx="6372200" cy="584775"/>
          </a:xfrm>
          <a:prstGeom prst="rect">
            <a:avLst/>
          </a:prstGeom>
          <a:noFill/>
        </p:spPr>
        <p:txBody>
          <a:bodyPr wrap="square" rtlCol="0">
            <a:spAutoFit/>
          </a:bodyPr>
          <a:lstStyle/>
          <a:p>
            <a:r>
              <a:rPr lang="en-US" altLang="zh-CN" dirty="0">
                <a:solidFill>
                  <a:schemeClr val="tx2">
                    <a:lumMod val="20000"/>
                    <a:lumOff val="80000"/>
                  </a:schemeClr>
                </a:solidFill>
              </a:rPr>
              <a:t>1. </a:t>
            </a:r>
            <a:r>
              <a:rPr lang="zh-CN" altLang="en-US" dirty="0">
                <a:solidFill>
                  <a:schemeClr val="tx2">
                    <a:lumMod val="20000"/>
                    <a:lumOff val="80000"/>
                  </a:schemeClr>
                </a:solidFill>
              </a:rPr>
              <a:t>构建围道</a:t>
            </a:r>
          </a:p>
        </p:txBody>
      </p:sp>
      <p:sp>
        <p:nvSpPr>
          <p:cNvPr id="4" name="文本框 3"/>
          <p:cNvSpPr txBox="1"/>
          <p:nvPr/>
        </p:nvSpPr>
        <p:spPr>
          <a:xfrm>
            <a:off x="251520" y="2348880"/>
            <a:ext cx="6372200" cy="584775"/>
          </a:xfrm>
          <a:prstGeom prst="rect">
            <a:avLst/>
          </a:prstGeom>
          <a:noFill/>
        </p:spPr>
        <p:txBody>
          <a:bodyPr wrap="square" rtlCol="0">
            <a:spAutoFit/>
          </a:bodyPr>
          <a:lstStyle/>
          <a:p>
            <a:r>
              <a:rPr lang="en-US" altLang="zh-CN" dirty="0">
                <a:solidFill>
                  <a:schemeClr val="tx2">
                    <a:lumMod val="20000"/>
                    <a:lumOff val="80000"/>
                  </a:schemeClr>
                </a:solidFill>
              </a:rPr>
              <a:t>2. </a:t>
            </a:r>
            <a:r>
              <a:rPr lang="zh-CN" altLang="en-US" dirty="0">
                <a:solidFill>
                  <a:schemeClr val="tx2">
                    <a:lumMod val="20000"/>
                    <a:lumOff val="80000"/>
                  </a:schemeClr>
                </a:solidFill>
              </a:rPr>
              <a:t>计算围道非实数部分的极限</a:t>
            </a:r>
          </a:p>
        </p:txBody>
      </p:sp>
      <p:sp>
        <p:nvSpPr>
          <p:cNvPr id="5" name="文本框 4"/>
          <p:cNvSpPr txBox="1"/>
          <p:nvPr/>
        </p:nvSpPr>
        <p:spPr>
          <a:xfrm>
            <a:off x="235108" y="3645024"/>
            <a:ext cx="6372200" cy="584775"/>
          </a:xfrm>
          <a:prstGeom prst="rect">
            <a:avLst/>
          </a:prstGeom>
          <a:noFill/>
        </p:spPr>
        <p:txBody>
          <a:bodyPr wrap="square" rtlCol="0">
            <a:spAutoFit/>
          </a:bodyPr>
          <a:lstStyle/>
          <a:p>
            <a:r>
              <a:rPr lang="en-US" altLang="zh-CN" dirty="0">
                <a:solidFill>
                  <a:schemeClr val="tx2">
                    <a:lumMod val="20000"/>
                    <a:lumOff val="80000"/>
                  </a:schemeClr>
                </a:solidFill>
              </a:rPr>
              <a:t>3. </a:t>
            </a:r>
            <a:r>
              <a:rPr lang="zh-CN" altLang="en-US" dirty="0">
                <a:solidFill>
                  <a:schemeClr val="tx2">
                    <a:lumMod val="20000"/>
                    <a:lumOff val="80000"/>
                  </a:schemeClr>
                </a:solidFill>
              </a:rPr>
              <a:t>化简围道实数部分的极限</a:t>
            </a:r>
          </a:p>
        </p:txBody>
      </p:sp>
      <p:sp>
        <p:nvSpPr>
          <p:cNvPr id="6" name="文本框 5"/>
          <p:cNvSpPr txBox="1"/>
          <p:nvPr/>
        </p:nvSpPr>
        <p:spPr>
          <a:xfrm>
            <a:off x="1187624" y="2933655"/>
            <a:ext cx="6372200" cy="584775"/>
          </a:xfrm>
          <a:prstGeom prst="rect">
            <a:avLst/>
          </a:prstGeom>
          <a:noFill/>
        </p:spPr>
        <p:txBody>
          <a:bodyPr wrap="square" rtlCol="0">
            <a:spAutoFit/>
          </a:bodyPr>
          <a:lstStyle/>
          <a:p>
            <a:r>
              <a:rPr lang="zh-CN" altLang="en-US" dirty="0">
                <a:solidFill>
                  <a:schemeClr val="tx2">
                    <a:lumMod val="20000"/>
                    <a:lumOff val="80000"/>
                  </a:schemeClr>
                </a:solidFill>
              </a:rPr>
              <a:t>多数情况下，极限为</a:t>
            </a:r>
            <a:r>
              <a:rPr lang="en-US" altLang="zh-CN" dirty="0">
                <a:solidFill>
                  <a:schemeClr val="tx2">
                    <a:lumMod val="20000"/>
                    <a:lumOff val="80000"/>
                  </a:schemeClr>
                </a:solidFill>
              </a:rPr>
              <a:t>0.</a:t>
            </a:r>
            <a:endParaRPr lang="zh-CN" altLang="en-US" dirty="0">
              <a:solidFill>
                <a:schemeClr val="tx2">
                  <a:lumMod val="20000"/>
                  <a:lumOff val="80000"/>
                </a:schemeClr>
              </a:solidFill>
            </a:endParaRPr>
          </a:p>
        </p:txBody>
      </p:sp>
      <p:sp>
        <p:nvSpPr>
          <p:cNvPr id="7" name="文本框 6"/>
          <p:cNvSpPr txBox="1"/>
          <p:nvPr/>
        </p:nvSpPr>
        <p:spPr>
          <a:xfrm>
            <a:off x="323528" y="4653136"/>
            <a:ext cx="6372200" cy="584775"/>
          </a:xfrm>
          <a:prstGeom prst="rect">
            <a:avLst/>
          </a:prstGeom>
          <a:noFill/>
        </p:spPr>
        <p:txBody>
          <a:bodyPr wrap="square" rtlCol="0">
            <a:spAutoFit/>
          </a:bodyPr>
          <a:lstStyle/>
          <a:p>
            <a:r>
              <a:rPr lang="en-US" altLang="zh-CN" dirty="0">
                <a:solidFill>
                  <a:schemeClr val="tx2">
                    <a:lumMod val="20000"/>
                    <a:lumOff val="80000"/>
                  </a:schemeClr>
                </a:solidFill>
              </a:rPr>
              <a:t>4. </a:t>
            </a:r>
            <a:r>
              <a:rPr lang="zh-CN" altLang="en-US" dirty="0">
                <a:solidFill>
                  <a:schemeClr val="tx2">
                    <a:lumMod val="20000"/>
                    <a:lumOff val="80000"/>
                  </a:schemeClr>
                </a:solidFill>
              </a:rPr>
              <a:t>计算留数</a:t>
            </a:r>
          </a:p>
        </p:txBody>
      </p:sp>
      <p:sp>
        <p:nvSpPr>
          <p:cNvPr id="8" name="文本框 7"/>
          <p:cNvSpPr txBox="1"/>
          <p:nvPr/>
        </p:nvSpPr>
        <p:spPr>
          <a:xfrm>
            <a:off x="323528" y="5650189"/>
            <a:ext cx="6372200" cy="584775"/>
          </a:xfrm>
          <a:prstGeom prst="rect">
            <a:avLst/>
          </a:prstGeom>
          <a:noFill/>
        </p:spPr>
        <p:txBody>
          <a:bodyPr wrap="square" rtlCol="0">
            <a:spAutoFit/>
          </a:bodyPr>
          <a:lstStyle/>
          <a:p>
            <a:r>
              <a:rPr lang="en-US" altLang="zh-CN" dirty="0">
                <a:solidFill>
                  <a:schemeClr val="tx2">
                    <a:lumMod val="20000"/>
                    <a:lumOff val="80000"/>
                  </a:schemeClr>
                </a:solidFill>
              </a:rPr>
              <a:t>5. </a:t>
            </a:r>
            <a:r>
              <a:rPr lang="zh-CN" altLang="en-US" dirty="0">
                <a:solidFill>
                  <a:schemeClr val="tx2">
                    <a:lumMod val="20000"/>
                    <a:lumOff val="80000"/>
                  </a:schemeClr>
                </a:solidFill>
              </a:rPr>
              <a:t>求得积分</a:t>
            </a:r>
          </a:p>
        </p:txBody>
      </p:sp>
      <p:graphicFrame>
        <p:nvGraphicFramePr>
          <p:cNvPr id="9" name="对象 8"/>
          <p:cNvGraphicFramePr>
            <a:graphicFrameLocks noChangeAspect="1"/>
          </p:cNvGraphicFramePr>
          <p:nvPr/>
        </p:nvGraphicFramePr>
        <p:xfrm>
          <a:off x="2927269" y="4642077"/>
          <a:ext cx="1020701" cy="680467"/>
        </p:xfrm>
        <a:graphic>
          <a:graphicData uri="http://schemas.openxmlformats.org/presentationml/2006/ole">
            <mc:AlternateContent xmlns:mc="http://schemas.openxmlformats.org/markup-compatibility/2006">
              <mc:Choice xmlns:v="urn:schemas-microsoft-com:vml" Requires="v">
                <p:oleObj spid="_x0000_s270351" name="Equation" r:id="rId3" imgW="266400" imgH="177480" progId="Equation.DSMT4">
                  <p:embed/>
                </p:oleObj>
              </mc:Choice>
              <mc:Fallback>
                <p:oleObj name="Equation" r:id="rId3" imgW="266400" imgH="177480" progId="Equation.DSMT4">
                  <p:embed/>
                  <p:pic>
                    <p:nvPicPr>
                      <p:cNvPr id="9" name="对象 8"/>
                      <p:cNvPicPr/>
                      <p:nvPr/>
                    </p:nvPicPr>
                    <p:blipFill>
                      <a:blip r:embed="rId4"/>
                      <a:stretch>
                        <a:fillRect/>
                      </a:stretch>
                    </p:blipFill>
                    <p:spPr>
                      <a:xfrm>
                        <a:off x="2927269" y="4642077"/>
                        <a:ext cx="1020701" cy="680467"/>
                      </a:xfrm>
                      <a:prstGeom prst="rect">
                        <a:avLst/>
                      </a:prstGeom>
                    </p:spPr>
                  </p:pic>
                </p:oleObj>
              </mc:Fallback>
            </mc:AlternateContent>
          </a:graphicData>
        </a:graphic>
      </p:graphicFrame>
      <p:sp>
        <p:nvSpPr>
          <p:cNvPr id="10" name="矩形 9"/>
          <p:cNvSpPr/>
          <p:nvPr/>
        </p:nvSpPr>
        <p:spPr bwMode="auto">
          <a:xfrm>
            <a:off x="2843808" y="5805264"/>
            <a:ext cx="1104162" cy="576064"/>
          </a:xfrm>
          <a:prstGeom prst="rect">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1" name="等号 10"/>
          <p:cNvSpPr/>
          <p:nvPr/>
        </p:nvSpPr>
        <p:spPr bwMode="auto">
          <a:xfrm>
            <a:off x="4139952" y="5942576"/>
            <a:ext cx="360040" cy="292388"/>
          </a:xfrm>
          <a:prstGeom prst="mathEqual">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2" name="矩形 11"/>
          <p:cNvSpPr/>
          <p:nvPr/>
        </p:nvSpPr>
        <p:spPr bwMode="auto">
          <a:xfrm>
            <a:off x="4716016" y="5805264"/>
            <a:ext cx="1080120" cy="567353"/>
          </a:xfrm>
          <a:prstGeom prst="rect">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406329097"/>
      </p:ext>
    </p:extLst>
  </p:cSld>
  <p:clrMapOvr>
    <a:masterClrMapping/>
  </p:clrMapOvr>
  <p:transition>
    <p:random/>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107504" y="260648"/>
            <a:ext cx="4896544"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留数定理</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&amp;</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无穷级数求和</a:t>
            </a:r>
          </a:p>
        </p:txBody>
      </p:sp>
      <p:sp>
        <p:nvSpPr>
          <p:cNvPr id="3" name="Rectangle 3"/>
          <p:cNvSpPr>
            <a:spLocks noChangeArrowheads="1"/>
          </p:cNvSpPr>
          <p:nvPr/>
        </p:nvSpPr>
        <p:spPr bwMode="auto">
          <a:xfrm>
            <a:off x="-144524" y="1017573"/>
            <a:ext cx="136815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2800" b="1" dirty="0">
                <a:solidFill>
                  <a:srgbClr val="FFFFFF"/>
                </a:solidFill>
                <a:latin typeface="Book Antiqua" panose="02040602050305030304" pitchFamily="18" charset="0"/>
              </a:rPr>
              <a:t>求证：</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842968442"/>
              </p:ext>
            </p:extLst>
          </p:nvPr>
        </p:nvGraphicFramePr>
        <p:xfrm>
          <a:off x="882104" y="795243"/>
          <a:ext cx="8243887" cy="989013"/>
        </p:xfrm>
        <a:graphic>
          <a:graphicData uri="http://schemas.openxmlformats.org/presentationml/2006/ole">
            <mc:AlternateContent xmlns:mc="http://schemas.openxmlformats.org/markup-compatibility/2006">
              <mc:Choice xmlns:v="urn:schemas-microsoft-com:vml" Requires="v">
                <p:oleObj spid="_x0000_s265497" name="Equation" r:id="rId3" imgW="3708360" imgH="444240" progId="Equation.DSMT4">
                  <p:embed/>
                </p:oleObj>
              </mc:Choice>
              <mc:Fallback>
                <p:oleObj name="Equation" r:id="rId3" imgW="3708360" imgH="444240" progId="Equation.DSMT4">
                  <p:embed/>
                  <p:pic>
                    <p:nvPicPr>
                      <p:cNvPr id="0" name=""/>
                      <p:cNvPicPr/>
                      <p:nvPr/>
                    </p:nvPicPr>
                    <p:blipFill>
                      <a:blip r:embed="rId4"/>
                      <a:stretch>
                        <a:fillRect/>
                      </a:stretch>
                    </p:blipFill>
                    <p:spPr>
                      <a:xfrm>
                        <a:off x="882104" y="795243"/>
                        <a:ext cx="8243887" cy="989013"/>
                      </a:xfrm>
                      <a:prstGeom prst="rect">
                        <a:avLst/>
                      </a:prstGeom>
                    </p:spPr>
                  </p:pic>
                </p:oleObj>
              </mc:Fallback>
            </mc:AlternateContent>
          </a:graphicData>
        </a:graphic>
      </p:graphicFrame>
      <p:sp>
        <p:nvSpPr>
          <p:cNvPr id="5" name="Rectangle 3"/>
          <p:cNvSpPr>
            <a:spLocks noChangeArrowheads="1"/>
          </p:cNvSpPr>
          <p:nvPr/>
        </p:nvSpPr>
        <p:spPr bwMode="auto">
          <a:xfrm>
            <a:off x="251520" y="1908913"/>
            <a:ext cx="936104"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2800" b="1" dirty="0">
                <a:solidFill>
                  <a:srgbClr val="FFFFFF"/>
                </a:solidFill>
                <a:latin typeface="Book Antiqua" panose="02040602050305030304" pitchFamily="18" charset="0"/>
              </a:rPr>
              <a:t>证：</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p:txBody>
      </p:sp>
      <p:grpSp>
        <p:nvGrpSpPr>
          <p:cNvPr id="32" name="组合 31"/>
          <p:cNvGrpSpPr/>
          <p:nvPr/>
        </p:nvGrpSpPr>
        <p:grpSpPr>
          <a:xfrm>
            <a:off x="5524771" y="4005064"/>
            <a:ext cx="3396999" cy="2736018"/>
            <a:chOff x="5524771" y="4005064"/>
            <a:chExt cx="3396999" cy="2736018"/>
          </a:xfrm>
        </p:grpSpPr>
        <p:grpSp>
          <p:nvGrpSpPr>
            <p:cNvPr id="31" name="组合 30"/>
            <p:cNvGrpSpPr/>
            <p:nvPr/>
          </p:nvGrpSpPr>
          <p:grpSpPr>
            <a:xfrm>
              <a:off x="5524771" y="4005064"/>
              <a:ext cx="3396999" cy="2736018"/>
              <a:chOff x="5524771" y="4005064"/>
              <a:chExt cx="3396999" cy="2736018"/>
            </a:xfrm>
          </p:grpSpPr>
          <p:grpSp>
            <p:nvGrpSpPr>
              <p:cNvPr id="6" name="Group 6"/>
              <p:cNvGrpSpPr>
                <a:grpSpLocks/>
              </p:cNvGrpSpPr>
              <p:nvPr/>
            </p:nvGrpSpPr>
            <p:grpSpPr bwMode="auto">
              <a:xfrm>
                <a:off x="5524771" y="4005064"/>
                <a:ext cx="3396999" cy="2736018"/>
                <a:chOff x="2701" y="960"/>
                <a:chExt cx="2690" cy="2129"/>
              </a:xfrm>
            </p:grpSpPr>
            <p:grpSp>
              <p:nvGrpSpPr>
                <p:cNvPr id="8" name="Group 8"/>
                <p:cNvGrpSpPr>
                  <a:grpSpLocks/>
                </p:cNvGrpSpPr>
                <p:nvPr/>
              </p:nvGrpSpPr>
              <p:grpSpPr bwMode="auto">
                <a:xfrm>
                  <a:off x="2899" y="960"/>
                  <a:ext cx="2492" cy="2129"/>
                  <a:chOff x="2899" y="960"/>
                  <a:chExt cx="2492" cy="2129"/>
                </a:xfrm>
              </p:grpSpPr>
              <p:graphicFrame>
                <p:nvGraphicFramePr>
                  <p:cNvPr id="17" name="Object 10"/>
                  <p:cNvGraphicFramePr>
                    <a:graphicFrameLocks noChangeAspect="1"/>
                  </p:cNvGraphicFramePr>
                  <p:nvPr/>
                </p:nvGraphicFramePr>
                <p:xfrm>
                  <a:off x="5161" y="2140"/>
                  <a:ext cx="230" cy="213"/>
                </p:xfrm>
                <a:graphic>
                  <a:graphicData uri="http://schemas.openxmlformats.org/presentationml/2006/ole">
                    <mc:AlternateContent xmlns:mc="http://schemas.openxmlformats.org/markup-compatibility/2006">
                      <mc:Choice xmlns:v="urn:schemas-microsoft-com:vml" Requires="v">
                        <p:oleObj spid="_x0000_s265498" name="公式" r:id="rId5" imgW="126720" imgH="139680" progId="Equation.3">
                          <p:embed/>
                        </p:oleObj>
                      </mc:Choice>
                      <mc:Fallback>
                        <p:oleObj name="公式" r:id="rId5" imgW="126720" imgH="139680" progId="Equation.3">
                          <p:embed/>
                          <p:pic>
                            <p:nvPicPr>
                              <p:cNvPr id="15"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61" y="2140"/>
                                <a:ext cx="230" cy="2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Line 11"/>
                  <p:cNvSpPr>
                    <a:spLocks noChangeShapeType="1"/>
                  </p:cNvSpPr>
                  <p:nvPr/>
                </p:nvSpPr>
                <p:spPr bwMode="auto">
                  <a:xfrm flipV="1">
                    <a:off x="4171" y="960"/>
                    <a:ext cx="5" cy="212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 name="Line 15"/>
                  <p:cNvSpPr>
                    <a:spLocks noChangeShapeType="1"/>
                  </p:cNvSpPr>
                  <p:nvPr/>
                </p:nvSpPr>
                <p:spPr bwMode="auto">
                  <a:xfrm flipV="1">
                    <a:off x="2899" y="2112"/>
                    <a:ext cx="2406" cy="1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aphicFrame>
              <p:nvGraphicFramePr>
                <p:cNvPr id="9" name="Object 18"/>
                <p:cNvGraphicFramePr>
                  <a:graphicFrameLocks noChangeAspect="1"/>
                </p:cNvGraphicFramePr>
                <p:nvPr>
                  <p:extLst>
                    <p:ext uri="{D42A27DB-BD31-4B8C-83A1-F6EECF244321}">
                      <p14:modId xmlns:p14="http://schemas.microsoft.com/office/powerpoint/2010/main" val="2541429518"/>
                    </p:ext>
                  </p:extLst>
                </p:nvPr>
              </p:nvGraphicFramePr>
              <p:xfrm>
                <a:off x="3079" y="1582"/>
                <a:ext cx="333" cy="257"/>
              </p:xfrm>
              <a:graphic>
                <a:graphicData uri="http://schemas.openxmlformats.org/presentationml/2006/ole">
                  <mc:AlternateContent xmlns:mc="http://schemas.openxmlformats.org/markup-compatibility/2006">
                    <mc:Choice xmlns:v="urn:schemas-microsoft-com:vml" Requires="v">
                      <p:oleObj spid="_x0000_s265499" name="公式" r:id="rId7" imgW="253800" imgH="164880" progId="Equation.3">
                        <p:embed/>
                      </p:oleObj>
                    </mc:Choice>
                    <mc:Fallback>
                      <p:oleObj name="公式" r:id="rId7" imgW="253800" imgH="164880" progId="Equation.3">
                        <p:embed/>
                        <p:pic>
                          <p:nvPicPr>
                            <p:cNvPr id="7"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79" y="1582"/>
                              <a:ext cx="333" cy="25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19"/>
                <p:cNvGraphicFramePr>
                  <a:graphicFrameLocks noChangeAspect="1"/>
                </p:cNvGraphicFramePr>
                <p:nvPr>
                  <p:extLst>
                    <p:ext uri="{D42A27DB-BD31-4B8C-83A1-F6EECF244321}">
                      <p14:modId xmlns:p14="http://schemas.microsoft.com/office/powerpoint/2010/main" val="4181731982"/>
                    </p:ext>
                  </p:extLst>
                </p:nvPr>
              </p:nvGraphicFramePr>
              <p:xfrm>
                <a:off x="5066" y="1698"/>
                <a:ext cx="199" cy="257"/>
              </p:xfrm>
              <a:graphic>
                <a:graphicData uri="http://schemas.openxmlformats.org/presentationml/2006/ole">
                  <mc:AlternateContent xmlns:mc="http://schemas.openxmlformats.org/markup-compatibility/2006">
                    <mc:Choice xmlns:v="urn:schemas-microsoft-com:vml" Requires="v">
                      <p:oleObj spid="_x0000_s265500" name="公式" r:id="rId9" imgW="152280" imgH="164880" progId="Equation.3">
                        <p:embed/>
                      </p:oleObj>
                    </mc:Choice>
                    <mc:Fallback>
                      <p:oleObj name="公式" r:id="rId9" imgW="152280" imgH="164880" progId="Equation.3">
                        <p:embed/>
                        <p:pic>
                          <p:nvPicPr>
                            <p:cNvPr id="8"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66" y="1698"/>
                              <a:ext cx="199" cy="25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20"/>
                <p:cNvGraphicFramePr>
                  <a:graphicFrameLocks noChangeAspect="1"/>
                </p:cNvGraphicFramePr>
                <p:nvPr>
                  <p:extLst>
                    <p:ext uri="{D42A27DB-BD31-4B8C-83A1-F6EECF244321}">
                      <p14:modId xmlns:p14="http://schemas.microsoft.com/office/powerpoint/2010/main" val="2551212127"/>
                    </p:ext>
                  </p:extLst>
                </p:nvPr>
              </p:nvGraphicFramePr>
              <p:xfrm>
                <a:off x="2701" y="2246"/>
                <a:ext cx="317" cy="220"/>
              </p:xfrm>
              <a:graphic>
                <a:graphicData uri="http://schemas.openxmlformats.org/presentationml/2006/ole">
                  <mc:AlternateContent xmlns:mc="http://schemas.openxmlformats.org/markup-compatibility/2006">
                    <mc:Choice xmlns:v="urn:schemas-microsoft-com:vml" Requires="v">
                      <p:oleObj spid="_x0000_s265501" name="公式" r:id="rId11" imgW="241200" imgH="139680" progId="Equation.3">
                        <p:embed/>
                      </p:oleObj>
                    </mc:Choice>
                    <mc:Fallback>
                      <p:oleObj name="公式" r:id="rId11" imgW="241200" imgH="139680" progId="Equation.3">
                        <p:embed/>
                        <p:pic>
                          <p:nvPicPr>
                            <p:cNvPr id="9"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01" y="2246"/>
                              <a:ext cx="317" cy="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21"/>
                <p:cNvGraphicFramePr>
                  <a:graphicFrameLocks noChangeAspect="1"/>
                </p:cNvGraphicFramePr>
                <p:nvPr>
                  <p:extLst>
                    <p:ext uri="{D42A27DB-BD31-4B8C-83A1-F6EECF244321}">
                      <p14:modId xmlns:p14="http://schemas.microsoft.com/office/powerpoint/2010/main" val="2655253469"/>
                    </p:ext>
                  </p:extLst>
                </p:nvPr>
              </p:nvGraphicFramePr>
              <p:xfrm>
                <a:off x="2852" y="1803"/>
                <a:ext cx="166" cy="220"/>
              </p:xfrm>
              <a:graphic>
                <a:graphicData uri="http://schemas.openxmlformats.org/presentationml/2006/ole">
                  <mc:AlternateContent xmlns:mc="http://schemas.openxmlformats.org/markup-compatibility/2006">
                    <mc:Choice xmlns:v="urn:schemas-microsoft-com:vml" Requires="v">
                      <p:oleObj spid="_x0000_s265502" name="公式" r:id="rId13" imgW="126720" imgH="139680" progId="Equation.3">
                        <p:embed/>
                      </p:oleObj>
                    </mc:Choice>
                    <mc:Fallback>
                      <p:oleObj name="公式" r:id="rId13" imgW="126720" imgH="139680" progId="Equation.3">
                        <p:embed/>
                        <p:pic>
                          <p:nvPicPr>
                            <p:cNvPr id="1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52" y="1803"/>
                              <a:ext cx="166" cy="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Line 23"/>
                <p:cNvSpPr>
                  <a:spLocks noChangeShapeType="1"/>
                </p:cNvSpPr>
                <p:nvPr/>
              </p:nvSpPr>
              <p:spPr bwMode="auto">
                <a:xfrm flipH="1">
                  <a:off x="4332" y="2305"/>
                  <a:ext cx="144" cy="0"/>
                </a:xfrm>
                <a:prstGeom prst="line">
                  <a:avLst/>
                </a:prstGeom>
                <a:noFill/>
                <a:ln w="38100">
                  <a:solidFill>
                    <a:schemeClr val="tx1"/>
                  </a:solidFill>
                  <a:round/>
                  <a:headEnd type="triangl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5" name="矩形 24"/>
              <p:cNvSpPr/>
              <p:nvPr/>
            </p:nvSpPr>
            <p:spPr bwMode="auto">
              <a:xfrm>
                <a:off x="6001869" y="5269618"/>
                <a:ext cx="2509232" cy="463637"/>
              </a:xfrm>
              <a:prstGeom prst="rect">
                <a:avLst/>
              </a:prstGeom>
              <a:noFill/>
              <a:ln w="12700" cap="flat" cmpd="sng" algn="ctr">
                <a:solidFill>
                  <a:schemeClr val="tx1"/>
                </a:solidFill>
                <a:prstDash val="solid"/>
                <a:round/>
                <a:headEnd type="none" w="med" len="med"/>
                <a:tailEnd type="triangle" w="med" len="med"/>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pSp>
        <p:sp>
          <p:nvSpPr>
            <p:cNvPr id="26" name="Line 23"/>
            <p:cNvSpPr>
              <a:spLocks noChangeShapeType="1"/>
            </p:cNvSpPr>
            <p:nvPr/>
          </p:nvSpPr>
          <p:spPr bwMode="auto">
            <a:xfrm flipV="1">
              <a:off x="6971143" y="5255779"/>
              <a:ext cx="220784" cy="1"/>
            </a:xfrm>
            <a:prstGeom prst="line">
              <a:avLst/>
            </a:prstGeom>
            <a:noFill/>
            <a:ln w="38100">
              <a:solidFill>
                <a:schemeClr val="tx1"/>
              </a:solidFill>
              <a:round/>
              <a:headEnd type="triangl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aphicFrame>
        <p:nvGraphicFramePr>
          <p:cNvPr id="27" name="Object 10"/>
          <p:cNvGraphicFramePr>
            <a:graphicFrameLocks noChangeAspect="1"/>
          </p:cNvGraphicFramePr>
          <p:nvPr>
            <p:extLst>
              <p:ext uri="{D42A27DB-BD31-4B8C-83A1-F6EECF244321}">
                <p14:modId xmlns:p14="http://schemas.microsoft.com/office/powerpoint/2010/main" val="3391525266"/>
              </p:ext>
            </p:extLst>
          </p:nvPr>
        </p:nvGraphicFramePr>
        <p:xfrm>
          <a:off x="7453313" y="3981450"/>
          <a:ext cx="320675" cy="322263"/>
        </p:xfrm>
        <a:graphic>
          <a:graphicData uri="http://schemas.openxmlformats.org/presentationml/2006/ole">
            <mc:AlternateContent xmlns:mc="http://schemas.openxmlformats.org/markup-compatibility/2006">
              <mc:Choice xmlns:v="urn:schemas-microsoft-com:vml" Requires="v">
                <p:oleObj spid="_x0000_s265503" name="Equation" r:id="rId15" imgW="139680" imgH="164880" progId="Equation.DSMT4">
                  <p:embed/>
                </p:oleObj>
              </mc:Choice>
              <mc:Fallback>
                <p:oleObj name="Equation" r:id="rId15" imgW="139680" imgH="164880" progId="Equation.DSMT4">
                  <p:embed/>
                  <p:pic>
                    <p:nvPicPr>
                      <p:cNvPr id="17" name="Object 10"/>
                      <p:cNvPicPr>
                        <a:picLocks noChangeAspect="1" noChangeArrowheads="1"/>
                      </p:cNvPicPr>
                      <p:nvPr/>
                    </p:nvPicPr>
                    <p:blipFill>
                      <a:blip r:embed="rId16"/>
                      <a:srcRect/>
                      <a:stretch>
                        <a:fillRect/>
                      </a:stretch>
                    </p:blipFill>
                    <p:spPr bwMode="auto">
                      <a:xfrm>
                        <a:off x="7453313" y="3981450"/>
                        <a:ext cx="320675" cy="3222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对象 27"/>
          <p:cNvGraphicFramePr>
            <a:graphicFrameLocks noChangeAspect="1"/>
          </p:cNvGraphicFramePr>
          <p:nvPr>
            <p:extLst>
              <p:ext uri="{D42A27DB-BD31-4B8C-83A1-F6EECF244321}">
                <p14:modId xmlns:p14="http://schemas.microsoft.com/office/powerpoint/2010/main" val="2334023159"/>
              </p:ext>
            </p:extLst>
          </p:nvPr>
        </p:nvGraphicFramePr>
        <p:xfrm>
          <a:off x="1229811" y="1774498"/>
          <a:ext cx="2967038" cy="876300"/>
        </p:xfrm>
        <a:graphic>
          <a:graphicData uri="http://schemas.openxmlformats.org/presentationml/2006/ole">
            <mc:AlternateContent xmlns:mc="http://schemas.openxmlformats.org/markup-compatibility/2006">
              <mc:Choice xmlns:v="urn:schemas-microsoft-com:vml" Requires="v">
                <p:oleObj spid="_x0000_s265504" name="Equation" r:id="rId17" imgW="1333440" imgH="393480" progId="Equation.DSMT4">
                  <p:embed/>
                </p:oleObj>
              </mc:Choice>
              <mc:Fallback>
                <p:oleObj name="Equation" r:id="rId17" imgW="1333440" imgH="393480" progId="Equation.DSMT4">
                  <p:embed/>
                  <p:pic>
                    <p:nvPicPr>
                      <p:cNvPr id="4" name="对象 3"/>
                      <p:cNvPicPr/>
                      <p:nvPr/>
                    </p:nvPicPr>
                    <p:blipFill>
                      <a:blip r:embed="rId18"/>
                      <a:stretch>
                        <a:fillRect/>
                      </a:stretch>
                    </p:blipFill>
                    <p:spPr>
                      <a:xfrm>
                        <a:off x="1229811" y="1774498"/>
                        <a:ext cx="2967038" cy="876300"/>
                      </a:xfrm>
                      <a:prstGeom prst="rect">
                        <a:avLst/>
                      </a:prstGeom>
                    </p:spPr>
                  </p:pic>
                </p:oleObj>
              </mc:Fallback>
            </mc:AlternateContent>
          </a:graphicData>
        </a:graphic>
      </p:graphicFrame>
      <p:sp>
        <p:nvSpPr>
          <p:cNvPr id="29" name="Rectangle 3"/>
          <p:cNvSpPr>
            <a:spLocks noChangeArrowheads="1"/>
          </p:cNvSpPr>
          <p:nvPr/>
        </p:nvSpPr>
        <p:spPr bwMode="auto">
          <a:xfrm>
            <a:off x="323428" y="2738848"/>
            <a:ext cx="7848971" cy="1385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奇点：</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0</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±k </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k</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0</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a:t>
            </a:r>
            <a:endPar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2800" b="1" dirty="0">
                <a:solidFill>
                  <a:srgbClr val="FFFFFF"/>
                </a:solidFill>
                <a:latin typeface="Book Antiqua" panose="02040602050305030304" pitchFamily="18" charset="0"/>
              </a:rPr>
              <a:t>k</a:t>
            </a:r>
            <a:r>
              <a:rPr lang="zh-CN" altLang="en-US" sz="2800" b="1" dirty="0">
                <a:solidFill>
                  <a:srgbClr val="FFFFFF"/>
                </a:solidFill>
                <a:latin typeface="Book Antiqua" panose="02040602050305030304" pitchFamily="18" charset="0"/>
              </a:rPr>
              <a:t>为一阶奇点，</a:t>
            </a:r>
            <a:r>
              <a:rPr lang="en-US" altLang="zh-CN" sz="2800" b="1" dirty="0">
                <a:solidFill>
                  <a:srgbClr val="FFFFFF"/>
                </a:solidFill>
                <a:latin typeface="Book Antiqua" panose="02040602050305030304" pitchFamily="18" charset="0"/>
              </a:rPr>
              <a:t>0</a:t>
            </a:r>
            <a:r>
              <a:rPr lang="zh-CN" altLang="en-US" sz="2800" b="1" dirty="0">
                <a:solidFill>
                  <a:srgbClr val="FFFFFF"/>
                </a:solidFill>
                <a:latin typeface="Book Antiqua" panose="02040602050305030304" pitchFamily="18" charset="0"/>
              </a:rPr>
              <a:t>为</a:t>
            </a:r>
            <a:r>
              <a:rPr lang="en-US" altLang="zh-CN" sz="2800" b="1" dirty="0" err="1">
                <a:solidFill>
                  <a:srgbClr val="FFFFFF"/>
                </a:solidFill>
                <a:latin typeface="Book Antiqua" panose="02040602050305030304" pitchFamily="18" charset="0"/>
              </a:rPr>
              <a:t>2n+1</a:t>
            </a:r>
            <a:r>
              <a:rPr lang="zh-CN" altLang="en-US" sz="2800" b="1" dirty="0">
                <a:solidFill>
                  <a:srgbClr val="FFFFFF"/>
                </a:solidFill>
                <a:latin typeface="Book Antiqua" panose="02040602050305030304" pitchFamily="18" charset="0"/>
              </a:rPr>
              <a:t>阶奇点（</a:t>
            </a:r>
            <a:r>
              <a:rPr lang="en-US" altLang="zh-CN" sz="2800" b="1" dirty="0">
                <a:solidFill>
                  <a:srgbClr val="FFFFFF"/>
                </a:solidFill>
                <a:latin typeface="Book Antiqua" panose="02040602050305030304" pitchFamily="18" charset="0"/>
              </a:rPr>
              <a:t>0</a:t>
            </a:r>
            <a:r>
              <a:rPr lang="zh-CN" altLang="en-US" sz="2800" b="1" dirty="0">
                <a:solidFill>
                  <a:srgbClr val="FFFFFF"/>
                </a:solidFill>
                <a:latin typeface="Book Antiqua" panose="02040602050305030304" pitchFamily="18" charset="0"/>
              </a:rPr>
              <a:t>为</a:t>
            </a:r>
            <a:r>
              <a:rPr lang="en-US" altLang="zh-CN" sz="2800" b="1" dirty="0">
                <a:solidFill>
                  <a:srgbClr val="FFFFFF"/>
                </a:solidFill>
                <a:latin typeface="Book Antiqua" panose="02040602050305030304" pitchFamily="18" charset="0"/>
              </a:rPr>
              <a:t>z/</a:t>
            </a:r>
            <a:r>
              <a:rPr lang="en-US" altLang="zh-CN" sz="2800" b="1" dirty="0" err="1">
                <a:solidFill>
                  <a:srgbClr val="FFFFFF"/>
                </a:solidFill>
                <a:latin typeface="Book Antiqua" panose="02040602050305030304" pitchFamily="18" charset="0"/>
              </a:rPr>
              <a:t>tanz</a:t>
            </a:r>
            <a:r>
              <a:rPr lang="zh-CN" altLang="en-US" sz="2800" b="1" dirty="0">
                <a:solidFill>
                  <a:srgbClr val="FFFFFF"/>
                </a:solidFill>
                <a:latin typeface="Book Antiqua" panose="02040602050305030304" pitchFamily="18" charset="0"/>
              </a:rPr>
              <a:t>的可去奇点）</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p:txBody>
      </p:sp>
      <p:graphicFrame>
        <p:nvGraphicFramePr>
          <p:cNvPr id="30" name="对象 29"/>
          <p:cNvGraphicFramePr>
            <a:graphicFrameLocks noChangeAspect="1"/>
          </p:cNvGraphicFramePr>
          <p:nvPr>
            <p:extLst>
              <p:ext uri="{D42A27DB-BD31-4B8C-83A1-F6EECF244321}">
                <p14:modId xmlns:p14="http://schemas.microsoft.com/office/powerpoint/2010/main" val="2495172150"/>
              </p:ext>
            </p:extLst>
          </p:nvPr>
        </p:nvGraphicFramePr>
        <p:xfrm>
          <a:off x="338138" y="3954463"/>
          <a:ext cx="4772025" cy="2201862"/>
        </p:xfrm>
        <a:graphic>
          <a:graphicData uri="http://schemas.openxmlformats.org/presentationml/2006/ole">
            <mc:AlternateContent xmlns:mc="http://schemas.openxmlformats.org/markup-compatibility/2006">
              <mc:Choice xmlns:v="urn:schemas-microsoft-com:vml" Requires="v">
                <p:oleObj spid="_x0000_s265505" name="Equation" r:id="rId19" imgW="2145960" imgH="990360" progId="Equation.DSMT4">
                  <p:embed/>
                </p:oleObj>
              </mc:Choice>
              <mc:Fallback>
                <p:oleObj name="Equation" r:id="rId19" imgW="2145960" imgH="990360" progId="Equation.DSMT4">
                  <p:embed/>
                  <p:pic>
                    <p:nvPicPr>
                      <p:cNvPr id="4" name="对象 3"/>
                      <p:cNvPicPr/>
                      <p:nvPr/>
                    </p:nvPicPr>
                    <p:blipFill>
                      <a:blip r:embed="rId20"/>
                      <a:stretch>
                        <a:fillRect/>
                      </a:stretch>
                    </p:blipFill>
                    <p:spPr>
                      <a:xfrm>
                        <a:off x="338138" y="3954463"/>
                        <a:ext cx="4772025" cy="2201862"/>
                      </a:xfrm>
                      <a:prstGeom prst="rect">
                        <a:avLst/>
                      </a:prstGeom>
                    </p:spPr>
                  </p:pic>
                </p:oleObj>
              </mc:Fallback>
            </mc:AlternateContent>
          </a:graphicData>
        </a:graphic>
      </p:graphicFrame>
    </p:spTree>
    <p:extLst>
      <p:ext uri="{BB962C8B-B14F-4D97-AF65-F5344CB8AC3E}">
        <p14:creationId xmlns:p14="http://schemas.microsoft.com/office/powerpoint/2010/main" val="380612830"/>
      </p:ext>
    </p:extLst>
  </p:cSld>
  <p:clrMapOvr>
    <a:masterClrMapping/>
  </p:clrMapOvr>
  <p:transition>
    <p:random/>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 name="对象 40"/>
          <p:cNvGraphicFramePr>
            <a:graphicFrameLocks noChangeAspect="1"/>
          </p:cNvGraphicFramePr>
          <p:nvPr>
            <p:extLst>
              <p:ext uri="{D42A27DB-BD31-4B8C-83A1-F6EECF244321}">
                <p14:modId xmlns:p14="http://schemas.microsoft.com/office/powerpoint/2010/main" val="3307532483"/>
              </p:ext>
            </p:extLst>
          </p:nvPr>
        </p:nvGraphicFramePr>
        <p:xfrm>
          <a:off x="211284" y="3474200"/>
          <a:ext cx="6197901" cy="1916223"/>
        </p:xfrm>
        <a:graphic>
          <a:graphicData uri="http://schemas.openxmlformats.org/presentationml/2006/ole">
            <mc:AlternateContent xmlns:mc="http://schemas.openxmlformats.org/markup-compatibility/2006">
              <mc:Choice xmlns:v="urn:schemas-microsoft-com:vml" Requires="v">
                <p:oleObj spid="_x0000_s266514" name="Equation" r:id="rId3" imgW="2793960" imgH="863280" progId="Equation.DSMT4">
                  <p:embed/>
                </p:oleObj>
              </mc:Choice>
              <mc:Fallback>
                <p:oleObj name="Equation" r:id="rId3" imgW="2793960" imgH="863280" progId="Equation.DSMT4">
                  <p:embed/>
                  <p:pic>
                    <p:nvPicPr>
                      <p:cNvPr id="4" name="对象 3"/>
                      <p:cNvPicPr/>
                      <p:nvPr/>
                    </p:nvPicPr>
                    <p:blipFill>
                      <a:blip r:embed="rId4"/>
                      <a:stretch>
                        <a:fillRect/>
                      </a:stretch>
                    </p:blipFill>
                    <p:spPr>
                      <a:xfrm>
                        <a:off x="211284" y="3474200"/>
                        <a:ext cx="6197901" cy="1916223"/>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413943607"/>
              </p:ext>
            </p:extLst>
          </p:nvPr>
        </p:nvGraphicFramePr>
        <p:xfrm>
          <a:off x="192088" y="1341438"/>
          <a:ext cx="8758237" cy="2016125"/>
        </p:xfrm>
        <a:graphic>
          <a:graphicData uri="http://schemas.openxmlformats.org/presentationml/2006/ole">
            <mc:AlternateContent xmlns:mc="http://schemas.openxmlformats.org/markup-compatibility/2006">
              <mc:Choice xmlns:v="urn:schemas-microsoft-com:vml" Requires="v">
                <p:oleObj spid="_x0000_s266515" name="Equation" r:id="rId5" imgW="4635360" imgH="1066680" progId="Equation.DSMT4">
                  <p:embed/>
                </p:oleObj>
              </mc:Choice>
              <mc:Fallback>
                <p:oleObj name="Equation" r:id="rId5" imgW="4635360" imgH="1066680" progId="Equation.DSMT4">
                  <p:embed/>
                  <p:pic>
                    <p:nvPicPr>
                      <p:cNvPr id="28" name="对象 27"/>
                      <p:cNvPicPr/>
                      <p:nvPr/>
                    </p:nvPicPr>
                    <p:blipFill>
                      <a:blip r:embed="rId6"/>
                      <a:stretch>
                        <a:fillRect/>
                      </a:stretch>
                    </p:blipFill>
                    <p:spPr>
                      <a:xfrm>
                        <a:off x="192088" y="1341438"/>
                        <a:ext cx="8758237" cy="2016125"/>
                      </a:xfrm>
                      <a:prstGeom prst="rect">
                        <a:avLst/>
                      </a:prstGeom>
                    </p:spPr>
                  </p:pic>
                </p:oleObj>
              </mc:Fallback>
            </mc:AlternateContent>
          </a:graphicData>
        </a:graphic>
      </p:graphicFrame>
      <p:grpSp>
        <p:nvGrpSpPr>
          <p:cNvPr id="27" name="组合 26"/>
          <p:cNvGrpSpPr/>
          <p:nvPr/>
        </p:nvGrpSpPr>
        <p:grpSpPr>
          <a:xfrm>
            <a:off x="5610643" y="4005064"/>
            <a:ext cx="3311127" cy="2736018"/>
            <a:chOff x="5610643" y="4005064"/>
            <a:chExt cx="3311127" cy="2736018"/>
          </a:xfrm>
        </p:grpSpPr>
        <p:grpSp>
          <p:nvGrpSpPr>
            <p:cNvPr id="28" name="组合 27"/>
            <p:cNvGrpSpPr/>
            <p:nvPr/>
          </p:nvGrpSpPr>
          <p:grpSpPr>
            <a:xfrm>
              <a:off x="5610643" y="4005064"/>
              <a:ext cx="3311127" cy="2736018"/>
              <a:chOff x="5610643" y="4005064"/>
              <a:chExt cx="3311127" cy="2736018"/>
            </a:xfrm>
          </p:grpSpPr>
          <p:grpSp>
            <p:nvGrpSpPr>
              <p:cNvPr id="30" name="Group 6"/>
              <p:cNvGrpSpPr>
                <a:grpSpLocks/>
              </p:cNvGrpSpPr>
              <p:nvPr/>
            </p:nvGrpSpPr>
            <p:grpSpPr bwMode="auto">
              <a:xfrm>
                <a:off x="5610643" y="4005064"/>
                <a:ext cx="3311127" cy="2736018"/>
                <a:chOff x="2769" y="960"/>
                <a:chExt cx="2622" cy="2129"/>
              </a:xfrm>
            </p:grpSpPr>
            <p:grpSp>
              <p:nvGrpSpPr>
                <p:cNvPr id="32" name="Group 8"/>
                <p:cNvGrpSpPr>
                  <a:grpSpLocks/>
                </p:cNvGrpSpPr>
                <p:nvPr/>
              </p:nvGrpSpPr>
              <p:grpSpPr bwMode="auto">
                <a:xfrm>
                  <a:off x="2899" y="960"/>
                  <a:ext cx="2492" cy="2129"/>
                  <a:chOff x="2899" y="960"/>
                  <a:chExt cx="2492" cy="2129"/>
                </a:xfrm>
              </p:grpSpPr>
              <p:graphicFrame>
                <p:nvGraphicFramePr>
                  <p:cNvPr id="38" name="Object 10"/>
                  <p:cNvGraphicFramePr>
                    <a:graphicFrameLocks noChangeAspect="1"/>
                  </p:cNvGraphicFramePr>
                  <p:nvPr/>
                </p:nvGraphicFramePr>
                <p:xfrm>
                  <a:off x="5161" y="2140"/>
                  <a:ext cx="230" cy="213"/>
                </p:xfrm>
                <a:graphic>
                  <a:graphicData uri="http://schemas.openxmlformats.org/presentationml/2006/ole">
                    <mc:AlternateContent xmlns:mc="http://schemas.openxmlformats.org/markup-compatibility/2006">
                      <mc:Choice xmlns:v="urn:schemas-microsoft-com:vml" Requires="v">
                        <p:oleObj spid="_x0000_s266516" name="公式" r:id="rId7" imgW="126720" imgH="139680" progId="Equation.3">
                          <p:embed/>
                        </p:oleObj>
                      </mc:Choice>
                      <mc:Fallback>
                        <p:oleObj name="公式" r:id="rId7" imgW="126720" imgH="139680" progId="Equation.3">
                          <p:embed/>
                          <p:pic>
                            <p:nvPicPr>
                              <p:cNvPr id="17"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61" y="2140"/>
                                <a:ext cx="230" cy="2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 name="Line 11"/>
                  <p:cNvSpPr>
                    <a:spLocks noChangeShapeType="1"/>
                  </p:cNvSpPr>
                  <p:nvPr/>
                </p:nvSpPr>
                <p:spPr bwMode="auto">
                  <a:xfrm flipV="1">
                    <a:off x="4171" y="960"/>
                    <a:ext cx="5" cy="212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0" name="Line 15"/>
                  <p:cNvSpPr>
                    <a:spLocks noChangeShapeType="1"/>
                  </p:cNvSpPr>
                  <p:nvPr/>
                </p:nvSpPr>
                <p:spPr bwMode="auto">
                  <a:xfrm flipV="1">
                    <a:off x="2899" y="2112"/>
                    <a:ext cx="2406" cy="1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aphicFrame>
              <p:nvGraphicFramePr>
                <p:cNvPr id="33" name="Object 18"/>
                <p:cNvGraphicFramePr>
                  <a:graphicFrameLocks noChangeAspect="1"/>
                </p:cNvGraphicFramePr>
                <p:nvPr>
                  <p:extLst>
                    <p:ext uri="{D42A27DB-BD31-4B8C-83A1-F6EECF244321}">
                      <p14:modId xmlns:p14="http://schemas.microsoft.com/office/powerpoint/2010/main" val="96000712"/>
                    </p:ext>
                  </p:extLst>
                </p:nvPr>
              </p:nvGraphicFramePr>
              <p:xfrm>
                <a:off x="2993" y="1611"/>
                <a:ext cx="333" cy="257"/>
              </p:xfrm>
              <a:graphic>
                <a:graphicData uri="http://schemas.openxmlformats.org/presentationml/2006/ole">
                  <mc:AlternateContent xmlns:mc="http://schemas.openxmlformats.org/markup-compatibility/2006">
                    <mc:Choice xmlns:v="urn:schemas-microsoft-com:vml" Requires="v">
                      <p:oleObj spid="_x0000_s266517" name="公式" r:id="rId9" imgW="253800" imgH="164880" progId="Equation.3">
                        <p:embed/>
                      </p:oleObj>
                    </mc:Choice>
                    <mc:Fallback>
                      <p:oleObj name="公式" r:id="rId9" imgW="253800" imgH="164880" progId="Equation.3">
                        <p:embed/>
                        <p:pic>
                          <p:nvPicPr>
                            <p:cNvPr id="9"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93" y="1611"/>
                              <a:ext cx="333" cy="25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 name="Object 19"/>
                <p:cNvGraphicFramePr>
                  <a:graphicFrameLocks noChangeAspect="1"/>
                </p:cNvGraphicFramePr>
                <p:nvPr>
                  <p:extLst>
                    <p:ext uri="{D42A27DB-BD31-4B8C-83A1-F6EECF244321}">
                      <p14:modId xmlns:p14="http://schemas.microsoft.com/office/powerpoint/2010/main" val="3952688226"/>
                    </p:ext>
                  </p:extLst>
                </p:nvPr>
              </p:nvGraphicFramePr>
              <p:xfrm>
                <a:off x="5066" y="1698"/>
                <a:ext cx="199" cy="257"/>
              </p:xfrm>
              <a:graphic>
                <a:graphicData uri="http://schemas.openxmlformats.org/presentationml/2006/ole">
                  <mc:AlternateContent xmlns:mc="http://schemas.openxmlformats.org/markup-compatibility/2006">
                    <mc:Choice xmlns:v="urn:schemas-microsoft-com:vml" Requires="v">
                      <p:oleObj spid="_x0000_s266518" name="公式" r:id="rId11" imgW="152280" imgH="164880" progId="Equation.3">
                        <p:embed/>
                      </p:oleObj>
                    </mc:Choice>
                    <mc:Fallback>
                      <p:oleObj name="公式" r:id="rId11" imgW="152280" imgH="164880" progId="Equation.3">
                        <p:embed/>
                        <p:pic>
                          <p:nvPicPr>
                            <p:cNvPr id="1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66" y="1698"/>
                              <a:ext cx="199" cy="25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 name="Object 20"/>
                <p:cNvGraphicFramePr>
                  <a:graphicFrameLocks noChangeAspect="1"/>
                </p:cNvGraphicFramePr>
                <p:nvPr>
                  <p:extLst>
                    <p:ext uri="{D42A27DB-BD31-4B8C-83A1-F6EECF244321}">
                      <p14:modId xmlns:p14="http://schemas.microsoft.com/office/powerpoint/2010/main" val="1834512717"/>
                    </p:ext>
                  </p:extLst>
                </p:nvPr>
              </p:nvGraphicFramePr>
              <p:xfrm>
                <a:off x="2769" y="2269"/>
                <a:ext cx="317" cy="220"/>
              </p:xfrm>
              <a:graphic>
                <a:graphicData uri="http://schemas.openxmlformats.org/presentationml/2006/ole">
                  <mc:AlternateContent xmlns:mc="http://schemas.openxmlformats.org/markup-compatibility/2006">
                    <mc:Choice xmlns:v="urn:schemas-microsoft-com:vml" Requires="v">
                      <p:oleObj spid="_x0000_s266519" name="公式" r:id="rId13" imgW="241200" imgH="139680" progId="Equation.3">
                        <p:embed/>
                      </p:oleObj>
                    </mc:Choice>
                    <mc:Fallback>
                      <p:oleObj name="公式" r:id="rId13" imgW="241200" imgH="139680" progId="Equation.3">
                        <p:embed/>
                        <p:pic>
                          <p:nvPicPr>
                            <p:cNvPr id="11"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69" y="2269"/>
                              <a:ext cx="317" cy="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 name="Object 21"/>
                <p:cNvGraphicFramePr>
                  <a:graphicFrameLocks noChangeAspect="1"/>
                </p:cNvGraphicFramePr>
                <p:nvPr>
                  <p:extLst>
                    <p:ext uri="{D42A27DB-BD31-4B8C-83A1-F6EECF244321}">
                      <p14:modId xmlns:p14="http://schemas.microsoft.com/office/powerpoint/2010/main" val="1680648386"/>
                    </p:ext>
                  </p:extLst>
                </p:nvPr>
              </p:nvGraphicFramePr>
              <p:xfrm>
                <a:off x="2861" y="1875"/>
                <a:ext cx="166" cy="220"/>
              </p:xfrm>
              <a:graphic>
                <a:graphicData uri="http://schemas.openxmlformats.org/presentationml/2006/ole">
                  <mc:AlternateContent xmlns:mc="http://schemas.openxmlformats.org/markup-compatibility/2006">
                    <mc:Choice xmlns:v="urn:schemas-microsoft-com:vml" Requires="v">
                      <p:oleObj spid="_x0000_s266520" name="公式" r:id="rId15" imgW="126720" imgH="139680" progId="Equation.3">
                        <p:embed/>
                      </p:oleObj>
                    </mc:Choice>
                    <mc:Fallback>
                      <p:oleObj name="公式" r:id="rId15" imgW="126720" imgH="139680" progId="Equation.3">
                        <p:embed/>
                        <p:pic>
                          <p:nvPicPr>
                            <p:cNvPr id="12" name="Object 2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61" y="1875"/>
                              <a:ext cx="166" cy="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 name="Line 23"/>
                <p:cNvSpPr>
                  <a:spLocks noChangeShapeType="1"/>
                </p:cNvSpPr>
                <p:nvPr/>
              </p:nvSpPr>
              <p:spPr bwMode="auto">
                <a:xfrm flipH="1">
                  <a:off x="4332" y="2305"/>
                  <a:ext cx="144" cy="0"/>
                </a:xfrm>
                <a:prstGeom prst="line">
                  <a:avLst/>
                </a:prstGeom>
                <a:noFill/>
                <a:ln w="38100">
                  <a:solidFill>
                    <a:schemeClr val="tx1"/>
                  </a:solidFill>
                  <a:round/>
                  <a:headEnd type="triangl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31" name="矩形 30"/>
              <p:cNvSpPr/>
              <p:nvPr/>
            </p:nvSpPr>
            <p:spPr bwMode="auto">
              <a:xfrm>
                <a:off x="6001869" y="5269618"/>
                <a:ext cx="2509232" cy="463637"/>
              </a:xfrm>
              <a:prstGeom prst="rect">
                <a:avLst/>
              </a:prstGeom>
              <a:noFill/>
              <a:ln w="12700" cap="flat" cmpd="sng" algn="ctr">
                <a:solidFill>
                  <a:schemeClr val="tx1"/>
                </a:solidFill>
                <a:prstDash val="solid"/>
                <a:round/>
                <a:headEnd type="none" w="med" len="med"/>
                <a:tailEnd type="triangle" w="med" len="med"/>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pSp>
        <p:sp>
          <p:nvSpPr>
            <p:cNvPr id="29" name="Line 23"/>
            <p:cNvSpPr>
              <a:spLocks noChangeShapeType="1"/>
            </p:cNvSpPr>
            <p:nvPr/>
          </p:nvSpPr>
          <p:spPr bwMode="auto">
            <a:xfrm flipV="1">
              <a:off x="6971143" y="5255779"/>
              <a:ext cx="220784" cy="1"/>
            </a:xfrm>
            <a:prstGeom prst="line">
              <a:avLst/>
            </a:prstGeom>
            <a:noFill/>
            <a:ln w="38100">
              <a:solidFill>
                <a:schemeClr val="tx1"/>
              </a:solidFill>
              <a:round/>
              <a:headEnd type="triangl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aphicFrame>
        <p:nvGraphicFramePr>
          <p:cNvPr id="42" name="对象 41"/>
          <p:cNvGraphicFramePr>
            <a:graphicFrameLocks noChangeAspect="1"/>
          </p:cNvGraphicFramePr>
          <p:nvPr>
            <p:extLst>
              <p:ext uri="{D42A27DB-BD31-4B8C-83A1-F6EECF244321}">
                <p14:modId xmlns:p14="http://schemas.microsoft.com/office/powerpoint/2010/main" val="1112875810"/>
              </p:ext>
            </p:extLst>
          </p:nvPr>
        </p:nvGraphicFramePr>
        <p:xfrm>
          <a:off x="319230" y="5408414"/>
          <a:ext cx="4122737" cy="960437"/>
        </p:xfrm>
        <a:graphic>
          <a:graphicData uri="http://schemas.openxmlformats.org/presentationml/2006/ole">
            <mc:AlternateContent xmlns:mc="http://schemas.openxmlformats.org/markup-compatibility/2006">
              <mc:Choice xmlns:v="urn:schemas-microsoft-com:vml" Requires="v">
                <p:oleObj spid="_x0000_s266521" name="Equation" r:id="rId17" imgW="1854000" imgH="431640" progId="Equation.DSMT4">
                  <p:embed/>
                </p:oleObj>
              </mc:Choice>
              <mc:Fallback>
                <p:oleObj name="Equation" r:id="rId17" imgW="1854000" imgH="431640" progId="Equation.DSMT4">
                  <p:embed/>
                  <p:pic>
                    <p:nvPicPr>
                      <p:cNvPr id="4" name="对象 3"/>
                      <p:cNvPicPr/>
                      <p:nvPr/>
                    </p:nvPicPr>
                    <p:blipFill>
                      <a:blip r:embed="rId18"/>
                      <a:stretch>
                        <a:fillRect/>
                      </a:stretch>
                    </p:blipFill>
                    <p:spPr>
                      <a:xfrm>
                        <a:off x="319230" y="5408414"/>
                        <a:ext cx="4122737" cy="960437"/>
                      </a:xfrm>
                      <a:prstGeom prst="rect">
                        <a:avLst/>
                      </a:prstGeom>
                    </p:spPr>
                  </p:pic>
                </p:oleObj>
              </mc:Fallback>
            </mc:AlternateContent>
          </a:graphicData>
        </a:graphic>
      </p:graphicFrame>
      <p:graphicFrame>
        <p:nvGraphicFramePr>
          <p:cNvPr id="43" name="对象 42"/>
          <p:cNvGraphicFramePr>
            <a:graphicFrameLocks noChangeAspect="1"/>
          </p:cNvGraphicFramePr>
          <p:nvPr>
            <p:extLst>
              <p:ext uri="{D42A27DB-BD31-4B8C-83A1-F6EECF244321}">
                <p14:modId xmlns:p14="http://schemas.microsoft.com/office/powerpoint/2010/main" val="563204968"/>
              </p:ext>
            </p:extLst>
          </p:nvPr>
        </p:nvGraphicFramePr>
        <p:xfrm>
          <a:off x="2263142" y="139405"/>
          <a:ext cx="6650641" cy="1004205"/>
        </p:xfrm>
        <a:graphic>
          <a:graphicData uri="http://schemas.openxmlformats.org/presentationml/2006/ole">
            <mc:AlternateContent xmlns:mc="http://schemas.openxmlformats.org/markup-compatibility/2006">
              <mc:Choice xmlns:v="urn:schemas-microsoft-com:vml" Requires="v">
                <p:oleObj spid="_x0000_s266522" name="Equation" r:id="rId19" imgW="2946240" imgH="444240" progId="Equation.DSMT4">
                  <p:embed/>
                </p:oleObj>
              </mc:Choice>
              <mc:Fallback>
                <p:oleObj name="Equation" r:id="rId19" imgW="2946240" imgH="444240" progId="Equation.DSMT4">
                  <p:embed/>
                  <p:pic>
                    <p:nvPicPr>
                      <p:cNvPr id="4" name="对象 3"/>
                      <p:cNvPicPr/>
                      <p:nvPr/>
                    </p:nvPicPr>
                    <p:blipFill>
                      <a:blip r:embed="rId20"/>
                      <a:stretch>
                        <a:fillRect/>
                      </a:stretch>
                    </p:blipFill>
                    <p:spPr>
                      <a:xfrm>
                        <a:off x="2263142" y="139405"/>
                        <a:ext cx="6650641" cy="1004205"/>
                      </a:xfrm>
                      <a:prstGeom prst="rect">
                        <a:avLst/>
                      </a:prstGeom>
                    </p:spPr>
                  </p:pic>
                </p:oleObj>
              </mc:Fallback>
            </mc:AlternateContent>
          </a:graphicData>
        </a:graphic>
      </p:graphicFrame>
      <p:sp>
        <p:nvSpPr>
          <p:cNvPr id="45" name="矩形 44"/>
          <p:cNvSpPr/>
          <p:nvPr/>
        </p:nvSpPr>
        <p:spPr>
          <a:xfrm>
            <a:off x="467544" y="201478"/>
            <a:ext cx="2016224" cy="1077218"/>
          </a:xfrm>
          <a:prstGeom prst="rect">
            <a:avLst/>
          </a:prstGeom>
        </p:spPr>
        <p:txBody>
          <a:bodyPr wrap="square">
            <a:spAutoFit/>
          </a:bodyPr>
          <a:lstStyle/>
          <a:p>
            <a:r>
              <a:rPr lang="en-US" altLang="zh-CN" b="1" dirty="0">
                <a:solidFill>
                  <a:srgbClr val="FFFFFF"/>
                </a:solidFill>
                <a:latin typeface="Book Antiqua" panose="02040602050305030304" pitchFamily="18" charset="0"/>
              </a:rPr>
              <a:t>0</a:t>
            </a:r>
            <a:r>
              <a:rPr lang="zh-CN" altLang="en-US" b="1" dirty="0">
                <a:solidFill>
                  <a:srgbClr val="FFFFFF"/>
                </a:solidFill>
                <a:latin typeface="Book Antiqua" panose="02040602050305030304" pitchFamily="18" charset="0"/>
              </a:rPr>
              <a:t>为</a:t>
            </a:r>
            <a:r>
              <a:rPr lang="en-US" altLang="zh-CN" b="1" dirty="0" err="1">
                <a:solidFill>
                  <a:srgbClr val="FFFFFF"/>
                </a:solidFill>
                <a:latin typeface="Book Antiqua" panose="02040602050305030304" pitchFamily="18" charset="0"/>
              </a:rPr>
              <a:t>2n+1</a:t>
            </a:r>
            <a:r>
              <a:rPr lang="zh-CN" altLang="en-US" b="1" dirty="0">
                <a:solidFill>
                  <a:srgbClr val="FFFFFF"/>
                </a:solidFill>
                <a:latin typeface="Book Antiqua" panose="02040602050305030304" pitchFamily="18" charset="0"/>
              </a:rPr>
              <a:t>阶奇点</a:t>
            </a:r>
            <a:endParaRPr lang="zh-CN" altLang="en-US" dirty="0"/>
          </a:p>
        </p:txBody>
      </p:sp>
    </p:spTree>
    <p:extLst>
      <p:ext uri="{BB962C8B-B14F-4D97-AF65-F5344CB8AC3E}">
        <p14:creationId xmlns:p14="http://schemas.microsoft.com/office/powerpoint/2010/main" val="2911519555"/>
      </p:ext>
    </p:extLst>
  </p:cSld>
  <p:clrMapOvr>
    <a:masterClrMapping/>
  </p:clrMapOvr>
  <p:transition>
    <p:random/>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442803856"/>
              </p:ext>
            </p:extLst>
          </p:nvPr>
        </p:nvGraphicFramePr>
        <p:xfrm>
          <a:off x="486246" y="3717032"/>
          <a:ext cx="3478212" cy="1008062"/>
        </p:xfrm>
        <a:graphic>
          <a:graphicData uri="http://schemas.openxmlformats.org/presentationml/2006/ole">
            <mc:AlternateContent xmlns:mc="http://schemas.openxmlformats.org/markup-compatibility/2006">
              <mc:Choice xmlns:v="urn:schemas-microsoft-com:vml" Requires="v">
                <p:oleObj spid="_x0000_s267385" name="Equation" r:id="rId3" imgW="1536480" imgH="444240" progId="Equation.DSMT4">
                  <p:embed/>
                </p:oleObj>
              </mc:Choice>
              <mc:Fallback>
                <p:oleObj name="Equation" r:id="rId3" imgW="1536480" imgH="444240" progId="Equation.DSMT4">
                  <p:embed/>
                  <p:pic>
                    <p:nvPicPr>
                      <p:cNvPr id="2" name="对象 1"/>
                      <p:cNvPicPr/>
                      <p:nvPr/>
                    </p:nvPicPr>
                    <p:blipFill>
                      <a:blip r:embed="rId4"/>
                      <a:stretch>
                        <a:fillRect/>
                      </a:stretch>
                    </p:blipFill>
                    <p:spPr>
                      <a:xfrm>
                        <a:off x="486246" y="3717032"/>
                        <a:ext cx="3478212" cy="1008062"/>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012917868"/>
              </p:ext>
            </p:extLst>
          </p:nvPr>
        </p:nvGraphicFramePr>
        <p:xfrm>
          <a:off x="511538" y="2517850"/>
          <a:ext cx="3421063" cy="1008062"/>
        </p:xfrm>
        <a:graphic>
          <a:graphicData uri="http://schemas.openxmlformats.org/presentationml/2006/ole">
            <mc:AlternateContent xmlns:mc="http://schemas.openxmlformats.org/markup-compatibility/2006">
              <mc:Choice xmlns:v="urn:schemas-microsoft-com:vml" Requires="v">
                <p:oleObj spid="_x0000_s267386" name="Equation" r:id="rId5" imgW="1511280" imgH="444240" progId="Equation.DSMT4">
                  <p:embed/>
                </p:oleObj>
              </mc:Choice>
              <mc:Fallback>
                <p:oleObj name="Equation" r:id="rId5" imgW="1511280" imgH="444240" progId="Equation.DSMT4">
                  <p:embed/>
                  <p:pic>
                    <p:nvPicPr>
                      <p:cNvPr id="3" name="对象 2"/>
                      <p:cNvPicPr/>
                      <p:nvPr/>
                    </p:nvPicPr>
                    <p:blipFill>
                      <a:blip r:embed="rId6"/>
                      <a:stretch>
                        <a:fillRect/>
                      </a:stretch>
                    </p:blipFill>
                    <p:spPr>
                      <a:xfrm>
                        <a:off x="511538" y="2517850"/>
                        <a:ext cx="3421063" cy="1008062"/>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09604316"/>
              </p:ext>
            </p:extLst>
          </p:nvPr>
        </p:nvGraphicFramePr>
        <p:xfrm>
          <a:off x="323528" y="332656"/>
          <a:ext cx="8245475" cy="989013"/>
        </p:xfrm>
        <a:graphic>
          <a:graphicData uri="http://schemas.openxmlformats.org/presentationml/2006/ole">
            <mc:AlternateContent xmlns:mc="http://schemas.openxmlformats.org/markup-compatibility/2006">
              <mc:Choice xmlns:v="urn:schemas-microsoft-com:vml" Requires="v">
                <p:oleObj spid="_x0000_s267387" name="Equation" r:id="rId7" imgW="3708360" imgH="444240" progId="Equation.DSMT4">
                  <p:embed/>
                </p:oleObj>
              </mc:Choice>
              <mc:Fallback>
                <p:oleObj name="Equation" r:id="rId7" imgW="3708360" imgH="444240" progId="Equation.DSMT4">
                  <p:embed/>
                  <p:pic>
                    <p:nvPicPr>
                      <p:cNvPr id="4" name="对象 3"/>
                      <p:cNvPicPr/>
                      <p:nvPr/>
                    </p:nvPicPr>
                    <p:blipFill>
                      <a:blip r:embed="rId8"/>
                      <a:stretch>
                        <a:fillRect/>
                      </a:stretch>
                    </p:blipFill>
                    <p:spPr>
                      <a:xfrm>
                        <a:off x="323528" y="332656"/>
                        <a:ext cx="8245475" cy="989013"/>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720504943"/>
              </p:ext>
            </p:extLst>
          </p:nvPr>
        </p:nvGraphicFramePr>
        <p:xfrm>
          <a:off x="309563" y="1254125"/>
          <a:ext cx="5400675" cy="950913"/>
        </p:xfrm>
        <a:graphic>
          <a:graphicData uri="http://schemas.openxmlformats.org/presentationml/2006/ole">
            <mc:AlternateContent xmlns:mc="http://schemas.openxmlformats.org/markup-compatibility/2006">
              <mc:Choice xmlns:v="urn:schemas-microsoft-com:vml" Requires="v">
                <p:oleObj spid="_x0000_s267388" name="Equation" r:id="rId9" imgW="2234880" imgH="393480" progId="Equation.DSMT4">
                  <p:embed/>
                </p:oleObj>
              </mc:Choice>
              <mc:Fallback>
                <p:oleObj name="Equation" r:id="rId9" imgW="2234880" imgH="393480" progId="Equation.DSMT4">
                  <p:embed/>
                  <p:pic>
                    <p:nvPicPr>
                      <p:cNvPr id="0" name=""/>
                      <p:cNvPicPr/>
                      <p:nvPr/>
                    </p:nvPicPr>
                    <p:blipFill>
                      <a:blip r:embed="rId10"/>
                      <a:stretch>
                        <a:fillRect/>
                      </a:stretch>
                    </p:blipFill>
                    <p:spPr>
                      <a:xfrm>
                        <a:off x="309563" y="1254125"/>
                        <a:ext cx="5400675" cy="950913"/>
                      </a:xfrm>
                      <a:prstGeom prst="rect">
                        <a:avLst/>
                      </a:prstGeom>
                    </p:spPr>
                  </p:pic>
                </p:oleObj>
              </mc:Fallback>
            </mc:AlternateContent>
          </a:graphicData>
        </a:graphic>
      </p:graphicFrame>
      <p:sp>
        <p:nvSpPr>
          <p:cNvPr id="6" name="矩形 5"/>
          <p:cNvSpPr/>
          <p:nvPr/>
        </p:nvSpPr>
        <p:spPr>
          <a:xfrm>
            <a:off x="323528" y="4892418"/>
            <a:ext cx="4464496" cy="584775"/>
          </a:xfrm>
          <a:prstGeom prst="rect">
            <a:avLst/>
          </a:prstGeom>
        </p:spPr>
        <p:txBody>
          <a:bodyPr wrap="square">
            <a:spAutoFit/>
          </a:bodyPr>
          <a:lstStyle/>
          <a:p>
            <a:r>
              <a:rPr lang="zh-CN" altLang="en-US" dirty="0"/>
              <a:t>为什么必须是</a:t>
            </a:r>
            <a:r>
              <a:rPr lang="en-US" altLang="zh-CN" dirty="0" err="1"/>
              <a:t>2n</a:t>
            </a:r>
            <a:r>
              <a:rPr lang="zh-CN" altLang="en-US" dirty="0"/>
              <a:t>？</a:t>
            </a:r>
          </a:p>
        </p:txBody>
      </p:sp>
      <p:graphicFrame>
        <p:nvGraphicFramePr>
          <p:cNvPr id="9" name="对象 8"/>
          <p:cNvGraphicFramePr>
            <a:graphicFrameLocks noChangeAspect="1"/>
          </p:cNvGraphicFramePr>
          <p:nvPr>
            <p:extLst>
              <p:ext uri="{D42A27DB-BD31-4B8C-83A1-F6EECF244321}">
                <p14:modId xmlns:p14="http://schemas.microsoft.com/office/powerpoint/2010/main" val="2841974045"/>
              </p:ext>
            </p:extLst>
          </p:nvPr>
        </p:nvGraphicFramePr>
        <p:xfrm>
          <a:off x="18574" y="5487491"/>
          <a:ext cx="9011264" cy="832127"/>
        </p:xfrm>
        <a:graphic>
          <a:graphicData uri="http://schemas.openxmlformats.org/presentationml/2006/ole">
            <mc:AlternateContent xmlns:mc="http://schemas.openxmlformats.org/markup-compatibility/2006">
              <mc:Choice xmlns:v="urn:schemas-microsoft-com:vml" Requires="v">
                <p:oleObj spid="_x0000_s267389" name="Equation" r:id="rId11" imgW="4673520" imgH="431640" progId="Equation.DSMT4">
                  <p:embed/>
                </p:oleObj>
              </mc:Choice>
              <mc:Fallback>
                <p:oleObj name="Equation" r:id="rId11" imgW="4673520" imgH="431640" progId="Equation.DSMT4">
                  <p:embed/>
                  <p:pic>
                    <p:nvPicPr>
                      <p:cNvPr id="41" name="对象 40"/>
                      <p:cNvPicPr/>
                      <p:nvPr/>
                    </p:nvPicPr>
                    <p:blipFill>
                      <a:blip r:embed="rId12"/>
                      <a:stretch>
                        <a:fillRect/>
                      </a:stretch>
                    </p:blipFill>
                    <p:spPr>
                      <a:xfrm>
                        <a:off x="18574" y="5487491"/>
                        <a:ext cx="9011264" cy="832127"/>
                      </a:xfrm>
                      <a:prstGeom prst="rect">
                        <a:avLst/>
                      </a:prstGeom>
                    </p:spPr>
                  </p:pic>
                </p:oleObj>
              </mc:Fallback>
            </mc:AlternateContent>
          </a:graphicData>
        </a:graphic>
      </p:graphicFrame>
    </p:spTree>
    <p:extLst>
      <p:ext uri="{BB962C8B-B14F-4D97-AF65-F5344CB8AC3E}">
        <p14:creationId xmlns:p14="http://schemas.microsoft.com/office/powerpoint/2010/main" val="1982545507"/>
      </p:ext>
    </p:extLst>
  </p:cSld>
  <p:clrMapOvr>
    <a:masterClrMapping/>
  </p:clrMapOvr>
  <p:transition>
    <p:random/>
  </p:transition>
</p:sld>
</file>

<file path=ppt/theme/theme1.xml><?xml version="1.0" encoding="utf-8"?>
<a:theme xmlns:a="http://schemas.openxmlformats.org/drawingml/2006/main" name="默认设计模板">
  <a:themeElements>
    <a:clrScheme name="">
      <a:dk1>
        <a:srgbClr val="B2B2B2"/>
      </a:dk1>
      <a:lt1>
        <a:srgbClr val="FFFFFF"/>
      </a:lt1>
      <a:dk2>
        <a:srgbClr val="0E9CF2"/>
      </a:dk2>
      <a:lt2>
        <a:srgbClr val="FFFF00"/>
      </a:lt2>
      <a:accent1>
        <a:srgbClr val="FF9900"/>
      </a:accent1>
      <a:accent2>
        <a:srgbClr val="FFFF66"/>
      </a:accent2>
      <a:accent3>
        <a:srgbClr val="AACBF7"/>
      </a:accent3>
      <a:accent4>
        <a:srgbClr val="DADADA"/>
      </a:accent4>
      <a:accent5>
        <a:srgbClr val="FFCAAA"/>
      </a:accent5>
      <a:accent6>
        <a:srgbClr val="E7E75C"/>
      </a:accent6>
      <a:hlink>
        <a:srgbClr val="1AE1E6"/>
      </a:hlink>
      <a:folHlink>
        <a:srgbClr val="969696"/>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none" lIns="91440" tIns="45720" rIns="91440" bIns="45720" numCol="1" rtlCol="0"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11706</TotalTime>
  <Words>2155</Words>
  <Application>Microsoft Office PowerPoint</Application>
  <PresentationFormat>全屏显示(4:3)</PresentationFormat>
  <Paragraphs>412</Paragraphs>
  <Slides>116</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116</vt:i4>
      </vt:variant>
    </vt:vector>
  </HeadingPairs>
  <TitlesOfParts>
    <vt:vector size="131" baseType="lpstr">
      <vt:lpstr>-apple-system</vt:lpstr>
      <vt:lpstr>Helvetica Neue</vt:lpstr>
      <vt:lpstr>华文楷体</vt:lpstr>
      <vt:lpstr>楷体_GB2312</vt:lpstr>
      <vt:lpstr>宋体</vt:lpstr>
      <vt:lpstr>Arial</vt:lpstr>
      <vt:lpstr>Book Antiqua</vt:lpstr>
      <vt:lpstr>Calibri</vt:lpstr>
      <vt:lpstr>Cambria Math</vt:lpstr>
      <vt:lpstr>Symbol</vt:lpstr>
      <vt:lpstr>Times New Roman</vt:lpstr>
      <vt:lpstr>默认设计模板</vt:lpstr>
      <vt:lpstr>公式</vt:lpstr>
      <vt:lpstr>Equation</vt:lpstr>
      <vt:lpstr>MathType 6.0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林建伟</dc:creator>
  <cp:lastModifiedBy>LENOVO</cp:lastModifiedBy>
  <cp:revision>649</cp:revision>
  <dcterms:created xsi:type="dcterms:W3CDTF">1996-07-15T15:40:02Z</dcterms:created>
  <dcterms:modified xsi:type="dcterms:W3CDTF">2023-03-15T16:36:48Z</dcterms:modified>
</cp:coreProperties>
</file>