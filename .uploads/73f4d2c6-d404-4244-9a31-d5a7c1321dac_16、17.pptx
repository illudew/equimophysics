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0"/>
  </p:normalViewPr>
  <p:slideViewPr>
    <p:cSldViewPr snapToGrid="0" snapToObjects="1">
      <p:cViewPr varScale="1">
        <p:scale>
          <a:sx n="87" d="100"/>
          <a:sy n="87" d="100"/>
        </p:scale>
        <p:origin x="83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5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7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7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0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8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F31D3-C1E1-9848-8FDB-246512E8C666}" type="datetimeFigureOut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09C1E-A8C1-8245-B527-9F77418CE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2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0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28061" y="858256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2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112" y="852063"/>
            <a:ext cx="6865080" cy="514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1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61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71036" y="886482"/>
            <a:ext cx="6825735" cy="511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3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8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1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37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9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9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9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41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7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03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4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Huanan Li</dc:creator>
  <cp:lastModifiedBy>Huanan Li</cp:lastModifiedBy>
  <cp:revision>1</cp:revision>
  <dcterms:created xsi:type="dcterms:W3CDTF">2023-04-14T04:58:25Z</dcterms:created>
  <dcterms:modified xsi:type="dcterms:W3CDTF">2023-04-14T05:04:22Z</dcterms:modified>
</cp:coreProperties>
</file>