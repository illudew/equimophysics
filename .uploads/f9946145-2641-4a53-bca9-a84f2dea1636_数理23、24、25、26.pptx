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0"/>
  </p:normalViewPr>
  <p:slideViewPr>
    <p:cSldViewPr snapToGrid="0" snapToObjects="1">
      <p:cViewPr varScale="1">
        <p:scale>
          <a:sx n="87" d="100"/>
          <a:sy n="87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1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7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9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8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4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3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8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5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3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A267F-CEF9-C541-B513-C5D3D13FD7CC}" type="datetimeFigureOut">
              <a:rPr lang="en-US" smtClean="0"/>
              <a:t>5/19/23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B17FF-666D-B044-9C5D-CA1E22C54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0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6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0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1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6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6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1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71036" y="886482"/>
            <a:ext cx="6825735" cy="511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0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5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7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71036" y="886482"/>
            <a:ext cx="6825735" cy="511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7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2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8574" y="869274"/>
            <a:ext cx="6845407" cy="513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7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Huanan Li</dc:creator>
  <cp:lastModifiedBy>Huanan Li</cp:lastModifiedBy>
  <cp:revision>1</cp:revision>
  <dcterms:created xsi:type="dcterms:W3CDTF">2023-05-19T04:28:12Z</dcterms:created>
  <dcterms:modified xsi:type="dcterms:W3CDTF">2023-05-19T04:34:45Z</dcterms:modified>
</cp:coreProperties>
</file>